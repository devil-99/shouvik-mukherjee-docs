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viewProps" Target="viewProps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ustomXml" Target="../customXml/item3.xml"/><Relationship Id="rId5" Type="http://schemas.openxmlformats.org/officeDocument/2006/relationships/tableStyles" Target="tableStyles.xml"/><Relationship Id="rId15" Type="http://schemas.openxmlformats.org/officeDocument/2006/relationships/slide" Target="slides/slide10.xml"/><Relationship Id="rId23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Relationship Id="rId24" Type="http://schemas.openxmlformats.org/officeDocument/2006/relationships/image" Target="../media/image31.png"/><Relationship Id="rId25" Type="http://schemas.openxmlformats.org/officeDocument/2006/relationships/image" Target="../media/image32.png"/><Relationship Id="rId26" Type="http://schemas.openxmlformats.org/officeDocument/2006/relationships/image" Target="../media/image33.png"/><Relationship Id="rId27" Type="http://schemas.openxmlformats.org/officeDocument/2006/relationships/image" Target="../media/image34.png"/><Relationship Id="rId28" Type="http://schemas.openxmlformats.org/officeDocument/2006/relationships/image" Target="../media/image35.png"/><Relationship Id="rId29" Type="http://schemas.openxmlformats.org/officeDocument/2006/relationships/image" Target="../media/image36.png"/><Relationship Id="rId30" Type="http://schemas.openxmlformats.org/officeDocument/2006/relationships/image" Target="../media/image37.png"/><Relationship Id="rId31" Type="http://schemas.openxmlformats.org/officeDocument/2006/relationships/image" Target="../media/image38.png"/><Relationship Id="rId32" Type="http://schemas.openxmlformats.org/officeDocument/2006/relationships/image" Target="../media/image39.png"/><Relationship Id="rId33" Type="http://schemas.openxmlformats.org/officeDocument/2006/relationships/image" Target="../media/image40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52.png"/><Relationship Id="rId14" Type="http://schemas.openxmlformats.org/officeDocument/2006/relationships/image" Target="../media/image53.png"/><Relationship Id="rId15" Type="http://schemas.openxmlformats.org/officeDocument/2006/relationships/image" Target="../media/image54.png"/><Relationship Id="rId16" Type="http://schemas.openxmlformats.org/officeDocument/2006/relationships/image" Target="../media/image55.png"/><Relationship Id="rId17" Type="http://schemas.openxmlformats.org/officeDocument/2006/relationships/image" Target="../media/image56.png"/><Relationship Id="rId18" Type="http://schemas.openxmlformats.org/officeDocument/2006/relationships/image" Target="../media/image57.png"/><Relationship Id="rId19" Type="http://schemas.openxmlformats.org/officeDocument/2006/relationships/image" Target="../media/image58.png"/><Relationship Id="rId20" Type="http://schemas.openxmlformats.org/officeDocument/2006/relationships/image" Target="../media/image59.png"/><Relationship Id="rId21" Type="http://schemas.openxmlformats.org/officeDocument/2006/relationships/image" Target="../media/image60.png"/><Relationship Id="rId22" Type="http://schemas.openxmlformats.org/officeDocument/2006/relationships/image" Target="../media/image61.png"/><Relationship Id="rId23" Type="http://schemas.openxmlformats.org/officeDocument/2006/relationships/image" Target="../media/image62.png"/><Relationship Id="rId24" Type="http://schemas.openxmlformats.org/officeDocument/2006/relationships/image" Target="../media/image63.png"/><Relationship Id="rId25" Type="http://schemas.openxmlformats.org/officeDocument/2006/relationships/image" Target="../media/image64.png"/><Relationship Id="rId26" Type="http://schemas.openxmlformats.org/officeDocument/2006/relationships/image" Target="../media/image6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77.png"/><Relationship Id="rId14" Type="http://schemas.openxmlformats.org/officeDocument/2006/relationships/image" Target="../media/image78.png"/><Relationship Id="rId15" Type="http://schemas.openxmlformats.org/officeDocument/2006/relationships/image" Target="../media/image79.png"/><Relationship Id="rId16" Type="http://schemas.openxmlformats.org/officeDocument/2006/relationships/image" Target="../media/image80.png"/><Relationship Id="rId17" Type="http://schemas.openxmlformats.org/officeDocument/2006/relationships/image" Target="../media/image81.png"/><Relationship Id="rId18" Type="http://schemas.openxmlformats.org/officeDocument/2006/relationships/image" Target="../media/image82.png"/><Relationship Id="rId19" Type="http://schemas.openxmlformats.org/officeDocument/2006/relationships/image" Target="../media/image83.png"/><Relationship Id="rId20" Type="http://schemas.openxmlformats.org/officeDocument/2006/relationships/image" Target="../media/image84.png"/><Relationship Id="rId21" Type="http://schemas.openxmlformats.org/officeDocument/2006/relationships/image" Target="../media/image85.png"/><Relationship Id="rId22" Type="http://schemas.openxmlformats.org/officeDocument/2006/relationships/image" Target="../media/image86.png"/><Relationship Id="rId23" Type="http://schemas.openxmlformats.org/officeDocument/2006/relationships/image" Target="../media/image87.png"/><Relationship Id="rId24" Type="http://schemas.openxmlformats.org/officeDocument/2006/relationships/image" Target="../media/image88.png"/><Relationship Id="rId25" Type="http://schemas.openxmlformats.org/officeDocument/2006/relationships/image" Target="../media/image89.png"/><Relationship Id="rId26" Type="http://schemas.openxmlformats.org/officeDocument/2006/relationships/image" Target="../media/image90.png"/><Relationship Id="rId27" Type="http://schemas.openxmlformats.org/officeDocument/2006/relationships/image" Target="../media/image91.png"/><Relationship Id="rId28" Type="http://schemas.openxmlformats.org/officeDocument/2006/relationships/image" Target="../media/image92.png"/><Relationship Id="rId29" Type="http://schemas.openxmlformats.org/officeDocument/2006/relationships/image" Target="../media/image93.png"/><Relationship Id="rId30" Type="http://schemas.openxmlformats.org/officeDocument/2006/relationships/image" Target="../media/image94.png"/><Relationship Id="rId31" Type="http://schemas.openxmlformats.org/officeDocument/2006/relationships/image" Target="../media/image95.png"/><Relationship Id="rId32" Type="http://schemas.openxmlformats.org/officeDocument/2006/relationships/image" Target="../media/image96.png"/><Relationship Id="rId33" Type="http://schemas.openxmlformats.org/officeDocument/2006/relationships/image" Target="../media/image97.png"/><Relationship Id="rId34" Type="http://schemas.openxmlformats.org/officeDocument/2006/relationships/image" Target="../media/image98.png"/><Relationship Id="rId35" Type="http://schemas.openxmlformats.org/officeDocument/2006/relationships/image" Target="../media/image99.png"/><Relationship Id="rId36" Type="http://schemas.openxmlformats.org/officeDocument/2006/relationships/image" Target="../media/image100.png"/><Relationship Id="rId37" Type="http://schemas.openxmlformats.org/officeDocument/2006/relationships/image" Target="../media/image101.png"/><Relationship Id="rId38" Type="http://schemas.openxmlformats.org/officeDocument/2006/relationships/image" Target="../media/image10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13" Type="http://schemas.openxmlformats.org/officeDocument/2006/relationships/image" Target="../media/image114.png"/><Relationship Id="rId14" Type="http://schemas.openxmlformats.org/officeDocument/2006/relationships/image" Target="../media/image11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Relationship Id="rId8" Type="http://schemas.openxmlformats.org/officeDocument/2006/relationships/image" Target="../media/image125.png"/><Relationship Id="rId9" Type="http://schemas.openxmlformats.org/officeDocument/2006/relationships/image" Target="../media/image126.png"/><Relationship Id="rId10" Type="http://schemas.openxmlformats.org/officeDocument/2006/relationships/image" Target="../media/image127.png"/><Relationship Id="rId11" Type="http://schemas.openxmlformats.org/officeDocument/2006/relationships/image" Target="../media/image128.png"/><Relationship Id="rId12" Type="http://schemas.openxmlformats.org/officeDocument/2006/relationships/image" Target="../media/image129.png"/><Relationship Id="rId13" Type="http://schemas.openxmlformats.org/officeDocument/2006/relationships/image" Target="../media/image130.png"/><Relationship Id="rId14" Type="http://schemas.openxmlformats.org/officeDocument/2006/relationships/image" Target="../media/image131.png"/><Relationship Id="rId15" Type="http://schemas.openxmlformats.org/officeDocument/2006/relationships/image" Target="../media/image132.png"/><Relationship Id="rId16" Type="http://schemas.openxmlformats.org/officeDocument/2006/relationships/image" Target="../media/image133.png"/><Relationship Id="rId17" Type="http://schemas.openxmlformats.org/officeDocument/2006/relationships/image" Target="../media/image134.png"/><Relationship Id="rId18" Type="http://schemas.openxmlformats.org/officeDocument/2006/relationships/image" Target="../media/image135.png"/><Relationship Id="rId19" Type="http://schemas.openxmlformats.org/officeDocument/2006/relationships/image" Target="../media/image136.png"/><Relationship Id="rId20" Type="http://schemas.openxmlformats.org/officeDocument/2006/relationships/image" Target="../media/image137.png"/><Relationship Id="rId21" Type="http://schemas.openxmlformats.org/officeDocument/2006/relationships/image" Target="../media/image138.png"/><Relationship Id="rId22" Type="http://schemas.openxmlformats.org/officeDocument/2006/relationships/image" Target="../media/image139.png"/><Relationship Id="rId23" Type="http://schemas.openxmlformats.org/officeDocument/2006/relationships/image" Target="../media/image140.png"/><Relationship Id="rId24" Type="http://schemas.openxmlformats.org/officeDocument/2006/relationships/image" Target="../media/image141.png"/><Relationship Id="rId25" Type="http://schemas.openxmlformats.org/officeDocument/2006/relationships/image" Target="../media/image142.png"/><Relationship Id="rId26" Type="http://schemas.openxmlformats.org/officeDocument/2006/relationships/image" Target="../media/image14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4.png"/><Relationship Id="rId3" Type="http://schemas.openxmlformats.org/officeDocument/2006/relationships/image" Target="../media/image145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149.png"/><Relationship Id="rId8" Type="http://schemas.openxmlformats.org/officeDocument/2006/relationships/image" Target="../media/image150.png"/><Relationship Id="rId9" Type="http://schemas.openxmlformats.org/officeDocument/2006/relationships/image" Target="../media/image126.png"/><Relationship Id="rId10" Type="http://schemas.openxmlformats.org/officeDocument/2006/relationships/image" Target="../media/image151.png"/><Relationship Id="rId11" Type="http://schemas.openxmlformats.org/officeDocument/2006/relationships/image" Target="../media/image128.png"/><Relationship Id="rId12" Type="http://schemas.openxmlformats.org/officeDocument/2006/relationships/image" Target="../media/image152.png"/><Relationship Id="rId13" Type="http://schemas.openxmlformats.org/officeDocument/2006/relationships/image" Target="../media/image153.png"/><Relationship Id="rId14" Type="http://schemas.openxmlformats.org/officeDocument/2006/relationships/image" Target="../media/image154.png"/><Relationship Id="rId15" Type="http://schemas.openxmlformats.org/officeDocument/2006/relationships/image" Target="../media/image155.png"/><Relationship Id="rId16" Type="http://schemas.openxmlformats.org/officeDocument/2006/relationships/image" Target="../media/image156.png"/><Relationship Id="rId17" Type="http://schemas.openxmlformats.org/officeDocument/2006/relationships/image" Target="../media/image157.png"/><Relationship Id="rId18" Type="http://schemas.openxmlformats.org/officeDocument/2006/relationships/image" Target="../media/image135.png"/><Relationship Id="rId19" Type="http://schemas.openxmlformats.org/officeDocument/2006/relationships/image" Target="../media/image158.png"/><Relationship Id="rId20" Type="http://schemas.openxmlformats.org/officeDocument/2006/relationships/image" Target="../media/image159.png"/><Relationship Id="rId21" Type="http://schemas.openxmlformats.org/officeDocument/2006/relationships/image" Target="../media/image160.png"/><Relationship Id="rId22" Type="http://schemas.openxmlformats.org/officeDocument/2006/relationships/image" Target="../media/image16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Relationship Id="rId8" Type="http://schemas.openxmlformats.org/officeDocument/2006/relationships/image" Target="../media/image168.png"/><Relationship Id="rId9" Type="http://schemas.openxmlformats.org/officeDocument/2006/relationships/image" Target="../media/image169.png"/><Relationship Id="rId10" Type="http://schemas.openxmlformats.org/officeDocument/2006/relationships/image" Target="../media/image170.png"/><Relationship Id="rId11" Type="http://schemas.openxmlformats.org/officeDocument/2006/relationships/image" Target="../media/image171.png"/><Relationship Id="rId12" Type="http://schemas.openxmlformats.org/officeDocument/2006/relationships/image" Target="../media/image172.png"/><Relationship Id="rId13" Type="http://schemas.openxmlformats.org/officeDocument/2006/relationships/image" Target="../media/image173.png"/><Relationship Id="rId14" Type="http://schemas.openxmlformats.org/officeDocument/2006/relationships/image" Target="../media/image174.png"/><Relationship Id="rId15" Type="http://schemas.openxmlformats.org/officeDocument/2006/relationships/image" Target="../media/image175.png"/><Relationship Id="rId16" Type="http://schemas.openxmlformats.org/officeDocument/2006/relationships/image" Target="../media/image176.png"/><Relationship Id="rId17" Type="http://schemas.openxmlformats.org/officeDocument/2006/relationships/image" Target="../media/image177.png"/><Relationship Id="rId18" Type="http://schemas.openxmlformats.org/officeDocument/2006/relationships/image" Target="../media/image178.png"/><Relationship Id="rId19" Type="http://schemas.openxmlformats.org/officeDocument/2006/relationships/image" Target="../media/image179.png"/><Relationship Id="rId20" Type="http://schemas.openxmlformats.org/officeDocument/2006/relationships/image" Target="../media/image180.png"/><Relationship Id="rId21" Type="http://schemas.openxmlformats.org/officeDocument/2006/relationships/image" Target="../media/image181.png"/><Relationship Id="rId22" Type="http://schemas.openxmlformats.org/officeDocument/2006/relationships/image" Target="../media/image182.png"/><Relationship Id="rId23" Type="http://schemas.openxmlformats.org/officeDocument/2006/relationships/image" Target="../media/image183.png"/><Relationship Id="rId24" Type="http://schemas.openxmlformats.org/officeDocument/2006/relationships/image" Target="../media/image18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Relationship Id="rId8" Type="http://schemas.openxmlformats.org/officeDocument/2006/relationships/image" Target="../media/image168.png"/><Relationship Id="rId9" Type="http://schemas.openxmlformats.org/officeDocument/2006/relationships/image" Target="../media/image169.png"/><Relationship Id="rId10" Type="http://schemas.openxmlformats.org/officeDocument/2006/relationships/image" Target="../media/image170.png"/><Relationship Id="rId11" Type="http://schemas.openxmlformats.org/officeDocument/2006/relationships/image" Target="../media/image171.png"/><Relationship Id="rId12" Type="http://schemas.openxmlformats.org/officeDocument/2006/relationships/image" Target="../media/image172.png"/><Relationship Id="rId13" Type="http://schemas.openxmlformats.org/officeDocument/2006/relationships/image" Target="../media/image173.png"/><Relationship Id="rId14" Type="http://schemas.openxmlformats.org/officeDocument/2006/relationships/image" Target="../media/image174.png"/><Relationship Id="rId15" Type="http://schemas.openxmlformats.org/officeDocument/2006/relationships/image" Target="../media/image175.png"/><Relationship Id="rId16" Type="http://schemas.openxmlformats.org/officeDocument/2006/relationships/image" Target="../media/image176.png"/><Relationship Id="rId17" Type="http://schemas.openxmlformats.org/officeDocument/2006/relationships/image" Target="../media/image177.png"/><Relationship Id="rId18" Type="http://schemas.openxmlformats.org/officeDocument/2006/relationships/image" Target="../media/image185.png"/><Relationship Id="rId19" Type="http://schemas.openxmlformats.org/officeDocument/2006/relationships/image" Target="../media/image186.png"/><Relationship Id="rId20" Type="http://schemas.openxmlformats.org/officeDocument/2006/relationships/image" Target="../media/image187.png"/><Relationship Id="rId21" Type="http://schemas.openxmlformats.org/officeDocument/2006/relationships/image" Target="../media/image18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9.png"/><Relationship Id="rId3" Type="http://schemas.openxmlformats.org/officeDocument/2006/relationships/image" Target="../media/image190.png"/><Relationship Id="rId4" Type="http://schemas.openxmlformats.org/officeDocument/2006/relationships/image" Target="../media/image191.png"/><Relationship Id="rId5" Type="http://schemas.openxmlformats.org/officeDocument/2006/relationships/image" Target="../media/image192.png"/><Relationship Id="rId6" Type="http://schemas.openxmlformats.org/officeDocument/2006/relationships/image" Target="../media/image193.png"/><Relationship Id="rId7" Type="http://schemas.openxmlformats.org/officeDocument/2006/relationships/image" Target="../media/image194.png"/><Relationship Id="rId8" Type="http://schemas.openxmlformats.org/officeDocument/2006/relationships/image" Target="../media/image195.png"/><Relationship Id="rId9" Type="http://schemas.openxmlformats.org/officeDocument/2006/relationships/image" Target="../media/image196.png"/><Relationship Id="rId10" Type="http://schemas.openxmlformats.org/officeDocument/2006/relationships/image" Target="../media/image197.png"/><Relationship Id="rId11" Type="http://schemas.openxmlformats.org/officeDocument/2006/relationships/image" Target="../media/image198.png"/><Relationship Id="rId12" Type="http://schemas.openxmlformats.org/officeDocument/2006/relationships/image" Target="../media/image199.png"/><Relationship Id="rId13" Type="http://schemas.openxmlformats.org/officeDocument/2006/relationships/image" Target="../media/image200.png"/><Relationship Id="rId14" Type="http://schemas.openxmlformats.org/officeDocument/2006/relationships/image" Target="../media/image201.png"/><Relationship Id="rId15" Type="http://schemas.openxmlformats.org/officeDocument/2006/relationships/image" Target="../media/image202.png"/><Relationship Id="rId16" Type="http://schemas.openxmlformats.org/officeDocument/2006/relationships/image" Target="../media/image203.png"/><Relationship Id="rId17" Type="http://schemas.openxmlformats.org/officeDocument/2006/relationships/image" Target="../media/image204.png"/><Relationship Id="rId18" Type="http://schemas.openxmlformats.org/officeDocument/2006/relationships/image" Target="../media/image205.png"/><Relationship Id="rId19" Type="http://schemas.openxmlformats.org/officeDocument/2006/relationships/image" Target="../media/image206.png"/><Relationship Id="rId20" Type="http://schemas.openxmlformats.org/officeDocument/2006/relationships/image" Target="../media/image207.png"/><Relationship Id="rId21" Type="http://schemas.openxmlformats.org/officeDocument/2006/relationships/image" Target="../media/image208.png"/><Relationship Id="rId22" Type="http://schemas.openxmlformats.org/officeDocument/2006/relationships/image" Target="../media/image209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Relationship Id="rId5" Type="http://schemas.openxmlformats.org/officeDocument/2006/relationships/image" Target="../media/image213.png"/><Relationship Id="rId6" Type="http://schemas.openxmlformats.org/officeDocument/2006/relationships/image" Target="../media/image214.png"/><Relationship Id="rId7" Type="http://schemas.openxmlformats.org/officeDocument/2006/relationships/image" Target="../media/image215.png"/><Relationship Id="rId8" Type="http://schemas.openxmlformats.org/officeDocument/2006/relationships/image" Target="../media/image216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7.png"/><Relationship Id="rId3" Type="http://schemas.openxmlformats.org/officeDocument/2006/relationships/image" Target="../media/image218.png"/><Relationship Id="rId4" Type="http://schemas.openxmlformats.org/officeDocument/2006/relationships/image" Target="../media/image219.png"/><Relationship Id="rId5" Type="http://schemas.openxmlformats.org/officeDocument/2006/relationships/image" Target="../media/image220.png"/><Relationship Id="rId6" Type="http://schemas.openxmlformats.org/officeDocument/2006/relationships/image" Target="../media/image221.png"/><Relationship Id="rId7" Type="http://schemas.openxmlformats.org/officeDocument/2006/relationships/image" Target="../media/image222.png"/><Relationship Id="rId8" Type="http://schemas.openxmlformats.org/officeDocument/2006/relationships/image" Target="../media/image223.png"/><Relationship Id="rId9" Type="http://schemas.openxmlformats.org/officeDocument/2006/relationships/image" Target="../media/image22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5.png"/><Relationship Id="rId3" Type="http://schemas.openxmlformats.org/officeDocument/2006/relationships/image" Target="../media/image226.png"/><Relationship Id="rId4" Type="http://schemas.openxmlformats.org/officeDocument/2006/relationships/image" Target="../media/image227.png"/><Relationship Id="rId5" Type="http://schemas.openxmlformats.org/officeDocument/2006/relationships/image" Target="../media/image228.png"/><Relationship Id="rId6" Type="http://schemas.openxmlformats.org/officeDocument/2006/relationships/image" Target="../media/image229.png"/><Relationship Id="rId7" Type="http://schemas.openxmlformats.org/officeDocument/2006/relationships/image" Target="../media/image230.png"/><Relationship Id="rId8" Type="http://schemas.openxmlformats.org/officeDocument/2006/relationships/image" Target="../media/image231.png"/><Relationship Id="rId9" Type="http://schemas.openxmlformats.org/officeDocument/2006/relationships/image" Target="../media/image232.png"/><Relationship Id="rId10" Type="http://schemas.openxmlformats.org/officeDocument/2006/relationships/image" Target="../media/image233.png"/><Relationship Id="rId11" Type="http://schemas.openxmlformats.org/officeDocument/2006/relationships/image" Target="../media/image234.png"/><Relationship Id="rId12" Type="http://schemas.openxmlformats.org/officeDocument/2006/relationships/image" Target="../media/image235.png"/><Relationship Id="rId13" Type="http://schemas.openxmlformats.org/officeDocument/2006/relationships/image" Target="../media/image236.png"/><Relationship Id="rId14" Type="http://schemas.openxmlformats.org/officeDocument/2006/relationships/image" Target="../media/image237.png"/><Relationship Id="rId15" Type="http://schemas.openxmlformats.org/officeDocument/2006/relationships/image" Target="../media/image238.png"/><Relationship Id="rId16" Type="http://schemas.openxmlformats.org/officeDocument/2006/relationships/image" Target="../media/image239.png"/><Relationship Id="rId17" Type="http://schemas.openxmlformats.org/officeDocument/2006/relationships/image" Target="../media/image240.png"/><Relationship Id="rId18" Type="http://schemas.openxmlformats.org/officeDocument/2006/relationships/image" Target="../media/image241.png"/><Relationship Id="rId19" Type="http://schemas.openxmlformats.org/officeDocument/2006/relationships/image" Target="../media/image242.png"/><Relationship Id="rId20" Type="http://schemas.openxmlformats.org/officeDocument/2006/relationships/image" Target="../media/image243.png"/><Relationship Id="rId21" Type="http://schemas.openxmlformats.org/officeDocument/2006/relationships/image" Target="../media/image244.png"/><Relationship Id="rId22" Type="http://schemas.openxmlformats.org/officeDocument/2006/relationships/image" Target="../media/image245.png"/><Relationship Id="rId23" Type="http://schemas.openxmlformats.org/officeDocument/2006/relationships/image" Target="../media/image246.png"/><Relationship Id="rId24" Type="http://schemas.openxmlformats.org/officeDocument/2006/relationships/image" Target="../media/image247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8.png"/><Relationship Id="rId3" Type="http://schemas.openxmlformats.org/officeDocument/2006/relationships/image" Target="../media/image249.png"/><Relationship Id="rId4" Type="http://schemas.openxmlformats.org/officeDocument/2006/relationships/image" Target="../media/image250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Relationship Id="rId7" Type="http://schemas.openxmlformats.org/officeDocument/2006/relationships/image" Target="../media/image253.png"/><Relationship Id="rId8" Type="http://schemas.openxmlformats.org/officeDocument/2006/relationships/image" Target="../media/image254.png"/><Relationship Id="rId9" Type="http://schemas.openxmlformats.org/officeDocument/2006/relationships/image" Target="../media/image255.png"/><Relationship Id="rId10" Type="http://schemas.openxmlformats.org/officeDocument/2006/relationships/image" Target="../media/image256.png"/><Relationship Id="rId11" Type="http://schemas.openxmlformats.org/officeDocument/2006/relationships/image" Target="../media/image257.png"/><Relationship Id="rId12" Type="http://schemas.openxmlformats.org/officeDocument/2006/relationships/image" Target="../media/image25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9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Relationship Id="rId5" Type="http://schemas.openxmlformats.org/officeDocument/2006/relationships/image" Target="../media/image262.png"/><Relationship Id="rId6" Type="http://schemas.openxmlformats.org/officeDocument/2006/relationships/hyperlink" Target="http://www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18144" y="7395281"/>
            <a:ext cx="4172585" cy="2193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2464435" algn="l"/>
              </a:tabLst>
            </a:pP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Avatars scenario</a:t>
            </a:r>
            <a:r>
              <a:rPr dirty="0" sz="4750" b="0">
                <a:solidFill>
                  <a:srgbClr val="7FC241"/>
                </a:solidFill>
                <a:latin typeface="Open Sans Light"/>
                <a:cs typeface="Open Sans Light"/>
              </a:rPr>
              <a:t>	</a:t>
            </a: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library </a:t>
            </a:r>
            <a:r>
              <a:rPr dirty="0" sz="4750" spc="-10" b="0">
                <a:solidFill>
                  <a:srgbClr val="FFFFFF"/>
                </a:solidFill>
                <a:latin typeface="Open Sans Light"/>
                <a:cs typeface="Open Sans Light"/>
              </a:rPr>
              <a:t>Healthcare</a:t>
            </a:r>
            <a:endParaRPr sz="4750">
              <a:latin typeface="Open Sans Light"/>
              <a:cs typeface="Open Sans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9099" y="10190748"/>
            <a:ext cx="19215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 b="1">
                <a:solidFill>
                  <a:srgbClr val="FFFFFF"/>
                </a:solidFill>
                <a:latin typeface="Open Sans"/>
                <a:cs typeface="Open Sans"/>
              </a:rPr>
              <a:t>DECEMBER</a:t>
            </a:r>
            <a:r>
              <a:rPr dirty="0" sz="1900" spc="-6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Open Sans"/>
                <a:cs typeface="Open Sans"/>
              </a:rPr>
              <a:t>2021</a:t>
            </a:r>
            <a:endParaRPr sz="1900">
              <a:latin typeface="Open Sans"/>
              <a:cs typeface="Open San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811766" y="860821"/>
            <a:ext cx="137160" cy="546735"/>
          </a:xfrm>
          <a:custGeom>
            <a:avLst/>
            <a:gdLst/>
            <a:ahLst/>
            <a:cxnLst/>
            <a:rect l="l" t="t" r="r" b="b"/>
            <a:pathLst>
              <a:path w="137160" h="546735">
                <a:moveTo>
                  <a:pt x="136739" y="0"/>
                </a:moveTo>
                <a:lnTo>
                  <a:pt x="0" y="0"/>
                </a:lnTo>
                <a:lnTo>
                  <a:pt x="0" y="546245"/>
                </a:lnTo>
                <a:lnTo>
                  <a:pt x="136739" y="546245"/>
                </a:lnTo>
                <a:lnTo>
                  <a:pt x="1367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001734" y="994148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69">
                <a:moveTo>
                  <a:pt x="198999" y="0"/>
                </a:moveTo>
                <a:lnTo>
                  <a:pt x="154420" y="3435"/>
                </a:lnTo>
                <a:lnTo>
                  <a:pt x="115109" y="13741"/>
                </a:lnTo>
                <a:lnTo>
                  <a:pt x="81063" y="30917"/>
                </a:lnTo>
                <a:lnTo>
                  <a:pt x="29402" y="85215"/>
                </a:lnTo>
                <a:lnTo>
                  <a:pt x="13065" y="121002"/>
                </a:lnTo>
                <a:lnTo>
                  <a:pt x="3265" y="162320"/>
                </a:lnTo>
                <a:lnTo>
                  <a:pt x="0" y="209166"/>
                </a:lnTo>
                <a:lnTo>
                  <a:pt x="3340" y="255212"/>
                </a:lnTo>
                <a:lnTo>
                  <a:pt x="13332" y="296176"/>
                </a:lnTo>
                <a:lnTo>
                  <a:pt x="30003" y="332158"/>
                </a:lnTo>
                <a:lnTo>
                  <a:pt x="53349" y="363130"/>
                </a:lnTo>
                <a:lnTo>
                  <a:pt x="82311" y="388046"/>
                </a:lnTo>
                <a:lnTo>
                  <a:pt x="154085" y="416522"/>
                </a:lnTo>
                <a:lnTo>
                  <a:pt x="196894" y="420081"/>
                </a:lnTo>
                <a:lnTo>
                  <a:pt x="241311" y="416600"/>
                </a:lnTo>
                <a:lnTo>
                  <a:pt x="280509" y="406157"/>
                </a:lnTo>
                <a:lnTo>
                  <a:pt x="314485" y="388753"/>
                </a:lnTo>
                <a:lnTo>
                  <a:pt x="366117" y="333807"/>
                </a:lnTo>
                <a:lnTo>
                  <a:pt x="374081" y="316220"/>
                </a:lnTo>
                <a:lnTo>
                  <a:pt x="198276" y="316220"/>
                </a:lnTo>
                <a:lnTo>
                  <a:pt x="183353" y="314508"/>
                </a:lnTo>
                <a:lnTo>
                  <a:pt x="152477" y="288818"/>
                </a:lnTo>
                <a:lnTo>
                  <a:pt x="139696" y="233742"/>
                </a:lnTo>
                <a:lnTo>
                  <a:pt x="138843" y="209166"/>
                </a:lnTo>
                <a:lnTo>
                  <a:pt x="139696" y="184640"/>
                </a:lnTo>
                <a:lnTo>
                  <a:pt x="146512" y="145334"/>
                </a:lnTo>
                <a:lnTo>
                  <a:pt x="170569" y="110806"/>
                </a:lnTo>
                <a:lnTo>
                  <a:pt x="197575" y="104216"/>
                </a:lnTo>
                <a:lnTo>
                  <a:pt x="373745" y="104216"/>
                </a:lnTo>
                <a:lnTo>
                  <a:pt x="371213" y="98332"/>
                </a:lnTo>
                <a:lnTo>
                  <a:pt x="341797" y="56379"/>
                </a:lnTo>
                <a:lnTo>
                  <a:pt x="302147" y="25444"/>
                </a:lnTo>
                <a:lnTo>
                  <a:pt x="253977" y="6361"/>
                </a:lnTo>
                <a:lnTo>
                  <a:pt x="227336" y="1590"/>
                </a:lnTo>
                <a:lnTo>
                  <a:pt x="198999" y="0"/>
                </a:lnTo>
                <a:close/>
              </a:path>
              <a:path w="395605" h="420369">
                <a:moveTo>
                  <a:pt x="373745" y="104216"/>
                </a:moveTo>
                <a:lnTo>
                  <a:pt x="197575" y="104216"/>
                </a:lnTo>
                <a:lnTo>
                  <a:pt x="212489" y="105875"/>
                </a:lnTo>
                <a:lnTo>
                  <a:pt x="225036" y="110851"/>
                </a:lnTo>
                <a:lnTo>
                  <a:pt x="248861" y="145573"/>
                </a:lnTo>
                <a:lnTo>
                  <a:pt x="255498" y="184777"/>
                </a:lnTo>
                <a:lnTo>
                  <a:pt x="256327" y="209166"/>
                </a:lnTo>
                <a:lnTo>
                  <a:pt x="255510" y="233742"/>
                </a:lnTo>
                <a:lnTo>
                  <a:pt x="248963" y="273572"/>
                </a:lnTo>
                <a:lnTo>
                  <a:pt x="225432" y="309371"/>
                </a:lnTo>
                <a:lnTo>
                  <a:pt x="198276" y="316220"/>
                </a:lnTo>
                <a:lnTo>
                  <a:pt x="374081" y="316220"/>
                </a:lnTo>
                <a:lnTo>
                  <a:pt x="382450" y="297739"/>
                </a:lnTo>
                <a:lnTo>
                  <a:pt x="392243" y="256189"/>
                </a:lnTo>
                <a:lnTo>
                  <a:pt x="395506" y="209166"/>
                </a:lnTo>
                <a:lnTo>
                  <a:pt x="393988" y="178459"/>
                </a:lnTo>
                <a:lnTo>
                  <a:pt x="389434" y="149748"/>
                </a:lnTo>
                <a:lnTo>
                  <a:pt x="381843" y="123037"/>
                </a:lnTo>
                <a:lnTo>
                  <a:pt x="373745" y="104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51534" y="1001322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749" y="0"/>
                </a:moveTo>
                <a:lnTo>
                  <a:pt x="0" y="0"/>
                </a:lnTo>
                <a:lnTo>
                  <a:pt x="0" y="405746"/>
                </a:lnTo>
                <a:lnTo>
                  <a:pt x="136749" y="405746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51537" y="860821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40">
                <a:moveTo>
                  <a:pt x="136749" y="0"/>
                </a:moveTo>
                <a:lnTo>
                  <a:pt x="0" y="0"/>
                </a:lnTo>
                <a:lnTo>
                  <a:pt x="0" y="91431"/>
                </a:lnTo>
                <a:lnTo>
                  <a:pt x="136749" y="91431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2642633" y="873767"/>
            <a:ext cx="1210945" cy="542290"/>
            <a:chOff x="2642633" y="873767"/>
            <a:chExt cx="1210945" cy="5422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5687" y="1258431"/>
              <a:ext cx="157314" cy="15730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642628" y="873778"/>
              <a:ext cx="1019810" cy="541020"/>
            </a:xfrm>
            <a:custGeom>
              <a:avLst/>
              <a:gdLst/>
              <a:ahLst/>
              <a:cxnLst/>
              <a:rect l="l" t="t" r="r" b="b"/>
              <a:pathLst>
                <a:path w="1019810" h="541019">
                  <a:moveTo>
                    <a:pt x="288836" y="415810"/>
                  </a:moveTo>
                  <a:lnTo>
                    <a:pt x="270281" y="421932"/>
                  </a:lnTo>
                  <a:lnTo>
                    <a:pt x="253072" y="426300"/>
                  </a:lnTo>
                  <a:lnTo>
                    <a:pt x="237223" y="428929"/>
                  </a:lnTo>
                  <a:lnTo>
                    <a:pt x="222719" y="429806"/>
                  </a:lnTo>
                  <a:lnTo>
                    <a:pt x="206527" y="427342"/>
                  </a:lnTo>
                  <a:lnTo>
                    <a:pt x="194945" y="419950"/>
                  </a:lnTo>
                  <a:lnTo>
                    <a:pt x="187998" y="407631"/>
                  </a:lnTo>
                  <a:lnTo>
                    <a:pt x="185674" y="390398"/>
                  </a:lnTo>
                  <a:lnTo>
                    <a:pt x="185674" y="232473"/>
                  </a:lnTo>
                  <a:lnTo>
                    <a:pt x="272935" y="232473"/>
                  </a:lnTo>
                  <a:lnTo>
                    <a:pt x="272935" y="127571"/>
                  </a:lnTo>
                  <a:lnTo>
                    <a:pt x="185674" y="127571"/>
                  </a:lnTo>
                  <a:lnTo>
                    <a:pt x="185674" y="0"/>
                  </a:lnTo>
                  <a:lnTo>
                    <a:pt x="47891" y="23977"/>
                  </a:lnTo>
                  <a:lnTo>
                    <a:pt x="47891" y="127571"/>
                  </a:lnTo>
                  <a:lnTo>
                    <a:pt x="0" y="127571"/>
                  </a:lnTo>
                  <a:lnTo>
                    <a:pt x="0" y="232473"/>
                  </a:lnTo>
                  <a:lnTo>
                    <a:pt x="47891" y="232473"/>
                  </a:lnTo>
                  <a:lnTo>
                    <a:pt x="47891" y="399732"/>
                  </a:lnTo>
                  <a:lnTo>
                    <a:pt x="49796" y="433222"/>
                  </a:lnTo>
                  <a:lnTo>
                    <a:pt x="64985" y="486295"/>
                  </a:lnTo>
                  <a:lnTo>
                    <a:pt x="95910" y="521004"/>
                  </a:lnTo>
                  <a:lnTo>
                    <a:pt x="145580" y="538289"/>
                  </a:lnTo>
                  <a:lnTo>
                    <a:pt x="177609" y="540448"/>
                  </a:lnTo>
                  <a:lnTo>
                    <a:pt x="193865" y="540131"/>
                  </a:lnTo>
                  <a:lnTo>
                    <a:pt x="236194" y="535241"/>
                  </a:lnTo>
                  <a:lnTo>
                    <a:pt x="275170" y="523544"/>
                  </a:lnTo>
                  <a:lnTo>
                    <a:pt x="288836" y="517906"/>
                  </a:lnTo>
                  <a:lnTo>
                    <a:pt x="288836" y="415810"/>
                  </a:lnTo>
                  <a:close/>
                </a:path>
                <a:path w="1019810" h="541019">
                  <a:moveTo>
                    <a:pt x="605332" y="415810"/>
                  </a:moveTo>
                  <a:lnTo>
                    <a:pt x="586778" y="421932"/>
                  </a:lnTo>
                  <a:lnTo>
                    <a:pt x="569582" y="426300"/>
                  </a:lnTo>
                  <a:lnTo>
                    <a:pt x="553732" y="428929"/>
                  </a:lnTo>
                  <a:lnTo>
                    <a:pt x="539229" y="429806"/>
                  </a:lnTo>
                  <a:lnTo>
                    <a:pt x="523024" y="427342"/>
                  </a:lnTo>
                  <a:lnTo>
                    <a:pt x="511454" y="419950"/>
                  </a:lnTo>
                  <a:lnTo>
                    <a:pt x="504507" y="407631"/>
                  </a:lnTo>
                  <a:lnTo>
                    <a:pt x="502183" y="390398"/>
                  </a:lnTo>
                  <a:lnTo>
                    <a:pt x="502183" y="232473"/>
                  </a:lnTo>
                  <a:lnTo>
                    <a:pt x="589470" y="232473"/>
                  </a:lnTo>
                  <a:lnTo>
                    <a:pt x="589470" y="127571"/>
                  </a:lnTo>
                  <a:lnTo>
                    <a:pt x="502183" y="127571"/>
                  </a:lnTo>
                  <a:lnTo>
                    <a:pt x="502183" y="0"/>
                  </a:lnTo>
                  <a:lnTo>
                    <a:pt x="364401" y="22402"/>
                  </a:lnTo>
                  <a:lnTo>
                    <a:pt x="364401" y="127571"/>
                  </a:lnTo>
                  <a:lnTo>
                    <a:pt x="316471" y="127571"/>
                  </a:lnTo>
                  <a:lnTo>
                    <a:pt x="316471" y="232473"/>
                  </a:lnTo>
                  <a:lnTo>
                    <a:pt x="364401" y="232473"/>
                  </a:lnTo>
                  <a:lnTo>
                    <a:pt x="364401" y="399732"/>
                  </a:lnTo>
                  <a:lnTo>
                    <a:pt x="366306" y="433222"/>
                  </a:lnTo>
                  <a:lnTo>
                    <a:pt x="381508" y="486295"/>
                  </a:lnTo>
                  <a:lnTo>
                    <a:pt x="412432" y="521004"/>
                  </a:lnTo>
                  <a:lnTo>
                    <a:pt x="462089" y="538289"/>
                  </a:lnTo>
                  <a:lnTo>
                    <a:pt x="494118" y="540448"/>
                  </a:lnTo>
                  <a:lnTo>
                    <a:pt x="510387" y="540131"/>
                  </a:lnTo>
                  <a:lnTo>
                    <a:pt x="552716" y="535241"/>
                  </a:lnTo>
                  <a:lnTo>
                    <a:pt x="591693" y="523544"/>
                  </a:lnTo>
                  <a:lnTo>
                    <a:pt x="605332" y="517906"/>
                  </a:lnTo>
                  <a:lnTo>
                    <a:pt x="605332" y="415810"/>
                  </a:lnTo>
                  <a:close/>
                </a:path>
                <a:path w="1019810" h="541019">
                  <a:moveTo>
                    <a:pt x="1019530" y="305917"/>
                  </a:moveTo>
                  <a:lnTo>
                    <a:pt x="1016482" y="263588"/>
                  </a:lnTo>
                  <a:lnTo>
                    <a:pt x="1007325" y="226529"/>
                  </a:lnTo>
                  <a:lnTo>
                    <a:pt x="970737" y="168198"/>
                  </a:lnTo>
                  <a:lnTo>
                    <a:pt x="911783" y="132346"/>
                  </a:lnTo>
                  <a:lnTo>
                    <a:pt x="895375" y="128384"/>
                  </a:lnTo>
                  <a:lnTo>
                    <a:pt x="895375" y="280111"/>
                  </a:lnTo>
                  <a:lnTo>
                    <a:pt x="777900" y="280111"/>
                  </a:lnTo>
                  <a:lnTo>
                    <a:pt x="789660" y="240118"/>
                  </a:lnTo>
                  <a:lnTo>
                    <a:pt x="825779" y="216611"/>
                  </a:lnTo>
                  <a:lnTo>
                    <a:pt x="837336" y="215646"/>
                  </a:lnTo>
                  <a:lnTo>
                    <a:pt x="849795" y="216738"/>
                  </a:lnTo>
                  <a:lnTo>
                    <a:pt x="885990" y="242722"/>
                  </a:lnTo>
                  <a:lnTo>
                    <a:pt x="895375" y="280111"/>
                  </a:lnTo>
                  <a:lnTo>
                    <a:pt x="895375" y="128384"/>
                  </a:lnTo>
                  <a:lnTo>
                    <a:pt x="874661" y="123380"/>
                  </a:lnTo>
                  <a:lnTo>
                    <a:pt x="832459" y="120396"/>
                  </a:lnTo>
                  <a:lnTo>
                    <a:pt x="788136" y="123825"/>
                  </a:lnTo>
                  <a:lnTo>
                    <a:pt x="749223" y="134124"/>
                  </a:lnTo>
                  <a:lnTo>
                    <a:pt x="687654" y="175361"/>
                  </a:lnTo>
                  <a:lnTo>
                    <a:pt x="649643" y="242277"/>
                  </a:lnTo>
                  <a:lnTo>
                    <a:pt x="640130" y="284708"/>
                  </a:lnTo>
                  <a:lnTo>
                    <a:pt x="636955" y="333108"/>
                  </a:lnTo>
                  <a:lnTo>
                    <a:pt x="640384" y="380022"/>
                  </a:lnTo>
                  <a:lnTo>
                    <a:pt x="650646" y="421246"/>
                  </a:lnTo>
                  <a:lnTo>
                    <a:pt x="667753" y="456755"/>
                  </a:lnTo>
                  <a:lnTo>
                    <a:pt x="691692" y="486562"/>
                  </a:lnTo>
                  <a:lnTo>
                    <a:pt x="721829" y="510133"/>
                  </a:lnTo>
                  <a:lnTo>
                    <a:pt x="757491" y="526973"/>
                  </a:lnTo>
                  <a:lnTo>
                    <a:pt x="798677" y="537083"/>
                  </a:lnTo>
                  <a:lnTo>
                    <a:pt x="845400" y="540448"/>
                  </a:lnTo>
                  <a:lnTo>
                    <a:pt x="868349" y="540042"/>
                  </a:lnTo>
                  <a:lnTo>
                    <a:pt x="909256" y="536816"/>
                  </a:lnTo>
                  <a:lnTo>
                    <a:pt x="960755" y="525030"/>
                  </a:lnTo>
                  <a:lnTo>
                    <a:pt x="993267" y="510921"/>
                  </a:lnTo>
                  <a:lnTo>
                    <a:pt x="977176" y="440918"/>
                  </a:lnTo>
                  <a:lnTo>
                    <a:pt x="972261" y="419506"/>
                  </a:lnTo>
                  <a:lnTo>
                    <a:pt x="928065" y="433908"/>
                  </a:lnTo>
                  <a:lnTo>
                    <a:pt x="879487" y="440474"/>
                  </a:lnTo>
                  <a:lnTo>
                    <a:pt x="861834" y="440918"/>
                  </a:lnTo>
                  <a:lnTo>
                    <a:pt x="843102" y="439699"/>
                  </a:lnTo>
                  <a:lnTo>
                    <a:pt x="799401" y="421576"/>
                  </a:lnTo>
                  <a:lnTo>
                    <a:pt x="777138" y="384289"/>
                  </a:lnTo>
                  <a:lnTo>
                    <a:pt x="775093" y="368198"/>
                  </a:lnTo>
                  <a:lnTo>
                    <a:pt x="1019530" y="368198"/>
                  </a:lnTo>
                  <a:lnTo>
                    <a:pt x="1019530" y="305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884872" y="863110"/>
            <a:ext cx="874394" cy="551180"/>
          </a:xfrm>
          <a:custGeom>
            <a:avLst/>
            <a:gdLst/>
            <a:ahLst/>
            <a:cxnLst/>
            <a:rect l="l" t="t" r="r" b="b"/>
            <a:pathLst>
              <a:path w="874394" h="551180">
                <a:moveTo>
                  <a:pt x="450888" y="260464"/>
                </a:moveTo>
                <a:lnTo>
                  <a:pt x="446544" y="200914"/>
                </a:lnTo>
                <a:lnTo>
                  <a:pt x="433501" y="148831"/>
                </a:lnTo>
                <a:lnTo>
                  <a:pt x="418820" y="118681"/>
                </a:lnTo>
                <a:lnTo>
                  <a:pt x="411759" y="104178"/>
                </a:lnTo>
                <a:lnTo>
                  <a:pt x="381330" y="66967"/>
                </a:lnTo>
                <a:lnTo>
                  <a:pt x="342887" y="37680"/>
                </a:lnTo>
                <a:lnTo>
                  <a:pt x="301929" y="18948"/>
                </a:lnTo>
                <a:lnTo>
                  <a:pt x="301929" y="265645"/>
                </a:lnTo>
                <a:lnTo>
                  <a:pt x="300012" y="303072"/>
                </a:lnTo>
                <a:lnTo>
                  <a:pt x="284746" y="362521"/>
                </a:lnTo>
                <a:lnTo>
                  <a:pt x="253961" y="401535"/>
                </a:lnTo>
                <a:lnTo>
                  <a:pt x="206006" y="420966"/>
                </a:lnTo>
                <a:lnTo>
                  <a:pt x="175475" y="423405"/>
                </a:lnTo>
                <a:lnTo>
                  <a:pt x="143510" y="423405"/>
                </a:lnTo>
                <a:lnTo>
                  <a:pt x="143510" y="118681"/>
                </a:lnTo>
                <a:lnTo>
                  <a:pt x="185280" y="118681"/>
                </a:lnTo>
                <a:lnTo>
                  <a:pt x="236664" y="127711"/>
                </a:lnTo>
                <a:lnTo>
                  <a:pt x="273037" y="154774"/>
                </a:lnTo>
                <a:lnTo>
                  <a:pt x="294703" y="200558"/>
                </a:lnTo>
                <a:lnTo>
                  <a:pt x="301929" y="265645"/>
                </a:lnTo>
                <a:lnTo>
                  <a:pt x="301929" y="18948"/>
                </a:lnTo>
                <a:lnTo>
                  <a:pt x="297154" y="16751"/>
                </a:lnTo>
                <a:lnTo>
                  <a:pt x="244144" y="4191"/>
                </a:lnTo>
                <a:lnTo>
                  <a:pt x="183832" y="0"/>
                </a:lnTo>
                <a:lnTo>
                  <a:pt x="0" y="0"/>
                </a:lnTo>
                <a:lnTo>
                  <a:pt x="0" y="543966"/>
                </a:lnTo>
                <a:lnTo>
                  <a:pt x="171843" y="543966"/>
                </a:lnTo>
                <a:lnTo>
                  <a:pt x="222516" y="541020"/>
                </a:lnTo>
                <a:lnTo>
                  <a:pt x="268439" y="532180"/>
                </a:lnTo>
                <a:lnTo>
                  <a:pt x="309600" y="517436"/>
                </a:lnTo>
                <a:lnTo>
                  <a:pt x="346011" y="496811"/>
                </a:lnTo>
                <a:lnTo>
                  <a:pt x="377672" y="470281"/>
                </a:lnTo>
                <a:lnTo>
                  <a:pt x="404025" y="438315"/>
                </a:lnTo>
                <a:lnTo>
                  <a:pt x="424535" y="401358"/>
                </a:lnTo>
                <a:lnTo>
                  <a:pt x="439178" y="359384"/>
                </a:lnTo>
                <a:lnTo>
                  <a:pt x="447967" y="312420"/>
                </a:lnTo>
                <a:lnTo>
                  <a:pt x="450888" y="260464"/>
                </a:lnTo>
                <a:close/>
              </a:path>
              <a:path w="874394" h="551180">
                <a:moveTo>
                  <a:pt x="874001" y="316585"/>
                </a:moveTo>
                <a:lnTo>
                  <a:pt x="870953" y="274256"/>
                </a:lnTo>
                <a:lnTo>
                  <a:pt x="861822" y="237197"/>
                </a:lnTo>
                <a:lnTo>
                  <a:pt x="825233" y="178866"/>
                </a:lnTo>
                <a:lnTo>
                  <a:pt x="766267" y="143014"/>
                </a:lnTo>
                <a:lnTo>
                  <a:pt x="749858" y="139052"/>
                </a:lnTo>
                <a:lnTo>
                  <a:pt x="749858" y="290779"/>
                </a:lnTo>
                <a:lnTo>
                  <a:pt x="632371" y="290779"/>
                </a:lnTo>
                <a:lnTo>
                  <a:pt x="644144" y="250786"/>
                </a:lnTo>
                <a:lnTo>
                  <a:pt x="680250" y="227279"/>
                </a:lnTo>
                <a:lnTo>
                  <a:pt x="691832" y="226314"/>
                </a:lnTo>
                <a:lnTo>
                  <a:pt x="704265" y="227406"/>
                </a:lnTo>
                <a:lnTo>
                  <a:pt x="740460" y="253390"/>
                </a:lnTo>
                <a:lnTo>
                  <a:pt x="749858" y="290779"/>
                </a:lnTo>
                <a:lnTo>
                  <a:pt x="749858" y="139052"/>
                </a:lnTo>
                <a:lnTo>
                  <a:pt x="729145" y="134048"/>
                </a:lnTo>
                <a:lnTo>
                  <a:pt x="686917" y="131064"/>
                </a:lnTo>
                <a:lnTo>
                  <a:pt x="642594" y="134493"/>
                </a:lnTo>
                <a:lnTo>
                  <a:pt x="603694" y="144792"/>
                </a:lnTo>
                <a:lnTo>
                  <a:pt x="542150" y="186029"/>
                </a:lnTo>
                <a:lnTo>
                  <a:pt x="504113" y="252945"/>
                </a:lnTo>
                <a:lnTo>
                  <a:pt x="494601" y="295376"/>
                </a:lnTo>
                <a:lnTo>
                  <a:pt x="491426" y="343776"/>
                </a:lnTo>
                <a:lnTo>
                  <a:pt x="494855" y="390690"/>
                </a:lnTo>
                <a:lnTo>
                  <a:pt x="505117" y="431914"/>
                </a:lnTo>
                <a:lnTo>
                  <a:pt x="522224" y="467423"/>
                </a:lnTo>
                <a:lnTo>
                  <a:pt x="546176" y="497230"/>
                </a:lnTo>
                <a:lnTo>
                  <a:pt x="576300" y="520801"/>
                </a:lnTo>
                <a:lnTo>
                  <a:pt x="611962" y="537641"/>
                </a:lnTo>
                <a:lnTo>
                  <a:pt x="653148" y="547751"/>
                </a:lnTo>
                <a:lnTo>
                  <a:pt x="699871" y="551116"/>
                </a:lnTo>
                <a:lnTo>
                  <a:pt x="722820" y="550710"/>
                </a:lnTo>
                <a:lnTo>
                  <a:pt x="763727" y="547484"/>
                </a:lnTo>
                <a:lnTo>
                  <a:pt x="815238" y="535698"/>
                </a:lnTo>
                <a:lnTo>
                  <a:pt x="847750" y="521589"/>
                </a:lnTo>
                <a:lnTo>
                  <a:pt x="831646" y="451586"/>
                </a:lnTo>
                <a:lnTo>
                  <a:pt x="826731" y="430174"/>
                </a:lnTo>
                <a:lnTo>
                  <a:pt x="782561" y="444576"/>
                </a:lnTo>
                <a:lnTo>
                  <a:pt x="733958" y="451142"/>
                </a:lnTo>
                <a:lnTo>
                  <a:pt x="716305" y="451586"/>
                </a:lnTo>
                <a:lnTo>
                  <a:pt x="697585" y="450367"/>
                </a:lnTo>
                <a:lnTo>
                  <a:pt x="653872" y="432244"/>
                </a:lnTo>
                <a:lnTo>
                  <a:pt x="631621" y="394957"/>
                </a:lnTo>
                <a:lnTo>
                  <a:pt x="629577" y="378866"/>
                </a:lnTo>
                <a:lnTo>
                  <a:pt x="874001" y="378866"/>
                </a:lnTo>
                <a:lnTo>
                  <a:pt x="874001" y="3165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6572574" y="2188239"/>
            <a:ext cx="6840855" cy="7008495"/>
            <a:chOff x="6572574" y="2188239"/>
            <a:chExt cx="6840855" cy="7008495"/>
          </a:xfrm>
        </p:grpSpPr>
        <p:sp>
          <p:nvSpPr>
            <p:cNvPr id="14" name="object 14" descr=""/>
            <p:cNvSpPr/>
            <p:nvPr/>
          </p:nvSpPr>
          <p:spPr>
            <a:xfrm>
              <a:off x="9484553" y="6803662"/>
              <a:ext cx="944880" cy="1449070"/>
            </a:xfrm>
            <a:custGeom>
              <a:avLst/>
              <a:gdLst/>
              <a:ahLst/>
              <a:cxnLst/>
              <a:rect l="l" t="t" r="r" b="b"/>
              <a:pathLst>
                <a:path w="944879" h="1449070">
                  <a:moveTo>
                    <a:pt x="834089" y="0"/>
                  </a:moveTo>
                  <a:lnTo>
                    <a:pt x="110624" y="0"/>
                  </a:lnTo>
                  <a:lnTo>
                    <a:pt x="67564" y="8693"/>
                  </a:lnTo>
                  <a:lnTo>
                    <a:pt x="32400" y="32400"/>
                  </a:lnTo>
                  <a:lnTo>
                    <a:pt x="8693" y="67564"/>
                  </a:lnTo>
                  <a:lnTo>
                    <a:pt x="0" y="110624"/>
                  </a:lnTo>
                  <a:lnTo>
                    <a:pt x="0" y="1338210"/>
                  </a:lnTo>
                  <a:lnTo>
                    <a:pt x="8693" y="1381271"/>
                  </a:lnTo>
                  <a:lnTo>
                    <a:pt x="32400" y="1416434"/>
                  </a:lnTo>
                  <a:lnTo>
                    <a:pt x="67564" y="1440142"/>
                  </a:lnTo>
                  <a:lnTo>
                    <a:pt x="110624" y="1448835"/>
                  </a:lnTo>
                  <a:lnTo>
                    <a:pt x="834089" y="1448835"/>
                  </a:lnTo>
                  <a:lnTo>
                    <a:pt x="877150" y="1440142"/>
                  </a:lnTo>
                  <a:lnTo>
                    <a:pt x="912313" y="1416434"/>
                  </a:lnTo>
                  <a:lnTo>
                    <a:pt x="936021" y="1381271"/>
                  </a:lnTo>
                  <a:lnTo>
                    <a:pt x="944714" y="1338210"/>
                  </a:lnTo>
                  <a:lnTo>
                    <a:pt x="944714" y="110624"/>
                  </a:lnTo>
                  <a:lnTo>
                    <a:pt x="936021" y="67564"/>
                  </a:lnTo>
                  <a:lnTo>
                    <a:pt x="912313" y="32400"/>
                  </a:lnTo>
                  <a:lnTo>
                    <a:pt x="877150" y="8693"/>
                  </a:lnTo>
                  <a:lnTo>
                    <a:pt x="8340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611970" y="7863178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4">
                  <a:moveTo>
                    <a:pt x="134299" y="0"/>
                  </a:moveTo>
                  <a:lnTo>
                    <a:pt x="91848" y="6847"/>
                  </a:lnTo>
                  <a:lnTo>
                    <a:pt x="54982" y="25913"/>
                  </a:lnTo>
                  <a:lnTo>
                    <a:pt x="25910" y="54986"/>
                  </a:lnTo>
                  <a:lnTo>
                    <a:pt x="6846" y="91852"/>
                  </a:lnTo>
                  <a:lnTo>
                    <a:pt x="0" y="134299"/>
                  </a:lnTo>
                  <a:lnTo>
                    <a:pt x="6846" y="176750"/>
                  </a:lnTo>
                  <a:lnTo>
                    <a:pt x="25910" y="213616"/>
                  </a:lnTo>
                  <a:lnTo>
                    <a:pt x="54982" y="242688"/>
                  </a:lnTo>
                  <a:lnTo>
                    <a:pt x="91848" y="261752"/>
                  </a:lnTo>
                  <a:lnTo>
                    <a:pt x="134299" y="268599"/>
                  </a:lnTo>
                  <a:lnTo>
                    <a:pt x="176750" y="261752"/>
                  </a:lnTo>
                  <a:lnTo>
                    <a:pt x="213616" y="242688"/>
                  </a:lnTo>
                  <a:lnTo>
                    <a:pt x="242688" y="213616"/>
                  </a:lnTo>
                  <a:lnTo>
                    <a:pt x="261752" y="176750"/>
                  </a:lnTo>
                  <a:lnTo>
                    <a:pt x="268599" y="134299"/>
                  </a:lnTo>
                  <a:lnTo>
                    <a:pt x="261752" y="91852"/>
                  </a:lnTo>
                  <a:lnTo>
                    <a:pt x="242688" y="54986"/>
                  </a:lnTo>
                  <a:lnTo>
                    <a:pt x="213616" y="25913"/>
                  </a:lnTo>
                  <a:lnTo>
                    <a:pt x="176750" y="6847"/>
                  </a:lnTo>
                  <a:lnTo>
                    <a:pt x="13429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11965" y="7890039"/>
              <a:ext cx="241751" cy="241741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9611970" y="7393776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4">
                  <a:moveTo>
                    <a:pt x="134299" y="0"/>
                  </a:moveTo>
                  <a:lnTo>
                    <a:pt x="91848" y="6847"/>
                  </a:lnTo>
                  <a:lnTo>
                    <a:pt x="54982" y="25913"/>
                  </a:lnTo>
                  <a:lnTo>
                    <a:pt x="25910" y="54986"/>
                  </a:lnTo>
                  <a:lnTo>
                    <a:pt x="6846" y="91852"/>
                  </a:lnTo>
                  <a:lnTo>
                    <a:pt x="0" y="134299"/>
                  </a:lnTo>
                  <a:lnTo>
                    <a:pt x="6846" y="176751"/>
                  </a:lnTo>
                  <a:lnTo>
                    <a:pt x="25910" y="213620"/>
                  </a:lnTo>
                  <a:lnTo>
                    <a:pt x="54982" y="242695"/>
                  </a:lnTo>
                  <a:lnTo>
                    <a:pt x="91848" y="261762"/>
                  </a:lnTo>
                  <a:lnTo>
                    <a:pt x="134299" y="268609"/>
                  </a:lnTo>
                  <a:lnTo>
                    <a:pt x="176750" y="261762"/>
                  </a:lnTo>
                  <a:lnTo>
                    <a:pt x="213616" y="242695"/>
                  </a:lnTo>
                  <a:lnTo>
                    <a:pt x="242688" y="213620"/>
                  </a:lnTo>
                  <a:lnTo>
                    <a:pt x="261752" y="176751"/>
                  </a:lnTo>
                  <a:lnTo>
                    <a:pt x="268599" y="134299"/>
                  </a:lnTo>
                  <a:lnTo>
                    <a:pt x="261752" y="91852"/>
                  </a:lnTo>
                  <a:lnTo>
                    <a:pt x="242688" y="54986"/>
                  </a:lnTo>
                  <a:lnTo>
                    <a:pt x="213616" y="25913"/>
                  </a:lnTo>
                  <a:lnTo>
                    <a:pt x="176750" y="6847"/>
                  </a:lnTo>
                  <a:lnTo>
                    <a:pt x="13429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1965" y="7420637"/>
              <a:ext cx="241751" cy="241741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9611970" y="6924375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4">
                  <a:moveTo>
                    <a:pt x="134299" y="0"/>
                  </a:moveTo>
                  <a:lnTo>
                    <a:pt x="91848" y="6846"/>
                  </a:lnTo>
                  <a:lnTo>
                    <a:pt x="54982" y="25910"/>
                  </a:lnTo>
                  <a:lnTo>
                    <a:pt x="25910" y="54982"/>
                  </a:lnTo>
                  <a:lnTo>
                    <a:pt x="6846" y="91848"/>
                  </a:lnTo>
                  <a:lnTo>
                    <a:pt x="0" y="134299"/>
                  </a:lnTo>
                  <a:lnTo>
                    <a:pt x="6846" y="176751"/>
                  </a:lnTo>
                  <a:lnTo>
                    <a:pt x="25910" y="213620"/>
                  </a:lnTo>
                  <a:lnTo>
                    <a:pt x="54982" y="242695"/>
                  </a:lnTo>
                  <a:lnTo>
                    <a:pt x="91848" y="261762"/>
                  </a:lnTo>
                  <a:lnTo>
                    <a:pt x="134299" y="268609"/>
                  </a:lnTo>
                  <a:lnTo>
                    <a:pt x="176750" y="261762"/>
                  </a:lnTo>
                  <a:lnTo>
                    <a:pt x="213616" y="242695"/>
                  </a:lnTo>
                  <a:lnTo>
                    <a:pt x="242688" y="213620"/>
                  </a:lnTo>
                  <a:lnTo>
                    <a:pt x="261752" y="176751"/>
                  </a:lnTo>
                  <a:lnTo>
                    <a:pt x="268599" y="134299"/>
                  </a:lnTo>
                  <a:lnTo>
                    <a:pt x="261752" y="91848"/>
                  </a:lnTo>
                  <a:lnTo>
                    <a:pt x="242688" y="54982"/>
                  </a:lnTo>
                  <a:lnTo>
                    <a:pt x="213616" y="25910"/>
                  </a:lnTo>
                  <a:lnTo>
                    <a:pt x="176750" y="6846"/>
                  </a:lnTo>
                  <a:lnTo>
                    <a:pt x="13429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11965" y="6951235"/>
              <a:ext cx="241751" cy="241741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0033253" y="7863178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4">
                  <a:moveTo>
                    <a:pt x="134299" y="0"/>
                  </a:moveTo>
                  <a:lnTo>
                    <a:pt x="91848" y="6847"/>
                  </a:lnTo>
                  <a:lnTo>
                    <a:pt x="54982" y="25913"/>
                  </a:lnTo>
                  <a:lnTo>
                    <a:pt x="25910" y="54986"/>
                  </a:lnTo>
                  <a:lnTo>
                    <a:pt x="6846" y="91852"/>
                  </a:lnTo>
                  <a:lnTo>
                    <a:pt x="0" y="134299"/>
                  </a:lnTo>
                  <a:lnTo>
                    <a:pt x="6846" y="176750"/>
                  </a:lnTo>
                  <a:lnTo>
                    <a:pt x="25910" y="213616"/>
                  </a:lnTo>
                  <a:lnTo>
                    <a:pt x="54982" y="242688"/>
                  </a:lnTo>
                  <a:lnTo>
                    <a:pt x="91848" y="261752"/>
                  </a:lnTo>
                  <a:lnTo>
                    <a:pt x="134299" y="268599"/>
                  </a:lnTo>
                  <a:lnTo>
                    <a:pt x="176750" y="261752"/>
                  </a:lnTo>
                  <a:lnTo>
                    <a:pt x="213616" y="242688"/>
                  </a:lnTo>
                  <a:lnTo>
                    <a:pt x="242688" y="213616"/>
                  </a:lnTo>
                  <a:lnTo>
                    <a:pt x="261752" y="176750"/>
                  </a:lnTo>
                  <a:lnTo>
                    <a:pt x="268599" y="134299"/>
                  </a:lnTo>
                  <a:lnTo>
                    <a:pt x="261752" y="91852"/>
                  </a:lnTo>
                  <a:lnTo>
                    <a:pt x="242688" y="54986"/>
                  </a:lnTo>
                  <a:lnTo>
                    <a:pt x="213616" y="25913"/>
                  </a:lnTo>
                  <a:lnTo>
                    <a:pt x="176750" y="6847"/>
                  </a:lnTo>
                  <a:lnTo>
                    <a:pt x="13429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33246" y="7890039"/>
              <a:ext cx="241751" cy="241741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0033253" y="7393776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4">
                  <a:moveTo>
                    <a:pt x="134299" y="0"/>
                  </a:moveTo>
                  <a:lnTo>
                    <a:pt x="91848" y="6847"/>
                  </a:lnTo>
                  <a:lnTo>
                    <a:pt x="54982" y="25913"/>
                  </a:lnTo>
                  <a:lnTo>
                    <a:pt x="25910" y="54986"/>
                  </a:lnTo>
                  <a:lnTo>
                    <a:pt x="6846" y="91852"/>
                  </a:lnTo>
                  <a:lnTo>
                    <a:pt x="0" y="134299"/>
                  </a:lnTo>
                  <a:lnTo>
                    <a:pt x="6846" y="176751"/>
                  </a:lnTo>
                  <a:lnTo>
                    <a:pt x="25910" y="213620"/>
                  </a:lnTo>
                  <a:lnTo>
                    <a:pt x="54982" y="242695"/>
                  </a:lnTo>
                  <a:lnTo>
                    <a:pt x="91848" y="261762"/>
                  </a:lnTo>
                  <a:lnTo>
                    <a:pt x="134299" y="268609"/>
                  </a:lnTo>
                  <a:lnTo>
                    <a:pt x="176750" y="261762"/>
                  </a:lnTo>
                  <a:lnTo>
                    <a:pt x="213616" y="242695"/>
                  </a:lnTo>
                  <a:lnTo>
                    <a:pt x="242688" y="213620"/>
                  </a:lnTo>
                  <a:lnTo>
                    <a:pt x="261752" y="176751"/>
                  </a:lnTo>
                  <a:lnTo>
                    <a:pt x="268599" y="134299"/>
                  </a:lnTo>
                  <a:lnTo>
                    <a:pt x="261752" y="91852"/>
                  </a:lnTo>
                  <a:lnTo>
                    <a:pt x="242688" y="54986"/>
                  </a:lnTo>
                  <a:lnTo>
                    <a:pt x="213616" y="25913"/>
                  </a:lnTo>
                  <a:lnTo>
                    <a:pt x="176750" y="6847"/>
                  </a:lnTo>
                  <a:lnTo>
                    <a:pt x="13429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33246" y="7420637"/>
              <a:ext cx="241751" cy="241741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0033253" y="6924375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4">
                  <a:moveTo>
                    <a:pt x="134299" y="0"/>
                  </a:moveTo>
                  <a:lnTo>
                    <a:pt x="91848" y="6846"/>
                  </a:lnTo>
                  <a:lnTo>
                    <a:pt x="54982" y="25910"/>
                  </a:lnTo>
                  <a:lnTo>
                    <a:pt x="25910" y="54982"/>
                  </a:lnTo>
                  <a:lnTo>
                    <a:pt x="6846" y="91848"/>
                  </a:lnTo>
                  <a:lnTo>
                    <a:pt x="0" y="134299"/>
                  </a:lnTo>
                  <a:lnTo>
                    <a:pt x="6846" y="176751"/>
                  </a:lnTo>
                  <a:lnTo>
                    <a:pt x="25910" y="213620"/>
                  </a:lnTo>
                  <a:lnTo>
                    <a:pt x="54982" y="242695"/>
                  </a:lnTo>
                  <a:lnTo>
                    <a:pt x="91848" y="261762"/>
                  </a:lnTo>
                  <a:lnTo>
                    <a:pt x="134299" y="268609"/>
                  </a:lnTo>
                  <a:lnTo>
                    <a:pt x="176750" y="261762"/>
                  </a:lnTo>
                  <a:lnTo>
                    <a:pt x="213616" y="242695"/>
                  </a:lnTo>
                  <a:lnTo>
                    <a:pt x="242688" y="213620"/>
                  </a:lnTo>
                  <a:lnTo>
                    <a:pt x="261752" y="176751"/>
                  </a:lnTo>
                  <a:lnTo>
                    <a:pt x="268599" y="134299"/>
                  </a:lnTo>
                  <a:lnTo>
                    <a:pt x="261752" y="91848"/>
                  </a:lnTo>
                  <a:lnTo>
                    <a:pt x="242688" y="54982"/>
                  </a:lnTo>
                  <a:lnTo>
                    <a:pt x="213616" y="25910"/>
                  </a:lnTo>
                  <a:lnTo>
                    <a:pt x="176750" y="6846"/>
                  </a:lnTo>
                  <a:lnTo>
                    <a:pt x="13429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33246" y="6951235"/>
              <a:ext cx="241751" cy="241741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8182211" y="4691354"/>
              <a:ext cx="420370" cy="319405"/>
            </a:xfrm>
            <a:custGeom>
              <a:avLst/>
              <a:gdLst/>
              <a:ahLst/>
              <a:cxnLst/>
              <a:rect l="l" t="t" r="r" b="b"/>
              <a:pathLst>
                <a:path w="420370" h="319404">
                  <a:moveTo>
                    <a:pt x="315969" y="0"/>
                  </a:moveTo>
                  <a:lnTo>
                    <a:pt x="103797" y="0"/>
                  </a:lnTo>
                  <a:lnTo>
                    <a:pt x="63394" y="8156"/>
                  </a:lnTo>
                  <a:lnTo>
                    <a:pt x="30400" y="30400"/>
                  </a:lnTo>
                  <a:lnTo>
                    <a:pt x="8156" y="63394"/>
                  </a:lnTo>
                  <a:lnTo>
                    <a:pt x="0" y="103797"/>
                  </a:lnTo>
                  <a:lnTo>
                    <a:pt x="0" y="319393"/>
                  </a:lnTo>
                  <a:lnTo>
                    <a:pt x="419777" y="319393"/>
                  </a:lnTo>
                  <a:lnTo>
                    <a:pt x="419777" y="234380"/>
                  </a:lnTo>
                  <a:lnTo>
                    <a:pt x="85013" y="234380"/>
                  </a:lnTo>
                  <a:lnTo>
                    <a:pt x="85013" y="103797"/>
                  </a:lnTo>
                  <a:lnTo>
                    <a:pt x="86491" y="96493"/>
                  </a:lnTo>
                  <a:lnTo>
                    <a:pt x="90522" y="90522"/>
                  </a:lnTo>
                  <a:lnTo>
                    <a:pt x="96493" y="86491"/>
                  </a:lnTo>
                  <a:lnTo>
                    <a:pt x="103797" y="85013"/>
                  </a:lnTo>
                  <a:lnTo>
                    <a:pt x="415984" y="85013"/>
                  </a:lnTo>
                  <a:lnTo>
                    <a:pt x="411619" y="63394"/>
                  </a:lnTo>
                  <a:lnTo>
                    <a:pt x="389371" y="30400"/>
                  </a:lnTo>
                  <a:lnTo>
                    <a:pt x="356374" y="8156"/>
                  </a:lnTo>
                  <a:lnTo>
                    <a:pt x="315969" y="0"/>
                  </a:lnTo>
                  <a:close/>
                </a:path>
                <a:path w="420370" h="319404">
                  <a:moveTo>
                    <a:pt x="415984" y="85013"/>
                  </a:moveTo>
                  <a:lnTo>
                    <a:pt x="315969" y="85013"/>
                  </a:lnTo>
                  <a:lnTo>
                    <a:pt x="323273" y="86491"/>
                  </a:lnTo>
                  <a:lnTo>
                    <a:pt x="329245" y="90522"/>
                  </a:lnTo>
                  <a:lnTo>
                    <a:pt x="333275" y="96493"/>
                  </a:lnTo>
                  <a:lnTo>
                    <a:pt x="334754" y="103797"/>
                  </a:lnTo>
                  <a:lnTo>
                    <a:pt x="334754" y="234380"/>
                  </a:lnTo>
                  <a:lnTo>
                    <a:pt x="419777" y="234380"/>
                  </a:lnTo>
                  <a:lnTo>
                    <a:pt x="419777" y="103797"/>
                  </a:lnTo>
                  <a:lnTo>
                    <a:pt x="415984" y="85013"/>
                  </a:lnTo>
                  <a:close/>
                </a:path>
              </a:pathLst>
            </a:custGeom>
            <a:solidFill>
              <a:srgbClr val="3E6B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744520" y="4873956"/>
              <a:ext cx="1281430" cy="926465"/>
            </a:xfrm>
            <a:custGeom>
              <a:avLst/>
              <a:gdLst/>
              <a:ahLst/>
              <a:cxnLst/>
              <a:rect l="l" t="t" r="r" b="b"/>
              <a:pathLst>
                <a:path w="1281429" h="926464">
                  <a:moveTo>
                    <a:pt x="1072323" y="0"/>
                  </a:moveTo>
                  <a:lnTo>
                    <a:pt x="208998" y="0"/>
                  </a:lnTo>
                  <a:lnTo>
                    <a:pt x="161076" y="5520"/>
                  </a:lnTo>
                  <a:lnTo>
                    <a:pt x="117084" y="21243"/>
                  </a:lnTo>
                  <a:lnTo>
                    <a:pt x="78278" y="45916"/>
                  </a:lnTo>
                  <a:lnTo>
                    <a:pt x="45913" y="78283"/>
                  </a:lnTo>
                  <a:lnTo>
                    <a:pt x="21242" y="117089"/>
                  </a:lnTo>
                  <a:lnTo>
                    <a:pt x="5519" y="161079"/>
                  </a:lnTo>
                  <a:lnTo>
                    <a:pt x="0" y="208998"/>
                  </a:lnTo>
                  <a:lnTo>
                    <a:pt x="0" y="717213"/>
                  </a:lnTo>
                  <a:lnTo>
                    <a:pt x="5519" y="765136"/>
                  </a:lnTo>
                  <a:lnTo>
                    <a:pt x="21242" y="809127"/>
                  </a:lnTo>
                  <a:lnTo>
                    <a:pt x="45913" y="847933"/>
                  </a:lnTo>
                  <a:lnTo>
                    <a:pt x="78278" y="880299"/>
                  </a:lnTo>
                  <a:lnTo>
                    <a:pt x="117084" y="904970"/>
                  </a:lnTo>
                  <a:lnTo>
                    <a:pt x="161076" y="920693"/>
                  </a:lnTo>
                  <a:lnTo>
                    <a:pt x="208998" y="926212"/>
                  </a:lnTo>
                  <a:lnTo>
                    <a:pt x="1072323" y="926212"/>
                  </a:lnTo>
                  <a:lnTo>
                    <a:pt x="1120246" y="920693"/>
                  </a:lnTo>
                  <a:lnTo>
                    <a:pt x="1164237" y="904970"/>
                  </a:lnTo>
                  <a:lnTo>
                    <a:pt x="1203043" y="880299"/>
                  </a:lnTo>
                  <a:lnTo>
                    <a:pt x="1235408" y="847933"/>
                  </a:lnTo>
                  <a:lnTo>
                    <a:pt x="1260080" y="809127"/>
                  </a:lnTo>
                  <a:lnTo>
                    <a:pt x="1275802" y="765136"/>
                  </a:lnTo>
                  <a:lnTo>
                    <a:pt x="1281322" y="717213"/>
                  </a:lnTo>
                  <a:lnTo>
                    <a:pt x="1281322" y="208998"/>
                  </a:lnTo>
                  <a:lnTo>
                    <a:pt x="1275802" y="161079"/>
                  </a:lnTo>
                  <a:lnTo>
                    <a:pt x="1260080" y="117089"/>
                  </a:lnTo>
                  <a:lnTo>
                    <a:pt x="1235408" y="78283"/>
                  </a:lnTo>
                  <a:lnTo>
                    <a:pt x="1203043" y="45916"/>
                  </a:lnTo>
                  <a:lnTo>
                    <a:pt x="1164237" y="21243"/>
                  </a:lnTo>
                  <a:lnTo>
                    <a:pt x="1120246" y="5520"/>
                  </a:lnTo>
                  <a:lnTo>
                    <a:pt x="10723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924597" y="5045461"/>
              <a:ext cx="932815" cy="581025"/>
            </a:xfrm>
            <a:custGeom>
              <a:avLst/>
              <a:gdLst/>
              <a:ahLst/>
              <a:cxnLst/>
              <a:rect l="l" t="t" r="r" b="b"/>
              <a:pathLst>
                <a:path w="932815" h="581025">
                  <a:moveTo>
                    <a:pt x="921156" y="538251"/>
                  </a:moveTo>
                  <a:lnTo>
                    <a:pt x="917816" y="521703"/>
                  </a:lnTo>
                  <a:lnTo>
                    <a:pt x="908710" y="508190"/>
                  </a:lnTo>
                  <a:lnTo>
                    <a:pt x="895197" y="499084"/>
                  </a:lnTo>
                  <a:lnTo>
                    <a:pt x="878649" y="495744"/>
                  </a:lnTo>
                  <a:lnTo>
                    <a:pt x="42494" y="495744"/>
                  </a:lnTo>
                  <a:lnTo>
                    <a:pt x="25946" y="499084"/>
                  </a:lnTo>
                  <a:lnTo>
                    <a:pt x="12446" y="508190"/>
                  </a:lnTo>
                  <a:lnTo>
                    <a:pt x="3340" y="521703"/>
                  </a:lnTo>
                  <a:lnTo>
                    <a:pt x="0" y="538251"/>
                  </a:lnTo>
                  <a:lnTo>
                    <a:pt x="3340" y="554799"/>
                  </a:lnTo>
                  <a:lnTo>
                    <a:pt x="12446" y="568312"/>
                  </a:lnTo>
                  <a:lnTo>
                    <a:pt x="25946" y="577418"/>
                  </a:lnTo>
                  <a:lnTo>
                    <a:pt x="42494" y="580758"/>
                  </a:lnTo>
                  <a:lnTo>
                    <a:pt x="878649" y="580758"/>
                  </a:lnTo>
                  <a:lnTo>
                    <a:pt x="895197" y="577418"/>
                  </a:lnTo>
                  <a:lnTo>
                    <a:pt x="908710" y="568312"/>
                  </a:lnTo>
                  <a:lnTo>
                    <a:pt x="917816" y="554799"/>
                  </a:lnTo>
                  <a:lnTo>
                    <a:pt x="921156" y="538251"/>
                  </a:lnTo>
                  <a:close/>
                </a:path>
                <a:path w="932815" h="581025">
                  <a:moveTo>
                    <a:pt x="932370" y="42494"/>
                  </a:moveTo>
                  <a:lnTo>
                    <a:pt x="929030" y="25958"/>
                  </a:lnTo>
                  <a:lnTo>
                    <a:pt x="919924" y="12446"/>
                  </a:lnTo>
                  <a:lnTo>
                    <a:pt x="906411" y="3340"/>
                  </a:lnTo>
                  <a:lnTo>
                    <a:pt x="889863" y="0"/>
                  </a:lnTo>
                  <a:lnTo>
                    <a:pt x="53708" y="0"/>
                  </a:lnTo>
                  <a:lnTo>
                    <a:pt x="37160" y="3340"/>
                  </a:lnTo>
                  <a:lnTo>
                    <a:pt x="23647" y="12446"/>
                  </a:lnTo>
                  <a:lnTo>
                    <a:pt x="14541" y="25958"/>
                  </a:lnTo>
                  <a:lnTo>
                    <a:pt x="11201" y="42494"/>
                  </a:lnTo>
                  <a:lnTo>
                    <a:pt x="14541" y="59055"/>
                  </a:lnTo>
                  <a:lnTo>
                    <a:pt x="23647" y="72555"/>
                  </a:lnTo>
                  <a:lnTo>
                    <a:pt x="37160" y="81673"/>
                  </a:lnTo>
                  <a:lnTo>
                    <a:pt x="53708" y="85013"/>
                  </a:lnTo>
                  <a:lnTo>
                    <a:pt x="889863" y="85013"/>
                  </a:lnTo>
                  <a:lnTo>
                    <a:pt x="906411" y="81673"/>
                  </a:lnTo>
                  <a:lnTo>
                    <a:pt x="919924" y="72555"/>
                  </a:lnTo>
                  <a:lnTo>
                    <a:pt x="929030" y="59055"/>
                  </a:lnTo>
                  <a:lnTo>
                    <a:pt x="932370" y="42494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993227" y="4828800"/>
              <a:ext cx="796925" cy="45720"/>
            </a:xfrm>
            <a:custGeom>
              <a:avLst/>
              <a:gdLst/>
              <a:ahLst/>
              <a:cxnLst/>
              <a:rect l="l" t="t" r="r" b="b"/>
              <a:pathLst>
                <a:path w="796925" h="45720">
                  <a:moveTo>
                    <a:pt x="161340" y="33743"/>
                  </a:moveTo>
                  <a:lnTo>
                    <a:pt x="158686" y="20612"/>
                  </a:lnTo>
                  <a:lnTo>
                    <a:pt x="151447" y="9893"/>
                  </a:lnTo>
                  <a:lnTo>
                    <a:pt x="140728" y="2654"/>
                  </a:lnTo>
                  <a:lnTo>
                    <a:pt x="127584" y="0"/>
                  </a:lnTo>
                  <a:lnTo>
                    <a:pt x="33743" y="0"/>
                  </a:lnTo>
                  <a:lnTo>
                    <a:pt x="20612" y="2654"/>
                  </a:lnTo>
                  <a:lnTo>
                    <a:pt x="9880" y="9893"/>
                  </a:lnTo>
                  <a:lnTo>
                    <a:pt x="2654" y="20612"/>
                  </a:lnTo>
                  <a:lnTo>
                    <a:pt x="0" y="33743"/>
                  </a:lnTo>
                  <a:lnTo>
                    <a:pt x="0" y="45161"/>
                  </a:lnTo>
                  <a:lnTo>
                    <a:pt x="161340" y="45161"/>
                  </a:lnTo>
                  <a:lnTo>
                    <a:pt x="161340" y="33743"/>
                  </a:lnTo>
                  <a:close/>
                </a:path>
                <a:path w="796925" h="45720">
                  <a:moveTo>
                    <a:pt x="796645" y="33743"/>
                  </a:moveTo>
                  <a:lnTo>
                    <a:pt x="793991" y="20612"/>
                  </a:lnTo>
                  <a:lnTo>
                    <a:pt x="786752" y="9893"/>
                  </a:lnTo>
                  <a:lnTo>
                    <a:pt x="776033" y="2654"/>
                  </a:lnTo>
                  <a:lnTo>
                    <a:pt x="762889" y="0"/>
                  </a:lnTo>
                  <a:lnTo>
                    <a:pt x="669061" y="0"/>
                  </a:lnTo>
                  <a:lnTo>
                    <a:pt x="655916" y="2654"/>
                  </a:lnTo>
                  <a:lnTo>
                    <a:pt x="645198" y="9893"/>
                  </a:lnTo>
                  <a:lnTo>
                    <a:pt x="637959" y="20612"/>
                  </a:lnTo>
                  <a:lnTo>
                    <a:pt x="635304" y="33743"/>
                  </a:lnTo>
                  <a:lnTo>
                    <a:pt x="635304" y="45161"/>
                  </a:lnTo>
                  <a:lnTo>
                    <a:pt x="796645" y="45161"/>
                  </a:lnTo>
                  <a:lnTo>
                    <a:pt x="796645" y="33743"/>
                  </a:lnTo>
                  <a:close/>
                </a:path>
              </a:pathLst>
            </a:custGeom>
            <a:solidFill>
              <a:srgbClr val="3E6B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110188" y="5062078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5">
                  <a:moveTo>
                    <a:pt x="274986" y="0"/>
                  </a:moveTo>
                  <a:lnTo>
                    <a:pt x="225557" y="4430"/>
                  </a:lnTo>
                  <a:lnTo>
                    <a:pt x="179035" y="17203"/>
                  </a:lnTo>
                  <a:lnTo>
                    <a:pt x="136195" y="37543"/>
                  </a:lnTo>
                  <a:lnTo>
                    <a:pt x="97816" y="64673"/>
                  </a:lnTo>
                  <a:lnTo>
                    <a:pt x="64673" y="97816"/>
                  </a:lnTo>
                  <a:lnTo>
                    <a:pt x="37543" y="136195"/>
                  </a:lnTo>
                  <a:lnTo>
                    <a:pt x="17203" y="179035"/>
                  </a:lnTo>
                  <a:lnTo>
                    <a:pt x="4430" y="225557"/>
                  </a:lnTo>
                  <a:lnTo>
                    <a:pt x="0" y="274986"/>
                  </a:lnTo>
                  <a:lnTo>
                    <a:pt x="4430" y="324415"/>
                  </a:lnTo>
                  <a:lnTo>
                    <a:pt x="17203" y="370937"/>
                  </a:lnTo>
                  <a:lnTo>
                    <a:pt x="37543" y="413776"/>
                  </a:lnTo>
                  <a:lnTo>
                    <a:pt x="64673" y="452156"/>
                  </a:lnTo>
                  <a:lnTo>
                    <a:pt x="97816" y="485299"/>
                  </a:lnTo>
                  <a:lnTo>
                    <a:pt x="136195" y="512428"/>
                  </a:lnTo>
                  <a:lnTo>
                    <a:pt x="179035" y="532768"/>
                  </a:lnTo>
                  <a:lnTo>
                    <a:pt x="225557" y="545542"/>
                  </a:lnTo>
                  <a:lnTo>
                    <a:pt x="274986" y="549972"/>
                  </a:lnTo>
                  <a:lnTo>
                    <a:pt x="324415" y="545542"/>
                  </a:lnTo>
                  <a:lnTo>
                    <a:pt x="370937" y="532768"/>
                  </a:lnTo>
                  <a:lnTo>
                    <a:pt x="413776" y="512428"/>
                  </a:lnTo>
                  <a:lnTo>
                    <a:pt x="452156" y="485299"/>
                  </a:lnTo>
                  <a:lnTo>
                    <a:pt x="485299" y="452156"/>
                  </a:lnTo>
                  <a:lnTo>
                    <a:pt x="512428" y="413776"/>
                  </a:lnTo>
                  <a:lnTo>
                    <a:pt x="532768" y="370937"/>
                  </a:lnTo>
                  <a:lnTo>
                    <a:pt x="545542" y="324415"/>
                  </a:lnTo>
                  <a:lnTo>
                    <a:pt x="549972" y="274986"/>
                  </a:lnTo>
                  <a:lnTo>
                    <a:pt x="545542" y="225557"/>
                  </a:lnTo>
                  <a:lnTo>
                    <a:pt x="532768" y="179035"/>
                  </a:lnTo>
                  <a:lnTo>
                    <a:pt x="512428" y="136195"/>
                  </a:lnTo>
                  <a:lnTo>
                    <a:pt x="485299" y="97816"/>
                  </a:lnTo>
                  <a:lnTo>
                    <a:pt x="452156" y="64673"/>
                  </a:lnTo>
                  <a:lnTo>
                    <a:pt x="413776" y="37543"/>
                  </a:lnTo>
                  <a:lnTo>
                    <a:pt x="370937" y="17203"/>
                  </a:lnTo>
                  <a:lnTo>
                    <a:pt x="324415" y="4430"/>
                  </a:lnTo>
                  <a:lnTo>
                    <a:pt x="274986" y="0"/>
                  </a:lnTo>
                  <a:close/>
                </a:path>
              </a:pathLst>
            </a:custGeom>
            <a:solidFill>
              <a:srgbClr val="D51A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247101" y="5199068"/>
              <a:ext cx="276225" cy="275590"/>
            </a:xfrm>
            <a:custGeom>
              <a:avLst/>
              <a:gdLst/>
              <a:ahLst/>
              <a:cxnLst/>
              <a:rect l="l" t="t" r="r" b="b"/>
              <a:pathLst>
                <a:path w="276225" h="275589">
                  <a:moveTo>
                    <a:pt x="276148" y="78740"/>
                  </a:moveTo>
                  <a:lnTo>
                    <a:pt x="197332" y="78740"/>
                  </a:lnTo>
                  <a:lnTo>
                    <a:pt x="197332" y="0"/>
                  </a:lnTo>
                  <a:lnTo>
                    <a:pt x="78803" y="0"/>
                  </a:lnTo>
                  <a:lnTo>
                    <a:pt x="78803" y="78740"/>
                  </a:lnTo>
                  <a:lnTo>
                    <a:pt x="0" y="78740"/>
                  </a:lnTo>
                  <a:lnTo>
                    <a:pt x="0" y="196850"/>
                  </a:lnTo>
                  <a:lnTo>
                    <a:pt x="78803" y="196850"/>
                  </a:lnTo>
                  <a:lnTo>
                    <a:pt x="78803" y="275590"/>
                  </a:lnTo>
                  <a:lnTo>
                    <a:pt x="197332" y="275590"/>
                  </a:lnTo>
                  <a:lnTo>
                    <a:pt x="197332" y="196850"/>
                  </a:lnTo>
                  <a:lnTo>
                    <a:pt x="276148" y="196850"/>
                  </a:lnTo>
                  <a:lnTo>
                    <a:pt x="276148" y="787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266264" y="4413653"/>
              <a:ext cx="226695" cy="2186940"/>
            </a:xfrm>
            <a:custGeom>
              <a:avLst/>
              <a:gdLst/>
              <a:ahLst/>
              <a:cxnLst/>
              <a:rect l="l" t="t" r="r" b="b"/>
              <a:pathLst>
                <a:path w="226695" h="2186940">
                  <a:moveTo>
                    <a:pt x="189591" y="0"/>
                  </a:moveTo>
                  <a:lnTo>
                    <a:pt x="90453" y="38692"/>
                  </a:lnTo>
                  <a:lnTo>
                    <a:pt x="39544" y="78540"/>
                  </a:lnTo>
                  <a:lnTo>
                    <a:pt x="20789" y="143799"/>
                  </a:lnTo>
                  <a:lnTo>
                    <a:pt x="18109" y="258725"/>
                  </a:lnTo>
                  <a:lnTo>
                    <a:pt x="19192" y="341543"/>
                  </a:lnTo>
                  <a:lnTo>
                    <a:pt x="22177" y="417476"/>
                  </a:lnTo>
                  <a:lnTo>
                    <a:pt x="26666" y="486406"/>
                  </a:lnTo>
                  <a:lnTo>
                    <a:pt x="32263" y="548216"/>
                  </a:lnTo>
                  <a:lnTo>
                    <a:pt x="38569" y="602789"/>
                  </a:lnTo>
                  <a:lnTo>
                    <a:pt x="45189" y="650006"/>
                  </a:lnTo>
                  <a:lnTo>
                    <a:pt x="51724" y="689750"/>
                  </a:lnTo>
                  <a:lnTo>
                    <a:pt x="62952" y="746350"/>
                  </a:lnTo>
                  <a:lnTo>
                    <a:pt x="66851" y="762971"/>
                  </a:lnTo>
                  <a:lnTo>
                    <a:pt x="63690" y="788595"/>
                  </a:lnTo>
                  <a:lnTo>
                    <a:pt x="54620" y="812001"/>
                  </a:lnTo>
                  <a:lnTo>
                    <a:pt x="40263" y="829980"/>
                  </a:lnTo>
                  <a:lnTo>
                    <a:pt x="21240" y="839325"/>
                  </a:lnTo>
                  <a:lnTo>
                    <a:pt x="13775" y="914988"/>
                  </a:lnTo>
                  <a:lnTo>
                    <a:pt x="8055" y="987293"/>
                  </a:lnTo>
                  <a:lnTo>
                    <a:pt x="3949" y="1056372"/>
                  </a:lnTo>
                  <a:lnTo>
                    <a:pt x="1326" y="1122356"/>
                  </a:lnTo>
                  <a:lnTo>
                    <a:pt x="53" y="1185378"/>
                  </a:lnTo>
                  <a:lnTo>
                    <a:pt x="0" y="1245571"/>
                  </a:lnTo>
                  <a:lnTo>
                    <a:pt x="1034" y="1303067"/>
                  </a:lnTo>
                  <a:lnTo>
                    <a:pt x="3025" y="1357999"/>
                  </a:lnTo>
                  <a:lnTo>
                    <a:pt x="5840" y="1410497"/>
                  </a:lnTo>
                  <a:lnTo>
                    <a:pt x="9349" y="1460696"/>
                  </a:lnTo>
                  <a:lnTo>
                    <a:pt x="13419" y="1508727"/>
                  </a:lnTo>
                  <a:lnTo>
                    <a:pt x="17919" y="1554723"/>
                  </a:lnTo>
                  <a:lnTo>
                    <a:pt x="22719" y="1598816"/>
                  </a:lnTo>
                  <a:lnTo>
                    <a:pt x="27685" y="1641138"/>
                  </a:lnTo>
                  <a:lnTo>
                    <a:pt x="42272" y="1758803"/>
                  </a:lnTo>
                  <a:lnTo>
                    <a:pt x="46591" y="1795365"/>
                  </a:lnTo>
                  <a:lnTo>
                    <a:pt x="53628" y="1865296"/>
                  </a:lnTo>
                  <a:lnTo>
                    <a:pt x="57650" y="1931850"/>
                  </a:lnTo>
                  <a:lnTo>
                    <a:pt x="58202" y="1964191"/>
                  </a:lnTo>
                  <a:lnTo>
                    <a:pt x="54668" y="2000025"/>
                  </a:lnTo>
                  <a:lnTo>
                    <a:pt x="46894" y="2045209"/>
                  </a:lnTo>
                  <a:lnTo>
                    <a:pt x="39119" y="2083923"/>
                  </a:lnTo>
                  <a:lnTo>
                    <a:pt x="35585" y="2100344"/>
                  </a:lnTo>
                  <a:lnTo>
                    <a:pt x="37407" y="2132909"/>
                  </a:lnTo>
                  <a:lnTo>
                    <a:pt x="52174" y="2160470"/>
                  </a:lnTo>
                  <a:lnTo>
                    <a:pt x="76941" y="2179554"/>
                  </a:lnTo>
                  <a:lnTo>
                    <a:pt x="108766" y="2186687"/>
                  </a:lnTo>
                  <a:lnTo>
                    <a:pt x="187413" y="2186687"/>
                  </a:lnTo>
                  <a:lnTo>
                    <a:pt x="200659" y="2184013"/>
                  </a:lnTo>
                  <a:lnTo>
                    <a:pt x="211476" y="2176720"/>
                  </a:lnTo>
                  <a:lnTo>
                    <a:pt x="218769" y="2165903"/>
                  </a:lnTo>
                  <a:lnTo>
                    <a:pt x="221443" y="2152656"/>
                  </a:lnTo>
                  <a:lnTo>
                    <a:pt x="221443" y="839325"/>
                  </a:lnTo>
                  <a:lnTo>
                    <a:pt x="208265" y="827135"/>
                  </a:lnTo>
                  <a:lnTo>
                    <a:pt x="197635" y="806574"/>
                  </a:lnTo>
                  <a:lnTo>
                    <a:pt x="191281" y="783300"/>
                  </a:lnTo>
                  <a:lnTo>
                    <a:pt x="190931" y="762971"/>
                  </a:lnTo>
                  <a:lnTo>
                    <a:pt x="200495" y="708610"/>
                  </a:lnTo>
                  <a:lnTo>
                    <a:pt x="208505" y="654536"/>
                  </a:lnTo>
                  <a:lnTo>
                    <a:pt x="215003" y="600799"/>
                  </a:lnTo>
                  <a:lnTo>
                    <a:pt x="220028" y="547447"/>
                  </a:lnTo>
                  <a:lnTo>
                    <a:pt x="223620" y="494529"/>
                  </a:lnTo>
                  <a:lnTo>
                    <a:pt x="225820" y="442095"/>
                  </a:lnTo>
                  <a:lnTo>
                    <a:pt x="226668" y="390192"/>
                  </a:lnTo>
                  <a:lnTo>
                    <a:pt x="226204" y="338871"/>
                  </a:lnTo>
                  <a:lnTo>
                    <a:pt x="224468" y="288179"/>
                  </a:lnTo>
                  <a:lnTo>
                    <a:pt x="221500" y="238166"/>
                  </a:lnTo>
                  <a:lnTo>
                    <a:pt x="217341" y="188882"/>
                  </a:lnTo>
                  <a:lnTo>
                    <a:pt x="212030" y="140374"/>
                  </a:lnTo>
                  <a:lnTo>
                    <a:pt x="205608" y="92691"/>
                  </a:lnTo>
                  <a:lnTo>
                    <a:pt x="198115" y="45884"/>
                  </a:lnTo>
                  <a:lnTo>
                    <a:pt x="1895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341115" y="4463103"/>
              <a:ext cx="129539" cy="2079625"/>
            </a:xfrm>
            <a:custGeom>
              <a:avLst/>
              <a:gdLst/>
              <a:ahLst/>
              <a:cxnLst/>
              <a:rect l="l" t="t" r="r" b="b"/>
              <a:pathLst>
                <a:path w="129540" h="2079625">
                  <a:moveTo>
                    <a:pt x="103644" y="827493"/>
                  </a:moveTo>
                  <a:lnTo>
                    <a:pt x="102196" y="820293"/>
                  </a:lnTo>
                  <a:lnTo>
                    <a:pt x="98234" y="814425"/>
                  </a:lnTo>
                  <a:lnTo>
                    <a:pt x="92354" y="810463"/>
                  </a:lnTo>
                  <a:lnTo>
                    <a:pt x="85166" y="809015"/>
                  </a:lnTo>
                  <a:lnTo>
                    <a:pt x="77965" y="810463"/>
                  </a:lnTo>
                  <a:lnTo>
                    <a:pt x="72097" y="814425"/>
                  </a:lnTo>
                  <a:lnTo>
                    <a:pt x="68135" y="820293"/>
                  </a:lnTo>
                  <a:lnTo>
                    <a:pt x="66675" y="827493"/>
                  </a:lnTo>
                  <a:lnTo>
                    <a:pt x="66675" y="2061057"/>
                  </a:lnTo>
                  <a:lnTo>
                    <a:pt x="68135" y="2068245"/>
                  </a:lnTo>
                  <a:lnTo>
                    <a:pt x="72097" y="2074125"/>
                  </a:lnTo>
                  <a:lnTo>
                    <a:pt x="77965" y="2078088"/>
                  </a:lnTo>
                  <a:lnTo>
                    <a:pt x="85166" y="2079536"/>
                  </a:lnTo>
                  <a:lnTo>
                    <a:pt x="92354" y="2078088"/>
                  </a:lnTo>
                  <a:lnTo>
                    <a:pt x="98234" y="2074125"/>
                  </a:lnTo>
                  <a:lnTo>
                    <a:pt x="102196" y="2068245"/>
                  </a:lnTo>
                  <a:lnTo>
                    <a:pt x="103644" y="2061057"/>
                  </a:lnTo>
                  <a:lnTo>
                    <a:pt x="103644" y="827493"/>
                  </a:lnTo>
                  <a:close/>
                </a:path>
                <a:path w="129540" h="2079625">
                  <a:moveTo>
                    <a:pt x="129247" y="330060"/>
                  </a:moveTo>
                  <a:lnTo>
                    <a:pt x="128943" y="281457"/>
                  </a:lnTo>
                  <a:lnTo>
                    <a:pt x="127546" y="234111"/>
                  </a:lnTo>
                  <a:lnTo>
                    <a:pt x="125056" y="187972"/>
                  </a:lnTo>
                  <a:lnTo>
                    <a:pt x="121488" y="143014"/>
                  </a:lnTo>
                  <a:lnTo>
                    <a:pt x="116827" y="99212"/>
                  </a:lnTo>
                  <a:lnTo>
                    <a:pt x="111074" y="56527"/>
                  </a:lnTo>
                  <a:lnTo>
                    <a:pt x="104241" y="14922"/>
                  </a:lnTo>
                  <a:lnTo>
                    <a:pt x="82778" y="0"/>
                  </a:lnTo>
                  <a:lnTo>
                    <a:pt x="75946" y="2705"/>
                  </a:lnTo>
                  <a:lnTo>
                    <a:pt x="70866" y="7645"/>
                  </a:lnTo>
                  <a:lnTo>
                    <a:pt x="68008" y="14122"/>
                  </a:lnTo>
                  <a:lnTo>
                    <a:pt x="67856" y="21463"/>
                  </a:lnTo>
                  <a:lnTo>
                    <a:pt x="75069" y="65659"/>
                  </a:lnTo>
                  <a:lnTo>
                    <a:pt x="81013" y="111150"/>
                  </a:lnTo>
                  <a:lnTo>
                    <a:pt x="85712" y="157962"/>
                  </a:lnTo>
                  <a:lnTo>
                    <a:pt x="89154" y="206133"/>
                  </a:lnTo>
                  <a:lnTo>
                    <a:pt x="91351" y="255714"/>
                  </a:lnTo>
                  <a:lnTo>
                    <a:pt x="92278" y="306730"/>
                  </a:lnTo>
                  <a:lnTo>
                    <a:pt x="91960" y="359232"/>
                  </a:lnTo>
                  <a:lnTo>
                    <a:pt x="90385" y="413258"/>
                  </a:lnTo>
                  <a:lnTo>
                    <a:pt x="87553" y="468845"/>
                  </a:lnTo>
                  <a:lnTo>
                    <a:pt x="83477" y="526046"/>
                  </a:lnTo>
                  <a:lnTo>
                    <a:pt x="78155" y="584885"/>
                  </a:lnTo>
                  <a:lnTo>
                    <a:pt x="70459" y="654786"/>
                  </a:lnTo>
                  <a:lnTo>
                    <a:pt x="63423" y="661847"/>
                  </a:lnTo>
                  <a:lnTo>
                    <a:pt x="18491" y="661847"/>
                  </a:lnTo>
                  <a:lnTo>
                    <a:pt x="11290" y="663295"/>
                  </a:lnTo>
                  <a:lnTo>
                    <a:pt x="5410" y="667258"/>
                  </a:lnTo>
                  <a:lnTo>
                    <a:pt x="1460" y="673138"/>
                  </a:lnTo>
                  <a:lnTo>
                    <a:pt x="0" y="680326"/>
                  </a:lnTo>
                  <a:lnTo>
                    <a:pt x="1460" y="687527"/>
                  </a:lnTo>
                  <a:lnTo>
                    <a:pt x="5410" y="693394"/>
                  </a:lnTo>
                  <a:lnTo>
                    <a:pt x="11290" y="697357"/>
                  </a:lnTo>
                  <a:lnTo>
                    <a:pt x="18491" y="698817"/>
                  </a:lnTo>
                  <a:lnTo>
                    <a:pt x="55130" y="698817"/>
                  </a:lnTo>
                  <a:lnTo>
                    <a:pt x="90614" y="684758"/>
                  </a:lnTo>
                  <a:lnTo>
                    <a:pt x="108280" y="649719"/>
                  </a:lnTo>
                  <a:lnTo>
                    <a:pt x="114490" y="592937"/>
                  </a:lnTo>
                  <a:lnTo>
                    <a:pt x="119608" y="537603"/>
                  </a:lnTo>
                  <a:lnTo>
                    <a:pt x="123647" y="483692"/>
                  </a:lnTo>
                  <a:lnTo>
                    <a:pt x="126606" y="431139"/>
                  </a:lnTo>
                  <a:lnTo>
                    <a:pt x="128473" y="379945"/>
                  </a:lnTo>
                  <a:lnTo>
                    <a:pt x="129247" y="3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266259" y="4413658"/>
              <a:ext cx="193040" cy="2186940"/>
            </a:xfrm>
            <a:custGeom>
              <a:avLst/>
              <a:gdLst/>
              <a:ahLst/>
              <a:cxnLst/>
              <a:rect l="l" t="t" r="r" b="b"/>
              <a:pathLst>
                <a:path w="193040" h="2186940">
                  <a:moveTo>
                    <a:pt x="189595" y="0"/>
                  </a:moveTo>
                  <a:lnTo>
                    <a:pt x="90458" y="38692"/>
                  </a:lnTo>
                  <a:lnTo>
                    <a:pt x="39549" y="78540"/>
                  </a:lnTo>
                  <a:lnTo>
                    <a:pt x="20793" y="143799"/>
                  </a:lnTo>
                  <a:lnTo>
                    <a:pt x="18114" y="258725"/>
                  </a:lnTo>
                  <a:lnTo>
                    <a:pt x="19197" y="341540"/>
                  </a:lnTo>
                  <a:lnTo>
                    <a:pt x="22182" y="417472"/>
                  </a:lnTo>
                  <a:lnTo>
                    <a:pt x="26671" y="486401"/>
                  </a:lnTo>
                  <a:lnTo>
                    <a:pt x="32267" y="548211"/>
                  </a:lnTo>
                  <a:lnTo>
                    <a:pt x="38574" y="602784"/>
                  </a:lnTo>
                  <a:lnTo>
                    <a:pt x="45193" y="650001"/>
                  </a:lnTo>
                  <a:lnTo>
                    <a:pt x="51728" y="689745"/>
                  </a:lnTo>
                  <a:lnTo>
                    <a:pt x="62957" y="746342"/>
                  </a:lnTo>
                  <a:lnTo>
                    <a:pt x="66856" y="762961"/>
                  </a:lnTo>
                  <a:lnTo>
                    <a:pt x="63694" y="788586"/>
                  </a:lnTo>
                  <a:lnTo>
                    <a:pt x="54624" y="811996"/>
                  </a:lnTo>
                  <a:lnTo>
                    <a:pt x="40267" y="829978"/>
                  </a:lnTo>
                  <a:lnTo>
                    <a:pt x="21244" y="839325"/>
                  </a:lnTo>
                  <a:lnTo>
                    <a:pt x="13778" y="914988"/>
                  </a:lnTo>
                  <a:lnTo>
                    <a:pt x="8057" y="987293"/>
                  </a:lnTo>
                  <a:lnTo>
                    <a:pt x="3951" y="1056372"/>
                  </a:lnTo>
                  <a:lnTo>
                    <a:pt x="1326" y="1122356"/>
                  </a:lnTo>
                  <a:lnTo>
                    <a:pt x="53" y="1185378"/>
                  </a:lnTo>
                  <a:lnTo>
                    <a:pt x="0" y="1245571"/>
                  </a:lnTo>
                  <a:lnTo>
                    <a:pt x="1034" y="1303067"/>
                  </a:lnTo>
                  <a:lnTo>
                    <a:pt x="3024" y="1357999"/>
                  </a:lnTo>
                  <a:lnTo>
                    <a:pt x="5840" y="1410497"/>
                  </a:lnTo>
                  <a:lnTo>
                    <a:pt x="9349" y="1460696"/>
                  </a:lnTo>
                  <a:lnTo>
                    <a:pt x="13419" y="1508727"/>
                  </a:lnTo>
                  <a:lnTo>
                    <a:pt x="17920" y="1554723"/>
                  </a:lnTo>
                  <a:lnTo>
                    <a:pt x="22720" y="1598816"/>
                  </a:lnTo>
                  <a:lnTo>
                    <a:pt x="27687" y="1641138"/>
                  </a:lnTo>
                  <a:lnTo>
                    <a:pt x="42275" y="1758803"/>
                  </a:lnTo>
                  <a:lnTo>
                    <a:pt x="46595" y="1795365"/>
                  </a:lnTo>
                  <a:lnTo>
                    <a:pt x="53632" y="1865296"/>
                  </a:lnTo>
                  <a:lnTo>
                    <a:pt x="57655" y="1931850"/>
                  </a:lnTo>
                  <a:lnTo>
                    <a:pt x="58207" y="1964191"/>
                  </a:lnTo>
                  <a:lnTo>
                    <a:pt x="54673" y="2000020"/>
                  </a:lnTo>
                  <a:lnTo>
                    <a:pt x="46898" y="2045206"/>
                  </a:lnTo>
                  <a:lnTo>
                    <a:pt x="39124" y="2083922"/>
                  </a:lnTo>
                  <a:lnTo>
                    <a:pt x="35590" y="2100344"/>
                  </a:lnTo>
                  <a:lnTo>
                    <a:pt x="37412" y="2132905"/>
                  </a:lnTo>
                  <a:lnTo>
                    <a:pt x="52178" y="2160466"/>
                  </a:lnTo>
                  <a:lnTo>
                    <a:pt x="76945" y="2179552"/>
                  </a:lnTo>
                  <a:lnTo>
                    <a:pt x="108771" y="2186687"/>
                  </a:lnTo>
                  <a:lnTo>
                    <a:pt x="148633" y="2186687"/>
                  </a:lnTo>
                  <a:lnTo>
                    <a:pt x="116808" y="2179552"/>
                  </a:lnTo>
                  <a:lnTo>
                    <a:pt x="92041" y="2160466"/>
                  </a:lnTo>
                  <a:lnTo>
                    <a:pt x="77275" y="2132905"/>
                  </a:lnTo>
                  <a:lnTo>
                    <a:pt x="75452" y="2100344"/>
                  </a:lnTo>
                  <a:lnTo>
                    <a:pt x="88528" y="2041038"/>
                  </a:lnTo>
                  <a:lnTo>
                    <a:pt x="95242" y="2007086"/>
                  </a:lnTo>
                  <a:lnTo>
                    <a:pt x="97716" y="1985726"/>
                  </a:lnTo>
                  <a:lnTo>
                    <a:pt x="98069" y="1964191"/>
                  </a:lnTo>
                  <a:lnTo>
                    <a:pt x="97517" y="1931850"/>
                  </a:lnTo>
                  <a:lnTo>
                    <a:pt x="93494" y="1865296"/>
                  </a:lnTo>
                  <a:lnTo>
                    <a:pt x="86457" y="1795365"/>
                  </a:lnTo>
                  <a:lnTo>
                    <a:pt x="77458" y="1720999"/>
                  </a:lnTo>
                  <a:lnTo>
                    <a:pt x="67549" y="1641138"/>
                  </a:lnTo>
                  <a:lnTo>
                    <a:pt x="62582" y="1598816"/>
                  </a:lnTo>
                  <a:lnTo>
                    <a:pt x="57783" y="1554723"/>
                  </a:lnTo>
                  <a:lnTo>
                    <a:pt x="53282" y="1508727"/>
                  </a:lnTo>
                  <a:lnTo>
                    <a:pt x="49211" y="1460696"/>
                  </a:lnTo>
                  <a:lnTo>
                    <a:pt x="45703" y="1410497"/>
                  </a:lnTo>
                  <a:lnTo>
                    <a:pt x="42887" y="1357999"/>
                  </a:lnTo>
                  <a:lnTo>
                    <a:pt x="40896" y="1303067"/>
                  </a:lnTo>
                  <a:lnTo>
                    <a:pt x="39862" y="1245571"/>
                  </a:lnTo>
                  <a:lnTo>
                    <a:pt x="39916" y="1185378"/>
                  </a:lnTo>
                  <a:lnTo>
                    <a:pt x="41189" y="1122356"/>
                  </a:lnTo>
                  <a:lnTo>
                    <a:pt x="43813" y="1056372"/>
                  </a:lnTo>
                  <a:lnTo>
                    <a:pt x="47920" y="987293"/>
                  </a:lnTo>
                  <a:lnTo>
                    <a:pt x="53641" y="914988"/>
                  </a:lnTo>
                  <a:lnTo>
                    <a:pt x="61107" y="839325"/>
                  </a:lnTo>
                  <a:lnTo>
                    <a:pt x="80130" y="829978"/>
                  </a:lnTo>
                  <a:lnTo>
                    <a:pt x="94487" y="811996"/>
                  </a:lnTo>
                  <a:lnTo>
                    <a:pt x="103557" y="788586"/>
                  </a:lnTo>
                  <a:lnTo>
                    <a:pt x="106718" y="762961"/>
                  </a:lnTo>
                  <a:lnTo>
                    <a:pt x="102819" y="746342"/>
                  </a:lnTo>
                  <a:lnTo>
                    <a:pt x="97644" y="721898"/>
                  </a:lnTo>
                  <a:lnTo>
                    <a:pt x="85056" y="650001"/>
                  </a:lnTo>
                  <a:lnTo>
                    <a:pt x="78436" y="602784"/>
                  </a:lnTo>
                  <a:lnTo>
                    <a:pt x="72130" y="548211"/>
                  </a:lnTo>
                  <a:lnTo>
                    <a:pt x="66534" y="486401"/>
                  </a:lnTo>
                  <a:lnTo>
                    <a:pt x="62044" y="417472"/>
                  </a:lnTo>
                  <a:lnTo>
                    <a:pt x="59060" y="341540"/>
                  </a:lnTo>
                  <a:lnTo>
                    <a:pt x="57976" y="258725"/>
                  </a:lnTo>
                  <a:lnTo>
                    <a:pt x="64485" y="194866"/>
                  </a:lnTo>
                  <a:lnTo>
                    <a:pt x="81805" y="141492"/>
                  </a:lnTo>
                  <a:lnTo>
                    <a:pt x="106627" y="97879"/>
                  </a:lnTo>
                  <a:lnTo>
                    <a:pt x="135642" y="63300"/>
                  </a:lnTo>
                  <a:lnTo>
                    <a:pt x="165543" y="37030"/>
                  </a:lnTo>
                  <a:lnTo>
                    <a:pt x="193019" y="18344"/>
                  </a:lnTo>
                  <a:lnTo>
                    <a:pt x="189595" y="0"/>
                  </a:lnTo>
                  <a:close/>
                </a:path>
              </a:pathLst>
            </a:custGeom>
            <a:solidFill>
              <a:srgbClr val="9FD1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122375" y="3661121"/>
              <a:ext cx="524510" cy="1280795"/>
            </a:xfrm>
            <a:custGeom>
              <a:avLst/>
              <a:gdLst/>
              <a:ahLst/>
              <a:cxnLst/>
              <a:rect l="l" t="t" r="r" b="b"/>
              <a:pathLst>
                <a:path w="524509" h="1280795">
                  <a:moveTo>
                    <a:pt x="439850" y="0"/>
                  </a:moveTo>
                  <a:lnTo>
                    <a:pt x="84363" y="0"/>
                  </a:lnTo>
                  <a:lnTo>
                    <a:pt x="51524" y="6631"/>
                  </a:lnTo>
                  <a:lnTo>
                    <a:pt x="24708" y="24713"/>
                  </a:lnTo>
                  <a:lnTo>
                    <a:pt x="6629" y="51533"/>
                  </a:lnTo>
                  <a:lnTo>
                    <a:pt x="0" y="84374"/>
                  </a:lnTo>
                  <a:lnTo>
                    <a:pt x="0" y="1196047"/>
                  </a:lnTo>
                  <a:lnTo>
                    <a:pt x="6629" y="1228888"/>
                  </a:lnTo>
                  <a:lnTo>
                    <a:pt x="24708" y="1255707"/>
                  </a:lnTo>
                  <a:lnTo>
                    <a:pt x="51524" y="1273790"/>
                  </a:lnTo>
                  <a:lnTo>
                    <a:pt x="84363" y="1280421"/>
                  </a:lnTo>
                  <a:lnTo>
                    <a:pt x="439850" y="1280421"/>
                  </a:lnTo>
                  <a:lnTo>
                    <a:pt x="472691" y="1273790"/>
                  </a:lnTo>
                  <a:lnTo>
                    <a:pt x="499510" y="1255707"/>
                  </a:lnTo>
                  <a:lnTo>
                    <a:pt x="517593" y="1228888"/>
                  </a:lnTo>
                  <a:lnTo>
                    <a:pt x="524224" y="1196047"/>
                  </a:lnTo>
                  <a:lnTo>
                    <a:pt x="524224" y="84374"/>
                  </a:lnTo>
                  <a:lnTo>
                    <a:pt x="517593" y="51533"/>
                  </a:lnTo>
                  <a:lnTo>
                    <a:pt x="499510" y="24713"/>
                  </a:lnTo>
                  <a:lnTo>
                    <a:pt x="472691" y="6631"/>
                  </a:lnTo>
                  <a:lnTo>
                    <a:pt x="439850" y="0"/>
                  </a:lnTo>
                  <a:close/>
                </a:path>
              </a:pathLst>
            </a:custGeom>
            <a:solidFill>
              <a:srgbClr val="FFD4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172429" y="4089280"/>
              <a:ext cx="424180" cy="424180"/>
            </a:xfrm>
            <a:custGeom>
              <a:avLst/>
              <a:gdLst/>
              <a:ahLst/>
              <a:cxnLst/>
              <a:rect l="l" t="t" r="r" b="b"/>
              <a:pathLst>
                <a:path w="424179" h="424179">
                  <a:moveTo>
                    <a:pt x="366795" y="0"/>
                  </a:moveTo>
                  <a:lnTo>
                    <a:pt x="57317" y="0"/>
                  </a:lnTo>
                  <a:lnTo>
                    <a:pt x="35007" y="4502"/>
                  </a:lnTo>
                  <a:lnTo>
                    <a:pt x="16788" y="16783"/>
                  </a:lnTo>
                  <a:lnTo>
                    <a:pt x="4504" y="34999"/>
                  </a:lnTo>
                  <a:lnTo>
                    <a:pt x="0" y="57307"/>
                  </a:lnTo>
                  <a:lnTo>
                    <a:pt x="0" y="366795"/>
                  </a:lnTo>
                  <a:lnTo>
                    <a:pt x="4504" y="389104"/>
                  </a:lnTo>
                  <a:lnTo>
                    <a:pt x="16788" y="407323"/>
                  </a:lnTo>
                  <a:lnTo>
                    <a:pt x="35007" y="419608"/>
                  </a:lnTo>
                  <a:lnTo>
                    <a:pt x="57317" y="424112"/>
                  </a:lnTo>
                  <a:lnTo>
                    <a:pt x="366795" y="424112"/>
                  </a:lnTo>
                  <a:lnTo>
                    <a:pt x="389104" y="419608"/>
                  </a:lnTo>
                  <a:lnTo>
                    <a:pt x="407323" y="407323"/>
                  </a:lnTo>
                  <a:lnTo>
                    <a:pt x="419608" y="389104"/>
                  </a:lnTo>
                  <a:lnTo>
                    <a:pt x="424112" y="366795"/>
                  </a:lnTo>
                  <a:lnTo>
                    <a:pt x="424112" y="57307"/>
                  </a:lnTo>
                  <a:lnTo>
                    <a:pt x="419608" y="34999"/>
                  </a:lnTo>
                  <a:lnTo>
                    <a:pt x="407323" y="16783"/>
                  </a:lnTo>
                  <a:lnTo>
                    <a:pt x="389104" y="4502"/>
                  </a:lnTo>
                  <a:lnTo>
                    <a:pt x="366795" y="0"/>
                  </a:lnTo>
                  <a:close/>
                </a:path>
              </a:pathLst>
            </a:custGeom>
            <a:solidFill>
              <a:srgbClr val="FFE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207339" y="4128763"/>
              <a:ext cx="354330" cy="345440"/>
            </a:xfrm>
            <a:custGeom>
              <a:avLst/>
              <a:gdLst/>
              <a:ahLst/>
              <a:cxnLst/>
              <a:rect l="l" t="t" r="r" b="b"/>
              <a:pathLst>
                <a:path w="354329" h="345439">
                  <a:moveTo>
                    <a:pt x="50317" y="319989"/>
                  </a:moveTo>
                  <a:lnTo>
                    <a:pt x="48348" y="310197"/>
                  </a:lnTo>
                  <a:lnTo>
                    <a:pt x="42951" y="302196"/>
                  </a:lnTo>
                  <a:lnTo>
                    <a:pt x="34950" y="296799"/>
                  </a:lnTo>
                  <a:lnTo>
                    <a:pt x="25158" y="294830"/>
                  </a:lnTo>
                  <a:lnTo>
                    <a:pt x="15367" y="296799"/>
                  </a:lnTo>
                  <a:lnTo>
                    <a:pt x="7366" y="302196"/>
                  </a:lnTo>
                  <a:lnTo>
                    <a:pt x="1981" y="310197"/>
                  </a:lnTo>
                  <a:lnTo>
                    <a:pt x="0" y="319989"/>
                  </a:lnTo>
                  <a:lnTo>
                    <a:pt x="1981" y="329780"/>
                  </a:lnTo>
                  <a:lnTo>
                    <a:pt x="7366" y="337781"/>
                  </a:lnTo>
                  <a:lnTo>
                    <a:pt x="15367" y="343166"/>
                  </a:lnTo>
                  <a:lnTo>
                    <a:pt x="25158" y="345147"/>
                  </a:lnTo>
                  <a:lnTo>
                    <a:pt x="34950" y="343166"/>
                  </a:lnTo>
                  <a:lnTo>
                    <a:pt x="42951" y="337781"/>
                  </a:lnTo>
                  <a:lnTo>
                    <a:pt x="48348" y="329780"/>
                  </a:lnTo>
                  <a:lnTo>
                    <a:pt x="50317" y="319989"/>
                  </a:lnTo>
                  <a:close/>
                </a:path>
                <a:path w="354329" h="345439">
                  <a:moveTo>
                    <a:pt x="50317" y="221716"/>
                  </a:moveTo>
                  <a:lnTo>
                    <a:pt x="48348" y="211924"/>
                  </a:lnTo>
                  <a:lnTo>
                    <a:pt x="42951" y="203923"/>
                  </a:lnTo>
                  <a:lnTo>
                    <a:pt x="34950" y="198526"/>
                  </a:lnTo>
                  <a:lnTo>
                    <a:pt x="25158" y="196545"/>
                  </a:lnTo>
                  <a:lnTo>
                    <a:pt x="15367" y="198526"/>
                  </a:lnTo>
                  <a:lnTo>
                    <a:pt x="7366" y="203923"/>
                  </a:lnTo>
                  <a:lnTo>
                    <a:pt x="1981" y="211924"/>
                  </a:lnTo>
                  <a:lnTo>
                    <a:pt x="0" y="221716"/>
                  </a:lnTo>
                  <a:lnTo>
                    <a:pt x="1981" y="231508"/>
                  </a:lnTo>
                  <a:lnTo>
                    <a:pt x="7366" y="239509"/>
                  </a:lnTo>
                  <a:lnTo>
                    <a:pt x="15367" y="244894"/>
                  </a:lnTo>
                  <a:lnTo>
                    <a:pt x="25158" y="246875"/>
                  </a:lnTo>
                  <a:lnTo>
                    <a:pt x="34950" y="244894"/>
                  </a:lnTo>
                  <a:lnTo>
                    <a:pt x="42951" y="239509"/>
                  </a:lnTo>
                  <a:lnTo>
                    <a:pt x="48348" y="231508"/>
                  </a:lnTo>
                  <a:lnTo>
                    <a:pt x="50317" y="221716"/>
                  </a:lnTo>
                  <a:close/>
                </a:path>
                <a:path w="354329" h="345439">
                  <a:moveTo>
                    <a:pt x="50317" y="123444"/>
                  </a:moveTo>
                  <a:lnTo>
                    <a:pt x="48348" y="113652"/>
                  </a:lnTo>
                  <a:lnTo>
                    <a:pt x="42951" y="105651"/>
                  </a:lnTo>
                  <a:lnTo>
                    <a:pt x="34950" y="100253"/>
                  </a:lnTo>
                  <a:lnTo>
                    <a:pt x="25158" y="98285"/>
                  </a:lnTo>
                  <a:lnTo>
                    <a:pt x="15367" y="100253"/>
                  </a:lnTo>
                  <a:lnTo>
                    <a:pt x="7366" y="105651"/>
                  </a:lnTo>
                  <a:lnTo>
                    <a:pt x="1981" y="113652"/>
                  </a:lnTo>
                  <a:lnTo>
                    <a:pt x="0" y="123444"/>
                  </a:lnTo>
                  <a:lnTo>
                    <a:pt x="1981" y="133235"/>
                  </a:lnTo>
                  <a:lnTo>
                    <a:pt x="7366" y="141236"/>
                  </a:lnTo>
                  <a:lnTo>
                    <a:pt x="15367" y="146621"/>
                  </a:lnTo>
                  <a:lnTo>
                    <a:pt x="25158" y="148602"/>
                  </a:lnTo>
                  <a:lnTo>
                    <a:pt x="34950" y="146621"/>
                  </a:lnTo>
                  <a:lnTo>
                    <a:pt x="42951" y="141236"/>
                  </a:lnTo>
                  <a:lnTo>
                    <a:pt x="48348" y="133235"/>
                  </a:lnTo>
                  <a:lnTo>
                    <a:pt x="50317" y="123444"/>
                  </a:lnTo>
                  <a:close/>
                </a:path>
                <a:path w="354329" h="345439">
                  <a:moveTo>
                    <a:pt x="50317" y="25158"/>
                  </a:moveTo>
                  <a:lnTo>
                    <a:pt x="48348" y="15367"/>
                  </a:lnTo>
                  <a:lnTo>
                    <a:pt x="42951" y="7366"/>
                  </a:lnTo>
                  <a:lnTo>
                    <a:pt x="34950" y="1981"/>
                  </a:lnTo>
                  <a:lnTo>
                    <a:pt x="25158" y="0"/>
                  </a:lnTo>
                  <a:lnTo>
                    <a:pt x="15367" y="1981"/>
                  </a:lnTo>
                  <a:lnTo>
                    <a:pt x="7366" y="7366"/>
                  </a:lnTo>
                  <a:lnTo>
                    <a:pt x="1981" y="15367"/>
                  </a:lnTo>
                  <a:lnTo>
                    <a:pt x="0" y="25158"/>
                  </a:lnTo>
                  <a:lnTo>
                    <a:pt x="1981" y="34950"/>
                  </a:lnTo>
                  <a:lnTo>
                    <a:pt x="7366" y="42951"/>
                  </a:lnTo>
                  <a:lnTo>
                    <a:pt x="15367" y="48348"/>
                  </a:lnTo>
                  <a:lnTo>
                    <a:pt x="25158" y="50330"/>
                  </a:lnTo>
                  <a:lnTo>
                    <a:pt x="34950" y="48348"/>
                  </a:lnTo>
                  <a:lnTo>
                    <a:pt x="42951" y="42951"/>
                  </a:lnTo>
                  <a:lnTo>
                    <a:pt x="48348" y="34950"/>
                  </a:lnTo>
                  <a:lnTo>
                    <a:pt x="50317" y="25158"/>
                  </a:lnTo>
                  <a:close/>
                </a:path>
                <a:path w="354329" h="345439">
                  <a:moveTo>
                    <a:pt x="123456" y="266623"/>
                  </a:moveTo>
                  <a:lnTo>
                    <a:pt x="121475" y="256832"/>
                  </a:lnTo>
                  <a:lnTo>
                    <a:pt x="116090" y="248831"/>
                  </a:lnTo>
                  <a:lnTo>
                    <a:pt x="108089" y="243433"/>
                  </a:lnTo>
                  <a:lnTo>
                    <a:pt x="98298" y="241452"/>
                  </a:lnTo>
                  <a:lnTo>
                    <a:pt x="88493" y="243433"/>
                  </a:lnTo>
                  <a:lnTo>
                    <a:pt x="80505" y="248831"/>
                  </a:lnTo>
                  <a:lnTo>
                    <a:pt x="75107" y="256832"/>
                  </a:lnTo>
                  <a:lnTo>
                    <a:pt x="73126" y="266623"/>
                  </a:lnTo>
                  <a:lnTo>
                    <a:pt x="75107" y="276415"/>
                  </a:lnTo>
                  <a:lnTo>
                    <a:pt x="80505" y="284416"/>
                  </a:lnTo>
                  <a:lnTo>
                    <a:pt x="88493" y="289801"/>
                  </a:lnTo>
                  <a:lnTo>
                    <a:pt x="98298" y="291782"/>
                  </a:lnTo>
                  <a:lnTo>
                    <a:pt x="108089" y="289801"/>
                  </a:lnTo>
                  <a:lnTo>
                    <a:pt x="116090" y="284416"/>
                  </a:lnTo>
                  <a:lnTo>
                    <a:pt x="121475" y="276415"/>
                  </a:lnTo>
                  <a:lnTo>
                    <a:pt x="123456" y="266623"/>
                  </a:lnTo>
                  <a:close/>
                </a:path>
                <a:path w="354329" h="345439">
                  <a:moveTo>
                    <a:pt x="123456" y="168351"/>
                  </a:moveTo>
                  <a:lnTo>
                    <a:pt x="121475" y="158559"/>
                  </a:lnTo>
                  <a:lnTo>
                    <a:pt x="116090" y="150558"/>
                  </a:lnTo>
                  <a:lnTo>
                    <a:pt x="108089" y="145161"/>
                  </a:lnTo>
                  <a:lnTo>
                    <a:pt x="98298" y="143179"/>
                  </a:lnTo>
                  <a:lnTo>
                    <a:pt x="88493" y="145161"/>
                  </a:lnTo>
                  <a:lnTo>
                    <a:pt x="80505" y="150558"/>
                  </a:lnTo>
                  <a:lnTo>
                    <a:pt x="75107" y="158559"/>
                  </a:lnTo>
                  <a:lnTo>
                    <a:pt x="73126" y="168351"/>
                  </a:lnTo>
                  <a:lnTo>
                    <a:pt x="75107" y="178142"/>
                  </a:lnTo>
                  <a:lnTo>
                    <a:pt x="80505" y="186143"/>
                  </a:lnTo>
                  <a:lnTo>
                    <a:pt x="88493" y="191528"/>
                  </a:lnTo>
                  <a:lnTo>
                    <a:pt x="98298" y="193509"/>
                  </a:lnTo>
                  <a:lnTo>
                    <a:pt x="108089" y="191528"/>
                  </a:lnTo>
                  <a:lnTo>
                    <a:pt x="116090" y="186143"/>
                  </a:lnTo>
                  <a:lnTo>
                    <a:pt x="121475" y="178142"/>
                  </a:lnTo>
                  <a:lnTo>
                    <a:pt x="123456" y="168351"/>
                  </a:lnTo>
                  <a:close/>
                </a:path>
                <a:path w="354329" h="345439">
                  <a:moveTo>
                    <a:pt x="123456" y="70065"/>
                  </a:moveTo>
                  <a:lnTo>
                    <a:pt x="121475" y="60274"/>
                  </a:lnTo>
                  <a:lnTo>
                    <a:pt x="116090" y="52285"/>
                  </a:lnTo>
                  <a:lnTo>
                    <a:pt x="108089" y="46888"/>
                  </a:lnTo>
                  <a:lnTo>
                    <a:pt x="98298" y="44907"/>
                  </a:lnTo>
                  <a:lnTo>
                    <a:pt x="88493" y="46888"/>
                  </a:lnTo>
                  <a:lnTo>
                    <a:pt x="80505" y="52285"/>
                  </a:lnTo>
                  <a:lnTo>
                    <a:pt x="75107" y="60274"/>
                  </a:lnTo>
                  <a:lnTo>
                    <a:pt x="73126" y="70065"/>
                  </a:lnTo>
                  <a:lnTo>
                    <a:pt x="75107" y="79870"/>
                  </a:lnTo>
                  <a:lnTo>
                    <a:pt x="80505" y="87858"/>
                  </a:lnTo>
                  <a:lnTo>
                    <a:pt x="88493" y="93256"/>
                  </a:lnTo>
                  <a:lnTo>
                    <a:pt x="98298" y="95237"/>
                  </a:lnTo>
                  <a:lnTo>
                    <a:pt x="108089" y="93256"/>
                  </a:lnTo>
                  <a:lnTo>
                    <a:pt x="116090" y="87858"/>
                  </a:lnTo>
                  <a:lnTo>
                    <a:pt x="121475" y="79870"/>
                  </a:lnTo>
                  <a:lnTo>
                    <a:pt x="123456" y="70065"/>
                  </a:lnTo>
                  <a:close/>
                </a:path>
                <a:path w="354329" h="345439">
                  <a:moveTo>
                    <a:pt x="202298" y="319989"/>
                  </a:moveTo>
                  <a:lnTo>
                    <a:pt x="200329" y="310197"/>
                  </a:lnTo>
                  <a:lnTo>
                    <a:pt x="194932" y="302196"/>
                  </a:lnTo>
                  <a:lnTo>
                    <a:pt x="186931" y="296799"/>
                  </a:lnTo>
                  <a:lnTo>
                    <a:pt x="177139" y="294830"/>
                  </a:lnTo>
                  <a:lnTo>
                    <a:pt x="167347" y="296799"/>
                  </a:lnTo>
                  <a:lnTo>
                    <a:pt x="159346" y="302196"/>
                  </a:lnTo>
                  <a:lnTo>
                    <a:pt x="153962" y="310197"/>
                  </a:lnTo>
                  <a:lnTo>
                    <a:pt x="151980" y="319989"/>
                  </a:lnTo>
                  <a:lnTo>
                    <a:pt x="153962" y="329780"/>
                  </a:lnTo>
                  <a:lnTo>
                    <a:pt x="159346" y="337781"/>
                  </a:lnTo>
                  <a:lnTo>
                    <a:pt x="167347" y="343166"/>
                  </a:lnTo>
                  <a:lnTo>
                    <a:pt x="177139" y="345147"/>
                  </a:lnTo>
                  <a:lnTo>
                    <a:pt x="186931" y="343166"/>
                  </a:lnTo>
                  <a:lnTo>
                    <a:pt x="194932" y="337781"/>
                  </a:lnTo>
                  <a:lnTo>
                    <a:pt x="200329" y="329780"/>
                  </a:lnTo>
                  <a:lnTo>
                    <a:pt x="202298" y="319989"/>
                  </a:lnTo>
                  <a:close/>
                </a:path>
                <a:path w="354329" h="345439">
                  <a:moveTo>
                    <a:pt x="202298" y="221716"/>
                  </a:moveTo>
                  <a:lnTo>
                    <a:pt x="200329" y="211924"/>
                  </a:lnTo>
                  <a:lnTo>
                    <a:pt x="194932" y="203923"/>
                  </a:lnTo>
                  <a:lnTo>
                    <a:pt x="186931" y="198526"/>
                  </a:lnTo>
                  <a:lnTo>
                    <a:pt x="177139" y="196545"/>
                  </a:lnTo>
                  <a:lnTo>
                    <a:pt x="167347" y="198526"/>
                  </a:lnTo>
                  <a:lnTo>
                    <a:pt x="159346" y="203923"/>
                  </a:lnTo>
                  <a:lnTo>
                    <a:pt x="153962" y="211924"/>
                  </a:lnTo>
                  <a:lnTo>
                    <a:pt x="151980" y="221716"/>
                  </a:lnTo>
                  <a:lnTo>
                    <a:pt x="153962" y="231508"/>
                  </a:lnTo>
                  <a:lnTo>
                    <a:pt x="159346" y="239509"/>
                  </a:lnTo>
                  <a:lnTo>
                    <a:pt x="167347" y="244894"/>
                  </a:lnTo>
                  <a:lnTo>
                    <a:pt x="177139" y="246875"/>
                  </a:lnTo>
                  <a:lnTo>
                    <a:pt x="186931" y="244894"/>
                  </a:lnTo>
                  <a:lnTo>
                    <a:pt x="194932" y="239509"/>
                  </a:lnTo>
                  <a:lnTo>
                    <a:pt x="200329" y="231508"/>
                  </a:lnTo>
                  <a:lnTo>
                    <a:pt x="202298" y="221716"/>
                  </a:lnTo>
                  <a:close/>
                </a:path>
                <a:path w="354329" h="345439">
                  <a:moveTo>
                    <a:pt x="202298" y="123444"/>
                  </a:moveTo>
                  <a:lnTo>
                    <a:pt x="200329" y="113652"/>
                  </a:lnTo>
                  <a:lnTo>
                    <a:pt x="194932" y="105651"/>
                  </a:lnTo>
                  <a:lnTo>
                    <a:pt x="186931" y="100253"/>
                  </a:lnTo>
                  <a:lnTo>
                    <a:pt x="177139" y="98285"/>
                  </a:lnTo>
                  <a:lnTo>
                    <a:pt x="167347" y="100253"/>
                  </a:lnTo>
                  <a:lnTo>
                    <a:pt x="159346" y="105651"/>
                  </a:lnTo>
                  <a:lnTo>
                    <a:pt x="153962" y="113652"/>
                  </a:lnTo>
                  <a:lnTo>
                    <a:pt x="151980" y="123444"/>
                  </a:lnTo>
                  <a:lnTo>
                    <a:pt x="153962" y="133235"/>
                  </a:lnTo>
                  <a:lnTo>
                    <a:pt x="159346" y="141236"/>
                  </a:lnTo>
                  <a:lnTo>
                    <a:pt x="167347" y="146621"/>
                  </a:lnTo>
                  <a:lnTo>
                    <a:pt x="177139" y="148602"/>
                  </a:lnTo>
                  <a:lnTo>
                    <a:pt x="186931" y="146621"/>
                  </a:lnTo>
                  <a:lnTo>
                    <a:pt x="194932" y="141236"/>
                  </a:lnTo>
                  <a:lnTo>
                    <a:pt x="200329" y="133235"/>
                  </a:lnTo>
                  <a:lnTo>
                    <a:pt x="202298" y="123444"/>
                  </a:lnTo>
                  <a:close/>
                </a:path>
                <a:path w="354329" h="345439">
                  <a:moveTo>
                    <a:pt x="202298" y="25158"/>
                  </a:moveTo>
                  <a:lnTo>
                    <a:pt x="200329" y="15367"/>
                  </a:lnTo>
                  <a:lnTo>
                    <a:pt x="194932" y="7366"/>
                  </a:lnTo>
                  <a:lnTo>
                    <a:pt x="186931" y="1981"/>
                  </a:lnTo>
                  <a:lnTo>
                    <a:pt x="177139" y="0"/>
                  </a:lnTo>
                  <a:lnTo>
                    <a:pt x="167347" y="1981"/>
                  </a:lnTo>
                  <a:lnTo>
                    <a:pt x="159346" y="7366"/>
                  </a:lnTo>
                  <a:lnTo>
                    <a:pt x="153962" y="15367"/>
                  </a:lnTo>
                  <a:lnTo>
                    <a:pt x="151980" y="25158"/>
                  </a:lnTo>
                  <a:lnTo>
                    <a:pt x="153962" y="34950"/>
                  </a:lnTo>
                  <a:lnTo>
                    <a:pt x="159346" y="42951"/>
                  </a:lnTo>
                  <a:lnTo>
                    <a:pt x="167347" y="48348"/>
                  </a:lnTo>
                  <a:lnTo>
                    <a:pt x="177139" y="50330"/>
                  </a:lnTo>
                  <a:lnTo>
                    <a:pt x="186931" y="48348"/>
                  </a:lnTo>
                  <a:lnTo>
                    <a:pt x="194932" y="42951"/>
                  </a:lnTo>
                  <a:lnTo>
                    <a:pt x="200329" y="34950"/>
                  </a:lnTo>
                  <a:lnTo>
                    <a:pt x="202298" y="25158"/>
                  </a:lnTo>
                  <a:close/>
                </a:path>
                <a:path w="354329" h="345439">
                  <a:moveTo>
                    <a:pt x="275437" y="266623"/>
                  </a:moveTo>
                  <a:lnTo>
                    <a:pt x="273456" y="256832"/>
                  </a:lnTo>
                  <a:lnTo>
                    <a:pt x="268071" y="248831"/>
                  </a:lnTo>
                  <a:lnTo>
                    <a:pt x="260070" y="243433"/>
                  </a:lnTo>
                  <a:lnTo>
                    <a:pt x="250278" y="241452"/>
                  </a:lnTo>
                  <a:lnTo>
                    <a:pt x="240487" y="243433"/>
                  </a:lnTo>
                  <a:lnTo>
                    <a:pt x="232486" y="248831"/>
                  </a:lnTo>
                  <a:lnTo>
                    <a:pt x="227088" y="256832"/>
                  </a:lnTo>
                  <a:lnTo>
                    <a:pt x="225120" y="266623"/>
                  </a:lnTo>
                  <a:lnTo>
                    <a:pt x="227088" y="276415"/>
                  </a:lnTo>
                  <a:lnTo>
                    <a:pt x="232486" y="284416"/>
                  </a:lnTo>
                  <a:lnTo>
                    <a:pt x="240487" y="289801"/>
                  </a:lnTo>
                  <a:lnTo>
                    <a:pt x="250278" y="291782"/>
                  </a:lnTo>
                  <a:lnTo>
                    <a:pt x="260070" y="289801"/>
                  </a:lnTo>
                  <a:lnTo>
                    <a:pt x="268071" y="284416"/>
                  </a:lnTo>
                  <a:lnTo>
                    <a:pt x="273456" y="276415"/>
                  </a:lnTo>
                  <a:lnTo>
                    <a:pt x="275437" y="266623"/>
                  </a:lnTo>
                  <a:close/>
                </a:path>
                <a:path w="354329" h="345439">
                  <a:moveTo>
                    <a:pt x="275437" y="168351"/>
                  </a:moveTo>
                  <a:lnTo>
                    <a:pt x="273456" y="158559"/>
                  </a:lnTo>
                  <a:lnTo>
                    <a:pt x="268071" y="150558"/>
                  </a:lnTo>
                  <a:lnTo>
                    <a:pt x="260070" y="145161"/>
                  </a:lnTo>
                  <a:lnTo>
                    <a:pt x="250278" y="143179"/>
                  </a:lnTo>
                  <a:lnTo>
                    <a:pt x="240487" y="145161"/>
                  </a:lnTo>
                  <a:lnTo>
                    <a:pt x="232486" y="150558"/>
                  </a:lnTo>
                  <a:lnTo>
                    <a:pt x="227088" y="158559"/>
                  </a:lnTo>
                  <a:lnTo>
                    <a:pt x="225120" y="168351"/>
                  </a:lnTo>
                  <a:lnTo>
                    <a:pt x="227088" y="178142"/>
                  </a:lnTo>
                  <a:lnTo>
                    <a:pt x="232486" y="186143"/>
                  </a:lnTo>
                  <a:lnTo>
                    <a:pt x="240487" y="191528"/>
                  </a:lnTo>
                  <a:lnTo>
                    <a:pt x="250278" y="193509"/>
                  </a:lnTo>
                  <a:lnTo>
                    <a:pt x="260070" y="191528"/>
                  </a:lnTo>
                  <a:lnTo>
                    <a:pt x="268071" y="186143"/>
                  </a:lnTo>
                  <a:lnTo>
                    <a:pt x="273456" y="178142"/>
                  </a:lnTo>
                  <a:lnTo>
                    <a:pt x="275437" y="168351"/>
                  </a:lnTo>
                  <a:close/>
                </a:path>
                <a:path w="354329" h="345439">
                  <a:moveTo>
                    <a:pt x="275437" y="70065"/>
                  </a:moveTo>
                  <a:lnTo>
                    <a:pt x="273456" y="60274"/>
                  </a:lnTo>
                  <a:lnTo>
                    <a:pt x="268071" y="52285"/>
                  </a:lnTo>
                  <a:lnTo>
                    <a:pt x="260070" y="46888"/>
                  </a:lnTo>
                  <a:lnTo>
                    <a:pt x="250278" y="44907"/>
                  </a:lnTo>
                  <a:lnTo>
                    <a:pt x="240487" y="46888"/>
                  </a:lnTo>
                  <a:lnTo>
                    <a:pt x="232486" y="52285"/>
                  </a:lnTo>
                  <a:lnTo>
                    <a:pt x="227088" y="60274"/>
                  </a:lnTo>
                  <a:lnTo>
                    <a:pt x="225120" y="70065"/>
                  </a:lnTo>
                  <a:lnTo>
                    <a:pt x="227088" y="79870"/>
                  </a:lnTo>
                  <a:lnTo>
                    <a:pt x="232486" y="87858"/>
                  </a:lnTo>
                  <a:lnTo>
                    <a:pt x="240487" y="93256"/>
                  </a:lnTo>
                  <a:lnTo>
                    <a:pt x="250278" y="95237"/>
                  </a:lnTo>
                  <a:lnTo>
                    <a:pt x="260070" y="93256"/>
                  </a:lnTo>
                  <a:lnTo>
                    <a:pt x="268071" y="87858"/>
                  </a:lnTo>
                  <a:lnTo>
                    <a:pt x="273456" y="79870"/>
                  </a:lnTo>
                  <a:lnTo>
                    <a:pt x="275437" y="70065"/>
                  </a:lnTo>
                  <a:close/>
                </a:path>
                <a:path w="354329" h="345439">
                  <a:moveTo>
                    <a:pt x="354279" y="319989"/>
                  </a:moveTo>
                  <a:lnTo>
                    <a:pt x="352310" y="310197"/>
                  </a:lnTo>
                  <a:lnTo>
                    <a:pt x="346913" y="302196"/>
                  </a:lnTo>
                  <a:lnTo>
                    <a:pt x="338912" y="296799"/>
                  </a:lnTo>
                  <a:lnTo>
                    <a:pt x="329120" y="294830"/>
                  </a:lnTo>
                  <a:lnTo>
                    <a:pt x="319328" y="296799"/>
                  </a:lnTo>
                  <a:lnTo>
                    <a:pt x="311327" y="302196"/>
                  </a:lnTo>
                  <a:lnTo>
                    <a:pt x="305943" y="310197"/>
                  </a:lnTo>
                  <a:lnTo>
                    <a:pt x="303961" y="319989"/>
                  </a:lnTo>
                  <a:lnTo>
                    <a:pt x="305943" y="329780"/>
                  </a:lnTo>
                  <a:lnTo>
                    <a:pt x="311327" y="337781"/>
                  </a:lnTo>
                  <a:lnTo>
                    <a:pt x="319328" y="343166"/>
                  </a:lnTo>
                  <a:lnTo>
                    <a:pt x="329120" y="345147"/>
                  </a:lnTo>
                  <a:lnTo>
                    <a:pt x="338912" y="343166"/>
                  </a:lnTo>
                  <a:lnTo>
                    <a:pt x="346913" y="337781"/>
                  </a:lnTo>
                  <a:lnTo>
                    <a:pt x="352310" y="329780"/>
                  </a:lnTo>
                  <a:lnTo>
                    <a:pt x="354279" y="319989"/>
                  </a:lnTo>
                  <a:close/>
                </a:path>
                <a:path w="354329" h="345439">
                  <a:moveTo>
                    <a:pt x="354279" y="221716"/>
                  </a:moveTo>
                  <a:lnTo>
                    <a:pt x="352310" y="211924"/>
                  </a:lnTo>
                  <a:lnTo>
                    <a:pt x="346913" y="203923"/>
                  </a:lnTo>
                  <a:lnTo>
                    <a:pt x="338912" y="198526"/>
                  </a:lnTo>
                  <a:lnTo>
                    <a:pt x="329120" y="196545"/>
                  </a:lnTo>
                  <a:lnTo>
                    <a:pt x="319328" y="198526"/>
                  </a:lnTo>
                  <a:lnTo>
                    <a:pt x="311327" y="203923"/>
                  </a:lnTo>
                  <a:lnTo>
                    <a:pt x="305943" y="211924"/>
                  </a:lnTo>
                  <a:lnTo>
                    <a:pt x="303961" y="221716"/>
                  </a:lnTo>
                  <a:lnTo>
                    <a:pt x="305943" y="231508"/>
                  </a:lnTo>
                  <a:lnTo>
                    <a:pt x="311327" y="239509"/>
                  </a:lnTo>
                  <a:lnTo>
                    <a:pt x="319328" y="244894"/>
                  </a:lnTo>
                  <a:lnTo>
                    <a:pt x="329120" y="246875"/>
                  </a:lnTo>
                  <a:lnTo>
                    <a:pt x="338912" y="244894"/>
                  </a:lnTo>
                  <a:lnTo>
                    <a:pt x="346913" y="239509"/>
                  </a:lnTo>
                  <a:lnTo>
                    <a:pt x="352310" y="231508"/>
                  </a:lnTo>
                  <a:lnTo>
                    <a:pt x="354279" y="221716"/>
                  </a:lnTo>
                  <a:close/>
                </a:path>
                <a:path w="354329" h="345439">
                  <a:moveTo>
                    <a:pt x="354279" y="123444"/>
                  </a:moveTo>
                  <a:lnTo>
                    <a:pt x="352310" y="113652"/>
                  </a:lnTo>
                  <a:lnTo>
                    <a:pt x="346913" y="105651"/>
                  </a:lnTo>
                  <a:lnTo>
                    <a:pt x="338912" y="100253"/>
                  </a:lnTo>
                  <a:lnTo>
                    <a:pt x="329120" y="98285"/>
                  </a:lnTo>
                  <a:lnTo>
                    <a:pt x="319328" y="100253"/>
                  </a:lnTo>
                  <a:lnTo>
                    <a:pt x="311327" y="105651"/>
                  </a:lnTo>
                  <a:lnTo>
                    <a:pt x="305943" y="113652"/>
                  </a:lnTo>
                  <a:lnTo>
                    <a:pt x="303961" y="123444"/>
                  </a:lnTo>
                  <a:lnTo>
                    <a:pt x="305943" y="133235"/>
                  </a:lnTo>
                  <a:lnTo>
                    <a:pt x="311327" y="141236"/>
                  </a:lnTo>
                  <a:lnTo>
                    <a:pt x="319328" y="146621"/>
                  </a:lnTo>
                  <a:lnTo>
                    <a:pt x="329120" y="148602"/>
                  </a:lnTo>
                  <a:lnTo>
                    <a:pt x="338912" y="146621"/>
                  </a:lnTo>
                  <a:lnTo>
                    <a:pt x="346913" y="141236"/>
                  </a:lnTo>
                  <a:lnTo>
                    <a:pt x="352310" y="133235"/>
                  </a:lnTo>
                  <a:lnTo>
                    <a:pt x="354279" y="123444"/>
                  </a:lnTo>
                  <a:close/>
                </a:path>
                <a:path w="354329" h="345439">
                  <a:moveTo>
                    <a:pt x="354279" y="25158"/>
                  </a:moveTo>
                  <a:lnTo>
                    <a:pt x="352310" y="15367"/>
                  </a:lnTo>
                  <a:lnTo>
                    <a:pt x="346913" y="7366"/>
                  </a:lnTo>
                  <a:lnTo>
                    <a:pt x="338912" y="1981"/>
                  </a:lnTo>
                  <a:lnTo>
                    <a:pt x="329120" y="0"/>
                  </a:lnTo>
                  <a:lnTo>
                    <a:pt x="319328" y="1981"/>
                  </a:lnTo>
                  <a:lnTo>
                    <a:pt x="311327" y="7366"/>
                  </a:lnTo>
                  <a:lnTo>
                    <a:pt x="305943" y="15367"/>
                  </a:lnTo>
                  <a:lnTo>
                    <a:pt x="303961" y="25158"/>
                  </a:lnTo>
                  <a:lnTo>
                    <a:pt x="305943" y="34950"/>
                  </a:lnTo>
                  <a:lnTo>
                    <a:pt x="311327" y="42951"/>
                  </a:lnTo>
                  <a:lnTo>
                    <a:pt x="319328" y="48348"/>
                  </a:lnTo>
                  <a:lnTo>
                    <a:pt x="329120" y="50330"/>
                  </a:lnTo>
                  <a:lnTo>
                    <a:pt x="338912" y="48348"/>
                  </a:lnTo>
                  <a:lnTo>
                    <a:pt x="346913" y="42951"/>
                  </a:lnTo>
                  <a:lnTo>
                    <a:pt x="352310" y="34950"/>
                  </a:lnTo>
                  <a:lnTo>
                    <a:pt x="354279" y="25158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080054" y="3647555"/>
              <a:ext cx="442595" cy="1356995"/>
            </a:xfrm>
            <a:custGeom>
              <a:avLst/>
              <a:gdLst/>
              <a:ahLst/>
              <a:cxnLst/>
              <a:rect l="l" t="t" r="r" b="b"/>
              <a:pathLst>
                <a:path w="442595" h="1356995">
                  <a:moveTo>
                    <a:pt x="394469" y="0"/>
                  </a:moveTo>
                  <a:lnTo>
                    <a:pt x="47831" y="0"/>
                  </a:lnTo>
                  <a:lnTo>
                    <a:pt x="29247" y="3740"/>
                  </a:lnTo>
                  <a:lnTo>
                    <a:pt x="14040" y="13961"/>
                  </a:lnTo>
                  <a:lnTo>
                    <a:pt x="3770" y="29159"/>
                  </a:lnTo>
                  <a:lnTo>
                    <a:pt x="0" y="47831"/>
                  </a:lnTo>
                  <a:lnTo>
                    <a:pt x="0" y="48888"/>
                  </a:lnTo>
                  <a:lnTo>
                    <a:pt x="3770" y="67471"/>
                  </a:lnTo>
                  <a:lnTo>
                    <a:pt x="14040" y="82679"/>
                  </a:lnTo>
                  <a:lnTo>
                    <a:pt x="29247" y="92949"/>
                  </a:lnTo>
                  <a:lnTo>
                    <a:pt x="47831" y="96719"/>
                  </a:lnTo>
                  <a:lnTo>
                    <a:pt x="91033" y="96719"/>
                  </a:lnTo>
                  <a:lnTo>
                    <a:pt x="91033" y="1227439"/>
                  </a:lnTo>
                  <a:lnTo>
                    <a:pt x="101168" y="1277636"/>
                  </a:lnTo>
                  <a:lnTo>
                    <a:pt x="128804" y="1318627"/>
                  </a:lnTo>
                  <a:lnTo>
                    <a:pt x="169796" y="1346264"/>
                  </a:lnTo>
                  <a:lnTo>
                    <a:pt x="219993" y="1356398"/>
                  </a:lnTo>
                  <a:lnTo>
                    <a:pt x="222516" y="1356398"/>
                  </a:lnTo>
                  <a:lnTo>
                    <a:pt x="272713" y="1346264"/>
                  </a:lnTo>
                  <a:lnTo>
                    <a:pt x="313705" y="1318627"/>
                  </a:lnTo>
                  <a:lnTo>
                    <a:pt x="341342" y="1277636"/>
                  </a:lnTo>
                  <a:lnTo>
                    <a:pt x="351476" y="1227439"/>
                  </a:lnTo>
                  <a:lnTo>
                    <a:pt x="351476" y="96719"/>
                  </a:lnTo>
                  <a:lnTo>
                    <a:pt x="394469" y="96719"/>
                  </a:lnTo>
                  <a:lnTo>
                    <a:pt x="413174" y="92949"/>
                  </a:lnTo>
                  <a:lnTo>
                    <a:pt x="428443" y="82679"/>
                  </a:lnTo>
                  <a:lnTo>
                    <a:pt x="438736" y="67471"/>
                  </a:lnTo>
                  <a:lnTo>
                    <a:pt x="442510" y="48888"/>
                  </a:lnTo>
                  <a:lnTo>
                    <a:pt x="442510" y="47831"/>
                  </a:lnTo>
                  <a:lnTo>
                    <a:pt x="438736" y="29159"/>
                  </a:lnTo>
                  <a:lnTo>
                    <a:pt x="428443" y="13961"/>
                  </a:lnTo>
                  <a:lnTo>
                    <a:pt x="413174" y="3740"/>
                  </a:lnTo>
                  <a:lnTo>
                    <a:pt x="394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9171088" y="4413390"/>
              <a:ext cx="260985" cy="591185"/>
            </a:xfrm>
            <a:custGeom>
              <a:avLst/>
              <a:gdLst/>
              <a:ahLst/>
              <a:cxnLst/>
              <a:rect l="l" t="t" r="r" b="b"/>
              <a:pathLst>
                <a:path w="260984" h="591185">
                  <a:moveTo>
                    <a:pt x="260442" y="0"/>
                  </a:moveTo>
                  <a:lnTo>
                    <a:pt x="0" y="0"/>
                  </a:lnTo>
                  <a:lnTo>
                    <a:pt x="0" y="461598"/>
                  </a:lnTo>
                  <a:lnTo>
                    <a:pt x="10134" y="511795"/>
                  </a:lnTo>
                  <a:lnTo>
                    <a:pt x="37771" y="552786"/>
                  </a:lnTo>
                  <a:lnTo>
                    <a:pt x="78762" y="580423"/>
                  </a:lnTo>
                  <a:lnTo>
                    <a:pt x="128959" y="590557"/>
                  </a:lnTo>
                  <a:lnTo>
                    <a:pt x="131482" y="590557"/>
                  </a:lnTo>
                  <a:lnTo>
                    <a:pt x="181680" y="580423"/>
                  </a:lnTo>
                  <a:lnTo>
                    <a:pt x="222671" y="552786"/>
                  </a:lnTo>
                  <a:lnTo>
                    <a:pt x="250308" y="511795"/>
                  </a:lnTo>
                  <a:lnTo>
                    <a:pt x="260442" y="461598"/>
                  </a:lnTo>
                  <a:lnTo>
                    <a:pt x="260442" y="0"/>
                  </a:lnTo>
                  <a:close/>
                </a:path>
              </a:pathLst>
            </a:custGeom>
            <a:solidFill>
              <a:srgbClr val="13B9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9170998" y="3744797"/>
              <a:ext cx="260985" cy="78105"/>
            </a:xfrm>
            <a:custGeom>
              <a:avLst/>
              <a:gdLst/>
              <a:ahLst/>
              <a:cxnLst/>
              <a:rect l="l" t="t" r="r" b="b"/>
              <a:pathLst>
                <a:path w="260984" h="78104">
                  <a:moveTo>
                    <a:pt x="260526" y="0"/>
                  </a:moveTo>
                  <a:lnTo>
                    <a:pt x="0" y="0"/>
                  </a:lnTo>
                  <a:lnTo>
                    <a:pt x="0" y="78081"/>
                  </a:lnTo>
                  <a:lnTo>
                    <a:pt x="260526" y="78081"/>
                  </a:lnTo>
                  <a:lnTo>
                    <a:pt x="26052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789670" y="6156384"/>
              <a:ext cx="485140" cy="1487170"/>
            </a:xfrm>
            <a:custGeom>
              <a:avLst/>
              <a:gdLst/>
              <a:ahLst/>
              <a:cxnLst/>
              <a:rect l="l" t="t" r="r" b="b"/>
              <a:pathLst>
                <a:path w="485140" h="1487170">
                  <a:moveTo>
                    <a:pt x="432437" y="0"/>
                  </a:moveTo>
                  <a:lnTo>
                    <a:pt x="52438" y="0"/>
                  </a:lnTo>
                  <a:lnTo>
                    <a:pt x="32061" y="4100"/>
                  </a:lnTo>
                  <a:lnTo>
                    <a:pt x="15389" y="15303"/>
                  </a:lnTo>
                  <a:lnTo>
                    <a:pt x="4132" y="31964"/>
                  </a:lnTo>
                  <a:lnTo>
                    <a:pt x="0" y="52438"/>
                  </a:lnTo>
                  <a:lnTo>
                    <a:pt x="0" y="53589"/>
                  </a:lnTo>
                  <a:lnTo>
                    <a:pt x="4132" y="73966"/>
                  </a:lnTo>
                  <a:lnTo>
                    <a:pt x="15389" y="90638"/>
                  </a:lnTo>
                  <a:lnTo>
                    <a:pt x="32061" y="101895"/>
                  </a:lnTo>
                  <a:lnTo>
                    <a:pt x="52438" y="106028"/>
                  </a:lnTo>
                  <a:lnTo>
                    <a:pt x="99787" y="106028"/>
                  </a:lnTo>
                  <a:lnTo>
                    <a:pt x="99787" y="1345603"/>
                  </a:lnTo>
                  <a:lnTo>
                    <a:pt x="106995" y="1390288"/>
                  </a:lnTo>
                  <a:lnTo>
                    <a:pt x="127065" y="1429095"/>
                  </a:lnTo>
                  <a:lnTo>
                    <a:pt x="157669" y="1459696"/>
                  </a:lnTo>
                  <a:lnTo>
                    <a:pt x="196478" y="1479764"/>
                  </a:lnTo>
                  <a:lnTo>
                    <a:pt x="241165" y="1486970"/>
                  </a:lnTo>
                  <a:lnTo>
                    <a:pt x="243940" y="1486970"/>
                  </a:lnTo>
                  <a:lnTo>
                    <a:pt x="288621" y="1479764"/>
                  </a:lnTo>
                  <a:lnTo>
                    <a:pt x="327428" y="1459696"/>
                  </a:lnTo>
                  <a:lnTo>
                    <a:pt x="358030" y="1429095"/>
                  </a:lnTo>
                  <a:lnTo>
                    <a:pt x="378100" y="1390288"/>
                  </a:lnTo>
                  <a:lnTo>
                    <a:pt x="385307" y="1345603"/>
                  </a:lnTo>
                  <a:lnTo>
                    <a:pt x="385307" y="106028"/>
                  </a:lnTo>
                  <a:lnTo>
                    <a:pt x="432437" y="106028"/>
                  </a:lnTo>
                  <a:lnTo>
                    <a:pt x="452946" y="101895"/>
                  </a:lnTo>
                  <a:lnTo>
                    <a:pt x="469687" y="90638"/>
                  </a:lnTo>
                  <a:lnTo>
                    <a:pt x="480969" y="73966"/>
                  </a:lnTo>
                  <a:lnTo>
                    <a:pt x="485105" y="53589"/>
                  </a:lnTo>
                  <a:lnTo>
                    <a:pt x="485105" y="52438"/>
                  </a:lnTo>
                  <a:lnTo>
                    <a:pt x="480969" y="31964"/>
                  </a:lnTo>
                  <a:lnTo>
                    <a:pt x="469687" y="15303"/>
                  </a:lnTo>
                  <a:lnTo>
                    <a:pt x="452946" y="4100"/>
                  </a:lnTo>
                  <a:lnTo>
                    <a:pt x="432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0889462" y="6624360"/>
              <a:ext cx="285750" cy="1019175"/>
            </a:xfrm>
            <a:custGeom>
              <a:avLst/>
              <a:gdLst/>
              <a:ahLst/>
              <a:cxnLst/>
              <a:rect l="l" t="t" r="r" b="b"/>
              <a:pathLst>
                <a:path w="285750" h="1019175">
                  <a:moveTo>
                    <a:pt x="285520" y="0"/>
                  </a:moveTo>
                  <a:lnTo>
                    <a:pt x="0" y="0"/>
                  </a:lnTo>
                  <a:lnTo>
                    <a:pt x="0" y="877627"/>
                  </a:lnTo>
                  <a:lnTo>
                    <a:pt x="7207" y="922313"/>
                  </a:lnTo>
                  <a:lnTo>
                    <a:pt x="27277" y="961120"/>
                  </a:lnTo>
                  <a:lnTo>
                    <a:pt x="57881" y="991721"/>
                  </a:lnTo>
                  <a:lnTo>
                    <a:pt x="96691" y="1011788"/>
                  </a:lnTo>
                  <a:lnTo>
                    <a:pt x="141377" y="1018995"/>
                  </a:lnTo>
                  <a:lnTo>
                    <a:pt x="144142" y="1018995"/>
                  </a:lnTo>
                  <a:lnTo>
                    <a:pt x="188828" y="1011788"/>
                  </a:lnTo>
                  <a:lnTo>
                    <a:pt x="227638" y="991721"/>
                  </a:lnTo>
                  <a:lnTo>
                    <a:pt x="258242" y="961120"/>
                  </a:lnTo>
                  <a:lnTo>
                    <a:pt x="278312" y="922313"/>
                  </a:lnTo>
                  <a:lnTo>
                    <a:pt x="285520" y="877627"/>
                  </a:lnTo>
                  <a:lnTo>
                    <a:pt x="285520" y="0"/>
                  </a:lnTo>
                  <a:close/>
                </a:path>
              </a:pathLst>
            </a:custGeom>
            <a:solidFill>
              <a:srgbClr val="3E6B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889375" y="6262982"/>
              <a:ext cx="285750" cy="85725"/>
            </a:xfrm>
            <a:custGeom>
              <a:avLst/>
              <a:gdLst/>
              <a:ahLst/>
              <a:cxnLst/>
              <a:rect l="l" t="t" r="r" b="b"/>
              <a:pathLst>
                <a:path w="285750" h="85725">
                  <a:moveTo>
                    <a:pt x="285603" y="0"/>
                  </a:moveTo>
                  <a:lnTo>
                    <a:pt x="0" y="0"/>
                  </a:lnTo>
                  <a:lnTo>
                    <a:pt x="0" y="85599"/>
                  </a:lnTo>
                  <a:lnTo>
                    <a:pt x="285603" y="85599"/>
                  </a:lnTo>
                  <a:lnTo>
                    <a:pt x="28560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72574" y="2188239"/>
              <a:ext cx="6840736" cy="700786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8720936" y="8769992"/>
              <a:ext cx="720725" cy="265430"/>
            </a:xfrm>
            <a:custGeom>
              <a:avLst/>
              <a:gdLst/>
              <a:ahLst/>
              <a:cxnLst/>
              <a:rect l="l" t="t" r="r" b="b"/>
              <a:pathLst>
                <a:path w="720725" h="265429">
                  <a:moveTo>
                    <a:pt x="589207" y="0"/>
                  </a:moveTo>
                  <a:lnTo>
                    <a:pt x="131137" y="0"/>
                  </a:lnTo>
                  <a:lnTo>
                    <a:pt x="80091" y="10306"/>
                  </a:lnTo>
                  <a:lnTo>
                    <a:pt x="38408" y="38413"/>
                  </a:lnTo>
                  <a:lnTo>
                    <a:pt x="10305" y="80100"/>
                  </a:lnTo>
                  <a:lnTo>
                    <a:pt x="0" y="131147"/>
                  </a:lnTo>
                  <a:lnTo>
                    <a:pt x="0" y="133796"/>
                  </a:lnTo>
                  <a:lnTo>
                    <a:pt x="10305" y="184844"/>
                  </a:lnTo>
                  <a:lnTo>
                    <a:pt x="38408" y="226531"/>
                  </a:lnTo>
                  <a:lnTo>
                    <a:pt x="80091" y="254638"/>
                  </a:lnTo>
                  <a:lnTo>
                    <a:pt x="131137" y="264944"/>
                  </a:lnTo>
                  <a:lnTo>
                    <a:pt x="589207" y="264944"/>
                  </a:lnTo>
                  <a:lnTo>
                    <a:pt x="640254" y="254638"/>
                  </a:lnTo>
                  <a:lnTo>
                    <a:pt x="681941" y="226531"/>
                  </a:lnTo>
                  <a:lnTo>
                    <a:pt x="710048" y="184844"/>
                  </a:lnTo>
                  <a:lnTo>
                    <a:pt x="720355" y="133796"/>
                  </a:lnTo>
                  <a:lnTo>
                    <a:pt x="720355" y="131147"/>
                  </a:lnTo>
                  <a:lnTo>
                    <a:pt x="710048" y="80100"/>
                  </a:lnTo>
                  <a:lnTo>
                    <a:pt x="681941" y="38413"/>
                  </a:lnTo>
                  <a:lnTo>
                    <a:pt x="640254" y="10306"/>
                  </a:lnTo>
                  <a:lnTo>
                    <a:pt x="589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8704294" y="8753377"/>
              <a:ext cx="370840" cy="298450"/>
            </a:xfrm>
            <a:custGeom>
              <a:avLst/>
              <a:gdLst/>
              <a:ahLst/>
              <a:cxnLst/>
              <a:rect l="l" t="t" r="r" b="b"/>
              <a:pathLst>
                <a:path w="370840" h="298450">
                  <a:moveTo>
                    <a:pt x="370418" y="0"/>
                  </a:moveTo>
                  <a:lnTo>
                    <a:pt x="147765" y="0"/>
                  </a:lnTo>
                  <a:lnTo>
                    <a:pt x="101119" y="7546"/>
                  </a:lnTo>
                  <a:lnTo>
                    <a:pt x="60564" y="28548"/>
                  </a:lnTo>
                  <a:lnTo>
                    <a:pt x="28554" y="60555"/>
                  </a:lnTo>
                  <a:lnTo>
                    <a:pt x="7548" y="101111"/>
                  </a:lnTo>
                  <a:lnTo>
                    <a:pt x="0" y="147765"/>
                  </a:lnTo>
                  <a:lnTo>
                    <a:pt x="7548" y="195711"/>
                  </a:lnTo>
                  <a:lnTo>
                    <a:pt x="28554" y="237052"/>
                  </a:lnTo>
                  <a:lnTo>
                    <a:pt x="60564" y="269461"/>
                  </a:lnTo>
                  <a:lnTo>
                    <a:pt x="101119" y="290612"/>
                  </a:lnTo>
                  <a:lnTo>
                    <a:pt x="147765" y="298179"/>
                  </a:lnTo>
                  <a:lnTo>
                    <a:pt x="370418" y="298179"/>
                  </a:lnTo>
                  <a:lnTo>
                    <a:pt x="370418" y="0"/>
                  </a:lnTo>
                  <a:close/>
                </a:path>
              </a:pathLst>
            </a:custGeom>
            <a:solidFill>
              <a:srgbClr val="0EA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740530" y="8786621"/>
              <a:ext cx="298450" cy="144145"/>
            </a:xfrm>
            <a:custGeom>
              <a:avLst/>
              <a:gdLst/>
              <a:ahLst/>
              <a:cxnLst/>
              <a:rect l="l" t="t" r="r" b="b"/>
              <a:pathLst>
                <a:path w="298450" h="144145">
                  <a:moveTo>
                    <a:pt x="277164" y="0"/>
                  </a:moveTo>
                  <a:lnTo>
                    <a:pt x="123053" y="0"/>
                  </a:lnTo>
                  <a:lnTo>
                    <a:pt x="75201" y="9684"/>
                  </a:lnTo>
                  <a:lnTo>
                    <a:pt x="36082" y="36078"/>
                  </a:lnTo>
                  <a:lnTo>
                    <a:pt x="9685" y="75197"/>
                  </a:lnTo>
                  <a:lnTo>
                    <a:pt x="0" y="123053"/>
                  </a:lnTo>
                  <a:lnTo>
                    <a:pt x="1632" y="131141"/>
                  </a:lnTo>
                  <a:lnTo>
                    <a:pt x="6084" y="137744"/>
                  </a:lnTo>
                  <a:lnTo>
                    <a:pt x="12691" y="142195"/>
                  </a:lnTo>
                  <a:lnTo>
                    <a:pt x="20784" y="143828"/>
                  </a:lnTo>
                  <a:lnTo>
                    <a:pt x="28876" y="142195"/>
                  </a:lnTo>
                  <a:lnTo>
                    <a:pt x="35479" y="137744"/>
                  </a:lnTo>
                  <a:lnTo>
                    <a:pt x="39928" y="131141"/>
                  </a:lnTo>
                  <a:lnTo>
                    <a:pt x="47975" y="91363"/>
                  </a:lnTo>
                  <a:lnTo>
                    <a:pt x="65461" y="65452"/>
                  </a:lnTo>
                  <a:lnTo>
                    <a:pt x="91369" y="47965"/>
                  </a:lnTo>
                  <a:lnTo>
                    <a:pt x="123053" y="41548"/>
                  </a:lnTo>
                  <a:lnTo>
                    <a:pt x="277164" y="41548"/>
                  </a:lnTo>
                  <a:lnTo>
                    <a:pt x="285251" y="39917"/>
                  </a:lnTo>
                  <a:lnTo>
                    <a:pt x="291854" y="35468"/>
                  </a:lnTo>
                  <a:lnTo>
                    <a:pt x="296306" y="28866"/>
                  </a:lnTo>
                  <a:lnTo>
                    <a:pt x="297938" y="20774"/>
                  </a:lnTo>
                  <a:lnTo>
                    <a:pt x="296306" y="12682"/>
                  </a:lnTo>
                  <a:lnTo>
                    <a:pt x="291854" y="6079"/>
                  </a:lnTo>
                  <a:lnTo>
                    <a:pt x="285251" y="1630"/>
                  </a:lnTo>
                  <a:lnTo>
                    <a:pt x="277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874991" y="2988694"/>
            <a:ext cx="2755265" cy="1402080"/>
            <a:chOff x="3874991" y="2988694"/>
            <a:chExt cx="2755265" cy="1402080"/>
          </a:xfrm>
        </p:grpSpPr>
        <p:sp>
          <p:nvSpPr>
            <p:cNvPr id="3" name="object 3" descr=""/>
            <p:cNvSpPr/>
            <p:nvPr/>
          </p:nvSpPr>
          <p:spPr>
            <a:xfrm>
              <a:off x="3874991" y="2988694"/>
              <a:ext cx="2755265" cy="1402080"/>
            </a:xfrm>
            <a:custGeom>
              <a:avLst/>
              <a:gdLst/>
              <a:ahLst/>
              <a:cxnLst/>
              <a:rect l="l" t="t" r="r" b="b"/>
              <a:pathLst>
                <a:path w="2755265" h="1402079">
                  <a:moveTo>
                    <a:pt x="2754638" y="0"/>
                  </a:moveTo>
                  <a:lnTo>
                    <a:pt x="0" y="0"/>
                  </a:lnTo>
                  <a:lnTo>
                    <a:pt x="0" y="1401622"/>
                  </a:lnTo>
                  <a:lnTo>
                    <a:pt x="2754638" y="1401622"/>
                  </a:lnTo>
                  <a:lnTo>
                    <a:pt x="275463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956015" y="3053509"/>
              <a:ext cx="2592705" cy="1272540"/>
            </a:xfrm>
            <a:custGeom>
              <a:avLst/>
              <a:gdLst/>
              <a:ahLst/>
              <a:cxnLst/>
              <a:rect l="l" t="t" r="r" b="b"/>
              <a:pathLst>
                <a:path w="2592704" h="1272539">
                  <a:moveTo>
                    <a:pt x="2592601" y="0"/>
                  </a:moveTo>
                  <a:lnTo>
                    <a:pt x="0" y="0"/>
                  </a:lnTo>
                  <a:lnTo>
                    <a:pt x="0" y="1271992"/>
                  </a:lnTo>
                  <a:lnTo>
                    <a:pt x="2592601" y="1271992"/>
                  </a:lnTo>
                  <a:lnTo>
                    <a:pt x="2592601" y="0"/>
                  </a:lnTo>
                  <a:close/>
                </a:path>
              </a:pathLst>
            </a:custGeom>
            <a:solidFill>
              <a:srgbClr val="B5D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957561" y="3053517"/>
              <a:ext cx="2591435" cy="1272540"/>
            </a:xfrm>
            <a:custGeom>
              <a:avLst/>
              <a:gdLst/>
              <a:ahLst/>
              <a:cxnLst/>
              <a:rect l="l" t="t" r="r" b="b"/>
              <a:pathLst>
                <a:path w="2591434" h="1272539">
                  <a:moveTo>
                    <a:pt x="1849031" y="0"/>
                  </a:moveTo>
                  <a:lnTo>
                    <a:pt x="1742160" y="0"/>
                  </a:lnTo>
                  <a:lnTo>
                    <a:pt x="0" y="1271993"/>
                  </a:lnTo>
                  <a:lnTo>
                    <a:pt x="106870" y="1271993"/>
                  </a:lnTo>
                  <a:lnTo>
                    <a:pt x="1849031" y="0"/>
                  </a:lnTo>
                  <a:close/>
                </a:path>
                <a:path w="2591434" h="1272539">
                  <a:moveTo>
                    <a:pt x="2479344" y="0"/>
                  </a:moveTo>
                  <a:lnTo>
                    <a:pt x="2015629" y="0"/>
                  </a:lnTo>
                  <a:lnTo>
                    <a:pt x="273469" y="1271993"/>
                  </a:lnTo>
                  <a:lnTo>
                    <a:pt x="737184" y="1271993"/>
                  </a:lnTo>
                  <a:lnTo>
                    <a:pt x="2479344" y="0"/>
                  </a:lnTo>
                  <a:close/>
                </a:path>
                <a:path w="2591434" h="1272539">
                  <a:moveTo>
                    <a:pt x="2591054" y="147574"/>
                  </a:moveTo>
                  <a:lnTo>
                    <a:pt x="1051013" y="1271993"/>
                  </a:lnTo>
                  <a:lnTo>
                    <a:pt x="1270127" y="1271993"/>
                  </a:lnTo>
                  <a:lnTo>
                    <a:pt x="2591054" y="307555"/>
                  </a:lnTo>
                  <a:lnTo>
                    <a:pt x="2591054" y="147574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3371217" y="4619035"/>
            <a:ext cx="297815" cy="480695"/>
          </a:xfrm>
          <a:custGeom>
            <a:avLst/>
            <a:gdLst/>
            <a:ahLst/>
            <a:cxnLst/>
            <a:rect l="l" t="t" r="r" b="b"/>
            <a:pathLst>
              <a:path w="297814" h="480695">
                <a:moveTo>
                  <a:pt x="12523" y="0"/>
                </a:moveTo>
                <a:lnTo>
                  <a:pt x="0" y="0"/>
                </a:lnTo>
                <a:lnTo>
                  <a:pt x="0" y="386742"/>
                </a:lnTo>
                <a:lnTo>
                  <a:pt x="5024" y="427717"/>
                </a:lnTo>
                <a:lnTo>
                  <a:pt x="20053" y="457089"/>
                </a:lnTo>
                <a:lnTo>
                  <a:pt x="45017" y="474773"/>
                </a:lnTo>
                <a:lnTo>
                  <a:pt x="79850" y="480686"/>
                </a:lnTo>
                <a:lnTo>
                  <a:pt x="118321" y="475873"/>
                </a:lnTo>
                <a:lnTo>
                  <a:pt x="140621" y="459369"/>
                </a:lnTo>
                <a:lnTo>
                  <a:pt x="150932" y="428080"/>
                </a:lnTo>
                <a:lnTo>
                  <a:pt x="153440" y="378909"/>
                </a:lnTo>
                <a:lnTo>
                  <a:pt x="152456" y="298690"/>
                </a:lnTo>
                <a:lnTo>
                  <a:pt x="154787" y="249065"/>
                </a:lnTo>
                <a:lnTo>
                  <a:pt x="162993" y="204985"/>
                </a:lnTo>
                <a:lnTo>
                  <a:pt x="186423" y="168057"/>
                </a:lnTo>
                <a:lnTo>
                  <a:pt x="209805" y="161272"/>
                </a:lnTo>
                <a:lnTo>
                  <a:pt x="297488" y="161272"/>
                </a:lnTo>
                <a:lnTo>
                  <a:pt x="297488" y="148749"/>
                </a:lnTo>
                <a:lnTo>
                  <a:pt x="209805" y="148749"/>
                </a:lnTo>
                <a:lnTo>
                  <a:pt x="198752" y="149748"/>
                </a:lnTo>
                <a:lnTo>
                  <a:pt x="151922" y="198415"/>
                </a:lnTo>
                <a:lnTo>
                  <a:pt x="142631" y="244084"/>
                </a:lnTo>
                <a:lnTo>
                  <a:pt x="139926" y="295662"/>
                </a:lnTo>
                <a:lnTo>
                  <a:pt x="140917" y="378909"/>
                </a:lnTo>
                <a:lnTo>
                  <a:pt x="138839" y="425584"/>
                </a:lnTo>
                <a:lnTo>
                  <a:pt x="130287" y="452628"/>
                </a:lnTo>
                <a:lnTo>
                  <a:pt x="111784" y="465127"/>
                </a:lnTo>
                <a:lnTo>
                  <a:pt x="79850" y="468163"/>
                </a:lnTo>
                <a:lnTo>
                  <a:pt x="49951" y="463253"/>
                </a:lnTo>
                <a:lnTo>
                  <a:pt x="28961" y="448283"/>
                </a:lnTo>
                <a:lnTo>
                  <a:pt x="16583" y="422898"/>
                </a:lnTo>
                <a:lnTo>
                  <a:pt x="12523" y="386742"/>
                </a:lnTo>
                <a:lnTo>
                  <a:pt x="12523" y="0"/>
                </a:lnTo>
                <a:close/>
              </a:path>
            </a:pathLst>
          </a:custGeom>
          <a:solidFill>
            <a:srgbClr val="5179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98660" y="4350251"/>
            <a:ext cx="2019300" cy="88265"/>
          </a:xfrm>
          <a:custGeom>
            <a:avLst/>
            <a:gdLst/>
            <a:ahLst/>
            <a:cxnLst/>
            <a:rect l="l" t="t" r="r" b="b"/>
            <a:pathLst>
              <a:path w="2019300" h="88264">
                <a:moveTo>
                  <a:pt x="434238" y="43840"/>
                </a:moveTo>
                <a:lnTo>
                  <a:pt x="430796" y="26784"/>
                </a:lnTo>
                <a:lnTo>
                  <a:pt x="421398" y="12839"/>
                </a:lnTo>
                <a:lnTo>
                  <a:pt x="407466" y="3441"/>
                </a:lnTo>
                <a:lnTo>
                  <a:pt x="390398" y="0"/>
                </a:lnTo>
                <a:lnTo>
                  <a:pt x="43840" y="0"/>
                </a:lnTo>
                <a:lnTo>
                  <a:pt x="26784" y="3441"/>
                </a:lnTo>
                <a:lnTo>
                  <a:pt x="12839" y="12839"/>
                </a:lnTo>
                <a:lnTo>
                  <a:pt x="3441" y="26784"/>
                </a:lnTo>
                <a:lnTo>
                  <a:pt x="0" y="43840"/>
                </a:lnTo>
                <a:lnTo>
                  <a:pt x="3441" y="60909"/>
                </a:lnTo>
                <a:lnTo>
                  <a:pt x="12839" y="74841"/>
                </a:lnTo>
                <a:lnTo>
                  <a:pt x="26784" y="84239"/>
                </a:lnTo>
                <a:lnTo>
                  <a:pt x="43840" y="87680"/>
                </a:lnTo>
                <a:lnTo>
                  <a:pt x="390398" y="87680"/>
                </a:lnTo>
                <a:lnTo>
                  <a:pt x="407466" y="84239"/>
                </a:lnTo>
                <a:lnTo>
                  <a:pt x="421398" y="74841"/>
                </a:lnTo>
                <a:lnTo>
                  <a:pt x="430796" y="60909"/>
                </a:lnTo>
                <a:lnTo>
                  <a:pt x="434238" y="43840"/>
                </a:lnTo>
                <a:close/>
              </a:path>
              <a:path w="2019300" h="88264">
                <a:moveTo>
                  <a:pt x="2018792" y="43840"/>
                </a:moveTo>
                <a:lnTo>
                  <a:pt x="2015337" y="26784"/>
                </a:lnTo>
                <a:lnTo>
                  <a:pt x="2005939" y="12839"/>
                </a:lnTo>
                <a:lnTo>
                  <a:pt x="1992007" y="3441"/>
                </a:lnTo>
                <a:lnTo>
                  <a:pt x="1974938" y="0"/>
                </a:lnTo>
                <a:lnTo>
                  <a:pt x="484339" y="0"/>
                </a:lnTo>
                <a:lnTo>
                  <a:pt x="467271" y="3441"/>
                </a:lnTo>
                <a:lnTo>
                  <a:pt x="453339" y="12839"/>
                </a:lnTo>
                <a:lnTo>
                  <a:pt x="443941" y="26784"/>
                </a:lnTo>
                <a:lnTo>
                  <a:pt x="440499" y="43840"/>
                </a:lnTo>
                <a:lnTo>
                  <a:pt x="443941" y="60909"/>
                </a:lnTo>
                <a:lnTo>
                  <a:pt x="453339" y="74841"/>
                </a:lnTo>
                <a:lnTo>
                  <a:pt x="467271" y="84239"/>
                </a:lnTo>
                <a:lnTo>
                  <a:pt x="484339" y="87680"/>
                </a:lnTo>
                <a:lnTo>
                  <a:pt x="1974938" y="87680"/>
                </a:lnTo>
                <a:lnTo>
                  <a:pt x="1992007" y="84239"/>
                </a:lnTo>
                <a:lnTo>
                  <a:pt x="2005939" y="74841"/>
                </a:lnTo>
                <a:lnTo>
                  <a:pt x="2015337" y="60909"/>
                </a:lnTo>
                <a:lnTo>
                  <a:pt x="2018792" y="43840"/>
                </a:lnTo>
                <a:close/>
              </a:path>
            </a:pathLst>
          </a:custGeom>
          <a:solidFill>
            <a:srgbClr val="62B9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612863" y="4901389"/>
            <a:ext cx="393700" cy="467995"/>
          </a:xfrm>
          <a:custGeom>
            <a:avLst/>
            <a:gdLst/>
            <a:ahLst/>
            <a:cxnLst/>
            <a:rect l="l" t="t" r="r" b="b"/>
            <a:pathLst>
              <a:path w="393700" h="467995">
                <a:moveTo>
                  <a:pt x="393265" y="0"/>
                </a:moveTo>
                <a:lnTo>
                  <a:pt x="0" y="0"/>
                </a:lnTo>
                <a:lnTo>
                  <a:pt x="0" y="467640"/>
                </a:lnTo>
                <a:lnTo>
                  <a:pt x="393265" y="467640"/>
                </a:lnTo>
                <a:lnTo>
                  <a:pt x="393265" y="0"/>
                </a:lnTo>
                <a:close/>
              </a:path>
            </a:pathLst>
          </a:custGeom>
          <a:solidFill>
            <a:srgbClr val="ACC1D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3346687" y="4473418"/>
            <a:ext cx="923925" cy="383540"/>
            <a:chOff x="3346687" y="4473418"/>
            <a:chExt cx="923925" cy="383540"/>
          </a:xfrm>
        </p:grpSpPr>
        <p:sp>
          <p:nvSpPr>
            <p:cNvPr id="10" name="object 10" descr=""/>
            <p:cNvSpPr/>
            <p:nvPr/>
          </p:nvSpPr>
          <p:spPr>
            <a:xfrm>
              <a:off x="3612863" y="4642518"/>
              <a:ext cx="393700" cy="213995"/>
            </a:xfrm>
            <a:custGeom>
              <a:avLst/>
              <a:gdLst/>
              <a:ahLst/>
              <a:cxnLst/>
              <a:rect l="l" t="t" r="r" b="b"/>
              <a:pathLst>
                <a:path w="393700" h="213995">
                  <a:moveTo>
                    <a:pt x="393265" y="0"/>
                  </a:moveTo>
                  <a:lnTo>
                    <a:pt x="0" y="0"/>
                  </a:lnTo>
                  <a:lnTo>
                    <a:pt x="0" y="213983"/>
                  </a:lnTo>
                  <a:lnTo>
                    <a:pt x="393265" y="213983"/>
                  </a:lnTo>
                  <a:lnTo>
                    <a:pt x="393265" y="0"/>
                  </a:lnTo>
                  <a:close/>
                </a:path>
              </a:pathLst>
            </a:custGeom>
            <a:solidFill>
              <a:srgbClr val="6F7A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346687" y="4473418"/>
              <a:ext cx="923925" cy="182245"/>
            </a:xfrm>
            <a:custGeom>
              <a:avLst/>
              <a:gdLst/>
              <a:ahLst/>
              <a:cxnLst/>
              <a:rect l="l" t="t" r="r" b="b"/>
              <a:pathLst>
                <a:path w="923925" h="182245">
                  <a:moveTo>
                    <a:pt x="923793" y="0"/>
                  </a:moveTo>
                  <a:lnTo>
                    <a:pt x="0" y="0"/>
                  </a:lnTo>
                  <a:lnTo>
                    <a:pt x="266180" y="181627"/>
                  </a:lnTo>
                  <a:lnTo>
                    <a:pt x="660744" y="181627"/>
                  </a:lnTo>
                  <a:lnTo>
                    <a:pt x="923793" y="0"/>
                  </a:lnTo>
                  <a:close/>
                </a:path>
              </a:pathLst>
            </a:custGeom>
            <a:solidFill>
              <a:srgbClr val="C6D0D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3194279" y="5356508"/>
            <a:ext cx="1212215" cy="106680"/>
          </a:xfrm>
          <a:custGeom>
            <a:avLst/>
            <a:gdLst/>
            <a:ahLst/>
            <a:cxnLst/>
            <a:rect l="l" t="t" r="r" b="b"/>
            <a:pathLst>
              <a:path w="1212214" h="106679">
                <a:moveTo>
                  <a:pt x="813158" y="0"/>
                </a:moveTo>
                <a:lnTo>
                  <a:pt x="418584" y="0"/>
                </a:lnTo>
                <a:lnTo>
                  <a:pt x="0" y="106467"/>
                </a:lnTo>
                <a:lnTo>
                  <a:pt x="1211900" y="100206"/>
                </a:lnTo>
                <a:lnTo>
                  <a:pt x="813158" y="0"/>
                </a:lnTo>
                <a:close/>
              </a:path>
            </a:pathLst>
          </a:custGeom>
          <a:solidFill>
            <a:srgbClr val="C6D0D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2783527" y="4414965"/>
            <a:ext cx="2670810" cy="140335"/>
            <a:chOff x="2783527" y="4414965"/>
            <a:chExt cx="2670810" cy="140335"/>
          </a:xfrm>
        </p:grpSpPr>
        <p:sp>
          <p:nvSpPr>
            <p:cNvPr id="14" name="object 14" descr=""/>
            <p:cNvSpPr/>
            <p:nvPr/>
          </p:nvSpPr>
          <p:spPr>
            <a:xfrm>
              <a:off x="3345637" y="4473417"/>
              <a:ext cx="923925" cy="81915"/>
            </a:xfrm>
            <a:custGeom>
              <a:avLst/>
              <a:gdLst/>
              <a:ahLst/>
              <a:cxnLst/>
              <a:rect l="l" t="t" r="r" b="b"/>
              <a:pathLst>
                <a:path w="923925" h="81914">
                  <a:moveTo>
                    <a:pt x="923804" y="0"/>
                  </a:moveTo>
                  <a:lnTo>
                    <a:pt x="0" y="0"/>
                  </a:lnTo>
                  <a:lnTo>
                    <a:pt x="119326" y="81421"/>
                  </a:lnTo>
                  <a:lnTo>
                    <a:pt x="805881" y="81421"/>
                  </a:lnTo>
                  <a:lnTo>
                    <a:pt x="923804" y="0"/>
                  </a:ln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783527" y="4414965"/>
              <a:ext cx="2670810" cy="83820"/>
            </a:xfrm>
            <a:custGeom>
              <a:avLst/>
              <a:gdLst/>
              <a:ahLst/>
              <a:cxnLst/>
              <a:rect l="l" t="t" r="r" b="b"/>
              <a:pathLst>
                <a:path w="2670810" h="83820">
                  <a:moveTo>
                    <a:pt x="2670222" y="0"/>
                  </a:moveTo>
                  <a:lnTo>
                    <a:pt x="0" y="0"/>
                  </a:lnTo>
                  <a:lnTo>
                    <a:pt x="0" y="83505"/>
                  </a:lnTo>
                  <a:lnTo>
                    <a:pt x="2670222" y="83505"/>
                  </a:lnTo>
                  <a:lnTo>
                    <a:pt x="2670222" y="0"/>
                  </a:lnTo>
                  <a:close/>
                </a:path>
              </a:pathLst>
            </a:custGeom>
            <a:solidFill>
              <a:srgbClr val="F1F3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/>
          <p:nvPr/>
        </p:nvSpPr>
        <p:spPr>
          <a:xfrm>
            <a:off x="3191148" y="5458807"/>
            <a:ext cx="1225550" cy="93980"/>
          </a:xfrm>
          <a:custGeom>
            <a:avLst/>
            <a:gdLst/>
            <a:ahLst/>
            <a:cxnLst/>
            <a:rect l="l" t="t" r="r" b="b"/>
            <a:pathLst>
              <a:path w="1225550" h="93979">
                <a:moveTo>
                  <a:pt x="1225470" y="0"/>
                </a:moveTo>
                <a:lnTo>
                  <a:pt x="0" y="0"/>
                </a:lnTo>
                <a:lnTo>
                  <a:pt x="0" y="93944"/>
                </a:lnTo>
                <a:lnTo>
                  <a:pt x="1225470" y="93944"/>
                </a:lnTo>
                <a:lnTo>
                  <a:pt x="1225470" y="0"/>
                </a:lnTo>
                <a:close/>
              </a:path>
            </a:pathLst>
          </a:custGeom>
          <a:solidFill>
            <a:srgbClr val="F1F3F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3573192" y="4850246"/>
            <a:ext cx="478155" cy="257810"/>
            <a:chOff x="3573192" y="4850246"/>
            <a:chExt cx="478155" cy="257810"/>
          </a:xfrm>
        </p:grpSpPr>
        <p:sp>
          <p:nvSpPr>
            <p:cNvPr id="18" name="object 18" descr=""/>
            <p:cNvSpPr/>
            <p:nvPr/>
          </p:nvSpPr>
          <p:spPr>
            <a:xfrm>
              <a:off x="3573192" y="4850246"/>
              <a:ext cx="478155" cy="59055"/>
            </a:xfrm>
            <a:custGeom>
              <a:avLst/>
              <a:gdLst/>
              <a:ahLst/>
              <a:cxnLst/>
              <a:rect l="l" t="t" r="r" b="b"/>
              <a:pathLst>
                <a:path w="478154" h="59054">
                  <a:moveTo>
                    <a:pt x="448855" y="0"/>
                  </a:moveTo>
                  <a:lnTo>
                    <a:pt x="29234" y="0"/>
                  </a:lnTo>
                  <a:lnTo>
                    <a:pt x="17886" y="2306"/>
                  </a:lnTo>
                  <a:lnTo>
                    <a:pt x="8590" y="8584"/>
                  </a:lnTo>
                  <a:lnTo>
                    <a:pt x="2307" y="17877"/>
                  </a:lnTo>
                  <a:lnTo>
                    <a:pt x="0" y="29224"/>
                  </a:lnTo>
                  <a:lnTo>
                    <a:pt x="2307" y="40577"/>
                  </a:lnTo>
                  <a:lnTo>
                    <a:pt x="8590" y="49872"/>
                  </a:lnTo>
                  <a:lnTo>
                    <a:pt x="17886" y="56152"/>
                  </a:lnTo>
                  <a:lnTo>
                    <a:pt x="29234" y="58458"/>
                  </a:lnTo>
                  <a:lnTo>
                    <a:pt x="448855" y="58458"/>
                  </a:lnTo>
                  <a:lnTo>
                    <a:pt x="460202" y="56152"/>
                  </a:lnTo>
                  <a:lnTo>
                    <a:pt x="469494" y="49872"/>
                  </a:lnTo>
                  <a:lnTo>
                    <a:pt x="475773" y="40577"/>
                  </a:lnTo>
                  <a:lnTo>
                    <a:pt x="478079" y="29224"/>
                  </a:lnTo>
                  <a:lnTo>
                    <a:pt x="475773" y="17877"/>
                  </a:lnTo>
                  <a:lnTo>
                    <a:pt x="469494" y="8584"/>
                  </a:lnTo>
                  <a:lnTo>
                    <a:pt x="460202" y="2306"/>
                  </a:lnTo>
                  <a:lnTo>
                    <a:pt x="448855" y="0"/>
                  </a:lnTo>
                  <a:close/>
                </a:path>
              </a:pathLst>
            </a:custGeom>
            <a:solidFill>
              <a:srgbClr val="F1F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653695" y="4949327"/>
              <a:ext cx="301625" cy="158750"/>
            </a:xfrm>
            <a:custGeom>
              <a:avLst/>
              <a:gdLst/>
              <a:ahLst/>
              <a:cxnLst/>
              <a:rect l="l" t="t" r="r" b="b"/>
              <a:pathLst>
                <a:path w="301625" h="158750">
                  <a:moveTo>
                    <a:pt x="298315" y="0"/>
                  </a:moveTo>
                  <a:lnTo>
                    <a:pt x="3120" y="0"/>
                  </a:lnTo>
                  <a:lnTo>
                    <a:pt x="0" y="3130"/>
                  </a:lnTo>
                  <a:lnTo>
                    <a:pt x="0" y="6984"/>
                  </a:lnTo>
                  <a:lnTo>
                    <a:pt x="0" y="155230"/>
                  </a:lnTo>
                  <a:lnTo>
                    <a:pt x="3120" y="158361"/>
                  </a:lnTo>
                  <a:lnTo>
                    <a:pt x="298315" y="158361"/>
                  </a:lnTo>
                  <a:lnTo>
                    <a:pt x="301446" y="155230"/>
                  </a:lnTo>
                  <a:lnTo>
                    <a:pt x="301446" y="3130"/>
                  </a:lnTo>
                  <a:lnTo>
                    <a:pt x="298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017" y="4967647"/>
              <a:ext cx="249469" cy="122697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4443" y="5174072"/>
            <a:ext cx="152068" cy="97881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6648" y="4504152"/>
            <a:ext cx="126205" cy="132079"/>
          </a:xfrm>
          <a:prstGeom prst="rect">
            <a:avLst/>
          </a:prstGeom>
        </p:spPr>
      </p:pic>
      <p:sp>
        <p:nvSpPr>
          <p:cNvPr id="23" name="object 23" descr=""/>
          <p:cNvSpPr/>
          <p:nvPr/>
        </p:nvSpPr>
        <p:spPr>
          <a:xfrm>
            <a:off x="2081784" y="4680540"/>
            <a:ext cx="368935" cy="506095"/>
          </a:xfrm>
          <a:custGeom>
            <a:avLst/>
            <a:gdLst/>
            <a:ahLst/>
            <a:cxnLst/>
            <a:rect l="l" t="t" r="r" b="b"/>
            <a:pathLst>
              <a:path w="368935" h="506095">
                <a:moveTo>
                  <a:pt x="368884" y="0"/>
                </a:moveTo>
                <a:lnTo>
                  <a:pt x="357797" y="0"/>
                </a:lnTo>
                <a:lnTo>
                  <a:pt x="357797" y="307848"/>
                </a:lnTo>
                <a:lnTo>
                  <a:pt x="355765" y="340296"/>
                </a:lnTo>
                <a:lnTo>
                  <a:pt x="349707" y="368134"/>
                </a:lnTo>
                <a:lnTo>
                  <a:pt x="339636" y="391299"/>
                </a:lnTo>
                <a:lnTo>
                  <a:pt x="330276" y="403555"/>
                </a:lnTo>
                <a:lnTo>
                  <a:pt x="331520" y="397979"/>
                </a:lnTo>
                <a:lnTo>
                  <a:pt x="333756" y="363321"/>
                </a:lnTo>
                <a:lnTo>
                  <a:pt x="333756" y="55473"/>
                </a:lnTo>
                <a:lnTo>
                  <a:pt x="322668" y="55473"/>
                </a:lnTo>
                <a:lnTo>
                  <a:pt x="322668" y="363321"/>
                </a:lnTo>
                <a:lnTo>
                  <a:pt x="320636" y="395770"/>
                </a:lnTo>
                <a:lnTo>
                  <a:pt x="272961" y="435571"/>
                </a:lnTo>
                <a:lnTo>
                  <a:pt x="219951" y="439153"/>
                </a:lnTo>
                <a:lnTo>
                  <a:pt x="35140" y="439127"/>
                </a:lnTo>
                <a:lnTo>
                  <a:pt x="35140" y="450215"/>
                </a:lnTo>
                <a:lnTo>
                  <a:pt x="226034" y="450253"/>
                </a:lnTo>
                <a:lnTo>
                  <a:pt x="280009" y="445490"/>
                </a:lnTo>
                <a:lnTo>
                  <a:pt x="309905" y="434352"/>
                </a:lnTo>
                <a:lnTo>
                  <a:pt x="304507" y="446760"/>
                </a:lnTo>
                <a:lnTo>
                  <a:pt x="265633" y="482295"/>
                </a:lnTo>
                <a:lnTo>
                  <a:pt x="209931" y="494195"/>
                </a:lnTo>
                <a:lnTo>
                  <a:pt x="184810" y="494601"/>
                </a:lnTo>
                <a:lnTo>
                  <a:pt x="0" y="494601"/>
                </a:lnTo>
                <a:lnTo>
                  <a:pt x="0" y="505688"/>
                </a:lnTo>
                <a:lnTo>
                  <a:pt x="190906" y="505714"/>
                </a:lnTo>
                <a:lnTo>
                  <a:pt x="244881" y="500964"/>
                </a:lnTo>
                <a:lnTo>
                  <a:pt x="298297" y="472998"/>
                </a:lnTo>
                <a:lnTo>
                  <a:pt x="324853" y="427875"/>
                </a:lnTo>
                <a:lnTo>
                  <a:pt x="325970" y="422859"/>
                </a:lnTo>
                <a:lnTo>
                  <a:pt x="333425" y="417525"/>
                </a:lnTo>
                <a:lnTo>
                  <a:pt x="348894" y="397446"/>
                </a:lnTo>
                <a:lnTo>
                  <a:pt x="359981" y="372402"/>
                </a:lnTo>
                <a:lnTo>
                  <a:pt x="366649" y="342506"/>
                </a:lnTo>
                <a:lnTo>
                  <a:pt x="368884" y="307848"/>
                </a:lnTo>
                <a:lnTo>
                  <a:pt x="368884" y="0"/>
                </a:lnTo>
                <a:close/>
              </a:path>
            </a:pathLst>
          </a:custGeom>
          <a:solidFill>
            <a:srgbClr val="54606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69930" y="5373904"/>
            <a:ext cx="178429" cy="172873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1491049" y="3789314"/>
            <a:ext cx="775970" cy="424815"/>
            <a:chOff x="1491049" y="3789314"/>
            <a:chExt cx="775970" cy="424815"/>
          </a:xfrm>
        </p:grpSpPr>
        <p:sp>
          <p:nvSpPr>
            <p:cNvPr id="26" name="object 26" descr=""/>
            <p:cNvSpPr/>
            <p:nvPr/>
          </p:nvSpPr>
          <p:spPr>
            <a:xfrm>
              <a:off x="1491049" y="3789314"/>
              <a:ext cx="646430" cy="424815"/>
            </a:xfrm>
            <a:custGeom>
              <a:avLst/>
              <a:gdLst/>
              <a:ahLst/>
              <a:cxnLst/>
              <a:rect l="l" t="t" r="r" b="b"/>
              <a:pathLst>
                <a:path w="646430" h="424814">
                  <a:moveTo>
                    <a:pt x="618295" y="0"/>
                  </a:moveTo>
                  <a:lnTo>
                    <a:pt x="27915" y="0"/>
                  </a:lnTo>
                  <a:lnTo>
                    <a:pt x="17046" y="2194"/>
                  </a:lnTo>
                  <a:lnTo>
                    <a:pt x="8173" y="8179"/>
                  </a:lnTo>
                  <a:lnTo>
                    <a:pt x="2192" y="17055"/>
                  </a:lnTo>
                  <a:lnTo>
                    <a:pt x="0" y="27925"/>
                  </a:lnTo>
                  <a:lnTo>
                    <a:pt x="0" y="396417"/>
                  </a:lnTo>
                  <a:lnTo>
                    <a:pt x="2192" y="407287"/>
                  </a:lnTo>
                  <a:lnTo>
                    <a:pt x="8173" y="416164"/>
                  </a:lnTo>
                  <a:lnTo>
                    <a:pt x="17046" y="422148"/>
                  </a:lnTo>
                  <a:lnTo>
                    <a:pt x="27915" y="424343"/>
                  </a:lnTo>
                  <a:lnTo>
                    <a:pt x="618295" y="424343"/>
                  </a:lnTo>
                  <a:lnTo>
                    <a:pt x="629165" y="422148"/>
                  </a:lnTo>
                  <a:lnTo>
                    <a:pt x="638042" y="416164"/>
                  </a:lnTo>
                  <a:lnTo>
                    <a:pt x="644026" y="407287"/>
                  </a:lnTo>
                  <a:lnTo>
                    <a:pt x="646221" y="396417"/>
                  </a:lnTo>
                  <a:lnTo>
                    <a:pt x="646221" y="27925"/>
                  </a:lnTo>
                  <a:lnTo>
                    <a:pt x="644026" y="17055"/>
                  </a:lnTo>
                  <a:lnTo>
                    <a:pt x="638042" y="8179"/>
                  </a:lnTo>
                  <a:lnTo>
                    <a:pt x="629165" y="2194"/>
                  </a:lnTo>
                  <a:lnTo>
                    <a:pt x="618295" y="0"/>
                  </a:lnTo>
                  <a:close/>
                </a:path>
              </a:pathLst>
            </a:custGeom>
            <a:solidFill>
              <a:srgbClr val="ADC3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620479" y="3789314"/>
              <a:ext cx="646430" cy="424815"/>
            </a:xfrm>
            <a:custGeom>
              <a:avLst/>
              <a:gdLst/>
              <a:ahLst/>
              <a:cxnLst/>
              <a:rect l="l" t="t" r="r" b="b"/>
              <a:pathLst>
                <a:path w="646430" h="424814">
                  <a:moveTo>
                    <a:pt x="618295" y="0"/>
                  </a:moveTo>
                  <a:lnTo>
                    <a:pt x="27915" y="0"/>
                  </a:lnTo>
                  <a:lnTo>
                    <a:pt x="17051" y="2194"/>
                  </a:lnTo>
                  <a:lnTo>
                    <a:pt x="8177" y="8179"/>
                  </a:lnTo>
                  <a:lnTo>
                    <a:pt x="2194" y="17055"/>
                  </a:lnTo>
                  <a:lnTo>
                    <a:pt x="0" y="27925"/>
                  </a:lnTo>
                  <a:lnTo>
                    <a:pt x="0" y="396417"/>
                  </a:lnTo>
                  <a:lnTo>
                    <a:pt x="2192" y="407287"/>
                  </a:lnTo>
                  <a:lnTo>
                    <a:pt x="8173" y="416164"/>
                  </a:lnTo>
                  <a:lnTo>
                    <a:pt x="17046" y="422148"/>
                  </a:lnTo>
                  <a:lnTo>
                    <a:pt x="27915" y="424343"/>
                  </a:lnTo>
                  <a:lnTo>
                    <a:pt x="618295" y="424343"/>
                  </a:lnTo>
                  <a:lnTo>
                    <a:pt x="629165" y="422148"/>
                  </a:lnTo>
                  <a:lnTo>
                    <a:pt x="638042" y="416164"/>
                  </a:lnTo>
                  <a:lnTo>
                    <a:pt x="644026" y="407287"/>
                  </a:lnTo>
                  <a:lnTo>
                    <a:pt x="646221" y="396417"/>
                  </a:lnTo>
                  <a:lnTo>
                    <a:pt x="646221" y="27925"/>
                  </a:lnTo>
                  <a:lnTo>
                    <a:pt x="644026" y="17055"/>
                  </a:lnTo>
                  <a:lnTo>
                    <a:pt x="638042" y="8179"/>
                  </a:lnTo>
                  <a:lnTo>
                    <a:pt x="629165" y="2194"/>
                  </a:lnTo>
                  <a:lnTo>
                    <a:pt x="618295" y="0"/>
                  </a:lnTo>
                  <a:close/>
                </a:path>
              </a:pathLst>
            </a:custGeom>
            <a:solidFill>
              <a:srgbClr val="D6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667425" y="3834239"/>
              <a:ext cx="453390" cy="337820"/>
            </a:xfrm>
            <a:custGeom>
              <a:avLst/>
              <a:gdLst/>
              <a:ahLst/>
              <a:cxnLst/>
              <a:rect l="l" t="t" r="r" b="b"/>
              <a:pathLst>
                <a:path w="453389" h="337820">
                  <a:moveTo>
                    <a:pt x="430740" y="0"/>
                  </a:moveTo>
                  <a:lnTo>
                    <a:pt x="22083" y="0"/>
                  </a:lnTo>
                  <a:lnTo>
                    <a:pt x="13486" y="1735"/>
                  </a:lnTo>
                  <a:lnTo>
                    <a:pt x="6467" y="6468"/>
                  </a:lnTo>
                  <a:lnTo>
                    <a:pt x="1735" y="13490"/>
                  </a:lnTo>
                  <a:lnTo>
                    <a:pt x="0" y="22093"/>
                  </a:lnTo>
                  <a:lnTo>
                    <a:pt x="0" y="315152"/>
                  </a:lnTo>
                  <a:lnTo>
                    <a:pt x="1735" y="323751"/>
                  </a:lnTo>
                  <a:lnTo>
                    <a:pt x="6467" y="330773"/>
                  </a:lnTo>
                  <a:lnTo>
                    <a:pt x="13486" y="335509"/>
                  </a:lnTo>
                  <a:lnTo>
                    <a:pt x="22031" y="337235"/>
                  </a:lnTo>
                  <a:lnTo>
                    <a:pt x="430792" y="337235"/>
                  </a:lnTo>
                  <a:lnTo>
                    <a:pt x="439343" y="335509"/>
                  </a:lnTo>
                  <a:lnTo>
                    <a:pt x="446365" y="330773"/>
                  </a:lnTo>
                  <a:lnTo>
                    <a:pt x="451099" y="323751"/>
                  </a:lnTo>
                  <a:lnTo>
                    <a:pt x="452834" y="315152"/>
                  </a:lnTo>
                  <a:lnTo>
                    <a:pt x="452834" y="22093"/>
                  </a:lnTo>
                  <a:lnTo>
                    <a:pt x="451099" y="13490"/>
                  </a:lnTo>
                  <a:lnTo>
                    <a:pt x="446365" y="6468"/>
                  </a:lnTo>
                  <a:lnTo>
                    <a:pt x="439343" y="1735"/>
                  </a:lnTo>
                  <a:lnTo>
                    <a:pt x="430740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667425" y="4006671"/>
              <a:ext cx="453390" cy="129539"/>
            </a:xfrm>
            <a:custGeom>
              <a:avLst/>
              <a:gdLst/>
              <a:ahLst/>
              <a:cxnLst/>
              <a:rect l="l" t="t" r="r" b="b"/>
              <a:pathLst>
                <a:path w="453389" h="129539">
                  <a:moveTo>
                    <a:pt x="158173" y="79002"/>
                  </a:moveTo>
                  <a:lnTo>
                    <a:pt x="154725" y="79002"/>
                  </a:lnTo>
                  <a:lnTo>
                    <a:pt x="158662" y="129231"/>
                  </a:lnTo>
                  <a:lnTo>
                    <a:pt x="161112" y="118132"/>
                  </a:lnTo>
                  <a:lnTo>
                    <a:pt x="163795" y="105536"/>
                  </a:lnTo>
                  <a:lnTo>
                    <a:pt x="160253" y="105536"/>
                  </a:lnTo>
                  <a:lnTo>
                    <a:pt x="158173" y="79002"/>
                  </a:lnTo>
                  <a:close/>
                </a:path>
                <a:path w="453389" h="129539">
                  <a:moveTo>
                    <a:pt x="424808" y="77966"/>
                  </a:moveTo>
                  <a:lnTo>
                    <a:pt x="421167" y="77966"/>
                  </a:lnTo>
                  <a:lnTo>
                    <a:pt x="422104" y="84468"/>
                  </a:lnTo>
                  <a:lnTo>
                    <a:pt x="422808" y="91505"/>
                  </a:lnTo>
                  <a:lnTo>
                    <a:pt x="423096" y="96877"/>
                  </a:lnTo>
                  <a:lnTo>
                    <a:pt x="423209" y="107734"/>
                  </a:lnTo>
                  <a:lnTo>
                    <a:pt x="422989" y="125231"/>
                  </a:lnTo>
                  <a:lnTo>
                    <a:pt x="427283" y="102121"/>
                  </a:lnTo>
                  <a:lnTo>
                    <a:pt x="429576" y="89096"/>
                  </a:lnTo>
                  <a:lnTo>
                    <a:pt x="426067" y="89096"/>
                  </a:lnTo>
                  <a:lnTo>
                    <a:pt x="425450" y="82112"/>
                  </a:lnTo>
                  <a:lnTo>
                    <a:pt x="424808" y="77966"/>
                  </a:lnTo>
                  <a:close/>
                </a:path>
                <a:path w="453389" h="129539">
                  <a:moveTo>
                    <a:pt x="375441" y="86018"/>
                  </a:moveTo>
                  <a:lnTo>
                    <a:pt x="371933" y="86018"/>
                  </a:lnTo>
                  <a:lnTo>
                    <a:pt x="376865" y="117451"/>
                  </a:lnTo>
                  <a:lnTo>
                    <a:pt x="380598" y="96363"/>
                  </a:lnTo>
                  <a:lnTo>
                    <a:pt x="377064" y="96363"/>
                  </a:lnTo>
                  <a:lnTo>
                    <a:pt x="375441" y="86018"/>
                  </a:lnTo>
                  <a:close/>
                </a:path>
                <a:path w="453389" h="129539">
                  <a:moveTo>
                    <a:pt x="312857" y="75662"/>
                  </a:moveTo>
                  <a:lnTo>
                    <a:pt x="307809" y="75662"/>
                  </a:lnTo>
                  <a:lnTo>
                    <a:pt x="310219" y="84028"/>
                  </a:lnTo>
                  <a:lnTo>
                    <a:pt x="311612" y="92772"/>
                  </a:lnTo>
                  <a:lnTo>
                    <a:pt x="311719" y="94122"/>
                  </a:lnTo>
                  <a:lnTo>
                    <a:pt x="312037" y="99274"/>
                  </a:lnTo>
                  <a:lnTo>
                    <a:pt x="312155" y="111295"/>
                  </a:lnTo>
                  <a:lnTo>
                    <a:pt x="312961" y="111849"/>
                  </a:lnTo>
                  <a:lnTo>
                    <a:pt x="315114" y="88339"/>
                  </a:lnTo>
                  <a:lnTo>
                    <a:pt x="314092" y="88290"/>
                  </a:lnTo>
                  <a:lnTo>
                    <a:pt x="314212" y="85388"/>
                  </a:lnTo>
                  <a:lnTo>
                    <a:pt x="314570" y="81566"/>
                  </a:lnTo>
                  <a:lnTo>
                    <a:pt x="314484" y="80756"/>
                  </a:lnTo>
                  <a:lnTo>
                    <a:pt x="312857" y="75662"/>
                  </a:lnTo>
                  <a:close/>
                </a:path>
                <a:path w="453389" h="129539">
                  <a:moveTo>
                    <a:pt x="231220" y="82646"/>
                  </a:moveTo>
                  <a:lnTo>
                    <a:pt x="227571" y="82646"/>
                  </a:lnTo>
                  <a:lnTo>
                    <a:pt x="235204" y="111137"/>
                  </a:lnTo>
                  <a:lnTo>
                    <a:pt x="237026" y="104112"/>
                  </a:lnTo>
                  <a:lnTo>
                    <a:pt x="237633" y="103389"/>
                  </a:lnTo>
                  <a:lnTo>
                    <a:pt x="239214" y="102687"/>
                  </a:lnTo>
                  <a:lnTo>
                    <a:pt x="243042" y="102687"/>
                  </a:lnTo>
                  <a:lnTo>
                    <a:pt x="243705" y="99693"/>
                  </a:lnTo>
                  <a:lnTo>
                    <a:pt x="235790" y="99693"/>
                  </a:lnTo>
                  <a:lnTo>
                    <a:pt x="231220" y="82646"/>
                  </a:lnTo>
                  <a:close/>
                </a:path>
                <a:path w="453389" h="129539">
                  <a:moveTo>
                    <a:pt x="140222" y="82688"/>
                  </a:moveTo>
                  <a:lnTo>
                    <a:pt x="136453" y="82688"/>
                  </a:lnTo>
                  <a:lnTo>
                    <a:pt x="145144" y="108677"/>
                  </a:lnTo>
                  <a:lnTo>
                    <a:pt x="148829" y="97264"/>
                  </a:lnTo>
                  <a:lnTo>
                    <a:pt x="145092" y="97264"/>
                  </a:lnTo>
                  <a:lnTo>
                    <a:pt x="140222" y="82688"/>
                  </a:lnTo>
                  <a:close/>
                </a:path>
                <a:path w="453389" h="129539">
                  <a:moveTo>
                    <a:pt x="128376" y="88520"/>
                  </a:moveTo>
                  <a:lnTo>
                    <a:pt x="124841" y="88520"/>
                  </a:lnTo>
                  <a:lnTo>
                    <a:pt x="128307" y="107734"/>
                  </a:lnTo>
                  <a:lnTo>
                    <a:pt x="131804" y="94122"/>
                  </a:lnTo>
                  <a:lnTo>
                    <a:pt x="132596" y="91892"/>
                  </a:lnTo>
                  <a:lnTo>
                    <a:pt x="128987" y="91892"/>
                  </a:lnTo>
                  <a:lnTo>
                    <a:pt x="128376" y="88520"/>
                  </a:lnTo>
                  <a:close/>
                </a:path>
                <a:path w="453389" h="129539">
                  <a:moveTo>
                    <a:pt x="35147" y="11256"/>
                  </a:moveTo>
                  <a:lnTo>
                    <a:pt x="12169" y="96877"/>
                  </a:lnTo>
                  <a:lnTo>
                    <a:pt x="20561" y="105829"/>
                  </a:lnTo>
                  <a:lnTo>
                    <a:pt x="37011" y="33894"/>
                  </a:lnTo>
                  <a:lnTo>
                    <a:pt x="38792" y="33894"/>
                  </a:lnTo>
                  <a:lnTo>
                    <a:pt x="37859" y="21978"/>
                  </a:lnTo>
                  <a:lnTo>
                    <a:pt x="35147" y="11256"/>
                  </a:lnTo>
                  <a:close/>
                </a:path>
                <a:path w="453389" h="129539">
                  <a:moveTo>
                    <a:pt x="176452" y="11643"/>
                  </a:moveTo>
                  <a:lnTo>
                    <a:pt x="167563" y="68018"/>
                  </a:lnTo>
                  <a:lnTo>
                    <a:pt x="160253" y="105536"/>
                  </a:lnTo>
                  <a:lnTo>
                    <a:pt x="163795" y="105536"/>
                  </a:lnTo>
                  <a:lnTo>
                    <a:pt x="170138" y="73160"/>
                  </a:lnTo>
                  <a:lnTo>
                    <a:pt x="171966" y="63104"/>
                  </a:lnTo>
                  <a:lnTo>
                    <a:pt x="175049" y="44585"/>
                  </a:lnTo>
                  <a:lnTo>
                    <a:pt x="178528" y="44585"/>
                  </a:lnTo>
                  <a:lnTo>
                    <a:pt x="178402" y="43469"/>
                  </a:lnTo>
                  <a:lnTo>
                    <a:pt x="177352" y="28993"/>
                  </a:lnTo>
                  <a:lnTo>
                    <a:pt x="176452" y="11643"/>
                  </a:lnTo>
                  <a:close/>
                </a:path>
                <a:path w="453389" h="129539">
                  <a:moveTo>
                    <a:pt x="243042" y="102687"/>
                  </a:moveTo>
                  <a:lnTo>
                    <a:pt x="239214" y="102687"/>
                  </a:lnTo>
                  <a:lnTo>
                    <a:pt x="240021" y="102771"/>
                  </a:lnTo>
                  <a:lnTo>
                    <a:pt x="242523" y="105033"/>
                  </a:lnTo>
                  <a:lnTo>
                    <a:pt x="243042" y="102687"/>
                  </a:lnTo>
                  <a:close/>
                </a:path>
                <a:path w="453389" h="129539">
                  <a:moveTo>
                    <a:pt x="71563" y="69955"/>
                  </a:moveTo>
                  <a:lnTo>
                    <a:pt x="67932" y="69955"/>
                  </a:lnTo>
                  <a:lnTo>
                    <a:pt x="77146" y="104112"/>
                  </a:lnTo>
                  <a:lnTo>
                    <a:pt x="80851" y="90730"/>
                  </a:lnTo>
                  <a:lnTo>
                    <a:pt x="77177" y="90730"/>
                  </a:lnTo>
                  <a:lnTo>
                    <a:pt x="71563" y="69955"/>
                  </a:lnTo>
                  <a:close/>
                </a:path>
                <a:path w="453389" h="129539">
                  <a:moveTo>
                    <a:pt x="219457" y="88447"/>
                  </a:moveTo>
                  <a:lnTo>
                    <a:pt x="215927" y="88447"/>
                  </a:lnTo>
                  <a:lnTo>
                    <a:pt x="216807" y="92269"/>
                  </a:lnTo>
                  <a:lnTo>
                    <a:pt x="217990" y="95965"/>
                  </a:lnTo>
                  <a:lnTo>
                    <a:pt x="221194" y="103672"/>
                  </a:lnTo>
                  <a:lnTo>
                    <a:pt x="224500" y="92772"/>
                  </a:lnTo>
                  <a:lnTo>
                    <a:pt x="220796" y="92772"/>
                  </a:lnTo>
                  <a:lnTo>
                    <a:pt x="219710" y="89473"/>
                  </a:lnTo>
                  <a:lnTo>
                    <a:pt x="219457" y="88447"/>
                  </a:lnTo>
                  <a:close/>
                </a:path>
                <a:path w="453389" h="129539">
                  <a:moveTo>
                    <a:pt x="364477" y="83746"/>
                  </a:moveTo>
                  <a:lnTo>
                    <a:pt x="361305" y="83746"/>
                  </a:lnTo>
                  <a:lnTo>
                    <a:pt x="361896" y="89096"/>
                  </a:lnTo>
                  <a:lnTo>
                    <a:pt x="363724" y="94279"/>
                  </a:lnTo>
                  <a:lnTo>
                    <a:pt x="368593" y="101232"/>
                  </a:lnTo>
                  <a:lnTo>
                    <a:pt x="370675" y="91745"/>
                  </a:lnTo>
                  <a:lnTo>
                    <a:pt x="367095" y="91745"/>
                  </a:lnTo>
                  <a:lnTo>
                    <a:pt x="365347" y="87965"/>
                  </a:lnTo>
                  <a:lnTo>
                    <a:pt x="364477" y="83746"/>
                  </a:lnTo>
                  <a:close/>
                </a:path>
                <a:path w="453389" h="129539">
                  <a:moveTo>
                    <a:pt x="211221" y="88122"/>
                  </a:moveTo>
                  <a:lnTo>
                    <a:pt x="207603" y="88122"/>
                  </a:lnTo>
                  <a:lnTo>
                    <a:pt x="210618" y="100112"/>
                  </a:lnTo>
                  <a:lnTo>
                    <a:pt x="215536" y="89306"/>
                  </a:lnTo>
                  <a:lnTo>
                    <a:pt x="211519" y="89306"/>
                  </a:lnTo>
                  <a:lnTo>
                    <a:pt x="211221" y="88122"/>
                  </a:lnTo>
                  <a:close/>
                </a:path>
                <a:path w="453389" h="129539">
                  <a:moveTo>
                    <a:pt x="239424" y="98133"/>
                  </a:moveTo>
                  <a:lnTo>
                    <a:pt x="238356" y="98227"/>
                  </a:lnTo>
                  <a:lnTo>
                    <a:pt x="236775" y="98939"/>
                  </a:lnTo>
                  <a:lnTo>
                    <a:pt x="236251" y="99274"/>
                  </a:lnTo>
                  <a:lnTo>
                    <a:pt x="235790" y="99693"/>
                  </a:lnTo>
                  <a:lnTo>
                    <a:pt x="243705" y="99693"/>
                  </a:lnTo>
                  <a:lnTo>
                    <a:pt x="244000" y="98363"/>
                  </a:lnTo>
                  <a:lnTo>
                    <a:pt x="240365" y="98351"/>
                  </a:lnTo>
                  <a:lnTo>
                    <a:pt x="239424" y="98133"/>
                  </a:lnTo>
                  <a:close/>
                </a:path>
                <a:path w="453389" h="129539">
                  <a:moveTo>
                    <a:pt x="302737" y="80186"/>
                  </a:moveTo>
                  <a:lnTo>
                    <a:pt x="298678" y="80186"/>
                  </a:lnTo>
                  <a:lnTo>
                    <a:pt x="304479" y="99620"/>
                  </a:lnTo>
                  <a:lnTo>
                    <a:pt x="306574" y="84552"/>
                  </a:lnTo>
                  <a:lnTo>
                    <a:pt x="304113" y="84552"/>
                  </a:lnTo>
                  <a:lnTo>
                    <a:pt x="302737" y="80186"/>
                  </a:lnTo>
                  <a:close/>
                </a:path>
                <a:path w="453389" h="129539">
                  <a:moveTo>
                    <a:pt x="258722" y="15674"/>
                  </a:moveTo>
                  <a:lnTo>
                    <a:pt x="240418" y="98363"/>
                  </a:lnTo>
                  <a:lnTo>
                    <a:pt x="244000" y="98363"/>
                  </a:lnTo>
                  <a:lnTo>
                    <a:pt x="256638" y="41265"/>
                  </a:lnTo>
                  <a:lnTo>
                    <a:pt x="260072" y="41265"/>
                  </a:lnTo>
                  <a:lnTo>
                    <a:pt x="259372" y="27035"/>
                  </a:lnTo>
                  <a:lnTo>
                    <a:pt x="258722" y="15674"/>
                  </a:lnTo>
                  <a:close/>
                </a:path>
                <a:path w="453389" h="129539">
                  <a:moveTo>
                    <a:pt x="0" y="86858"/>
                  </a:moveTo>
                  <a:lnTo>
                    <a:pt x="119" y="90455"/>
                  </a:lnTo>
                  <a:lnTo>
                    <a:pt x="11860" y="98028"/>
                  </a:lnTo>
                  <a:lnTo>
                    <a:pt x="12169" y="96877"/>
                  </a:lnTo>
                  <a:lnTo>
                    <a:pt x="4530" y="88730"/>
                  </a:lnTo>
                  <a:lnTo>
                    <a:pt x="4068" y="87924"/>
                  </a:lnTo>
                  <a:lnTo>
                    <a:pt x="3839" y="87295"/>
                  </a:lnTo>
                  <a:lnTo>
                    <a:pt x="0" y="86858"/>
                  </a:lnTo>
                  <a:close/>
                </a:path>
                <a:path w="453389" h="129539">
                  <a:moveTo>
                    <a:pt x="156767" y="61066"/>
                  </a:moveTo>
                  <a:lnTo>
                    <a:pt x="145092" y="97264"/>
                  </a:lnTo>
                  <a:lnTo>
                    <a:pt x="148829" y="97264"/>
                  </a:lnTo>
                  <a:lnTo>
                    <a:pt x="154725" y="79002"/>
                  </a:lnTo>
                  <a:lnTo>
                    <a:pt x="158173" y="79002"/>
                  </a:lnTo>
                  <a:lnTo>
                    <a:pt x="156767" y="61066"/>
                  </a:lnTo>
                  <a:close/>
                </a:path>
                <a:path w="453389" h="129539">
                  <a:moveTo>
                    <a:pt x="394121" y="0"/>
                  </a:moveTo>
                  <a:lnTo>
                    <a:pt x="377064" y="96363"/>
                  </a:lnTo>
                  <a:lnTo>
                    <a:pt x="380598" y="96363"/>
                  </a:lnTo>
                  <a:lnTo>
                    <a:pt x="392163" y="31035"/>
                  </a:lnTo>
                  <a:lnTo>
                    <a:pt x="395602" y="31035"/>
                  </a:lnTo>
                  <a:lnTo>
                    <a:pt x="394121" y="0"/>
                  </a:lnTo>
                  <a:close/>
                </a:path>
                <a:path w="453389" h="129539">
                  <a:moveTo>
                    <a:pt x="316270" y="88395"/>
                  </a:moveTo>
                  <a:lnTo>
                    <a:pt x="317296" y="94436"/>
                  </a:lnTo>
                  <a:lnTo>
                    <a:pt x="318204" y="88489"/>
                  </a:lnTo>
                  <a:lnTo>
                    <a:pt x="316270" y="88395"/>
                  </a:lnTo>
                  <a:close/>
                </a:path>
                <a:path w="453389" h="129539">
                  <a:moveTo>
                    <a:pt x="63252" y="84678"/>
                  </a:moveTo>
                  <a:lnTo>
                    <a:pt x="56288" y="84678"/>
                  </a:lnTo>
                  <a:lnTo>
                    <a:pt x="57974" y="93777"/>
                  </a:lnTo>
                  <a:lnTo>
                    <a:pt x="63252" y="84678"/>
                  </a:lnTo>
                  <a:close/>
                </a:path>
                <a:path w="453389" h="129539">
                  <a:moveTo>
                    <a:pt x="227770" y="69777"/>
                  </a:moveTo>
                  <a:lnTo>
                    <a:pt x="220796" y="92772"/>
                  </a:lnTo>
                  <a:lnTo>
                    <a:pt x="224500" y="92772"/>
                  </a:lnTo>
                  <a:lnTo>
                    <a:pt x="227571" y="82646"/>
                  </a:lnTo>
                  <a:lnTo>
                    <a:pt x="231220" y="82646"/>
                  </a:lnTo>
                  <a:lnTo>
                    <a:pt x="227770" y="69777"/>
                  </a:lnTo>
                  <a:close/>
                </a:path>
                <a:path w="453389" h="129539">
                  <a:moveTo>
                    <a:pt x="50636" y="84468"/>
                  </a:moveTo>
                  <a:lnTo>
                    <a:pt x="42749" y="84468"/>
                  </a:lnTo>
                  <a:lnTo>
                    <a:pt x="47890" y="86280"/>
                  </a:lnTo>
                  <a:lnTo>
                    <a:pt x="53073" y="92604"/>
                  </a:lnTo>
                  <a:lnTo>
                    <a:pt x="55982" y="85431"/>
                  </a:lnTo>
                  <a:lnTo>
                    <a:pt x="51649" y="85431"/>
                  </a:lnTo>
                  <a:lnTo>
                    <a:pt x="50636" y="84468"/>
                  </a:lnTo>
                  <a:close/>
                </a:path>
                <a:path w="453389" h="129539">
                  <a:moveTo>
                    <a:pt x="137060" y="73222"/>
                  </a:moveTo>
                  <a:lnTo>
                    <a:pt x="132791" y="81566"/>
                  </a:lnTo>
                  <a:lnTo>
                    <a:pt x="130725" y="86541"/>
                  </a:lnTo>
                  <a:lnTo>
                    <a:pt x="128987" y="91892"/>
                  </a:lnTo>
                  <a:lnTo>
                    <a:pt x="132596" y="91892"/>
                  </a:lnTo>
                  <a:lnTo>
                    <a:pt x="133932" y="88154"/>
                  </a:lnTo>
                  <a:lnTo>
                    <a:pt x="136453" y="82688"/>
                  </a:lnTo>
                  <a:lnTo>
                    <a:pt x="140222" y="82688"/>
                  </a:lnTo>
                  <a:lnTo>
                    <a:pt x="137060" y="73222"/>
                  </a:lnTo>
                  <a:close/>
                </a:path>
                <a:path w="453389" h="129539">
                  <a:moveTo>
                    <a:pt x="372488" y="67191"/>
                  </a:moveTo>
                  <a:lnTo>
                    <a:pt x="367095" y="91745"/>
                  </a:lnTo>
                  <a:lnTo>
                    <a:pt x="370675" y="91745"/>
                  </a:lnTo>
                  <a:lnTo>
                    <a:pt x="371933" y="86018"/>
                  </a:lnTo>
                  <a:lnTo>
                    <a:pt x="375441" y="86018"/>
                  </a:lnTo>
                  <a:lnTo>
                    <a:pt x="372488" y="67191"/>
                  </a:lnTo>
                  <a:close/>
                </a:path>
                <a:path w="453389" h="129539">
                  <a:moveTo>
                    <a:pt x="96771" y="45642"/>
                  </a:moveTo>
                  <a:lnTo>
                    <a:pt x="93334" y="45642"/>
                  </a:lnTo>
                  <a:lnTo>
                    <a:pt x="94946" y="91033"/>
                  </a:lnTo>
                  <a:lnTo>
                    <a:pt x="96538" y="91086"/>
                  </a:lnTo>
                  <a:lnTo>
                    <a:pt x="103631" y="91105"/>
                  </a:lnTo>
                  <a:lnTo>
                    <a:pt x="110729" y="90679"/>
                  </a:lnTo>
                  <a:lnTo>
                    <a:pt x="117806" y="89815"/>
                  </a:lnTo>
                  <a:lnTo>
                    <a:pt x="124841" y="88520"/>
                  </a:lnTo>
                  <a:lnTo>
                    <a:pt x="128376" y="88520"/>
                  </a:lnTo>
                  <a:lnTo>
                    <a:pt x="128017" y="86541"/>
                  </a:lnTo>
                  <a:lnTo>
                    <a:pt x="98224" y="86541"/>
                  </a:lnTo>
                  <a:lnTo>
                    <a:pt x="96771" y="45642"/>
                  </a:lnTo>
                  <a:close/>
                </a:path>
                <a:path w="453389" h="129539">
                  <a:moveTo>
                    <a:pt x="178528" y="44585"/>
                  </a:moveTo>
                  <a:lnTo>
                    <a:pt x="175049" y="44585"/>
                  </a:lnTo>
                  <a:lnTo>
                    <a:pt x="176289" y="55895"/>
                  </a:lnTo>
                  <a:lnTo>
                    <a:pt x="177917" y="67375"/>
                  </a:lnTo>
                  <a:lnTo>
                    <a:pt x="179803" y="78269"/>
                  </a:lnTo>
                  <a:lnTo>
                    <a:pt x="182483" y="91086"/>
                  </a:lnTo>
                  <a:lnTo>
                    <a:pt x="207603" y="88122"/>
                  </a:lnTo>
                  <a:lnTo>
                    <a:pt x="211221" y="88122"/>
                  </a:lnTo>
                  <a:lnTo>
                    <a:pt x="210731" y="86175"/>
                  </a:lnTo>
                  <a:lnTo>
                    <a:pt x="184975" y="86175"/>
                  </a:lnTo>
                  <a:lnTo>
                    <a:pt x="182219" y="72112"/>
                  </a:lnTo>
                  <a:lnTo>
                    <a:pt x="180025" y="57855"/>
                  </a:lnTo>
                  <a:lnTo>
                    <a:pt x="178528" y="44585"/>
                  </a:lnTo>
                  <a:close/>
                </a:path>
                <a:path w="453389" h="129539">
                  <a:moveTo>
                    <a:pt x="331107" y="3989"/>
                  </a:moveTo>
                  <a:lnTo>
                    <a:pt x="318204" y="88489"/>
                  </a:lnTo>
                  <a:lnTo>
                    <a:pt x="325589" y="88845"/>
                  </a:lnTo>
                  <a:lnTo>
                    <a:pt x="333730" y="90816"/>
                  </a:lnTo>
                  <a:lnTo>
                    <a:pt x="343938" y="90552"/>
                  </a:lnTo>
                  <a:lnTo>
                    <a:pt x="353900" y="88159"/>
                  </a:lnTo>
                  <a:lnTo>
                    <a:pt x="356952" y="86340"/>
                  </a:lnTo>
                  <a:lnTo>
                    <a:pt x="344451" y="86340"/>
                  </a:lnTo>
                  <a:lnTo>
                    <a:pt x="338276" y="85058"/>
                  </a:lnTo>
                  <a:lnTo>
                    <a:pt x="337925" y="67131"/>
                  </a:lnTo>
                  <a:lnTo>
                    <a:pt x="336922" y="49732"/>
                  </a:lnTo>
                  <a:lnTo>
                    <a:pt x="335212" y="32186"/>
                  </a:lnTo>
                  <a:lnTo>
                    <a:pt x="332814" y="14795"/>
                  </a:lnTo>
                  <a:lnTo>
                    <a:pt x="331107" y="3989"/>
                  </a:lnTo>
                  <a:close/>
                </a:path>
                <a:path w="453389" h="129539">
                  <a:moveTo>
                    <a:pt x="95962" y="22889"/>
                  </a:moveTo>
                  <a:lnTo>
                    <a:pt x="77177" y="90730"/>
                  </a:lnTo>
                  <a:lnTo>
                    <a:pt x="80851" y="90730"/>
                  </a:lnTo>
                  <a:lnTo>
                    <a:pt x="93334" y="45642"/>
                  </a:lnTo>
                  <a:lnTo>
                    <a:pt x="96771" y="45642"/>
                  </a:lnTo>
                  <a:lnTo>
                    <a:pt x="95962" y="22889"/>
                  </a:lnTo>
                  <a:close/>
                </a:path>
                <a:path w="453389" h="129539">
                  <a:moveTo>
                    <a:pt x="292005" y="82929"/>
                  </a:moveTo>
                  <a:lnTo>
                    <a:pt x="287904" y="82929"/>
                  </a:lnTo>
                  <a:lnTo>
                    <a:pt x="289116" y="85798"/>
                  </a:lnTo>
                  <a:lnTo>
                    <a:pt x="291012" y="88159"/>
                  </a:lnTo>
                  <a:lnTo>
                    <a:pt x="293307" y="89473"/>
                  </a:lnTo>
                  <a:lnTo>
                    <a:pt x="294658" y="90290"/>
                  </a:lnTo>
                  <a:lnTo>
                    <a:pt x="297058" y="84259"/>
                  </a:lnTo>
                  <a:lnTo>
                    <a:pt x="293391" y="84259"/>
                  </a:lnTo>
                  <a:lnTo>
                    <a:pt x="292061" y="83023"/>
                  </a:lnTo>
                  <a:close/>
                </a:path>
                <a:path w="453389" h="129539">
                  <a:moveTo>
                    <a:pt x="420410" y="80521"/>
                  </a:moveTo>
                  <a:lnTo>
                    <a:pt x="415397" y="80521"/>
                  </a:lnTo>
                  <a:lnTo>
                    <a:pt x="416409" y="80981"/>
                  </a:lnTo>
                  <a:lnTo>
                    <a:pt x="416518" y="81159"/>
                  </a:lnTo>
                  <a:lnTo>
                    <a:pt x="417188" y="89327"/>
                  </a:lnTo>
                  <a:lnTo>
                    <a:pt x="420410" y="80521"/>
                  </a:lnTo>
                  <a:close/>
                </a:path>
                <a:path w="453389" h="129539">
                  <a:moveTo>
                    <a:pt x="217393" y="76395"/>
                  </a:moveTo>
                  <a:lnTo>
                    <a:pt x="211519" y="89306"/>
                  </a:lnTo>
                  <a:lnTo>
                    <a:pt x="215536" y="89306"/>
                  </a:lnTo>
                  <a:lnTo>
                    <a:pt x="215927" y="88447"/>
                  </a:lnTo>
                  <a:lnTo>
                    <a:pt x="219457" y="88447"/>
                  </a:lnTo>
                  <a:lnTo>
                    <a:pt x="218832" y="85819"/>
                  </a:lnTo>
                  <a:lnTo>
                    <a:pt x="217393" y="76395"/>
                  </a:lnTo>
                  <a:close/>
                </a:path>
                <a:path w="453389" h="129539">
                  <a:moveTo>
                    <a:pt x="435669" y="11078"/>
                  </a:moveTo>
                  <a:lnTo>
                    <a:pt x="433971" y="28993"/>
                  </a:lnTo>
                  <a:lnTo>
                    <a:pt x="432528" y="42931"/>
                  </a:lnTo>
                  <a:lnTo>
                    <a:pt x="430512" y="59361"/>
                  </a:lnTo>
                  <a:lnTo>
                    <a:pt x="426067" y="89096"/>
                  </a:lnTo>
                  <a:lnTo>
                    <a:pt x="429576" y="89096"/>
                  </a:lnTo>
                  <a:lnTo>
                    <a:pt x="431825" y="74953"/>
                  </a:lnTo>
                  <a:lnTo>
                    <a:pt x="434013" y="59361"/>
                  </a:lnTo>
                  <a:lnTo>
                    <a:pt x="435920" y="43715"/>
                  </a:lnTo>
                  <a:lnTo>
                    <a:pt x="439390" y="43715"/>
                  </a:lnTo>
                  <a:lnTo>
                    <a:pt x="435669" y="11078"/>
                  </a:lnTo>
                  <a:close/>
                </a:path>
                <a:path w="453389" h="129539">
                  <a:moveTo>
                    <a:pt x="315445" y="84726"/>
                  </a:moveTo>
                  <a:lnTo>
                    <a:pt x="315114" y="88339"/>
                  </a:lnTo>
                  <a:lnTo>
                    <a:pt x="316270" y="88395"/>
                  </a:lnTo>
                  <a:lnTo>
                    <a:pt x="316068" y="87295"/>
                  </a:lnTo>
                  <a:lnTo>
                    <a:pt x="315445" y="84726"/>
                  </a:lnTo>
                  <a:close/>
                </a:path>
                <a:path w="453389" h="129539">
                  <a:moveTo>
                    <a:pt x="314601" y="81237"/>
                  </a:moveTo>
                  <a:lnTo>
                    <a:pt x="314212" y="85388"/>
                  </a:lnTo>
                  <a:lnTo>
                    <a:pt x="314092" y="88290"/>
                  </a:lnTo>
                  <a:lnTo>
                    <a:pt x="315114" y="88339"/>
                  </a:lnTo>
                  <a:lnTo>
                    <a:pt x="315333" y="85952"/>
                  </a:lnTo>
                  <a:lnTo>
                    <a:pt x="315208" y="83746"/>
                  </a:lnTo>
                  <a:lnTo>
                    <a:pt x="314601" y="81237"/>
                  </a:lnTo>
                  <a:close/>
                </a:path>
                <a:path w="453389" h="129539">
                  <a:moveTo>
                    <a:pt x="260072" y="41265"/>
                  </a:moveTo>
                  <a:lnTo>
                    <a:pt x="256638" y="41265"/>
                  </a:lnTo>
                  <a:lnTo>
                    <a:pt x="256999" y="51450"/>
                  </a:lnTo>
                  <a:lnTo>
                    <a:pt x="257212" y="60421"/>
                  </a:lnTo>
                  <a:lnTo>
                    <a:pt x="257329" y="87714"/>
                  </a:lnTo>
                  <a:lnTo>
                    <a:pt x="258889" y="87924"/>
                  </a:lnTo>
                  <a:lnTo>
                    <a:pt x="266260" y="88311"/>
                  </a:lnTo>
                  <a:lnTo>
                    <a:pt x="273613" y="87598"/>
                  </a:lnTo>
                  <a:lnTo>
                    <a:pt x="280859" y="85798"/>
                  </a:lnTo>
                  <a:lnTo>
                    <a:pt x="286094" y="83666"/>
                  </a:lnTo>
                  <a:lnTo>
                    <a:pt x="267790" y="83666"/>
                  </a:lnTo>
                  <a:lnTo>
                    <a:pt x="260805" y="83526"/>
                  </a:lnTo>
                  <a:lnTo>
                    <a:pt x="260683" y="63104"/>
                  </a:lnTo>
                  <a:lnTo>
                    <a:pt x="260559" y="55792"/>
                  </a:lnTo>
                  <a:lnTo>
                    <a:pt x="260072" y="41265"/>
                  </a:lnTo>
                  <a:close/>
                </a:path>
                <a:path w="453389" h="129539">
                  <a:moveTo>
                    <a:pt x="38792" y="33894"/>
                  </a:moveTo>
                  <a:lnTo>
                    <a:pt x="37011" y="33894"/>
                  </a:lnTo>
                  <a:lnTo>
                    <a:pt x="37281" y="41265"/>
                  </a:lnTo>
                  <a:lnTo>
                    <a:pt x="37370" y="60421"/>
                  </a:lnTo>
                  <a:lnTo>
                    <a:pt x="37013" y="69264"/>
                  </a:lnTo>
                  <a:lnTo>
                    <a:pt x="36888" y="71706"/>
                  </a:lnTo>
                  <a:lnTo>
                    <a:pt x="35888" y="84147"/>
                  </a:lnTo>
                  <a:lnTo>
                    <a:pt x="35650" y="86615"/>
                  </a:lnTo>
                  <a:lnTo>
                    <a:pt x="42749" y="84468"/>
                  </a:lnTo>
                  <a:lnTo>
                    <a:pt x="50636" y="84468"/>
                  </a:lnTo>
                  <a:lnTo>
                    <a:pt x="48079" y="82039"/>
                  </a:lnTo>
                  <a:lnTo>
                    <a:pt x="44706" y="80929"/>
                  </a:lnTo>
                  <a:lnTo>
                    <a:pt x="38791" y="80929"/>
                  </a:lnTo>
                  <a:lnTo>
                    <a:pt x="39584" y="67131"/>
                  </a:lnTo>
                  <a:lnTo>
                    <a:pt x="39506" y="48011"/>
                  </a:lnTo>
                  <a:lnTo>
                    <a:pt x="39011" y="36689"/>
                  </a:lnTo>
                  <a:lnTo>
                    <a:pt x="38792" y="33894"/>
                  </a:lnTo>
                  <a:close/>
                </a:path>
                <a:path w="453389" h="129539">
                  <a:moveTo>
                    <a:pt x="127427" y="83285"/>
                  </a:moveTo>
                  <a:lnTo>
                    <a:pt x="98224" y="86541"/>
                  </a:lnTo>
                  <a:lnTo>
                    <a:pt x="128017" y="86541"/>
                  </a:lnTo>
                  <a:lnTo>
                    <a:pt x="127427" y="83285"/>
                  </a:lnTo>
                  <a:close/>
                </a:path>
                <a:path w="453389" h="129539">
                  <a:moveTo>
                    <a:pt x="364718" y="73160"/>
                  </a:moveTo>
                  <a:lnTo>
                    <a:pt x="361609" y="77327"/>
                  </a:lnTo>
                  <a:lnTo>
                    <a:pt x="356620" y="82312"/>
                  </a:lnTo>
                  <a:lnTo>
                    <a:pt x="350719" y="85388"/>
                  </a:lnTo>
                  <a:lnTo>
                    <a:pt x="344451" y="86340"/>
                  </a:lnTo>
                  <a:lnTo>
                    <a:pt x="356952" y="86340"/>
                  </a:lnTo>
                  <a:lnTo>
                    <a:pt x="361305" y="83746"/>
                  </a:lnTo>
                  <a:lnTo>
                    <a:pt x="364477" y="83746"/>
                  </a:lnTo>
                  <a:lnTo>
                    <a:pt x="364604" y="77034"/>
                  </a:lnTo>
                  <a:lnTo>
                    <a:pt x="364718" y="73160"/>
                  </a:lnTo>
                  <a:close/>
                </a:path>
                <a:path w="453389" h="129539">
                  <a:moveTo>
                    <a:pt x="209990" y="83233"/>
                  </a:moveTo>
                  <a:lnTo>
                    <a:pt x="184975" y="86175"/>
                  </a:lnTo>
                  <a:lnTo>
                    <a:pt x="210731" y="86175"/>
                  </a:lnTo>
                  <a:lnTo>
                    <a:pt x="209990" y="83233"/>
                  </a:lnTo>
                  <a:close/>
                </a:path>
                <a:path w="453389" h="129539">
                  <a:moveTo>
                    <a:pt x="395602" y="31035"/>
                  </a:moveTo>
                  <a:lnTo>
                    <a:pt x="392163" y="31035"/>
                  </a:lnTo>
                  <a:lnTo>
                    <a:pt x="394717" y="84698"/>
                  </a:lnTo>
                  <a:lnTo>
                    <a:pt x="414445" y="85819"/>
                  </a:lnTo>
                  <a:lnTo>
                    <a:pt x="413429" y="82468"/>
                  </a:lnTo>
                  <a:lnTo>
                    <a:pt x="413356" y="82039"/>
                  </a:lnTo>
                  <a:lnTo>
                    <a:pt x="414098" y="80981"/>
                  </a:lnTo>
                  <a:lnTo>
                    <a:pt x="410068" y="80981"/>
                  </a:lnTo>
                  <a:lnTo>
                    <a:pt x="397953" y="80290"/>
                  </a:lnTo>
                  <a:lnTo>
                    <a:pt x="395602" y="31035"/>
                  </a:lnTo>
                  <a:close/>
                </a:path>
                <a:path w="453389" h="129539">
                  <a:moveTo>
                    <a:pt x="57283" y="72112"/>
                  </a:moveTo>
                  <a:lnTo>
                    <a:pt x="51649" y="85431"/>
                  </a:lnTo>
                  <a:lnTo>
                    <a:pt x="55982" y="85431"/>
                  </a:lnTo>
                  <a:lnTo>
                    <a:pt x="56288" y="84678"/>
                  </a:lnTo>
                  <a:lnTo>
                    <a:pt x="63252" y="84678"/>
                  </a:lnTo>
                  <a:lnTo>
                    <a:pt x="63628" y="84028"/>
                  </a:lnTo>
                  <a:lnTo>
                    <a:pt x="63940" y="83222"/>
                  </a:lnTo>
                  <a:lnTo>
                    <a:pt x="59450" y="83222"/>
                  </a:lnTo>
                  <a:lnTo>
                    <a:pt x="57283" y="72112"/>
                  </a:lnTo>
                  <a:close/>
                </a:path>
                <a:path w="453389" h="129539">
                  <a:moveTo>
                    <a:pt x="439390" y="43715"/>
                  </a:moveTo>
                  <a:lnTo>
                    <a:pt x="435920" y="43715"/>
                  </a:lnTo>
                  <a:lnTo>
                    <a:pt x="440611" y="84876"/>
                  </a:lnTo>
                  <a:lnTo>
                    <a:pt x="452834" y="85058"/>
                  </a:lnTo>
                  <a:lnTo>
                    <a:pt x="452834" y="80471"/>
                  </a:lnTo>
                  <a:lnTo>
                    <a:pt x="443564" y="80332"/>
                  </a:lnTo>
                  <a:lnTo>
                    <a:pt x="439390" y="43715"/>
                  </a:lnTo>
                  <a:close/>
                </a:path>
                <a:path w="453389" h="129539">
                  <a:moveTo>
                    <a:pt x="317672" y="60421"/>
                  </a:moveTo>
                  <a:lnTo>
                    <a:pt x="315535" y="71484"/>
                  </a:lnTo>
                  <a:lnTo>
                    <a:pt x="315455" y="72106"/>
                  </a:lnTo>
                  <a:lnTo>
                    <a:pt x="314781" y="79306"/>
                  </a:lnTo>
                  <a:lnTo>
                    <a:pt x="314680" y="81566"/>
                  </a:lnTo>
                  <a:lnTo>
                    <a:pt x="315445" y="84726"/>
                  </a:lnTo>
                  <a:lnTo>
                    <a:pt x="317672" y="60421"/>
                  </a:lnTo>
                  <a:close/>
                </a:path>
                <a:path w="453389" h="129539">
                  <a:moveTo>
                    <a:pt x="307673" y="63108"/>
                  </a:moveTo>
                  <a:lnTo>
                    <a:pt x="304113" y="84552"/>
                  </a:lnTo>
                  <a:lnTo>
                    <a:pt x="306574" y="84552"/>
                  </a:lnTo>
                  <a:lnTo>
                    <a:pt x="307809" y="75662"/>
                  </a:lnTo>
                  <a:lnTo>
                    <a:pt x="312857" y="75662"/>
                  </a:lnTo>
                  <a:lnTo>
                    <a:pt x="312389" y="74207"/>
                  </a:lnTo>
                  <a:lnTo>
                    <a:pt x="309882" y="68018"/>
                  </a:lnTo>
                  <a:lnTo>
                    <a:pt x="307673" y="63108"/>
                  </a:lnTo>
                  <a:close/>
                </a:path>
                <a:path w="453389" h="129539">
                  <a:moveTo>
                    <a:pt x="299432" y="69694"/>
                  </a:moveTo>
                  <a:lnTo>
                    <a:pt x="293391" y="84259"/>
                  </a:lnTo>
                  <a:lnTo>
                    <a:pt x="297058" y="84259"/>
                  </a:lnTo>
                  <a:lnTo>
                    <a:pt x="298678" y="80186"/>
                  </a:lnTo>
                  <a:lnTo>
                    <a:pt x="302737" y="80186"/>
                  </a:lnTo>
                  <a:lnTo>
                    <a:pt x="299432" y="69694"/>
                  </a:lnTo>
                  <a:close/>
                </a:path>
                <a:path w="453389" h="129539">
                  <a:moveTo>
                    <a:pt x="289831" y="77034"/>
                  </a:moveTo>
                  <a:lnTo>
                    <a:pt x="288197" y="77892"/>
                  </a:lnTo>
                  <a:lnTo>
                    <a:pt x="281564" y="80835"/>
                  </a:lnTo>
                  <a:lnTo>
                    <a:pt x="274741" y="82763"/>
                  </a:lnTo>
                  <a:lnTo>
                    <a:pt x="267790" y="83666"/>
                  </a:lnTo>
                  <a:lnTo>
                    <a:pt x="286094" y="83666"/>
                  </a:lnTo>
                  <a:lnTo>
                    <a:pt x="287904" y="82929"/>
                  </a:lnTo>
                  <a:lnTo>
                    <a:pt x="292005" y="82929"/>
                  </a:lnTo>
                  <a:lnTo>
                    <a:pt x="291002" y="81237"/>
                  </a:lnTo>
                  <a:lnTo>
                    <a:pt x="289831" y="77034"/>
                  </a:lnTo>
                  <a:close/>
                </a:path>
                <a:path w="453389" h="129539">
                  <a:moveTo>
                    <a:pt x="66989" y="53035"/>
                  </a:moveTo>
                  <a:lnTo>
                    <a:pt x="64853" y="69264"/>
                  </a:lnTo>
                  <a:lnTo>
                    <a:pt x="62642" y="76604"/>
                  </a:lnTo>
                  <a:lnTo>
                    <a:pt x="59450" y="83222"/>
                  </a:lnTo>
                  <a:lnTo>
                    <a:pt x="63940" y="83222"/>
                  </a:lnTo>
                  <a:lnTo>
                    <a:pt x="66218" y="77327"/>
                  </a:lnTo>
                  <a:lnTo>
                    <a:pt x="67932" y="69955"/>
                  </a:lnTo>
                  <a:lnTo>
                    <a:pt x="71563" y="69955"/>
                  </a:lnTo>
                  <a:lnTo>
                    <a:pt x="66989" y="53035"/>
                  </a:lnTo>
                  <a:close/>
                </a:path>
                <a:path w="453389" h="129539">
                  <a:moveTo>
                    <a:pt x="0" y="82711"/>
                  </a:moveTo>
                  <a:lnTo>
                    <a:pt x="0" y="82862"/>
                  </a:lnTo>
                  <a:lnTo>
                    <a:pt x="300" y="82803"/>
                  </a:lnTo>
                  <a:lnTo>
                    <a:pt x="0" y="82711"/>
                  </a:lnTo>
                  <a:close/>
                </a:path>
                <a:path w="453389" h="129539">
                  <a:moveTo>
                    <a:pt x="606" y="82379"/>
                  </a:moveTo>
                  <a:lnTo>
                    <a:pt x="4625" y="82824"/>
                  </a:lnTo>
                  <a:lnTo>
                    <a:pt x="5085" y="82468"/>
                  </a:lnTo>
                  <a:lnTo>
                    <a:pt x="606" y="82379"/>
                  </a:lnTo>
                  <a:close/>
                </a:path>
                <a:path w="453389" h="129539">
                  <a:moveTo>
                    <a:pt x="0" y="82312"/>
                  </a:moveTo>
                  <a:lnTo>
                    <a:pt x="606" y="82379"/>
                  </a:lnTo>
                  <a:lnTo>
                    <a:pt x="0" y="82312"/>
                  </a:lnTo>
                  <a:close/>
                </a:path>
                <a:path w="453389" h="129539">
                  <a:moveTo>
                    <a:pt x="415199" y="75599"/>
                  </a:moveTo>
                  <a:lnTo>
                    <a:pt x="412549" y="76489"/>
                  </a:lnTo>
                  <a:lnTo>
                    <a:pt x="410570" y="79306"/>
                  </a:lnTo>
                  <a:lnTo>
                    <a:pt x="410225" y="80112"/>
                  </a:lnTo>
                  <a:lnTo>
                    <a:pt x="410068" y="80981"/>
                  </a:lnTo>
                  <a:lnTo>
                    <a:pt x="414098" y="80981"/>
                  </a:lnTo>
                  <a:lnTo>
                    <a:pt x="415397" y="80521"/>
                  </a:lnTo>
                  <a:lnTo>
                    <a:pt x="420410" y="80521"/>
                  </a:lnTo>
                  <a:lnTo>
                    <a:pt x="420769" y="79411"/>
                  </a:lnTo>
                  <a:lnTo>
                    <a:pt x="421167" y="77966"/>
                  </a:lnTo>
                  <a:lnTo>
                    <a:pt x="424808" y="77966"/>
                  </a:lnTo>
                  <a:lnTo>
                    <a:pt x="424633" y="76835"/>
                  </a:lnTo>
                  <a:lnTo>
                    <a:pt x="417816" y="76835"/>
                  </a:lnTo>
                  <a:lnTo>
                    <a:pt x="417450" y="76604"/>
                  </a:lnTo>
                  <a:lnTo>
                    <a:pt x="415199" y="75599"/>
                  </a:lnTo>
                  <a:close/>
                </a:path>
                <a:path w="453389" h="129539">
                  <a:moveTo>
                    <a:pt x="43178" y="80426"/>
                  </a:moveTo>
                  <a:lnTo>
                    <a:pt x="38791" y="80929"/>
                  </a:lnTo>
                  <a:lnTo>
                    <a:pt x="44706" y="80929"/>
                  </a:lnTo>
                  <a:lnTo>
                    <a:pt x="43178" y="80426"/>
                  </a:lnTo>
                  <a:close/>
                </a:path>
                <a:path w="453389" h="129539">
                  <a:moveTo>
                    <a:pt x="420779" y="59202"/>
                  </a:moveTo>
                  <a:lnTo>
                    <a:pt x="419217" y="71029"/>
                  </a:lnTo>
                  <a:lnTo>
                    <a:pt x="419110" y="71706"/>
                  </a:lnTo>
                  <a:lnTo>
                    <a:pt x="418581" y="74207"/>
                  </a:lnTo>
                  <a:lnTo>
                    <a:pt x="417816" y="76835"/>
                  </a:lnTo>
                  <a:lnTo>
                    <a:pt x="424633" y="76835"/>
                  </a:lnTo>
                  <a:lnTo>
                    <a:pt x="424323" y="74953"/>
                  </a:lnTo>
                  <a:lnTo>
                    <a:pt x="420779" y="59202"/>
                  </a:lnTo>
                  <a:close/>
                </a:path>
                <a:path w="453389" h="129539">
                  <a:moveTo>
                    <a:pt x="320730" y="27035"/>
                  </a:moveTo>
                  <a:lnTo>
                    <a:pt x="317672" y="60421"/>
                  </a:lnTo>
                  <a:lnTo>
                    <a:pt x="318381" y="56750"/>
                  </a:lnTo>
                  <a:lnTo>
                    <a:pt x="320772" y="41924"/>
                  </a:lnTo>
                  <a:lnTo>
                    <a:pt x="320730" y="27035"/>
                  </a:lnTo>
                  <a:close/>
                </a:path>
              </a:pathLst>
            </a:custGeom>
            <a:solidFill>
              <a:srgbClr val="8BC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667425" y="3864473"/>
              <a:ext cx="453390" cy="119380"/>
            </a:xfrm>
            <a:custGeom>
              <a:avLst/>
              <a:gdLst/>
              <a:ahLst/>
              <a:cxnLst/>
              <a:rect l="l" t="t" r="r" b="b"/>
              <a:pathLst>
                <a:path w="453389" h="119379">
                  <a:moveTo>
                    <a:pt x="452834" y="73202"/>
                  </a:moveTo>
                  <a:lnTo>
                    <a:pt x="452166" y="73413"/>
                  </a:lnTo>
                  <a:lnTo>
                    <a:pt x="440115" y="75781"/>
                  </a:lnTo>
                  <a:lnTo>
                    <a:pt x="427957" y="76766"/>
                  </a:lnTo>
                  <a:lnTo>
                    <a:pt x="415780" y="76353"/>
                  </a:lnTo>
                  <a:lnTo>
                    <a:pt x="411923" y="57513"/>
                  </a:lnTo>
                  <a:lnTo>
                    <a:pt x="407628" y="38840"/>
                  </a:lnTo>
                  <a:lnTo>
                    <a:pt x="402901" y="20354"/>
                  </a:lnTo>
                  <a:lnTo>
                    <a:pt x="397749" y="2073"/>
                  </a:lnTo>
                  <a:lnTo>
                    <a:pt x="397571" y="30313"/>
                  </a:lnTo>
                  <a:lnTo>
                    <a:pt x="396242" y="58496"/>
                  </a:lnTo>
                  <a:lnTo>
                    <a:pt x="393769" y="86541"/>
                  </a:lnTo>
                  <a:lnTo>
                    <a:pt x="390157" y="114363"/>
                  </a:lnTo>
                  <a:lnTo>
                    <a:pt x="389188" y="99929"/>
                  </a:lnTo>
                  <a:lnTo>
                    <a:pt x="387129" y="85701"/>
                  </a:lnTo>
                  <a:lnTo>
                    <a:pt x="384005" y="71823"/>
                  </a:lnTo>
                  <a:lnTo>
                    <a:pt x="379844" y="58438"/>
                  </a:lnTo>
                  <a:lnTo>
                    <a:pt x="378477" y="65436"/>
                  </a:lnTo>
                  <a:lnTo>
                    <a:pt x="377111" y="72437"/>
                  </a:lnTo>
                  <a:lnTo>
                    <a:pt x="375744" y="79438"/>
                  </a:lnTo>
                  <a:lnTo>
                    <a:pt x="374378" y="86437"/>
                  </a:lnTo>
                  <a:lnTo>
                    <a:pt x="371551" y="79819"/>
                  </a:lnTo>
                  <a:lnTo>
                    <a:pt x="369132" y="72887"/>
                  </a:lnTo>
                  <a:lnTo>
                    <a:pt x="367163" y="65725"/>
                  </a:lnTo>
                  <a:lnTo>
                    <a:pt x="366734" y="76835"/>
                  </a:lnTo>
                  <a:lnTo>
                    <a:pt x="355687" y="80028"/>
                  </a:lnTo>
                  <a:lnTo>
                    <a:pt x="347363" y="80018"/>
                  </a:lnTo>
                  <a:lnTo>
                    <a:pt x="333557" y="80002"/>
                  </a:lnTo>
                  <a:lnTo>
                    <a:pt x="319751" y="79987"/>
                  </a:lnTo>
                  <a:lnTo>
                    <a:pt x="305945" y="79971"/>
                  </a:lnTo>
                  <a:lnTo>
                    <a:pt x="292139" y="79955"/>
                  </a:lnTo>
                  <a:lnTo>
                    <a:pt x="289365" y="62370"/>
                  </a:lnTo>
                  <a:lnTo>
                    <a:pt x="286589" y="44783"/>
                  </a:lnTo>
                  <a:lnTo>
                    <a:pt x="283810" y="27197"/>
                  </a:lnTo>
                  <a:lnTo>
                    <a:pt x="281030" y="9612"/>
                  </a:lnTo>
                  <a:lnTo>
                    <a:pt x="278735" y="34783"/>
                  </a:lnTo>
                  <a:lnTo>
                    <a:pt x="276438" y="59957"/>
                  </a:lnTo>
                  <a:lnTo>
                    <a:pt x="274142" y="85133"/>
                  </a:lnTo>
                  <a:lnTo>
                    <a:pt x="271847" y="110310"/>
                  </a:lnTo>
                  <a:lnTo>
                    <a:pt x="270450" y="97360"/>
                  </a:lnTo>
                  <a:lnTo>
                    <a:pt x="268482" y="84545"/>
                  </a:lnTo>
                  <a:lnTo>
                    <a:pt x="265950" y="71910"/>
                  </a:lnTo>
                  <a:lnTo>
                    <a:pt x="262863" y="59495"/>
                  </a:lnTo>
                  <a:lnTo>
                    <a:pt x="261994" y="67476"/>
                  </a:lnTo>
                  <a:lnTo>
                    <a:pt x="260714" y="75356"/>
                  </a:lnTo>
                  <a:lnTo>
                    <a:pt x="259028" y="83099"/>
                  </a:lnTo>
                  <a:lnTo>
                    <a:pt x="256947" y="90667"/>
                  </a:lnTo>
                  <a:lnTo>
                    <a:pt x="254339" y="85609"/>
                  </a:lnTo>
                  <a:lnTo>
                    <a:pt x="252643" y="79735"/>
                  </a:lnTo>
                  <a:lnTo>
                    <a:pt x="252004" y="73652"/>
                  </a:lnTo>
                  <a:lnTo>
                    <a:pt x="248308" y="78667"/>
                  </a:lnTo>
                  <a:lnTo>
                    <a:pt x="242518" y="79285"/>
                  </a:lnTo>
                  <a:lnTo>
                    <a:pt x="237251" y="79599"/>
                  </a:lnTo>
                  <a:lnTo>
                    <a:pt x="219833" y="80643"/>
                  </a:lnTo>
                  <a:lnTo>
                    <a:pt x="202414" y="81687"/>
                  </a:lnTo>
                  <a:lnTo>
                    <a:pt x="184996" y="82728"/>
                  </a:lnTo>
                  <a:lnTo>
                    <a:pt x="167578" y="83767"/>
                  </a:lnTo>
                  <a:lnTo>
                    <a:pt x="164649" y="62606"/>
                  </a:lnTo>
                  <a:lnTo>
                    <a:pt x="161222" y="41577"/>
                  </a:lnTo>
                  <a:lnTo>
                    <a:pt x="157300" y="20701"/>
                  </a:lnTo>
                  <a:lnTo>
                    <a:pt x="152887" y="0"/>
                  </a:lnTo>
                  <a:lnTo>
                    <a:pt x="148032" y="30005"/>
                  </a:lnTo>
                  <a:lnTo>
                    <a:pt x="142736" y="59876"/>
                  </a:lnTo>
                  <a:lnTo>
                    <a:pt x="136999" y="89604"/>
                  </a:lnTo>
                  <a:lnTo>
                    <a:pt x="130825" y="119179"/>
                  </a:lnTo>
                  <a:lnTo>
                    <a:pt x="129525" y="104329"/>
                  </a:lnTo>
                  <a:lnTo>
                    <a:pt x="127579" y="89607"/>
                  </a:lnTo>
                  <a:lnTo>
                    <a:pt x="124997" y="75061"/>
                  </a:lnTo>
                  <a:lnTo>
                    <a:pt x="121789" y="60741"/>
                  </a:lnTo>
                  <a:lnTo>
                    <a:pt x="118954" y="69166"/>
                  </a:lnTo>
                  <a:lnTo>
                    <a:pt x="116119" y="77589"/>
                  </a:lnTo>
                  <a:lnTo>
                    <a:pt x="113284" y="86012"/>
                  </a:lnTo>
                  <a:lnTo>
                    <a:pt x="110449" y="94436"/>
                  </a:lnTo>
                  <a:lnTo>
                    <a:pt x="107747" y="91201"/>
                  </a:lnTo>
                  <a:lnTo>
                    <a:pt x="106334" y="86133"/>
                  </a:lnTo>
                  <a:lnTo>
                    <a:pt x="106784" y="81306"/>
                  </a:lnTo>
                  <a:lnTo>
                    <a:pt x="93271" y="84219"/>
                  </a:lnTo>
                  <a:lnTo>
                    <a:pt x="79694" y="86551"/>
                  </a:lnTo>
                  <a:lnTo>
                    <a:pt x="66069" y="88299"/>
                  </a:lnTo>
                  <a:lnTo>
                    <a:pt x="52408" y="89463"/>
                  </a:lnTo>
                  <a:lnTo>
                    <a:pt x="50517" y="68668"/>
                  </a:lnTo>
                  <a:lnTo>
                    <a:pt x="46435" y="48438"/>
                  </a:lnTo>
                  <a:lnTo>
                    <a:pt x="40264" y="29174"/>
                  </a:lnTo>
                  <a:lnTo>
                    <a:pt x="32105" y="11277"/>
                  </a:lnTo>
                  <a:lnTo>
                    <a:pt x="30107" y="32974"/>
                  </a:lnTo>
                  <a:lnTo>
                    <a:pt x="27290" y="54508"/>
                  </a:lnTo>
                  <a:lnTo>
                    <a:pt x="23667" y="75827"/>
                  </a:lnTo>
                  <a:lnTo>
                    <a:pt x="19247" y="96876"/>
                  </a:lnTo>
                  <a:lnTo>
                    <a:pt x="18378" y="93368"/>
                  </a:lnTo>
                  <a:lnTo>
                    <a:pt x="17509" y="89871"/>
                  </a:lnTo>
                  <a:lnTo>
                    <a:pt x="16629" y="86374"/>
                  </a:lnTo>
                  <a:lnTo>
                    <a:pt x="16713" y="93253"/>
                  </a:lnTo>
                  <a:lnTo>
                    <a:pt x="14703" y="100133"/>
                  </a:lnTo>
                  <a:lnTo>
                    <a:pt x="11153" y="105127"/>
                  </a:lnTo>
                  <a:lnTo>
                    <a:pt x="10954" y="99127"/>
                  </a:lnTo>
                  <a:lnTo>
                    <a:pt x="10713" y="92929"/>
                  </a:lnTo>
                  <a:lnTo>
                    <a:pt x="8682" y="87568"/>
                  </a:lnTo>
                  <a:lnTo>
                    <a:pt x="6651" y="82217"/>
                  </a:lnTo>
                  <a:lnTo>
                    <a:pt x="2305" y="77934"/>
                  </a:lnTo>
                  <a:lnTo>
                    <a:pt x="0" y="78458"/>
                  </a:lnTo>
                </a:path>
              </a:pathLst>
            </a:custGeom>
            <a:ln w="3779">
              <a:solidFill>
                <a:srgbClr val="8BC53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714068" y="3834250"/>
              <a:ext cx="406400" cy="337820"/>
            </a:xfrm>
            <a:custGeom>
              <a:avLst/>
              <a:gdLst/>
              <a:ahLst/>
              <a:cxnLst/>
              <a:rect l="l" t="t" r="r" b="b"/>
              <a:pathLst>
                <a:path w="406400" h="337820">
                  <a:moveTo>
                    <a:pt x="318071" y="0"/>
                  </a:moveTo>
                  <a:lnTo>
                    <a:pt x="282143" y="0"/>
                  </a:lnTo>
                  <a:lnTo>
                    <a:pt x="0" y="337235"/>
                  </a:lnTo>
                  <a:lnTo>
                    <a:pt x="35941" y="337235"/>
                  </a:lnTo>
                  <a:lnTo>
                    <a:pt x="318071" y="0"/>
                  </a:lnTo>
                  <a:close/>
                </a:path>
                <a:path w="406400" h="337820">
                  <a:moveTo>
                    <a:pt x="401751" y="9474"/>
                  </a:moveTo>
                  <a:lnTo>
                    <a:pt x="399719" y="6464"/>
                  </a:lnTo>
                  <a:lnTo>
                    <a:pt x="392696" y="1727"/>
                  </a:lnTo>
                  <a:lnTo>
                    <a:pt x="384086" y="0"/>
                  </a:lnTo>
                  <a:lnTo>
                    <a:pt x="356450" y="0"/>
                  </a:lnTo>
                  <a:lnTo>
                    <a:pt x="74320" y="337235"/>
                  </a:lnTo>
                  <a:lnTo>
                    <a:pt x="127546" y="337235"/>
                  </a:lnTo>
                  <a:lnTo>
                    <a:pt x="401751" y="9474"/>
                  </a:lnTo>
                  <a:close/>
                </a:path>
                <a:path w="406400" h="337820">
                  <a:moveTo>
                    <a:pt x="406184" y="56553"/>
                  </a:moveTo>
                  <a:lnTo>
                    <a:pt x="171361" y="337235"/>
                  </a:lnTo>
                  <a:lnTo>
                    <a:pt x="189331" y="337235"/>
                  </a:lnTo>
                  <a:lnTo>
                    <a:pt x="406184" y="78028"/>
                  </a:lnTo>
                  <a:lnTo>
                    <a:pt x="406184" y="56553"/>
                  </a:lnTo>
                  <a:close/>
                </a:path>
              </a:pathLst>
            </a:custGeom>
            <a:solidFill>
              <a:srgbClr val="FFFFFF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156675" y="3842937"/>
              <a:ext cx="61594" cy="157480"/>
            </a:xfrm>
            <a:custGeom>
              <a:avLst/>
              <a:gdLst/>
              <a:ahLst/>
              <a:cxnLst/>
              <a:rect l="l" t="t" r="r" b="b"/>
              <a:pathLst>
                <a:path w="61594" h="157479">
                  <a:moveTo>
                    <a:pt x="61010" y="126657"/>
                  </a:moveTo>
                  <a:lnTo>
                    <a:pt x="58623" y="114782"/>
                  </a:lnTo>
                  <a:lnTo>
                    <a:pt x="52082" y="105079"/>
                  </a:lnTo>
                  <a:lnTo>
                    <a:pt x="42379" y="98539"/>
                  </a:lnTo>
                  <a:lnTo>
                    <a:pt x="30505" y="96151"/>
                  </a:lnTo>
                  <a:lnTo>
                    <a:pt x="18630" y="98539"/>
                  </a:lnTo>
                  <a:lnTo>
                    <a:pt x="8940" y="105079"/>
                  </a:lnTo>
                  <a:lnTo>
                    <a:pt x="2400" y="114782"/>
                  </a:lnTo>
                  <a:lnTo>
                    <a:pt x="0" y="126657"/>
                  </a:lnTo>
                  <a:lnTo>
                    <a:pt x="2400" y="138531"/>
                  </a:lnTo>
                  <a:lnTo>
                    <a:pt x="8940" y="148234"/>
                  </a:lnTo>
                  <a:lnTo>
                    <a:pt x="18630" y="154774"/>
                  </a:lnTo>
                  <a:lnTo>
                    <a:pt x="30505" y="157175"/>
                  </a:lnTo>
                  <a:lnTo>
                    <a:pt x="42379" y="154774"/>
                  </a:lnTo>
                  <a:lnTo>
                    <a:pt x="52082" y="148234"/>
                  </a:lnTo>
                  <a:lnTo>
                    <a:pt x="58623" y="138531"/>
                  </a:lnTo>
                  <a:lnTo>
                    <a:pt x="61010" y="126657"/>
                  </a:lnTo>
                  <a:close/>
                </a:path>
                <a:path w="61594" h="157479">
                  <a:moveTo>
                    <a:pt x="61010" y="30518"/>
                  </a:moveTo>
                  <a:lnTo>
                    <a:pt x="58623" y="18643"/>
                  </a:lnTo>
                  <a:lnTo>
                    <a:pt x="52082" y="8940"/>
                  </a:lnTo>
                  <a:lnTo>
                    <a:pt x="42379" y="2400"/>
                  </a:lnTo>
                  <a:lnTo>
                    <a:pt x="30505" y="0"/>
                  </a:lnTo>
                  <a:lnTo>
                    <a:pt x="18630" y="2400"/>
                  </a:lnTo>
                  <a:lnTo>
                    <a:pt x="8940" y="8940"/>
                  </a:lnTo>
                  <a:lnTo>
                    <a:pt x="2400" y="18643"/>
                  </a:lnTo>
                  <a:lnTo>
                    <a:pt x="0" y="30518"/>
                  </a:lnTo>
                  <a:lnTo>
                    <a:pt x="2400" y="42392"/>
                  </a:lnTo>
                  <a:lnTo>
                    <a:pt x="8940" y="52082"/>
                  </a:lnTo>
                  <a:lnTo>
                    <a:pt x="18630" y="58623"/>
                  </a:lnTo>
                  <a:lnTo>
                    <a:pt x="30505" y="61023"/>
                  </a:lnTo>
                  <a:lnTo>
                    <a:pt x="42379" y="58623"/>
                  </a:lnTo>
                  <a:lnTo>
                    <a:pt x="52082" y="52082"/>
                  </a:lnTo>
                  <a:lnTo>
                    <a:pt x="58623" y="42392"/>
                  </a:lnTo>
                  <a:lnTo>
                    <a:pt x="61010" y="30518"/>
                  </a:lnTo>
                  <a:close/>
                </a:path>
              </a:pathLst>
            </a:custGeom>
            <a:solidFill>
              <a:srgbClr val="000000">
                <a:alpha val="2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162225" y="3842937"/>
              <a:ext cx="61594" cy="157480"/>
            </a:xfrm>
            <a:custGeom>
              <a:avLst/>
              <a:gdLst/>
              <a:ahLst/>
              <a:cxnLst/>
              <a:rect l="l" t="t" r="r" b="b"/>
              <a:pathLst>
                <a:path w="61594" h="157479">
                  <a:moveTo>
                    <a:pt x="61010" y="126657"/>
                  </a:moveTo>
                  <a:lnTo>
                    <a:pt x="58610" y="114782"/>
                  </a:lnTo>
                  <a:lnTo>
                    <a:pt x="52070" y="105079"/>
                  </a:lnTo>
                  <a:lnTo>
                    <a:pt x="42379" y="98539"/>
                  </a:lnTo>
                  <a:lnTo>
                    <a:pt x="30505" y="96151"/>
                  </a:lnTo>
                  <a:lnTo>
                    <a:pt x="18630" y="98539"/>
                  </a:lnTo>
                  <a:lnTo>
                    <a:pt x="8928" y="105079"/>
                  </a:lnTo>
                  <a:lnTo>
                    <a:pt x="2400" y="114782"/>
                  </a:lnTo>
                  <a:lnTo>
                    <a:pt x="0" y="126657"/>
                  </a:lnTo>
                  <a:lnTo>
                    <a:pt x="2400" y="138531"/>
                  </a:lnTo>
                  <a:lnTo>
                    <a:pt x="8928" y="148234"/>
                  </a:lnTo>
                  <a:lnTo>
                    <a:pt x="18630" y="154774"/>
                  </a:lnTo>
                  <a:lnTo>
                    <a:pt x="30505" y="157175"/>
                  </a:lnTo>
                  <a:lnTo>
                    <a:pt x="42379" y="154774"/>
                  </a:lnTo>
                  <a:lnTo>
                    <a:pt x="52070" y="148234"/>
                  </a:lnTo>
                  <a:lnTo>
                    <a:pt x="58610" y="138531"/>
                  </a:lnTo>
                  <a:lnTo>
                    <a:pt x="61010" y="126657"/>
                  </a:lnTo>
                  <a:close/>
                </a:path>
                <a:path w="61594" h="157479">
                  <a:moveTo>
                    <a:pt x="61010" y="30518"/>
                  </a:moveTo>
                  <a:lnTo>
                    <a:pt x="58610" y="18643"/>
                  </a:lnTo>
                  <a:lnTo>
                    <a:pt x="52070" y="8940"/>
                  </a:lnTo>
                  <a:lnTo>
                    <a:pt x="42379" y="2400"/>
                  </a:lnTo>
                  <a:lnTo>
                    <a:pt x="30505" y="0"/>
                  </a:lnTo>
                  <a:lnTo>
                    <a:pt x="18630" y="2400"/>
                  </a:lnTo>
                  <a:lnTo>
                    <a:pt x="8928" y="8940"/>
                  </a:lnTo>
                  <a:lnTo>
                    <a:pt x="2400" y="18643"/>
                  </a:lnTo>
                  <a:lnTo>
                    <a:pt x="0" y="30518"/>
                  </a:lnTo>
                  <a:lnTo>
                    <a:pt x="2400" y="42392"/>
                  </a:lnTo>
                  <a:lnTo>
                    <a:pt x="8928" y="52082"/>
                  </a:lnTo>
                  <a:lnTo>
                    <a:pt x="18630" y="58623"/>
                  </a:lnTo>
                  <a:lnTo>
                    <a:pt x="30505" y="61023"/>
                  </a:lnTo>
                  <a:lnTo>
                    <a:pt x="42379" y="58623"/>
                  </a:lnTo>
                  <a:lnTo>
                    <a:pt x="52070" y="52082"/>
                  </a:lnTo>
                  <a:lnTo>
                    <a:pt x="58610" y="42392"/>
                  </a:lnTo>
                  <a:lnTo>
                    <a:pt x="61010" y="305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150211" y="4039634"/>
              <a:ext cx="92710" cy="128270"/>
            </a:xfrm>
            <a:custGeom>
              <a:avLst/>
              <a:gdLst/>
              <a:ahLst/>
              <a:cxnLst/>
              <a:rect l="l" t="t" r="r" b="b"/>
              <a:pathLst>
                <a:path w="92710" h="128270">
                  <a:moveTo>
                    <a:pt x="6235" y="1270"/>
                  </a:moveTo>
                  <a:lnTo>
                    <a:pt x="6159" y="0"/>
                  </a:lnTo>
                  <a:lnTo>
                    <a:pt x="76" y="0"/>
                  </a:lnTo>
                  <a:lnTo>
                    <a:pt x="76" y="1270"/>
                  </a:lnTo>
                  <a:lnTo>
                    <a:pt x="0" y="127000"/>
                  </a:lnTo>
                  <a:lnTo>
                    <a:pt x="88" y="128270"/>
                  </a:lnTo>
                  <a:lnTo>
                    <a:pt x="6146" y="128270"/>
                  </a:lnTo>
                  <a:lnTo>
                    <a:pt x="6146" y="127000"/>
                  </a:lnTo>
                  <a:lnTo>
                    <a:pt x="6235" y="1270"/>
                  </a:lnTo>
                  <a:close/>
                </a:path>
                <a:path w="92710" h="128270">
                  <a:moveTo>
                    <a:pt x="21488" y="1270"/>
                  </a:moveTo>
                  <a:lnTo>
                    <a:pt x="21412" y="0"/>
                  </a:lnTo>
                  <a:lnTo>
                    <a:pt x="15328" y="0"/>
                  </a:lnTo>
                  <a:lnTo>
                    <a:pt x="15328" y="1270"/>
                  </a:lnTo>
                  <a:lnTo>
                    <a:pt x="15252" y="127000"/>
                  </a:lnTo>
                  <a:lnTo>
                    <a:pt x="15341" y="128270"/>
                  </a:lnTo>
                  <a:lnTo>
                    <a:pt x="21399" y="128270"/>
                  </a:lnTo>
                  <a:lnTo>
                    <a:pt x="21399" y="127000"/>
                  </a:lnTo>
                  <a:lnTo>
                    <a:pt x="21488" y="1270"/>
                  </a:lnTo>
                  <a:close/>
                </a:path>
                <a:path w="92710" h="128270">
                  <a:moveTo>
                    <a:pt x="40449" y="1270"/>
                  </a:moveTo>
                  <a:lnTo>
                    <a:pt x="40360" y="0"/>
                  </a:lnTo>
                  <a:lnTo>
                    <a:pt x="34277" y="0"/>
                  </a:lnTo>
                  <a:lnTo>
                    <a:pt x="34277" y="1270"/>
                  </a:lnTo>
                  <a:lnTo>
                    <a:pt x="34201" y="127000"/>
                  </a:lnTo>
                  <a:lnTo>
                    <a:pt x="34290" y="128270"/>
                  </a:lnTo>
                  <a:lnTo>
                    <a:pt x="40360" y="128270"/>
                  </a:lnTo>
                  <a:lnTo>
                    <a:pt x="40360" y="127000"/>
                  </a:lnTo>
                  <a:lnTo>
                    <a:pt x="40449" y="1270"/>
                  </a:lnTo>
                  <a:close/>
                </a:path>
                <a:path w="92710" h="128270">
                  <a:moveTo>
                    <a:pt x="55702" y="1270"/>
                  </a:moveTo>
                  <a:lnTo>
                    <a:pt x="55613" y="0"/>
                  </a:lnTo>
                  <a:lnTo>
                    <a:pt x="49530" y="0"/>
                  </a:lnTo>
                  <a:lnTo>
                    <a:pt x="49530" y="1270"/>
                  </a:lnTo>
                  <a:lnTo>
                    <a:pt x="49453" y="127000"/>
                  </a:lnTo>
                  <a:lnTo>
                    <a:pt x="49542" y="128270"/>
                  </a:lnTo>
                  <a:lnTo>
                    <a:pt x="55613" y="128270"/>
                  </a:lnTo>
                  <a:lnTo>
                    <a:pt x="55613" y="127000"/>
                  </a:lnTo>
                  <a:lnTo>
                    <a:pt x="55702" y="1270"/>
                  </a:lnTo>
                  <a:close/>
                </a:path>
                <a:path w="92710" h="128270">
                  <a:moveTo>
                    <a:pt x="76962" y="1270"/>
                  </a:moveTo>
                  <a:lnTo>
                    <a:pt x="76885" y="0"/>
                  </a:lnTo>
                  <a:lnTo>
                    <a:pt x="70802" y="0"/>
                  </a:lnTo>
                  <a:lnTo>
                    <a:pt x="70802" y="1270"/>
                  </a:lnTo>
                  <a:lnTo>
                    <a:pt x="70726" y="127000"/>
                  </a:lnTo>
                  <a:lnTo>
                    <a:pt x="70802" y="128270"/>
                  </a:lnTo>
                  <a:lnTo>
                    <a:pt x="76873" y="128270"/>
                  </a:lnTo>
                  <a:lnTo>
                    <a:pt x="76873" y="127000"/>
                  </a:lnTo>
                  <a:lnTo>
                    <a:pt x="76962" y="1270"/>
                  </a:lnTo>
                  <a:close/>
                </a:path>
                <a:path w="92710" h="128270">
                  <a:moveTo>
                    <a:pt x="92214" y="1270"/>
                  </a:moveTo>
                  <a:lnTo>
                    <a:pt x="92138" y="0"/>
                  </a:lnTo>
                  <a:lnTo>
                    <a:pt x="86055" y="0"/>
                  </a:lnTo>
                  <a:lnTo>
                    <a:pt x="86055" y="1270"/>
                  </a:lnTo>
                  <a:lnTo>
                    <a:pt x="85979" y="127000"/>
                  </a:lnTo>
                  <a:lnTo>
                    <a:pt x="86067" y="128270"/>
                  </a:lnTo>
                  <a:lnTo>
                    <a:pt x="92125" y="128270"/>
                  </a:lnTo>
                  <a:lnTo>
                    <a:pt x="92125" y="127000"/>
                  </a:lnTo>
                  <a:lnTo>
                    <a:pt x="92214" y="1270"/>
                  </a:lnTo>
                  <a:close/>
                </a:path>
              </a:pathLst>
            </a:custGeom>
            <a:solidFill>
              <a:srgbClr val="000000">
                <a:alpha val="22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1445746" y="4208112"/>
            <a:ext cx="882015" cy="1339215"/>
            <a:chOff x="1445746" y="4208112"/>
            <a:chExt cx="882015" cy="1339215"/>
          </a:xfrm>
        </p:grpSpPr>
        <p:sp>
          <p:nvSpPr>
            <p:cNvPr id="36" name="object 36" descr=""/>
            <p:cNvSpPr/>
            <p:nvPr/>
          </p:nvSpPr>
          <p:spPr>
            <a:xfrm>
              <a:off x="1573323" y="4315355"/>
              <a:ext cx="169545" cy="1068705"/>
            </a:xfrm>
            <a:custGeom>
              <a:avLst/>
              <a:gdLst/>
              <a:ahLst/>
              <a:cxnLst/>
              <a:rect l="l" t="t" r="r" b="b"/>
              <a:pathLst>
                <a:path w="169544" h="1068704">
                  <a:moveTo>
                    <a:pt x="0" y="1068710"/>
                  </a:moveTo>
                  <a:lnTo>
                    <a:pt x="169178" y="1068710"/>
                  </a:lnTo>
                  <a:lnTo>
                    <a:pt x="169178" y="0"/>
                  </a:lnTo>
                  <a:lnTo>
                    <a:pt x="0" y="0"/>
                  </a:lnTo>
                  <a:lnTo>
                    <a:pt x="0" y="1068710"/>
                  </a:lnTo>
                  <a:close/>
                </a:path>
              </a:pathLst>
            </a:custGeom>
            <a:solidFill>
              <a:srgbClr val="ADC3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742501" y="4315355"/>
              <a:ext cx="452120" cy="1068705"/>
            </a:xfrm>
            <a:custGeom>
              <a:avLst/>
              <a:gdLst/>
              <a:ahLst/>
              <a:cxnLst/>
              <a:rect l="l" t="t" r="r" b="b"/>
              <a:pathLst>
                <a:path w="452119" h="1068704">
                  <a:moveTo>
                    <a:pt x="0" y="1068710"/>
                  </a:moveTo>
                  <a:lnTo>
                    <a:pt x="452080" y="1068710"/>
                  </a:lnTo>
                  <a:lnTo>
                    <a:pt x="452080" y="0"/>
                  </a:lnTo>
                  <a:lnTo>
                    <a:pt x="0" y="0"/>
                  </a:lnTo>
                  <a:lnTo>
                    <a:pt x="0" y="1068710"/>
                  </a:lnTo>
                  <a:close/>
                </a:path>
              </a:pathLst>
            </a:custGeom>
            <a:solidFill>
              <a:srgbClr val="D6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445746" y="4208112"/>
              <a:ext cx="882015" cy="107314"/>
            </a:xfrm>
            <a:custGeom>
              <a:avLst/>
              <a:gdLst/>
              <a:ahLst/>
              <a:cxnLst/>
              <a:rect l="l" t="t" r="r" b="b"/>
              <a:pathLst>
                <a:path w="882014" h="107314">
                  <a:moveTo>
                    <a:pt x="881973" y="0"/>
                  </a:moveTo>
                  <a:lnTo>
                    <a:pt x="0" y="0"/>
                  </a:lnTo>
                  <a:lnTo>
                    <a:pt x="0" y="107242"/>
                  </a:lnTo>
                  <a:lnTo>
                    <a:pt x="881973" y="107242"/>
                  </a:lnTo>
                  <a:lnTo>
                    <a:pt x="881973" y="0"/>
                  </a:lnTo>
                  <a:close/>
                </a:path>
              </a:pathLst>
            </a:custGeom>
            <a:solidFill>
              <a:srgbClr val="546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445746" y="4208112"/>
              <a:ext cx="172085" cy="107314"/>
            </a:xfrm>
            <a:custGeom>
              <a:avLst/>
              <a:gdLst/>
              <a:ahLst/>
              <a:cxnLst/>
              <a:rect l="l" t="t" r="r" b="b"/>
              <a:pathLst>
                <a:path w="172084" h="107314">
                  <a:moveTo>
                    <a:pt x="171952" y="0"/>
                  </a:moveTo>
                  <a:lnTo>
                    <a:pt x="0" y="0"/>
                  </a:lnTo>
                  <a:lnTo>
                    <a:pt x="0" y="107242"/>
                  </a:lnTo>
                  <a:lnTo>
                    <a:pt x="171952" y="107242"/>
                  </a:lnTo>
                  <a:lnTo>
                    <a:pt x="171952" y="0"/>
                  </a:lnTo>
                  <a:close/>
                </a:path>
              </a:pathLst>
            </a:custGeom>
            <a:solidFill>
              <a:srgbClr val="000000">
                <a:alpha val="2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6887" y="5373904"/>
              <a:ext cx="347612" cy="172873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2134" y="5373904"/>
              <a:ext cx="178427" cy="172873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751517" y="4229578"/>
              <a:ext cx="117475" cy="75565"/>
            </a:xfrm>
            <a:custGeom>
              <a:avLst/>
              <a:gdLst/>
              <a:ahLst/>
              <a:cxnLst/>
              <a:rect l="l" t="t" r="r" b="b"/>
              <a:pathLst>
                <a:path w="117475" h="75564">
                  <a:moveTo>
                    <a:pt x="117179" y="0"/>
                  </a:moveTo>
                  <a:lnTo>
                    <a:pt x="0" y="0"/>
                  </a:lnTo>
                  <a:lnTo>
                    <a:pt x="0" y="75421"/>
                  </a:lnTo>
                  <a:lnTo>
                    <a:pt x="117179" y="75421"/>
                  </a:lnTo>
                  <a:lnTo>
                    <a:pt x="117179" y="0"/>
                  </a:lnTo>
                  <a:close/>
                </a:path>
              </a:pathLst>
            </a:custGeom>
            <a:solidFill>
              <a:srgbClr val="D6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767232" y="4234745"/>
              <a:ext cx="83820" cy="16510"/>
            </a:xfrm>
            <a:custGeom>
              <a:avLst/>
              <a:gdLst/>
              <a:ahLst/>
              <a:cxnLst/>
              <a:rect l="l" t="t" r="r" b="b"/>
              <a:pathLst>
                <a:path w="83819" h="16510">
                  <a:moveTo>
                    <a:pt x="81411" y="0"/>
                  </a:moveTo>
                  <a:lnTo>
                    <a:pt x="79128" y="0"/>
                  </a:lnTo>
                  <a:lnTo>
                    <a:pt x="1874" y="0"/>
                  </a:lnTo>
                  <a:lnTo>
                    <a:pt x="0" y="1874"/>
                  </a:lnTo>
                  <a:lnTo>
                    <a:pt x="0" y="14292"/>
                  </a:lnTo>
                  <a:lnTo>
                    <a:pt x="1874" y="16167"/>
                  </a:lnTo>
                  <a:lnTo>
                    <a:pt x="81411" y="16167"/>
                  </a:lnTo>
                  <a:lnTo>
                    <a:pt x="83285" y="14292"/>
                  </a:lnTo>
                  <a:lnTo>
                    <a:pt x="83285" y="1874"/>
                  </a:lnTo>
                  <a:lnTo>
                    <a:pt x="81411" y="0"/>
                  </a:lnTo>
                  <a:close/>
                </a:path>
              </a:pathLst>
            </a:custGeom>
            <a:solidFill>
              <a:srgbClr val="165A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775599" y="4240693"/>
              <a:ext cx="66675" cy="3810"/>
            </a:xfrm>
            <a:custGeom>
              <a:avLst/>
              <a:gdLst/>
              <a:ahLst/>
              <a:cxnLst/>
              <a:rect l="l" t="t" r="r" b="b"/>
              <a:pathLst>
                <a:path w="66675" h="3810">
                  <a:moveTo>
                    <a:pt x="65736" y="0"/>
                  </a:moveTo>
                  <a:lnTo>
                    <a:pt x="65212" y="0"/>
                  </a:lnTo>
                  <a:lnTo>
                    <a:pt x="429" y="0"/>
                  </a:lnTo>
                  <a:lnTo>
                    <a:pt x="0" y="429"/>
                  </a:lnTo>
                  <a:lnTo>
                    <a:pt x="0" y="3277"/>
                  </a:lnTo>
                  <a:lnTo>
                    <a:pt x="429" y="3706"/>
                  </a:lnTo>
                  <a:lnTo>
                    <a:pt x="65736" y="3706"/>
                  </a:lnTo>
                  <a:lnTo>
                    <a:pt x="66165" y="3277"/>
                  </a:lnTo>
                  <a:lnTo>
                    <a:pt x="66165" y="429"/>
                  </a:lnTo>
                  <a:lnTo>
                    <a:pt x="65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759254" y="4259725"/>
              <a:ext cx="100330" cy="28575"/>
            </a:xfrm>
            <a:custGeom>
              <a:avLst/>
              <a:gdLst/>
              <a:ahLst/>
              <a:cxnLst/>
              <a:rect l="l" t="t" r="r" b="b"/>
              <a:pathLst>
                <a:path w="100330" h="28575">
                  <a:moveTo>
                    <a:pt x="85369" y="25717"/>
                  </a:moveTo>
                  <a:lnTo>
                    <a:pt x="85077" y="25425"/>
                  </a:lnTo>
                  <a:lnTo>
                    <a:pt x="84721" y="25425"/>
                  </a:lnTo>
                  <a:lnTo>
                    <a:pt x="19037" y="25425"/>
                  </a:lnTo>
                  <a:lnTo>
                    <a:pt x="18745" y="25717"/>
                  </a:lnTo>
                  <a:lnTo>
                    <a:pt x="18745" y="27647"/>
                  </a:lnTo>
                  <a:lnTo>
                    <a:pt x="19037" y="27952"/>
                  </a:lnTo>
                  <a:lnTo>
                    <a:pt x="85077" y="27952"/>
                  </a:lnTo>
                  <a:lnTo>
                    <a:pt x="85369" y="27647"/>
                  </a:lnTo>
                  <a:lnTo>
                    <a:pt x="85369" y="25717"/>
                  </a:lnTo>
                  <a:close/>
                </a:path>
                <a:path w="100330" h="28575">
                  <a:moveTo>
                    <a:pt x="100177" y="18986"/>
                  </a:moveTo>
                  <a:lnTo>
                    <a:pt x="99885" y="18694"/>
                  </a:lnTo>
                  <a:lnTo>
                    <a:pt x="99529" y="18694"/>
                  </a:lnTo>
                  <a:lnTo>
                    <a:pt x="304" y="18694"/>
                  </a:lnTo>
                  <a:lnTo>
                    <a:pt x="0" y="18986"/>
                  </a:lnTo>
                  <a:lnTo>
                    <a:pt x="0" y="20916"/>
                  </a:lnTo>
                  <a:lnTo>
                    <a:pt x="304" y="21209"/>
                  </a:lnTo>
                  <a:lnTo>
                    <a:pt x="99885" y="21209"/>
                  </a:lnTo>
                  <a:lnTo>
                    <a:pt x="100177" y="20916"/>
                  </a:lnTo>
                  <a:lnTo>
                    <a:pt x="100177" y="18986"/>
                  </a:lnTo>
                  <a:close/>
                </a:path>
                <a:path w="100330" h="28575">
                  <a:moveTo>
                    <a:pt x="100177" y="12915"/>
                  </a:moveTo>
                  <a:lnTo>
                    <a:pt x="99885" y="12623"/>
                  </a:lnTo>
                  <a:lnTo>
                    <a:pt x="99529" y="12623"/>
                  </a:lnTo>
                  <a:lnTo>
                    <a:pt x="292" y="12623"/>
                  </a:lnTo>
                  <a:lnTo>
                    <a:pt x="0" y="12915"/>
                  </a:lnTo>
                  <a:lnTo>
                    <a:pt x="0" y="14859"/>
                  </a:lnTo>
                  <a:lnTo>
                    <a:pt x="292" y="15151"/>
                  </a:lnTo>
                  <a:lnTo>
                    <a:pt x="99885" y="15151"/>
                  </a:lnTo>
                  <a:lnTo>
                    <a:pt x="100177" y="14859"/>
                  </a:lnTo>
                  <a:lnTo>
                    <a:pt x="100177" y="12915"/>
                  </a:lnTo>
                  <a:close/>
                </a:path>
                <a:path w="100330" h="28575">
                  <a:moveTo>
                    <a:pt x="100177" y="6350"/>
                  </a:moveTo>
                  <a:lnTo>
                    <a:pt x="99885" y="6057"/>
                  </a:lnTo>
                  <a:lnTo>
                    <a:pt x="99529" y="6057"/>
                  </a:lnTo>
                  <a:lnTo>
                    <a:pt x="292" y="6057"/>
                  </a:lnTo>
                  <a:lnTo>
                    <a:pt x="0" y="6350"/>
                  </a:lnTo>
                  <a:lnTo>
                    <a:pt x="0" y="8293"/>
                  </a:lnTo>
                  <a:lnTo>
                    <a:pt x="292" y="8585"/>
                  </a:lnTo>
                  <a:lnTo>
                    <a:pt x="99885" y="8585"/>
                  </a:lnTo>
                  <a:lnTo>
                    <a:pt x="100177" y="8293"/>
                  </a:lnTo>
                  <a:lnTo>
                    <a:pt x="100177" y="6350"/>
                  </a:lnTo>
                  <a:close/>
                </a:path>
                <a:path w="100330" h="28575">
                  <a:moveTo>
                    <a:pt x="100177" y="292"/>
                  </a:moveTo>
                  <a:lnTo>
                    <a:pt x="99885" y="0"/>
                  </a:lnTo>
                  <a:lnTo>
                    <a:pt x="99529" y="0"/>
                  </a:lnTo>
                  <a:lnTo>
                    <a:pt x="292" y="0"/>
                  </a:lnTo>
                  <a:lnTo>
                    <a:pt x="0" y="292"/>
                  </a:lnTo>
                  <a:lnTo>
                    <a:pt x="0" y="2235"/>
                  </a:lnTo>
                  <a:lnTo>
                    <a:pt x="292" y="2527"/>
                  </a:lnTo>
                  <a:lnTo>
                    <a:pt x="99885" y="2527"/>
                  </a:lnTo>
                  <a:lnTo>
                    <a:pt x="100177" y="2235"/>
                  </a:lnTo>
                  <a:lnTo>
                    <a:pt x="100177" y="292"/>
                  </a:lnTo>
                  <a:close/>
                </a:path>
              </a:pathLst>
            </a:custGeom>
            <a:solidFill>
              <a:srgbClr val="000000">
                <a:alpha val="16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 descr=""/>
          <p:cNvGrpSpPr/>
          <p:nvPr/>
        </p:nvGrpSpPr>
        <p:grpSpPr>
          <a:xfrm>
            <a:off x="2265773" y="3645091"/>
            <a:ext cx="231140" cy="1099185"/>
            <a:chOff x="2265773" y="3645091"/>
            <a:chExt cx="231140" cy="1099185"/>
          </a:xfrm>
        </p:grpSpPr>
        <p:sp>
          <p:nvSpPr>
            <p:cNvPr id="47" name="object 47" descr=""/>
            <p:cNvSpPr/>
            <p:nvPr/>
          </p:nvSpPr>
          <p:spPr>
            <a:xfrm>
              <a:off x="2409997" y="3645091"/>
              <a:ext cx="15240" cy="1098550"/>
            </a:xfrm>
            <a:custGeom>
              <a:avLst/>
              <a:gdLst/>
              <a:ahLst/>
              <a:cxnLst/>
              <a:rect l="l" t="t" r="r" b="b"/>
              <a:pathLst>
                <a:path w="15239" h="1098550">
                  <a:moveTo>
                    <a:pt x="13088" y="0"/>
                  </a:moveTo>
                  <a:lnTo>
                    <a:pt x="1696" y="0"/>
                  </a:lnTo>
                  <a:lnTo>
                    <a:pt x="0" y="1706"/>
                  </a:lnTo>
                  <a:lnTo>
                    <a:pt x="0" y="1096594"/>
                  </a:lnTo>
                  <a:lnTo>
                    <a:pt x="1696" y="1098301"/>
                  </a:lnTo>
                  <a:lnTo>
                    <a:pt x="10983" y="1098301"/>
                  </a:lnTo>
                  <a:lnTo>
                    <a:pt x="13088" y="1098301"/>
                  </a:lnTo>
                  <a:lnTo>
                    <a:pt x="14784" y="1096594"/>
                  </a:lnTo>
                  <a:lnTo>
                    <a:pt x="14784" y="1706"/>
                  </a:lnTo>
                  <a:lnTo>
                    <a:pt x="13088" y="0"/>
                  </a:lnTo>
                  <a:close/>
                </a:path>
              </a:pathLst>
            </a:custGeom>
            <a:solidFill>
              <a:srgbClr val="DCE4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348702" y="4207646"/>
              <a:ext cx="148590" cy="525780"/>
            </a:xfrm>
            <a:custGeom>
              <a:avLst/>
              <a:gdLst/>
              <a:ahLst/>
              <a:cxnLst/>
              <a:rect l="l" t="t" r="r" b="b"/>
              <a:pathLst>
                <a:path w="148589" h="525779">
                  <a:moveTo>
                    <a:pt x="40950" y="0"/>
                  </a:moveTo>
                  <a:lnTo>
                    <a:pt x="21881" y="63618"/>
                  </a:lnTo>
                  <a:lnTo>
                    <a:pt x="8186" y="143335"/>
                  </a:lnTo>
                  <a:lnTo>
                    <a:pt x="731" y="255165"/>
                  </a:lnTo>
                  <a:lnTo>
                    <a:pt x="0" y="355271"/>
                  </a:lnTo>
                  <a:lnTo>
                    <a:pt x="5245" y="416374"/>
                  </a:lnTo>
                  <a:lnTo>
                    <a:pt x="21409" y="463436"/>
                  </a:lnTo>
                  <a:lnTo>
                    <a:pt x="53431" y="521418"/>
                  </a:lnTo>
                  <a:lnTo>
                    <a:pt x="104738" y="525575"/>
                  </a:lnTo>
                  <a:lnTo>
                    <a:pt x="110048" y="510842"/>
                  </a:lnTo>
                  <a:lnTo>
                    <a:pt x="122248" y="465947"/>
                  </a:lnTo>
                  <a:lnTo>
                    <a:pt x="135748" y="389850"/>
                  </a:lnTo>
                  <a:lnTo>
                    <a:pt x="144957" y="281509"/>
                  </a:lnTo>
                  <a:lnTo>
                    <a:pt x="147968" y="183546"/>
                  </a:lnTo>
                  <a:lnTo>
                    <a:pt x="143049" y="121857"/>
                  </a:lnTo>
                  <a:lnTo>
                    <a:pt x="124870" y="70310"/>
                  </a:lnTo>
                  <a:lnTo>
                    <a:pt x="88100" y="2774"/>
                  </a:lnTo>
                  <a:lnTo>
                    <a:pt x="40950" y="0"/>
                  </a:lnTo>
                  <a:close/>
                </a:path>
              </a:pathLst>
            </a:custGeom>
            <a:solidFill>
              <a:srgbClr val="4F6C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391037" y="4711039"/>
              <a:ext cx="72390" cy="33020"/>
            </a:xfrm>
            <a:custGeom>
              <a:avLst/>
              <a:gdLst/>
              <a:ahLst/>
              <a:cxnLst/>
              <a:rect l="l" t="t" r="r" b="b"/>
              <a:pathLst>
                <a:path w="72389" h="33020">
                  <a:moveTo>
                    <a:pt x="72112" y="0"/>
                  </a:moveTo>
                  <a:lnTo>
                    <a:pt x="0" y="0"/>
                  </a:lnTo>
                  <a:lnTo>
                    <a:pt x="0" y="32815"/>
                  </a:lnTo>
                  <a:lnTo>
                    <a:pt x="72112" y="32815"/>
                  </a:lnTo>
                  <a:lnTo>
                    <a:pt x="72112" y="0"/>
                  </a:lnTo>
                  <a:close/>
                </a:path>
              </a:pathLst>
            </a:custGeom>
            <a:solidFill>
              <a:srgbClr val="DCE4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35318" y="4043932"/>
              <a:ext cx="155822" cy="174693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2265773" y="3958497"/>
              <a:ext cx="127635" cy="15875"/>
            </a:xfrm>
            <a:custGeom>
              <a:avLst/>
              <a:gdLst/>
              <a:ahLst/>
              <a:cxnLst/>
              <a:rect l="l" t="t" r="r" b="b"/>
              <a:pathLst>
                <a:path w="127635" h="15875">
                  <a:moveTo>
                    <a:pt x="127116" y="0"/>
                  </a:moveTo>
                  <a:lnTo>
                    <a:pt x="0" y="0"/>
                  </a:lnTo>
                  <a:lnTo>
                    <a:pt x="0" y="15256"/>
                  </a:lnTo>
                  <a:lnTo>
                    <a:pt x="127116" y="15256"/>
                  </a:lnTo>
                  <a:lnTo>
                    <a:pt x="127116" y="0"/>
                  </a:lnTo>
                  <a:close/>
                </a:path>
              </a:pathLst>
            </a:custGeom>
            <a:solidFill>
              <a:srgbClr val="ADC3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389194" y="3952947"/>
              <a:ext cx="59055" cy="28575"/>
            </a:xfrm>
            <a:custGeom>
              <a:avLst/>
              <a:gdLst/>
              <a:ahLst/>
              <a:cxnLst/>
              <a:rect l="l" t="t" r="r" b="b"/>
              <a:pathLst>
                <a:path w="59055" h="28575">
                  <a:moveTo>
                    <a:pt x="58699" y="0"/>
                  </a:moveTo>
                  <a:lnTo>
                    <a:pt x="0" y="0"/>
                  </a:lnTo>
                  <a:lnTo>
                    <a:pt x="0" y="28198"/>
                  </a:lnTo>
                  <a:lnTo>
                    <a:pt x="58699" y="28198"/>
                  </a:lnTo>
                  <a:lnTo>
                    <a:pt x="58699" y="0"/>
                  </a:lnTo>
                  <a:close/>
                </a:path>
              </a:pathLst>
            </a:custGeom>
            <a:solidFill>
              <a:srgbClr val="D6E9F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1801596" y="4385158"/>
            <a:ext cx="347980" cy="177800"/>
            <a:chOff x="1801596" y="4385158"/>
            <a:chExt cx="347980" cy="177800"/>
          </a:xfrm>
        </p:grpSpPr>
        <p:sp>
          <p:nvSpPr>
            <p:cNvPr id="54" name="object 54" descr=""/>
            <p:cNvSpPr/>
            <p:nvPr/>
          </p:nvSpPr>
          <p:spPr>
            <a:xfrm>
              <a:off x="1801596" y="4385852"/>
              <a:ext cx="11430" cy="177165"/>
            </a:xfrm>
            <a:custGeom>
              <a:avLst/>
              <a:gdLst/>
              <a:ahLst/>
              <a:cxnLst/>
              <a:rect l="l" t="t" r="r" b="b"/>
              <a:pathLst>
                <a:path w="11430" h="177164">
                  <a:moveTo>
                    <a:pt x="0" y="176675"/>
                  </a:moveTo>
                  <a:lnTo>
                    <a:pt x="11094" y="176675"/>
                  </a:lnTo>
                  <a:lnTo>
                    <a:pt x="11094" y="0"/>
                  </a:lnTo>
                  <a:lnTo>
                    <a:pt x="0" y="0"/>
                  </a:lnTo>
                  <a:lnTo>
                    <a:pt x="0" y="176675"/>
                  </a:lnTo>
                  <a:close/>
                </a:path>
              </a:pathLst>
            </a:custGeom>
            <a:solidFill>
              <a:srgbClr val="090909">
                <a:alpha val="25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812691" y="4385158"/>
              <a:ext cx="336550" cy="177165"/>
            </a:xfrm>
            <a:custGeom>
              <a:avLst/>
              <a:gdLst/>
              <a:ahLst/>
              <a:cxnLst/>
              <a:rect l="l" t="t" r="r" b="b"/>
              <a:pathLst>
                <a:path w="336550" h="177164">
                  <a:moveTo>
                    <a:pt x="333194" y="0"/>
                  </a:moveTo>
                  <a:lnTo>
                    <a:pt x="3120" y="0"/>
                  </a:lnTo>
                  <a:lnTo>
                    <a:pt x="0" y="3130"/>
                  </a:lnTo>
                  <a:lnTo>
                    <a:pt x="0" y="6984"/>
                  </a:lnTo>
                  <a:lnTo>
                    <a:pt x="0" y="173554"/>
                  </a:lnTo>
                  <a:lnTo>
                    <a:pt x="3120" y="176675"/>
                  </a:lnTo>
                  <a:lnTo>
                    <a:pt x="333194" y="176675"/>
                  </a:lnTo>
                  <a:lnTo>
                    <a:pt x="336314" y="173554"/>
                  </a:lnTo>
                  <a:lnTo>
                    <a:pt x="336314" y="3130"/>
                  </a:lnTo>
                  <a:lnTo>
                    <a:pt x="3331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43173" y="4405605"/>
              <a:ext cx="278330" cy="136885"/>
            </a:xfrm>
            <a:prstGeom prst="rect">
              <a:avLst/>
            </a:prstGeom>
          </p:spPr>
        </p:pic>
      </p:grpSp>
      <p:grpSp>
        <p:nvGrpSpPr>
          <p:cNvPr id="57" name="object 57" descr=""/>
          <p:cNvGrpSpPr/>
          <p:nvPr/>
        </p:nvGrpSpPr>
        <p:grpSpPr>
          <a:xfrm>
            <a:off x="1793814" y="4653255"/>
            <a:ext cx="363855" cy="338455"/>
            <a:chOff x="1793814" y="4653255"/>
            <a:chExt cx="363855" cy="338455"/>
          </a:xfrm>
        </p:grpSpPr>
        <p:sp>
          <p:nvSpPr>
            <p:cNvPr id="58" name="object 58" descr=""/>
            <p:cNvSpPr/>
            <p:nvPr/>
          </p:nvSpPr>
          <p:spPr>
            <a:xfrm>
              <a:off x="1793814" y="4653255"/>
              <a:ext cx="363855" cy="338455"/>
            </a:xfrm>
            <a:custGeom>
              <a:avLst/>
              <a:gdLst/>
              <a:ahLst/>
              <a:cxnLst/>
              <a:rect l="l" t="t" r="r" b="b"/>
              <a:pathLst>
                <a:path w="363855" h="338454">
                  <a:moveTo>
                    <a:pt x="343696" y="0"/>
                  </a:moveTo>
                  <a:lnTo>
                    <a:pt x="19632" y="0"/>
                  </a:lnTo>
                  <a:lnTo>
                    <a:pt x="11993" y="1542"/>
                  </a:lnTo>
                  <a:lnTo>
                    <a:pt x="5752" y="5748"/>
                  </a:lnTo>
                  <a:lnTo>
                    <a:pt x="1543" y="11988"/>
                  </a:lnTo>
                  <a:lnTo>
                    <a:pt x="0" y="19632"/>
                  </a:lnTo>
                  <a:lnTo>
                    <a:pt x="0" y="318733"/>
                  </a:lnTo>
                  <a:lnTo>
                    <a:pt x="1543" y="326377"/>
                  </a:lnTo>
                  <a:lnTo>
                    <a:pt x="5752" y="332618"/>
                  </a:lnTo>
                  <a:lnTo>
                    <a:pt x="11993" y="336824"/>
                  </a:lnTo>
                  <a:lnTo>
                    <a:pt x="19632" y="338366"/>
                  </a:lnTo>
                  <a:lnTo>
                    <a:pt x="343696" y="338366"/>
                  </a:lnTo>
                  <a:lnTo>
                    <a:pt x="351340" y="336824"/>
                  </a:lnTo>
                  <a:lnTo>
                    <a:pt x="357580" y="332618"/>
                  </a:lnTo>
                  <a:lnTo>
                    <a:pt x="361787" y="326377"/>
                  </a:lnTo>
                  <a:lnTo>
                    <a:pt x="363329" y="318733"/>
                  </a:lnTo>
                  <a:lnTo>
                    <a:pt x="363329" y="19632"/>
                  </a:lnTo>
                  <a:lnTo>
                    <a:pt x="361787" y="11988"/>
                  </a:lnTo>
                  <a:lnTo>
                    <a:pt x="357580" y="5748"/>
                  </a:lnTo>
                  <a:lnTo>
                    <a:pt x="351340" y="1542"/>
                  </a:lnTo>
                  <a:lnTo>
                    <a:pt x="343696" y="0"/>
                  </a:lnTo>
                  <a:close/>
                </a:path>
              </a:pathLst>
            </a:custGeom>
            <a:solidFill>
              <a:srgbClr val="FFFFFF">
                <a:alpha val="61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926943" y="4680989"/>
              <a:ext cx="118110" cy="11430"/>
            </a:xfrm>
            <a:custGeom>
              <a:avLst/>
              <a:gdLst/>
              <a:ahLst/>
              <a:cxnLst/>
              <a:rect l="l" t="t" r="r" b="b"/>
              <a:pathLst>
                <a:path w="118110" h="11429">
                  <a:moveTo>
                    <a:pt x="116593" y="0"/>
                  </a:moveTo>
                  <a:lnTo>
                    <a:pt x="115022" y="0"/>
                  </a:lnTo>
                  <a:lnTo>
                    <a:pt x="1287" y="0"/>
                  </a:lnTo>
                  <a:lnTo>
                    <a:pt x="0" y="1287"/>
                  </a:lnTo>
                  <a:lnTo>
                    <a:pt x="0" y="9811"/>
                  </a:lnTo>
                  <a:lnTo>
                    <a:pt x="1287" y="11099"/>
                  </a:lnTo>
                  <a:lnTo>
                    <a:pt x="116593" y="11099"/>
                  </a:lnTo>
                  <a:lnTo>
                    <a:pt x="117870" y="9811"/>
                  </a:lnTo>
                  <a:lnTo>
                    <a:pt x="117870" y="1287"/>
                  </a:lnTo>
                  <a:lnTo>
                    <a:pt x="11659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/>
          <p:nvPr/>
        </p:nvSpPr>
        <p:spPr>
          <a:xfrm>
            <a:off x="2071624" y="5180691"/>
            <a:ext cx="80645" cy="135890"/>
          </a:xfrm>
          <a:custGeom>
            <a:avLst/>
            <a:gdLst/>
            <a:ahLst/>
            <a:cxnLst/>
            <a:rect l="l" t="t" r="r" b="b"/>
            <a:pathLst>
              <a:path w="80644" h="135889">
                <a:moveTo>
                  <a:pt x="11087" y="1282"/>
                </a:moveTo>
                <a:lnTo>
                  <a:pt x="9804" y="0"/>
                </a:lnTo>
                <a:lnTo>
                  <a:pt x="8242" y="0"/>
                </a:lnTo>
                <a:lnTo>
                  <a:pt x="1282" y="0"/>
                </a:lnTo>
                <a:lnTo>
                  <a:pt x="0" y="1282"/>
                </a:lnTo>
                <a:lnTo>
                  <a:pt x="0" y="134607"/>
                </a:lnTo>
                <a:lnTo>
                  <a:pt x="1282" y="135890"/>
                </a:lnTo>
                <a:lnTo>
                  <a:pt x="9804" y="135890"/>
                </a:lnTo>
                <a:lnTo>
                  <a:pt x="11087" y="134607"/>
                </a:lnTo>
                <a:lnTo>
                  <a:pt x="11087" y="1282"/>
                </a:lnTo>
                <a:close/>
              </a:path>
              <a:path w="80644" h="135889">
                <a:moveTo>
                  <a:pt x="45300" y="1282"/>
                </a:moveTo>
                <a:lnTo>
                  <a:pt x="44018" y="0"/>
                </a:lnTo>
                <a:lnTo>
                  <a:pt x="42443" y="0"/>
                </a:lnTo>
                <a:lnTo>
                  <a:pt x="35496" y="0"/>
                </a:lnTo>
                <a:lnTo>
                  <a:pt x="34201" y="1282"/>
                </a:lnTo>
                <a:lnTo>
                  <a:pt x="34201" y="134607"/>
                </a:lnTo>
                <a:lnTo>
                  <a:pt x="35496" y="135890"/>
                </a:lnTo>
                <a:lnTo>
                  <a:pt x="44018" y="135890"/>
                </a:lnTo>
                <a:lnTo>
                  <a:pt x="45300" y="134607"/>
                </a:lnTo>
                <a:lnTo>
                  <a:pt x="45300" y="1282"/>
                </a:lnTo>
                <a:close/>
              </a:path>
              <a:path w="80644" h="135889">
                <a:moveTo>
                  <a:pt x="80429" y="1282"/>
                </a:moveTo>
                <a:lnTo>
                  <a:pt x="79146" y="0"/>
                </a:lnTo>
                <a:lnTo>
                  <a:pt x="77571" y="0"/>
                </a:lnTo>
                <a:lnTo>
                  <a:pt x="70624" y="0"/>
                </a:lnTo>
                <a:lnTo>
                  <a:pt x="69329" y="1282"/>
                </a:lnTo>
                <a:lnTo>
                  <a:pt x="69329" y="134607"/>
                </a:lnTo>
                <a:lnTo>
                  <a:pt x="70624" y="135890"/>
                </a:lnTo>
                <a:lnTo>
                  <a:pt x="79146" y="135890"/>
                </a:lnTo>
                <a:lnTo>
                  <a:pt x="80429" y="134607"/>
                </a:lnTo>
                <a:lnTo>
                  <a:pt x="80429" y="1282"/>
                </a:lnTo>
                <a:close/>
              </a:path>
            </a:pathLst>
          </a:custGeom>
          <a:solidFill>
            <a:srgbClr val="090909">
              <a:alpha val="2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790573" y="5180691"/>
            <a:ext cx="80645" cy="135890"/>
          </a:xfrm>
          <a:custGeom>
            <a:avLst/>
            <a:gdLst/>
            <a:ahLst/>
            <a:cxnLst/>
            <a:rect l="l" t="t" r="r" b="b"/>
            <a:pathLst>
              <a:path w="80644" h="135889">
                <a:moveTo>
                  <a:pt x="11099" y="1282"/>
                </a:moveTo>
                <a:lnTo>
                  <a:pt x="9817" y="0"/>
                </a:lnTo>
                <a:lnTo>
                  <a:pt x="8242" y="0"/>
                </a:lnTo>
                <a:lnTo>
                  <a:pt x="1295" y="0"/>
                </a:lnTo>
                <a:lnTo>
                  <a:pt x="0" y="1282"/>
                </a:lnTo>
                <a:lnTo>
                  <a:pt x="0" y="134607"/>
                </a:lnTo>
                <a:lnTo>
                  <a:pt x="1295" y="135890"/>
                </a:lnTo>
                <a:lnTo>
                  <a:pt x="9817" y="135890"/>
                </a:lnTo>
                <a:lnTo>
                  <a:pt x="11099" y="134607"/>
                </a:lnTo>
                <a:lnTo>
                  <a:pt x="11099" y="1282"/>
                </a:lnTo>
                <a:close/>
              </a:path>
              <a:path w="80644" h="135889">
                <a:moveTo>
                  <a:pt x="45313" y="1282"/>
                </a:moveTo>
                <a:lnTo>
                  <a:pt x="44018" y="0"/>
                </a:lnTo>
                <a:lnTo>
                  <a:pt x="42443" y="0"/>
                </a:lnTo>
                <a:lnTo>
                  <a:pt x="35496" y="0"/>
                </a:lnTo>
                <a:lnTo>
                  <a:pt x="34213" y="1282"/>
                </a:lnTo>
                <a:lnTo>
                  <a:pt x="34213" y="134607"/>
                </a:lnTo>
                <a:lnTo>
                  <a:pt x="35496" y="135890"/>
                </a:lnTo>
                <a:lnTo>
                  <a:pt x="44018" y="135890"/>
                </a:lnTo>
                <a:lnTo>
                  <a:pt x="45313" y="134607"/>
                </a:lnTo>
                <a:lnTo>
                  <a:pt x="45313" y="1282"/>
                </a:lnTo>
                <a:close/>
              </a:path>
              <a:path w="80644" h="135889">
                <a:moveTo>
                  <a:pt x="80429" y="1282"/>
                </a:moveTo>
                <a:lnTo>
                  <a:pt x="79146" y="0"/>
                </a:lnTo>
                <a:lnTo>
                  <a:pt x="77584" y="0"/>
                </a:lnTo>
                <a:lnTo>
                  <a:pt x="70624" y="0"/>
                </a:lnTo>
                <a:lnTo>
                  <a:pt x="69342" y="1282"/>
                </a:lnTo>
                <a:lnTo>
                  <a:pt x="69342" y="134607"/>
                </a:lnTo>
                <a:lnTo>
                  <a:pt x="70624" y="135890"/>
                </a:lnTo>
                <a:lnTo>
                  <a:pt x="79146" y="135890"/>
                </a:lnTo>
                <a:lnTo>
                  <a:pt x="80429" y="134607"/>
                </a:lnTo>
                <a:lnTo>
                  <a:pt x="80429" y="1282"/>
                </a:lnTo>
                <a:close/>
              </a:path>
            </a:pathLst>
          </a:custGeom>
          <a:solidFill>
            <a:srgbClr val="090909">
              <a:alpha val="2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2687708" y="3481255"/>
            <a:ext cx="21590" cy="1889760"/>
          </a:xfrm>
          <a:custGeom>
            <a:avLst/>
            <a:gdLst/>
            <a:ahLst/>
            <a:cxnLst/>
            <a:rect l="l" t="t" r="r" b="b"/>
            <a:pathLst>
              <a:path w="21589" h="1889760">
                <a:moveTo>
                  <a:pt x="21036" y="0"/>
                </a:moveTo>
                <a:lnTo>
                  <a:pt x="0" y="0"/>
                </a:lnTo>
                <a:lnTo>
                  <a:pt x="0" y="1889356"/>
                </a:lnTo>
                <a:lnTo>
                  <a:pt x="21036" y="1889356"/>
                </a:lnTo>
                <a:lnTo>
                  <a:pt x="21036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2660096" y="3306391"/>
            <a:ext cx="72390" cy="184785"/>
          </a:xfrm>
          <a:custGeom>
            <a:avLst/>
            <a:gdLst/>
            <a:ahLst/>
            <a:cxnLst/>
            <a:rect l="l" t="t" r="r" b="b"/>
            <a:pathLst>
              <a:path w="72389" h="184785">
                <a:moveTo>
                  <a:pt x="72311" y="0"/>
                </a:moveTo>
                <a:lnTo>
                  <a:pt x="0" y="0"/>
                </a:lnTo>
                <a:lnTo>
                  <a:pt x="0" y="184727"/>
                </a:lnTo>
                <a:lnTo>
                  <a:pt x="72311" y="184727"/>
                </a:lnTo>
                <a:lnTo>
                  <a:pt x="72311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2724326" y="3312764"/>
            <a:ext cx="269875" cy="40005"/>
          </a:xfrm>
          <a:custGeom>
            <a:avLst/>
            <a:gdLst/>
            <a:ahLst/>
            <a:cxnLst/>
            <a:rect l="l" t="t" r="r" b="b"/>
            <a:pathLst>
              <a:path w="269875" h="40004">
                <a:moveTo>
                  <a:pt x="268086" y="0"/>
                </a:moveTo>
                <a:lnTo>
                  <a:pt x="0" y="6774"/>
                </a:lnTo>
                <a:lnTo>
                  <a:pt x="397" y="22543"/>
                </a:lnTo>
                <a:lnTo>
                  <a:pt x="252966" y="16167"/>
                </a:lnTo>
                <a:lnTo>
                  <a:pt x="253960" y="39967"/>
                </a:lnTo>
                <a:lnTo>
                  <a:pt x="269719" y="39307"/>
                </a:lnTo>
                <a:lnTo>
                  <a:pt x="268086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5" name="object 65" descr=""/>
          <p:cNvGrpSpPr/>
          <p:nvPr/>
        </p:nvGrpSpPr>
        <p:grpSpPr>
          <a:xfrm>
            <a:off x="2301817" y="3312764"/>
            <a:ext cx="368935" cy="392430"/>
            <a:chOff x="2301817" y="3312764"/>
            <a:chExt cx="368935" cy="392430"/>
          </a:xfrm>
        </p:grpSpPr>
        <p:sp>
          <p:nvSpPr>
            <p:cNvPr id="66" name="object 66" descr=""/>
            <p:cNvSpPr/>
            <p:nvPr/>
          </p:nvSpPr>
          <p:spPr>
            <a:xfrm>
              <a:off x="2400889" y="3312764"/>
              <a:ext cx="269875" cy="40005"/>
            </a:xfrm>
            <a:custGeom>
              <a:avLst/>
              <a:gdLst/>
              <a:ahLst/>
              <a:cxnLst/>
              <a:rect l="l" t="t" r="r" b="b"/>
              <a:pathLst>
                <a:path w="269875" h="40004">
                  <a:moveTo>
                    <a:pt x="1633" y="0"/>
                  </a:moveTo>
                  <a:lnTo>
                    <a:pt x="0" y="39307"/>
                  </a:lnTo>
                  <a:lnTo>
                    <a:pt x="15758" y="39967"/>
                  </a:lnTo>
                  <a:lnTo>
                    <a:pt x="16753" y="16167"/>
                  </a:lnTo>
                  <a:lnTo>
                    <a:pt x="269321" y="22543"/>
                  </a:lnTo>
                  <a:lnTo>
                    <a:pt x="269719" y="6774"/>
                  </a:lnTo>
                  <a:lnTo>
                    <a:pt x="163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302471" y="3339915"/>
              <a:ext cx="233045" cy="349250"/>
            </a:xfrm>
            <a:custGeom>
              <a:avLst/>
              <a:gdLst/>
              <a:ahLst/>
              <a:cxnLst/>
              <a:rect l="l" t="t" r="r" b="b"/>
              <a:pathLst>
                <a:path w="233044" h="349250">
                  <a:moveTo>
                    <a:pt x="232714" y="62496"/>
                  </a:moveTo>
                  <a:lnTo>
                    <a:pt x="230441" y="51219"/>
                  </a:lnTo>
                  <a:lnTo>
                    <a:pt x="224231" y="42011"/>
                  </a:lnTo>
                  <a:lnTo>
                    <a:pt x="215023" y="35814"/>
                  </a:lnTo>
                  <a:lnTo>
                    <a:pt x="203758" y="33528"/>
                  </a:lnTo>
                  <a:lnTo>
                    <a:pt x="153822" y="33528"/>
                  </a:lnTo>
                  <a:lnTo>
                    <a:pt x="153822" y="5613"/>
                  </a:lnTo>
                  <a:lnTo>
                    <a:pt x="148234" y="0"/>
                  </a:lnTo>
                  <a:lnTo>
                    <a:pt x="141325" y="0"/>
                  </a:lnTo>
                  <a:lnTo>
                    <a:pt x="73634" y="0"/>
                  </a:lnTo>
                  <a:lnTo>
                    <a:pt x="68033" y="5613"/>
                  </a:lnTo>
                  <a:lnTo>
                    <a:pt x="68033" y="33528"/>
                  </a:lnTo>
                  <a:lnTo>
                    <a:pt x="28968" y="33528"/>
                  </a:lnTo>
                  <a:lnTo>
                    <a:pt x="17691" y="35814"/>
                  </a:lnTo>
                  <a:lnTo>
                    <a:pt x="8483" y="42011"/>
                  </a:lnTo>
                  <a:lnTo>
                    <a:pt x="2273" y="51219"/>
                  </a:lnTo>
                  <a:lnTo>
                    <a:pt x="0" y="62496"/>
                  </a:lnTo>
                  <a:lnTo>
                    <a:pt x="0" y="320116"/>
                  </a:lnTo>
                  <a:lnTo>
                    <a:pt x="2273" y="331393"/>
                  </a:lnTo>
                  <a:lnTo>
                    <a:pt x="8483" y="340601"/>
                  </a:lnTo>
                  <a:lnTo>
                    <a:pt x="17691" y="346811"/>
                  </a:lnTo>
                  <a:lnTo>
                    <a:pt x="28968" y="349084"/>
                  </a:lnTo>
                  <a:lnTo>
                    <a:pt x="203758" y="349084"/>
                  </a:lnTo>
                  <a:lnTo>
                    <a:pt x="215023" y="346811"/>
                  </a:lnTo>
                  <a:lnTo>
                    <a:pt x="224231" y="340601"/>
                  </a:lnTo>
                  <a:lnTo>
                    <a:pt x="230441" y="331393"/>
                  </a:lnTo>
                  <a:lnTo>
                    <a:pt x="232714" y="320116"/>
                  </a:lnTo>
                  <a:lnTo>
                    <a:pt x="232714" y="62496"/>
                  </a:lnTo>
                  <a:close/>
                </a:path>
              </a:pathLst>
            </a:custGeom>
            <a:solidFill>
              <a:srgbClr val="DAEB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391225" y="3681102"/>
              <a:ext cx="52705" cy="24130"/>
            </a:xfrm>
            <a:custGeom>
              <a:avLst/>
              <a:gdLst/>
              <a:ahLst/>
              <a:cxnLst/>
              <a:rect l="l" t="t" r="r" b="b"/>
              <a:pathLst>
                <a:path w="52705" h="24129">
                  <a:moveTo>
                    <a:pt x="52260" y="0"/>
                  </a:moveTo>
                  <a:lnTo>
                    <a:pt x="0" y="0"/>
                  </a:lnTo>
                  <a:lnTo>
                    <a:pt x="0" y="23664"/>
                  </a:lnTo>
                  <a:lnTo>
                    <a:pt x="52260" y="23664"/>
                  </a:lnTo>
                  <a:lnTo>
                    <a:pt x="52260" y="0"/>
                  </a:lnTo>
                  <a:close/>
                </a:path>
              </a:pathLst>
            </a:custGeom>
            <a:solidFill>
              <a:srgbClr val="93CE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301817" y="3536408"/>
              <a:ext cx="233679" cy="153035"/>
            </a:xfrm>
            <a:custGeom>
              <a:avLst/>
              <a:gdLst/>
              <a:ahLst/>
              <a:cxnLst/>
              <a:rect l="l" t="t" r="r" b="b"/>
              <a:pathLst>
                <a:path w="233680" h="153035">
                  <a:moveTo>
                    <a:pt x="229846" y="0"/>
                  </a:moveTo>
                  <a:lnTo>
                    <a:pt x="0" y="1382"/>
                  </a:lnTo>
                  <a:lnTo>
                    <a:pt x="659" y="113137"/>
                  </a:lnTo>
                  <a:lnTo>
                    <a:pt x="3758" y="128493"/>
                  </a:lnTo>
                  <a:lnTo>
                    <a:pt x="12210" y="141031"/>
                  </a:lnTo>
                  <a:lnTo>
                    <a:pt x="24747" y="149482"/>
                  </a:lnTo>
                  <a:lnTo>
                    <a:pt x="40103" y="152581"/>
                  </a:lnTo>
                  <a:lnTo>
                    <a:pt x="193931" y="152581"/>
                  </a:lnTo>
                  <a:lnTo>
                    <a:pt x="209286" y="149482"/>
                  </a:lnTo>
                  <a:lnTo>
                    <a:pt x="221824" y="141031"/>
                  </a:lnTo>
                  <a:lnTo>
                    <a:pt x="230276" y="128493"/>
                  </a:lnTo>
                  <a:lnTo>
                    <a:pt x="233375" y="113137"/>
                  </a:lnTo>
                  <a:lnTo>
                    <a:pt x="233375" y="282"/>
                  </a:lnTo>
                  <a:lnTo>
                    <a:pt x="229846" y="0"/>
                  </a:lnTo>
                  <a:close/>
                </a:path>
              </a:pathLst>
            </a:custGeom>
            <a:solidFill>
              <a:srgbClr val="D1423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" name="object 70" descr=""/>
          <p:cNvGrpSpPr/>
          <p:nvPr/>
        </p:nvGrpSpPr>
        <p:grpSpPr>
          <a:xfrm>
            <a:off x="2879011" y="3347146"/>
            <a:ext cx="233679" cy="365125"/>
            <a:chOff x="2879011" y="3347146"/>
            <a:chExt cx="233679" cy="365125"/>
          </a:xfrm>
        </p:grpSpPr>
        <p:sp>
          <p:nvSpPr>
            <p:cNvPr id="71" name="object 71" descr=""/>
            <p:cNvSpPr/>
            <p:nvPr/>
          </p:nvSpPr>
          <p:spPr>
            <a:xfrm>
              <a:off x="2879661" y="3347154"/>
              <a:ext cx="233045" cy="365125"/>
            </a:xfrm>
            <a:custGeom>
              <a:avLst/>
              <a:gdLst/>
              <a:ahLst/>
              <a:cxnLst/>
              <a:rect l="l" t="t" r="r" b="b"/>
              <a:pathLst>
                <a:path w="233044" h="365125">
                  <a:moveTo>
                    <a:pt x="232714" y="62484"/>
                  </a:moveTo>
                  <a:lnTo>
                    <a:pt x="230441" y="51206"/>
                  </a:lnTo>
                  <a:lnTo>
                    <a:pt x="224243" y="42011"/>
                  </a:lnTo>
                  <a:lnTo>
                    <a:pt x="215036" y="35801"/>
                  </a:lnTo>
                  <a:lnTo>
                    <a:pt x="203758" y="33528"/>
                  </a:lnTo>
                  <a:lnTo>
                    <a:pt x="153835" y="33528"/>
                  </a:lnTo>
                  <a:lnTo>
                    <a:pt x="153835" y="5600"/>
                  </a:lnTo>
                  <a:lnTo>
                    <a:pt x="148234" y="0"/>
                  </a:lnTo>
                  <a:lnTo>
                    <a:pt x="141325" y="0"/>
                  </a:lnTo>
                  <a:lnTo>
                    <a:pt x="73647" y="0"/>
                  </a:lnTo>
                  <a:lnTo>
                    <a:pt x="68046" y="5600"/>
                  </a:lnTo>
                  <a:lnTo>
                    <a:pt x="68046" y="33528"/>
                  </a:lnTo>
                  <a:lnTo>
                    <a:pt x="28968" y="33528"/>
                  </a:lnTo>
                  <a:lnTo>
                    <a:pt x="17691" y="35801"/>
                  </a:lnTo>
                  <a:lnTo>
                    <a:pt x="8483" y="42011"/>
                  </a:lnTo>
                  <a:lnTo>
                    <a:pt x="2286" y="51206"/>
                  </a:lnTo>
                  <a:lnTo>
                    <a:pt x="0" y="62484"/>
                  </a:lnTo>
                  <a:lnTo>
                    <a:pt x="0" y="320116"/>
                  </a:lnTo>
                  <a:lnTo>
                    <a:pt x="2286" y="331393"/>
                  </a:lnTo>
                  <a:lnTo>
                    <a:pt x="8483" y="340588"/>
                  </a:lnTo>
                  <a:lnTo>
                    <a:pt x="17691" y="346798"/>
                  </a:lnTo>
                  <a:lnTo>
                    <a:pt x="28968" y="349072"/>
                  </a:lnTo>
                  <a:lnTo>
                    <a:pt x="88760" y="349072"/>
                  </a:lnTo>
                  <a:lnTo>
                    <a:pt x="88760" y="364858"/>
                  </a:lnTo>
                  <a:lnTo>
                    <a:pt x="141020" y="364858"/>
                  </a:lnTo>
                  <a:lnTo>
                    <a:pt x="141020" y="349072"/>
                  </a:lnTo>
                  <a:lnTo>
                    <a:pt x="203758" y="349072"/>
                  </a:lnTo>
                  <a:lnTo>
                    <a:pt x="215036" y="346798"/>
                  </a:lnTo>
                  <a:lnTo>
                    <a:pt x="224243" y="340588"/>
                  </a:lnTo>
                  <a:lnTo>
                    <a:pt x="230441" y="331393"/>
                  </a:lnTo>
                  <a:lnTo>
                    <a:pt x="232714" y="320116"/>
                  </a:lnTo>
                  <a:lnTo>
                    <a:pt x="232714" y="62484"/>
                  </a:lnTo>
                  <a:close/>
                </a:path>
              </a:pathLst>
            </a:custGeom>
            <a:solidFill>
              <a:srgbClr val="DAEB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879011" y="3543639"/>
              <a:ext cx="233679" cy="153035"/>
            </a:xfrm>
            <a:custGeom>
              <a:avLst/>
              <a:gdLst/>
              <a:ahLst/>
              <a:cxnLst/>
              <a:rect l="l" t="t" r="r" b="b"/>
              <a:pathLst>
                <a:path w="233680" h="153035">
                  <a:moveTo>
                    <a:pt x="229846" y="0"/>
                  </a:moveTo>
                  <a:lnTo>
                    <a:pt x="0" y="1382"/>
                  </a:lnTo>
                  <a:lnTo>
                    <a:pt x="659" y="113137"/>
                  </a:lnTo>
                  <a:lnTo>
                    <a:pt x="3758" y="128493"/>
                  </a:lnTo>
                  <a:lnTo>
                    <a:pt x="12210" y="141031"/>
                  </a:lnTo>
                  <a:lnTo>
                    <a:pt x="24747" y="149482"/>
                  </a:lnTo>
                  <a:lnTo>
                    <a:pt x="40103" y="152581"/>
                  </a:lnTo>
                  <a:lnTo>
                    <a:pt x="193931" y="152581"/>
                  </a:lnTo>
                  <a:lnTo>
                    <a:pt x="209286" y="149482"/>
                  </a:lnTo>
                  <a:lnTo>
                    <a:pt x="221824" y="141031"/>
                  </a:lnTo>
                  <a:lnTo>
                    <a:pt x="230276" y="128493"/>
                  </a:lnTo>
                  <a:lnTo>
                    <a:pt x="233375" y="113137"/>
                  </a:lnTo>
                  <a:lnTo>
                    <a:pt x="233375" y="282"/>
                  </a:lnTo>
                  <a:lnTo>
                    <a:pt x="229846" y="0"/>
                  </a:lnTo>
                  <a:close/>
                </a:path>
              </a:pathLst>
            </a:custGeom>
            <a:solidFill>
              <a:srgbClr val="93CE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/>
          <p:nvPr/>
        </p:nvSpPr>
        <p:spPr>
          <a:xfrm>
            <a:off x="2372158" y="5364035"/>
            <a:ext cx="647065" cy="26670"/>
          </a:xfrm>
          <a:custGeom>
            <a:avLst/>
            <a:gdLst/>
            <a:ahLst/>
            <a:cxnLst/>
            <a:rect l="l" t="t" r="r" b="b"/>
            <a:pathLst>
              <a:path w="647064" h="26670">
                <a:moveTo>
                  <a:pt x="646880" y="0"/>
                </a:moveTo>
                <a:lnTo>
                  <a:pt x="0" y="0"/>
                </a:lnTo>
                <a:lnTo>
                  <a:pt x="0" y="26292"/>
                </a:lnTo>
                <a:lnTo>
                  <a:pt x="646880" y="26292"/>
                </a:lnTo>
                <a:lnTo>
                  <a:pt x="64688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2967748" y="5363711"/>
            <a:ext cx="95250" cy="187325"/>
          </a:xfrm>
          <a:custGeom>
            <a:avLst/>
            <a:gdLst/>
            <a:ahLst/>
            <a:cxnLst/>
            <a:rect l="l" t="t" r="r" b="b"/>
            <a:pathLst>
              <a:path w="95250" h="187325">
                <a:moveTo>
                  <a:pt x="94665" y="139700"/>
                </a:moveTo>
                <a:lnTo>
                  <a:pt x="90944" y="121272"/>
                </a:lnTo>
                <a:lnTo>
                  <a:pt x="80810" y="106235"/>
                </a:lnTo>
                <a:lnTo>
                  <a:pt x="65760" y="96088"/>
                </a:lnTo>
                <a:lnTo>
                  <a:pt x="57861" y="94500"/>
                </a:lnTo>
                <a:lnTo>
                  <a:pt x="57861" y="0"/>
                </a:lnTo>
                <a:lnTo>
                  <a:pt x="35179" y="0"/>
                </a:lnTo>
                <a:lnTo>
                  <a:pt x="35179" y="94830"/>
                </a:lnTo>
                <a:lnTo>
                  <a:pt x="28917" y="96088"/>
                </a:lnTo>
                <a:lnTo>
                  <a:pt x="13868" y="106235"/>
                </a:lnTo>
                <a:lnTo>
                  <a:pt x="3721" y="121272"/>
                </a:lnTo>
                <a:lnTo>
                  <a:pt x="0" y="139700"/>
                </a:lnTo>
                <a:lnTo>
                  <a:pt x="3721" y="158127"/>
                </a:lnTo>
                <a:lnTo>
                  <a:pt x="13868" y="173177"/>
                </a:lnTo>
                <a:lnTo>
                  <a:pt x="28917" y="183311"/>
                </a:lnTo>
                <a:lnTo>
                  <a:pt x="47345" y="187032"/>
                </a:lnTo>
                <a:lnTo>
                  <a:pt x="65760" y="183311"/>
                </a:lnTo>
                <a:lnTo>
                  <a:pt x="80810" y="173177"/>
                </a:lnTo>
                <a:lnTo>
                  <a:pt x="90944" y="158127"/>
                </a:lnTo>
                <a:lnTo>
                  <a:pt x="94665" y="1397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2336647" y="5363711"/>
            <a:ext cx="95250" cy="187325"/>
          </a:xfrm>
          <a:custGeom>
            <a:avLst/>
            <a:gdLst/>
            <a:ahLst/>
            <a:cxnLst/>
            <a:rect l="l" t="t" r="r" b="b"/>
            <a:pathLst>
              <a:path w="95250" h="187325">
                <a:moveTo>
                  <a:pt x="94665" y="139700"/>
                </a:moveTo>
                <a:lnTo>
                  <a:pt x="90957" y="121272"/>
                </a:lnTo>
                <a:lnTo>
                  <a:pt x="80810" y="106235"/>
                </a:lnTo>
                <a:lnTo>
                  <a:pt x="65760" y="96088"/>
                </a:lnTo>
                <a:lnTo>
                  <a:pt x="57861" y="94500"/>
                </a:lnTo>
                <a:lnTo>
                  <a:pt x="57861" y="0"/>
                </a:lnTo>
                <a:lnTo>
                  <a:pt x="35179" y="0"/>
                </a:lnTo>
                <a:lnTo>
                  <a:pt x="35179" y="94830"/>
                </a:lnTo>
                <a:lnTo>
                  <a:pt x="28917" y="96088"/>
                </a:lnTo>
                <a:lnTo>
                  <a:pt x="13868" y="106235"/>
                </a:lnTo>
                <a:lnTo>
                  <a:pt x="3721" y="121272"/>
                </a:lnTo>
                <a:lnTo>
                  <a:pt x="0" y="139700"/>
                </a:lnTo>
                <a:lnTo>
                  <a:pt x="3721" y="158127"/>
                </a:lnTo>
                <a:lnTo>
                  <a:pt x="13868" y="173177"/>
                </a:lnTo>
                <a:lnTo>
                  <a:pt x="28917" y="183311"/>
                </a:lnTo>
                <a:lnTo>
                  <a:pt x="47332" y="187032"/>
                </a:lnTo>
                <a:lnTo>
                  <a:pt x="65760" y="183311"/>
                </a:lnTo>
                <a:lnTo>
                  <a:pt x="80810" y="173177"/>
                </a:lnTo>
                <a:lnTo>
                  <a:pt x="90957" y="158127"/>
                </a:lnTo>
                <a:lnTo>
                  <a:pt x="94665" y="1397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6" name="object 7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59009" y="3469421"/>
            <a:ext cx="115703" cy="115703"/>
          </a:xfrm>
          <a:prstGeom prst="rect">
            <a:avLst/>
          </a:prstGeom>
        </p:spPr>
      </p:pic>
      <p:pic>
        <p:nvPicPr>
          <p:cNvPr id="77" name="object 7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34889" y="3485198"/>
            <a:ext cx="115703" cy="115703"/>
          </a:xfrm>
          <a:prstGeom prst="rect">
            <a:avLst/>
          </a:prstGeom>
        </p:spPr>
      </p:pic>
      <p:grpSp>
        <p:nvGrpSpPr>
          <p:cNvPr id="78" name="object 78" descr=""/>
          <p:cNvGrpSpPr/>
          <p:nvPr/>
        </p:nvGrpSpPr>
        <p:grpSpPr>
          <a:xfrm>
            <a:off x="1804597" y="1554852"/>
            <a:ext cx="3997960" cy="4026535"/>
            <a:chOff x="1804597" y="1554852"/>
            <a:chExt cx="3997960" cy="4026535"/>
          </a:xfrm>
        </p:grpSpPr>
        <p:sp>
          <p:nvSpPr>
            <p:cNvPr id="79" name="object 79" descr=""/>
            <p:cNvSpPr/>
            <p:nvPr/>
          </p:nvSpPr>
          <p:spPr>
            <a:xfrm>
              <a:off x="4883747" y="1554854"/>
              <a:ext cx="715645" cy="1369695"/>
            </a:xfrm>
            <a:custGeom>
              <a:avLst/>
              <a:gdLst/>
              <a:ahLst/>
              <a:cxnLst/>
              <a:rect l="l" t="t" r="r" b="b"/>
              <a:pathLst>
                <a:path w="715645" h="1369695">
                  <a:moveTo>
                    <a:pt x="715645" y="8267"/>
                  </a:moveTo>
                  <a:lnTo>
                    <a:pt x="493293" y="0"/>
                  </a:lnTo>
                  <a:lnTo>
                    <a:pt x="468299" y="672084"/>
                  </a:lnTo>
                  <a:lnTo>
                    <a:pt x="0" y="1225384"/>
                  </a:lnTo>
                  <a:lnTo>
                    <a:pt x="169849" y="1369136"/>
                  </a:lnTo>
                  <a:lnTo>
                    <a:pt x="645655" y="806958"/>
                  </a:lnTo>
                  <a:lnTo>
                    <a:pt x="566204" y="739724"/>
                  </a:lnTo>
                  <a:lnTo>
                    <a:pt x="688289" y="744258"/>
                  </a:lnTo>
                  <a:lnTo>
                    <a:pt x="715645" y="8267"/>
                  </a:lnTo>
                  <a:close/>
                </a:path>
              </a:pathLst>
            </a:custGeom>
            <a:solidFill>
              <a:srgbClr val="A7C1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261520" y="2425255"/>
              <a:ext cx="1202690" cy="1102360"/>
            </a:xfrm>
            <a:custGeom>
              <a:avLst/>
              <a:gdLst/>
              <a:ahLst/>
              <a:cxnLst/>
              <a:rect l="l" t="t" r="r" b="b"/>
              <a:pathLst>
                <a:path w="1202689" h="1102360">
                  <a:moveTo>
                    <a:pt x="254300" y="0"/>
                  </a:moveTo>
                  <a:lnTo>
                    <a:pt x="209463" y="5921"/>
                  </a:lnTo>
                  <a:lnTo>
                    <a:pt x="3402" y="245621"/>
                  </a:lnTo>
                  <a:lnTo>
                    <a:pt x="0" y="266642"/>
                  </a:lnTo>
                  <a:lnTo>
                    <a:pt x="2423" y="291743"/>
                  </a:lnTo>
                  <a:lnTo>
                    <a:pt x="23795" y="352812"/>
                  </a:lnTo>
                  <a:lnTo>
                    <a:pt x="42270" y="388097"/>
                  </a:lnTo>
                  <a:lnTo>
                    <a:pt x="65620" y="426092"/>
                  </a:lnTo>
                  <a:lnTo>
                    <a:pt x="93608" y="466456"/>
                  </a:lnTo>
                  <a:lnTo>
                    <a:pt x="125995" y="508846"/>
                  </a:lnTo>
                  <a:lnTo>
                    <a:pt x="162546" y="552920"/>
                  </a:lnTo>
                  <a:lnTo>
                    <a:pt x="203021" y="598336"/>
                  </a:lnTo>
                  <a:lnTo>
                    <a:pt x="247184" y="644752"/>
                  </a:lnTo>
                  <a:lnTo>
                    <a:pt x="294797" y="691826"/>
                  </a:lnTo>
                  <a:lnTo>
                    <a:pt x="345622" y="739215"/>
                  </a:lnTo>
                  <a:lnTo>
                    <a:pt x="399422" y="786578"/>
                  </a:lnTo>
                  <a:lnTo>
                    <a:pt x="454537" y="832403"/>
                  </a:lnTo>
                  <a:lnTo>
                    <a:pt x="509218" y="875285"/>
                  </a:lnTo>
                  <a:lnTo>
                    <a:pt x="563090" y="915042"/>
                  </a:lnTo>
                  <a:lnTo>
                    <a:pt x="615779" y="951493"/>
                  </a:lnTo>
                  <a:lnTo>
                    <a:pt x="666909" y="984456"/>
                  </a:lnTo>
                  <a:lnTo>
                    <a:pt x="716106" y="1013748"/>
                  </a:lnTo>
                  <a:lnTo>
                    <a:pt x="762996" y="1039189"/>
                  </a:lnTo>
                  <a:lnTo>
                    <a:pt x="807202" y="1060595"/>
                  </a:lnTo>
                  <a:lnTo>
                    <a:pt x="848352" y="1077787"/>
                  </a:lnTo>
                  <a:lnTo>
                    <a:pt x="886070" y="1090581"/>
                  </a:lnTo>
                  <a:lnTo>
                    <a:pt x="949712" y="1102251"/>
                  </a:lnTo>
                  <a:lnTo>
                    <a:pt x="974887" y="1100763"/>
                  </a:lnTo>
                  <a:lnTo>
                    <a:pt x="995131" y="1094150"/>
                  </a:lnTo>
                  <a:lnTo>
                    <a:pt x="1191816" y="869728"/>
                  </a:lnTo>
                  <a:lnTo>
                    <a:pt x="1200073" y="853488"/>
                  </a:lnTo>
                  <a:lnTo>
                    <a:pt x="1202384" y="832894"/>
                  </a:lnTo>
                  <a:lnTo>
                    <a:pt x="1198986" y="808276"/>
                  </a:lnTo>
                  <a:lnTo>
                    <a:pt x="1176004" y="748297"/>
                  </a:lnTo>
                  <a:lnTo>
                    <a:pt x="1156893" y="713599"/>
                  </a:lnTo>
                  <a:lnTo>
                    <a:pt x="1133018" y="676205"/>
                  </a:lnTo>
                  <a:lnTo>
                    <a:pt x="1104613" y="636446"/>
                  </a:lnTo>
                  <a:lnTo>
                    <a:pt x="1071916" y="594655"/>
                  </a:lnTo>
                  <a:lnTo>
                    <a:pt x="1035162" y="551162"/>
                  </a:lnTo>
                  <a:lnTo>
                    <a:pt x="994589" y="506299"/>
                  </a:lnTo>
                  <a:lnTo>
                    <a:pt x="950430" y="460398"/>
                  </a:lnTo>
                  <a:lnTo>
                    <a:pt x="902924" y="413791"/>
                  </a:lnTo>
                  <a:lnTo>
                    <a:pt x="852306" y="366810"/>
                  </a:lnTo>
                  <a:lnTo>
                    <a:pt x="798813" y="319786"/>
                  </a:lnTo>
                  <a:lnTo>
                    <a:pt x="744080" y="274210"/>
                  </a:lnTo>
                  <a:lnTo>
                    <a:pt x="689834" y="231469"/>
                  </a:lnTo>
                  <a:lnTo>
                    <a:pt x="636440" y="191744"/>
                  </a:lnTo>
                  <a:lnTo>
                    <a:pt x="584261" y="155218"/>
                  </a:lnTo>
                  <a:lnTo>
                    <a:pt x="533662" y="122073"/>
                  </a:lnTo>
                  <a:lnTo>
                    <a:pt x="485007" y="92490"/>
                  </a:lnTo>
                  <a:lnTo>
                    <a:pt x="438661" y="66652"/>
                  </a:lnTo>
                  <a:lnTo>
                    <a:pt x="394987" y="44740"/>
                  </a:lnTo>
                  <a:lnTo>
                    <a:pt x="354349" y="26937"/>
                  </a:lnTo>
                  <a:lnTo>
                    <a:pt x="317113" y="13425"/>
                  </a:lnTo>
                  <a:lnTo>
                    <a:pt x="254300" y="0"/>
                  </a:lnTo>
                  <a:close/>
                </a:path>
              </a:pathLst>
            </a:custGeom>
            <a:solidFill>
              <a:srgbClr val="D6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4281219" y="2537009"/>
              <a:ext cx="1085215" cy="967740"/>
            </a:xfrm>
            <a:custGeom>
              <a:avLst/>
              <a:gdLst/>
              <a:ahLst/>
              <a:cxnLst/>
              <a:rect l="l" t="t" r="r" b="b"/>
              <a:pathLst>
                <a:path w="1085214" h="967739">
                  <a:moveTo>
                    <a:pt x="130741" y="0"/>
                  </a:moveTo>
                  <a:lnTo>
                    <a:pt x="107053" y="1616"/>
                  </a:lnTo>
                  <a:lnTo>
                    <a:pt x="88499" y="8951"/>
                  </a:lnTo>
                  <a:lnTo>
                    <a:pt x="3402" y="110843"/>
                  </a:lnTo>
                  <a:lnTo>
                    <a:pt x="0" y="131867"/>
                  </a:lnTo>
                  <a:lnTo>
                    <a:pt x="2423" y="156969"/>
                  </a:lnTo>
                  <a:lnTo>
                    <a:pt x="23795" y="218041"/>
                  </a:lnTo>
                  <a:lnTo>
                    <a:pt x="42270" y="253327"/>
                  </a:lnTo>
                  <a:lnTo>
                    <a:pt x="65620" y="291322"/>
                  </a:lnTo>
                  <a:lnTo>
                    <a:pt x="93608" y="331686"/>
                  </a:lnTo>
                  <a:lnTo>
                    <a:pt x="125995" y="374076"/>
                  </a:lnTo>
                  <a:lnTo>
                    <a:pt x="162546" y="418150"/>
                  </a:lnTo>
                  <a:lnTo>
                    <a:pt x="203021" y="463565"/>
                  </a:lnTo>
                  <a:lnTo>
                    <a:pt x="247184" y="509980"/>
                  </a:lnTo>
                  <a:lnTo>
                    <a:pt x="294797" y="557052"/>
                  </a:lnTo>
                  <a:lnTo>
                    <a:pt x="345622" y="604440"/>
                  </a:lnTo>
                  <a:lnTo>
                    <a:pt x="399422" y="651801"/>
                  </a:lnTo>
                  <a:lnTo>
                    <a:pt x="454535" y="697626"/>
                  </a:lnTo>
                  <a:lnTo>
                    <a:pt x="509215" y="740508"/>
                  </a:lnTo>
                  <a:lnTo>
                    <a:pt x="563086" y="780265"/>
                  </a:lnTo>
                  <a:lnTo>
                    <a:pt x="615774" y="816715"/>
                  </a:lnTo>
                  <a:lnTo>
                    <a:pt x="666904" y="849678"/>
                  </a:lnTo>
                  <a:lnTo>
                    <a:pt x="716102" y="878970"/>
                  </a:lnTo>
                  <a:lnTo>
                    <a:pt x="762992" y="904411"/>
                  </a:lnTo>
                  <a:lnTo>
                    <a:pt x="807199" y="925818"/>
                  </a:lnTo>
                  <a:lnTo>
                    <a:pt x="848350" y="943009"/>
                  </a:lnTo>
                  <a:lnTo>
                    <a:pt x="886069" y="955804"/>
                  </a:lnTo>
                  <a:lnTo>
                    <a:pt x="949712" y="967473"/>
                  </a:lnTo>
                  <a:lnTo>
                    <a:pt x="974887" y="965985"/>
                  </a:lnTo>
                  <a:lnTo>
                    <a:pt x="995131" y="959373"/>
                  </a:lnTo>
                  <a:lnTo>
                    <a:pt x="1082626" y="859533"/>
                  </a:lnTo>
                  <a:lnTo>
                    <a:pt x="1085154" y="844092"/>
                  </a:lnTo>
                  <a:lnTo>
                    <a:pt x="1082043" y="823493"/>
                  </a:lnTo>
                  <a:lnTo>
                    <a:pt x="1059722" y="768569"/>
                  </a:lnTo>
                  <a:lnTo>
                    <a:pt x="1040921" y="735118"/>
                  </a:lnTo>
                  <a:lnTo>
                    <a:pt x="1017300" y="698259"/>
                  </a:lnTo>
                  <a:lnTo>
                    <a:pt x="989063" y="658428"/>
                  </a:lnTo>
                  <a:lnTo>
                    <a:pt x="956416" y="616062"/>
                  </a:lnTo>
                  <a:lnTo>
                    <a:pt x="919563" y="571599"/>
                  </a:lnTo>
                  <a:lnTo>
                    <a:pt x="878710" y="525477"/>
                  </a:lnTo>
                  <a:lnTo>
                    <a:pt x="834060" y="478133"/>
                  </a:lnTo>
                  <a:lnTo>
                    <a:pt x="785819" y="430004"/>
                  </a:lnTo>
                  <a:lnTo>
                    <a:pt x="734191" y="381527"/>
                  </a:lnTo>
                  <a:lnTo>
                    <a:pt x="679382" y="333140"/>
                  </a:lnTo>
                  <a:lnTo>
                    <a:pt x="623250" y="286176"/>
                  </a:lnTo>
                  <a:lnTo>
                    <a:pt x="567765" y="241846"/>
                  </a:lnTo>
                  <a:lnTo>
                    <a:pt x="513299" y="200408"/>
                  </a:lnTo>
                  <a:lnTo>
                    <a:pt x="460228" y="162118"/>
                  </a:lnTo>
                  <a:lnTo>
                    <a:pt x="408925" y="127234"/>
                  </a:lnTo>
                  <a:lnTo>
                    <a:pt x="359765" y="96013"/>
                  </a:lnTo>
                  <a:lnTo>
                    <a:pt x="313120" y="68711"/>
                  </a:lnTo>
                  <a:lnTo>
                    <a:pt x="269367" y="45587"/>
                  </a:lnTo>
                  <a:lnTo>
                    <a:pt x="228878" y="26896"/>
                  </a:lnTo>
                  <a:lnTo>
                    <a:pt x="192028" y="12897"/>
                  </a:lnTo>
                  <a:lnTo>
                    <a:pt x="130741" y="0"/>
                  </a:lnTo>
                  <a:close/>
                </a:path>
              </a:pathLst>
            </a:custGeom>
            <a:solidFill>
              <a:srgbClr val="515151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4259335" y="2561819"/>
              <a:ext cx="1087755" cy="968375"/>
            </a:xfrm>
            <a:custGeom>
              <a:avLst/>
              <a:gdLst/>
              <a:ahLst/>
              <a:cxnLst/>
              <a:rect l="l" t="t" r="r" b="b"/>
              <a:pathLst>
                <a:path w="1087754" h="968375">
                  <a:moveTo>
                    <a:pt x="130999" y="0"/>
                  </a:moveTo>
                  <a:lnTo>
                    <a:pt x="107127" y="2181"/>
                  </a:lnTo>
                  <a:lnTo>
                    <a:pt x="88510" y="9718"/>
                  </a:lnTo>
                  <a:lnTo>
                    <a:pt x="3402" y="111610"/>
                  </a:lnTo>
                  <a:lnTo>
                    <a:pt x="0" y="132634"/>
                  </a:lnTo>
                  <a:lnTo>
                    <a:pt x="2423" y="157736"/>
                  </a:lnTo>
                  <a:lnTo>
                    <a:pt x="23795" y="218808"/>
                  </a:lnTo>
                  <a:lnTo>
                    <a:pt x="42270" y="254093"/>
                  </a:lnTo>
                  <a:lnTo>
                    <a:pt x="65620" y="292089"/>
                  </a:lnTo>
                  <a:lnTo>
                    <a:pt x="93608" y="332453"/>
                  </a:lnTo>
                  <a:lnTo>
                    <a:pt x="125995" y="374843"/>
                  </a:lnTo>
                  <a:lnTo>
                    <a:pt x="162546" y="418916"/>
                  </a:lnTo>
                  <a:lnTo>
                    <a:pt x="203021" y="464332"/>
                  </a:lnTo>
                  <a:lnTo>
                    <a:pt x="247184" y="510747"/>
                  </a:lnTo>
                  <a:lnTo>
                    <a:pt x="294797" y="557819"/>
                  </a:lnTo>
                  <a:lnTo>
                    <a:pt x="345622" y="605207"/>
                  </a:lnTo>
                  <a:lnTo>
                    <a:pt x="399422" y="652568"/>
                  </a:lnTo>
                  <a:lnTo>
                    <a:pt x="454537" y="698392"/>
                  </a:lnTo>
                  <a:lnTo>
                    <a:pt x="509218" y="741274"/>
                  </a:lnTo>
                  <a:lnTo>
                    <a:pt x="563090" y="781032"/>
                  </a:lnTo>
                  <a:lnTo>
                    <a:pt x="615779" y="817482"/>
                  </a:lnTo>
                  <a:lnTo>
                    <a:pt x="666909" y="850445"/>
                  </a:lnTo>
                  <a:lnTo>
                    <a:pt x="716106" y="879737"/>
                  </a:lnTo>
                  <a:lnTo>
                    <a:pt x="762996" y="905178"/>
                  </a:lnTo>
                  <a:lnTo>
                    <a:pt x="807202" y="926585"/>
                  </a:lnTo>
                  <a:lnTo>
                    <a:pt x="848352" y="943776"/>
                  </a:lnTo>
                  <a:lnTo>
                    <a:pt x="886070" y="956570"/>
                  </a:lnTo>
                  <a:lnTo>
                    <a:pt x="949712" y="968240"/>
                  </a:lnTo>
                  <a:lnTo>
                    <a:pt x="974887" y="966752"/>
                  </a:lnTo>
                  <a:lnTo>
                    <a:pt x="995131" y="960139"/>
                  </a:lnTo>
                  <a:lnTo>
                    <a:pt x="1082626" y="860299"/>
                  </a:lnTo>
                  <a:lnTo>
                    <a:pt x="1087194" y="840738"/>
                  </a:lnTo>
                  <a:lnTo>
                    <a:pt x="1085657" y="816814"/>
                  </a:lnTo>
                  <a:lnTo>
                    <a:pt x="1065289" y="757314"/>
                  </a:lnTo>
                  <a:lnTo>
                    <a:pt x="1046969" y="722456"/>
                  </a:lnTo>
                  <a:lnTo>
                    <a:pt x="1023565" y="684671"/>
                  </a:lnTo>
                  <a:lnTo>
                    <a:pt x="995331" y="644318"/>
                  </a:lnTo>
                  <a:lnTo>
                    <a:pt x="962524" y="601755"/>
                  </a:lnTo>
                  <a:lnTo>
                    <a:pt x="925398" y="557341"/>
                  </a:lnTo>
                  <a:lnTo>
                    <a:pt x="884208" y="511435"/>
                  </a:lnTo>
                  <a:lnTo>
                    <a:pt x="839210" y="464396"/>
                  </a:lnTo>
                  <a:lnTo>
                    <a:pt x="790659" y="416582"/>
                  </a:lnTo>
                  <a:lnTo>
                    <a:pt x="738809" y="368352"/>
                  </a:lnTo>
                  <a:lnTo>
                    <a:pt x="683915" y="320065"/>
                  </a:lnTo>
                  <a:lnTo>
                    <a:pt x="627718" y="273302"/>
                  </a:lnTo>
                  <a:lnTo>
                    <a:pt x="572048" y="229537"/>
                  </a:lnTo>
                  <a:lnTo>
                    <a:pt x="517298" y="188966"/>
                  </a:lnTo>
                  <a:lnTo>
                    <a:pt x="463863" y="151786"/>
                  </a:lnTo>
                  <a:lnTo>
                    <a:pt x="412138" y="118194"/>
                  </a:lnTo>
                  <a:lnTo>
                    <a:pt x="362515" y="88385"/>
                  </a:lnTo>
                  <a:lnTo>
                    <a:pt x="315389" y="62557"/>
                  </a:lnTo>
                  <a:lnTo>
                    <a:pt x="271153" y="40905"/>
                  </a:lnTo>
                  <a:lnTo>
                    <a:pt x="230203" y="23627"/>
                  </a:lnTo>
                  <a:lnTo>
                    <a:pt x="192931" y="10919"/>
                  </a:lnTo>
                  <a:lnTo>
                    <a:pt x="130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4631511" y="2770789"/>
              <a:ext cx="444500" cy="365760"/>
            </a:xfrm>
            <a:custGeom>
              <a:avLst/>
              <a:gdLst/>
              <a:ahLst/>
              <a:cxnLst/>
              <a:rect l="l" t="t" r="r" b="b"/>
              <a:pathLst>
                <a:path w="444500" h="365760">
                  <a:moveTo>
                    <a:pt x="21167" y="0"/>
                  </a:moveTo>
                  <a:lnTo>
                    <a:pt x="2745" y="6938"/>
                  </a:lnTo>
                  <a:lnTo>
                    <a:pt x="0" y="26430"/>
                  </a:lnTo>
                  <a:lnTo>
                    <a:pt x="12611" y="56022"/>
                  </a:lnTo>
                  <a:lnTo>
                    <a:pt x="38867" y="93562"/>
                  </a:lnTo>
                  <a:lnTo>
                    <a:pt x="77054" y="136902"/>
                  </a:lnTo>
                  <a:lnTo>
                    <a:pt x="125460" y="183893"/>
                  </a:lnTo>
                  <a:lnTo>
                    <a:pt x="182373" y="232386"/>
                  </a:lnTo>
                  <a:lnTo>
                    <a:pt x="242129" y="277328"/>
                  </a:lnTo>
                  <a:lnTo>
                    <a:pt x="298561" y="314297"/>
                  </a:lnTo>
                  <a:lnTo>
                    <a:pt x="349198" y="342091"/>
                  </a:lnTo>
                  <a:lnTo>
                    <a:pt x="391567" y="359510"/>
                  </a:lnTo>
                  <a:lnTo>
                    <a:pt x="423199" y="365351"/>
                  </a:lnTo>
                  <a:lnTo>
                    <a:pt x="441621" y="358414"/>
                  </a:lnTo>
                  <a:lnTo>
                    <a:pt x="444367" y="338921"/>
                  </a:lnTo>
                  <a:lnTo>
                    <a:pt x="431757" y="309330"/>
                  </a:lnTo>
                  <a:lnTo>
                    <a:pt x="405503" y="271790"/>
                  </a:lnTo>
                  <a:lnTo>
                    <a:pt x="367317" y="228449"/>
                  </a:lnTo>
                  <a:lnTo>
                    <a:pt x="318910" y="181458"/>
                  </a:lnTo>
                  <a:lnTo>
                    <a:pt x="261993" y="132965"/>
                  </a:lnTo>
                  <a:lnTo>
                    <a:pt x="202237" y="88020"/>
                  </a:lnTo>
                  <a:lnTo>
                    <a:pt x="145805" y="51050"/>
                  </a:lnTo>
                  <a:lnTo>
                    <a:pt x="95169" y="23256"/>
                  </a:lnTo>
                  <a:lnTo>
                    <a:pt x="52799" y="5839"/>
                  </a:lnTo>
                  <a:lnTo>
                    <a:pt x="21167" y="0"/>
                  </a:lnTo>
                  <a:close/>
                </a:path>
              </a:pathLst>
            </a:custGeom>
            <a:solidFill>
              <a:srgbClr val="FFEE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29630" y="2970296"/>
              <a:ext cx="225205" cy="190654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4284624" y="2664808"/>
              <a:ext cx="962025" cy="816610"/>
            </a:xfrm>
            <a:custGeom>
              <a:avLst/>
              <a:gdLst/>
              <a:ahLst/>
              <a:cxnLst/>
              <a:rect l="l" t="t" r="r" b="b"/>
              <a:pathLst>
                <a:path w="962025" h="816610">
                  <a:moveTo>
                    <a:pt x="326263" y="275564"/>
                  </a:moveTo>
                  <a:lnTo>
                    <a:pt x="290995" y="200533"/>
                  </a:lnTo>
                  <a:lnTo>
                    <a:pt x="253885" y="154038"/>
                  </a:lnTo>
                  <a:lnTo>
                    <a:pt x="206298" y="105752"/>
                  </a:lnTo>
                  <a:lnTo>
                    <a:pt x="154305" y="62255"/>
                  </a:lnTo>
                  <a:lnTo>
                    <a:pt x="104940" y="29044"/>
                  </a:lnTo>
                  <a:lnTo>
                    <a:pt x="61506" y="7759"/>
                  </a:lnTo>
                  <a:lnTo>
                    <a:pt x="27292" y="0"/>
                  </a:lnTo>
                  <a:lnTo>
                    <a:pt x="5613" y="7404"/>
                  </a:lnTo>
                  <a:lnTo>
                    <a:pt x="0" y="29603"/>
                  </a:lnTo>
                  <a:lnTo>
                    <a:pt x="10515" y="63068"/>
                  </a:lnTo>
                  <a:lnTo>
                    <a:pt x="35267" y="104635"/>
                  </a:lnTo>
                  <a:lnTo>
                    <a:pt x="72377" y="151142"/>
                  </a:lnTo>
                  <a:lnTo>
                    <a:pt x="119964" y="199415"/>
                  </a:lnTo>
                  <a:lnTo>
                    <a:pt x="171958" y="242925"/>
                  </a:lnTo>
                  <a:lnTo>
                    <a:pt x="221322" y="276123"/>
                  </a:lnTo>
                  <a:lnTo>
                    <a:pt x="264769" y="297421"/>
                  </a:lnTo>
                  <a:lnTo>
                    <a:pt x="298970" y="305168"/>
                  </a:lnTo>
                  <a:lnTo>
                    <a:pt x="320649" y="297776"/>
                  </a:lnTo>
                  <a:lnTo>
                    <a:pt x="326263" y="275564"/>
                  </a:lnTo>
                  <a:close/>
                </a:path>
                <a:path w="962025" h="816610">
                  <a:moveTo>
                    <a:pt x="535089" y="598055"/>
                  </a:moveTo>
                  <a:lnTo>
                    <a:pt x="504901" y="543026"/>
                  </a:lnTo>
                  <a:lnTo>
                    <a:pt x="460362" y="498017"/>
                  </a:lnTo>
                  <a:lnTo>
                    <a:pt x="401904" y="447789"/>
                  </a:lnTo>
                  <a:lnTo>
                    <a:pt x="340118" y="401726"/>
                  </a:lnTo>
                  <a:lnTo>
                    <a:pt x="286461" y="368096"/>
                  </a:lnTo>
                  <a:lnTo>
                    <a:pt x="246595" y="350037"/>
                  </a:lnTo>
                  <a:lnTo>
                    <a:pt x="226174" y="350659"/>
                  </a:lnTo>
                  <a:lnTo>
                    <a:pt x="256374" y="405676"/>
                  </a:lnTo>
                  <a:lnTo>
                    <a:pt x="300901" y="450684"/>
                  </a:lnTo>
                  <a:lnTo>
                    <a:pt x="359359" y="500926"/>
                  </a:lnTo>
                  <a:lnTo>
                    <a:pt x="421144" y="546989"/>
                  </a:lnTo>
                  <a:lnTo>
                    <a:pt x="474802" y="580605"/>
                  </a:lnTo>
                  <a:lnTo>
                    <a:pt x="514667" y="598678"/>
                  </a:lnTo>
                  <a:lnTo>
                    <a:pt x="535089" y="598055"/>
                  </a:lnTo>
                  <a:close/>
                </a:path>
                <a:path w="962025" h="816610">
                  <a:moveTo>
                    <a:pt x="961974" y="784783"/>
                  </a:moveTo>
                  <a:lnTo>
                    <a:pt x="917422" y="709053"/>
                  </a:lnTo>
                  <a:lnTo>
                    <a:pt x="874001" y="662686"/>
                  </a:lnTo>
                  <a:lnTo>
                    <a:pt x="819518" y="614895"/>
                  </a:lnTo>
                  <a:lnTo>
                    <a:pt x="760971" y="572173"/>
                  </a:lnTo>
                  <a:lnTo>
                    <a:pt x="706247" y="539915"/>
                  </a:lnTo>
                  <a:lnTo>
                    <a:pt x="658926" y="519684"/>
                  </a:lnTo>
                  <a:lnTo>
                    <a:pt x="622617" y="513003"/>
                  </a:lnTo>
                  <a:lnTo>
                    <a:pt x="600913" y="521411"/>
                  </a:lnTo>
                  <a:lnTo>
                    <a:pt x="597446" y="544423"/>
                  </a:lnTo>
                  <a:lnTo>
                    <a:pt x="611898" y="578408"/>
                  </a:lnTo>
                  <a:lnTo>
                    <a:pt x="641972" y="620166"/>
                  </a:lnTo>
                  <a:lnTo>
                    <a:pt x="685406" y="666521"/>
                  </a:lnTo>
                  <a:lnTo>
                    <a:pt x="739889" y="714311"/>
                  </a:lnTo>
                  <a:lnTo>
                    <a:pt x="798436" y="757034"/>
                  </a:lnTo>
                  <a:lnTo>
                    <a:pt x="853160" y="789292"/>
                  </a:lnTo>
                  <a:lnTo>
                    <a:pt x="900493" y="809523"/>
                  </a:lnTo>
                  <a:lnTo>
                    <a:pt x="936802" y="816203"/>
                  </a:lnTo>
                  <a:lnTo>
                    <a:pt x="958507" y="807796"/>
                  </a:lnTo>
                  <a:lnTo>
                    <a:pt x="961974" y="784783"/>
                  </a:lnTo>
                  <a:close/>
                </a:path>
              </a:pathLst>
            </a:custGeom>
            <a:solidFill>
              <a:srgbClr val="FFEE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804597" y="2607156"/>
              <a:ext cx="3515360" cy="2949575"/>
            </a:xfrm>
            <a:custGeom>
              <a:avLst/>
              <a:gdLst/>
              <a:ahLst/>
              <a:cxnLst/>
              <a:rect l="l" t="t" r="r" b="b"/>
              <a:pathLst>
                <a:path w="3515360" h="2949575">
                  <a:moveTo>
                    <a:pt x="2675187" y="0"/>
                  </a:moveTo>
                  <a:lnTo>
                    <a:pt x="2503688" y="0"/>
                  </a:lnTo>
                  <a:lnTo>
                    <a:pt x="2493117" y="19485"/>
                  </a:lnTo>
                  <a:lnTo>
                    <a:pt x="0" y="2949030"/>
                  </a:lnTo>
                  <a:lnTo>
                    <a:pt x="2394387" y="2949030"/>
                  </a:lnTo>
                  <a:lnTo>
                    <a:pt x="2939417" y="1911468"/>
                  </a:lnTo>
                  <a:lnTo>
                    <a:pt x="3321561" y="1189219"/>
                  </a:lnTo>
                  <a:lnTo>
                    <a:pt x="3510887" y="842172"/>
                  </a:lnTo>
                  <a:lnTo>
                    <a:pt x="3514817" y="829703"/>
                  </a:lnTo>
                  <a:lnTo>
                    <a:pt x="3512734" y="809807"/>
                  </a:lnTo>
                  <a:lnTo>
                    <a:pt x="3491903" y="751255"/>
                  </a:lnTo>
                  <a:lnTo>
                    <a:pt x="3473843" y="714358"/>
                  </a:lnTo>
                  <a:lnTo>
                    <a:pt x="3451145" y="673555"/>
                  </a:lnTo>
                  <a:lnTo>
                    <a:pt x="3424152" y="629724"/>
                  </a:lnTo>
                  <a:lnTo>
                    <a:pt x="3393208" y="583747"/>
                  </a:lnTo>
                  <a:lnTo>
                    <a:pt x="3358657" y="536502"/>
                  </a:lnTo>
                  <a:lnTo>
                    <a:pt x="3320842" y="488870"/>
                  </a:lnTo>
                  <a:lnTo>
                    <a:pt x="3280108" y="441730"/>
                  </a:lnTo>
                  <a:lnTo>
                    <a:pt x="3236798" y="395963"/>
                  </a:lnTo>
                  <a:lnTo>
                    <a:pt x="3191255" y="352449"/>
                  </a:lnTo>
                  <a:lnTo>
                    <a:pt x="3143824" y="312067"/>
                  </a:lnTo>
                  <a:lnTo>
                    <a:pt x="3094848" y="275697"/>
                  </a:lnTo>
                  <a:lnTo>
                    <a:pt x="2773412" y="57503"/>
                  </a:lnTo>
                  <a:lnTo>
                    <a:pt x="2675187" y="0"/>
                  </a:lnTo>
                  <a:close/>
                </a:path>
              </a:pathLst>
            </a:custGeom>
            <a:solidFill>
              <a:srgbClr val="FFF5A9">
                <a:alpha val="2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24886" y="2158891"/>
              <a:ext cx="251510" cy="251510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2338349" y="1784787"/>
              <a:ext cx="438784" cy="1166495"/>
            </a:xfrm>
            <a:custGeom>
              <a:avLst/>
              <a:gdLst/>
              <a:ahLst/>
              <a:cxnLst/>
              <a:rect l="l" t="t" r="r" b="b"/>
              <a:pathLst>
                <a:path w="438785" h="1166495">
                  <a:moveTo>
                    <a:pt x="438162" y="1080782"/>
                  </a:moveTo>
                  <a:lnTo>
                    <a:pt x="160020" y="752157"/>
                  </a:lnTo>
                  <a:lnTo>
                    <a:pt x="132067" y="0"/>
                  </a:lnTo>
                  <a:lnTo>
                    <a:pt x="0" y="4914"/>
                  </a:lnTo>
                  <a:lnTo>
                    <a:pt x="29375" y="795020"/>
                  </a:lnTo>
                  <a:lnTo>
                    <a:pt x="101879" y="792340"/>
                  </a:lnTo>
                  <a:lnTo>
                    <a:pt x="54698" y="832269"/>
                  </a:lnTo>
                  <a:lnTo>
                    <a:pt x="337286" y="1166164"/>
                  </a:lnTo>
                  <a:lnTo>
                    <a:pt x="438162" y="1080782"/>
                  </a:lnTo>
                  <a:close/>
                </a:path>
              </a:pathLst>
            </a:custGeom>
            <a:solidFill>
              <a:srgbClr val="A7C1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2432029" y="2655290"/>
              <a:ext cx="713740" cy="654685"/>
            </a:xfrm>
            <a:custGeom>
              <a:avLst/>
              <a:gdLst/>
              <a:ahLst/>
              <a:cxnLst/>
              <a:rect l="l" t="t" r="r" b="b"/>
              <a:pathLst>
                <a:path w="713739" h="654685">
                  <a:moveTo>
                    <a:pt x="557496" y="0"/>
                  </a:moveTo>
                  <a:lnTo>
                    <a:pt x="487719" y="22216"/>
                  </a:lnTo>
                  <a:lnTo>
                    <a:pt x="444513" y="43893"/>
                  </a:lnTo>
                  <a:lnTo>
                    <a:pt x="397099" y="71948"/>
                  </a:lnTo>
                  <a:lnTo>
                    <a:pt x="346477" y="105881"/>
                  </a:lnTo>
                  <a:lnTo>
                    <a:pt x="293649" y="145191"/>
                  </a:lnTo>
                  <a:lnTo>
                    <a:pt x="239619" y="189378"/>
                  </a:lnTo>
                  <a:lnTo>
                    <a:pt x="187606" y="235924"/>
                  </a:lnTo>
                  <a:lnTo>
                    <a:pt x="140598" y="282034"/>
                  </a:lnTo>
                  <a:lnTo>
                    <a:pt x="99243" y="326796"/>
                  </a:lnTo>
                  <a:lnTo>
                    <a:pt x="64191" y="369298"/>
                  </a:lnTo>
                  <a:lnTo>
                    <a:pt x="36092" y="408629"/>
                  </a:lnTo>
                  <a:lnTo>
                    <a:pt x="15594" y="443876"/>
                  </a:lnTo>
                  <a:lnTo>
                    <a:pt x="0" y="498472"/>
                  </a:lnTo>
                  <a:lnTo>
                    <a:pt x="6202" y="515997"/>
                  </a:lnTo>
                  <a:lnTo>
                    <a:pt x="123015" y="649291"/>
                  </a:lnTo>
                  <a:lnTo>
                    <a:pt x="145990" y="654162"/>
                  </a:lnTo>
                  <a:lnTo>
                    <a:pt x="177423" y="649959"/>
                  </a:lnTo>
                  <a:lnTo>
                    <a:pt x="216121" y="637261"/>
                  </a:lnTo>
                  <a:lnTo>
                    <a:pt x="260890" y="616648"/>
                  </a:lnTo>
                  <a:lnTo>
                    <a:pt x="310539" y="588698"/>
                  </a:lnTo>
                  <a:lnTo>
                    <a:pt x="363872" y="553990"/>
                  </a:lnTo>
                  <a:lnTo>
                    <a:pt x="419699" y="513103"/>
                  </a:lnTo>
                  <a:lnTo>
                    <a:pt x="476826" y="466616"/>
                  </a:lnTo>
                  <a:lnTo>
                    <a:pt x="531590" y="417368"/>
                  </a:lnTo>
                  <a:lnTo>
                    <a:pt x="580620" y="368537"/>
                  </a:lnTo>
                  <a:lnTo>
                    <a:pt x="623160" y="321214"/>
                  </a:lnTo>
                  <a:lnTo>
                    <a:pt x="658453" y="276487"/>
                  </a:lnTo>
                  <a:lnTo>
                    <a:pt x="685743" y="235446"/>
                  </a:lnTo>
                  <a:lnTo>
                    <a:pt x="704274" y="199179"/>
                  </a:lnTo>
                  <a:lnTo>
                    <a:pt x="713290" y="168776"/>
                  </a:lnTo>
                  <a:lnTo>
                    <a:pt x="712034" y="145327"/>
                  </a:lnTo>
                  <a:lnTo>
                    <a:pt x="598414" y="9300"/>
                  </a:lnTo>
                  <a:lnTo>
                    <a:pt x="582063" y="460"/>
                  </a:lnTo>
                  <a:lnTo>
                    <a:pt x="557496" y="0"/>
                  </a:lnTo>
                  <a:close/>
                </a:path>
              </a:pathLst>
            </a:custGeom>
            <a:solidFill>
              <a:srgbClr val="D6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2490961" y="2721123"/>
              <a:ext cx="643255" cy="574675"/>
            </a:xfrm>
            <a:custGeom>
              <a:avLst/>
              <a:gdLst/>
              <a:ahLst/>
              <a:cxnLst/>
              <a:rect l="l" t="t" r="r" b="b"/>
              <a:pathLst>
                <a:path w="643255" h="574675">
                  <a:moveTo>
                    <a:pt x="572381" y="0"/>
                  </a:moveTo>
                  <a:lnTo>
                    <a:pt x="515027" y="12871"/>
                  </a:lnTo>
                  <a:lnTo>
                    <a:pt x="477819" y="29892"/>
                  </a:lnTo>
                  <a:lnTo>
                    <a:pt x="436039" y="53202"/>
                  </a:lnTo>
                  <a:lnTo>
                    <a:pt x="390522" y="82228"/>
                  </a:lnTo>
                  <a:lnTo>
                    <a:pt x="342106" y="116394"/>
                  </a:lnTo>
                  <a:lnTo>
                    <a:pt x="291627" y="155125"/>
                  </a:lnTo>
                  <a:lnTo>
                    <a:pt x="239921" y="197847"/>
                  </a:lnTo>
                  <a:lnTo>
                    <a:pt x="184188" y="248189"/>
                  </a:lnTo>
                  <a:lnTo>
                    <a:pt x="134521" y="298098"/>
                  </a:lnTo>
                  <a:lnTo>
                    <a:pt x="91573" y="346180"/>
                  </a:lnTo>
                  <a:lnTo>
                    <a:pt x="55995" y="391045"/>
                  </a:lnTo>
                  <a:lnTo>
                    <a:pt x="28438" y="431300"/>
                  </a:lnTo>
                  <a:lnTo>
                    <a:pt x="9556" y="465553"/>
                  </a:lnTo>
                  <a:lnTo>
                    <a:pt x="0" y="492413"/>
                  </a:lnTo>
                  <a:lnTo>
                    <a:pt x="420" y="510487"/>
                  </a:lnTo>
                  <a:lnTo>
                    <a:pt x="52387" y="569783"/>
                  </a:lnTo>
                  <a:lnTo>
                    <a:pt x="75362" y="574654"/>
                  </a:lnTo>
                  <a:lnTo>
                    <a:pt x="106794" y="570451"/>
                  </a:lnTo>
                  <a:lnTo>
                    <a:pt x="145491" y="557754"/>
                  </a:lnTo>
                  <a:lnTo>
                    <a:pt x="190259" y="537140"/>
                  </a:lnTo>
                  <a:lnTo>
                    <a:pt x="239906" y="509190"/>
                  </a:lnTo>
                  <a:lnTo>
                    <a:pt x="293240" y="474482"/>
                  </a:lnTo>
                  <a:lnTo>
                    <a:pt x="349069" y="433595"/>
                  </a:lnTo>
                  <a:lnTo>
                    <a:pt x="406199" y="387108"/>
                  </a:lnTo>
                  <a:lnTo>
                    <a:pt x="460963" y="337860"/>
                  </a:lnTo>
                  <a:lnTo>
                    <a:pt x="509993" y="289031"/>
                  </a:lnTo>
                  <a:lnTo>
                    <a:pt x="552532" y="241709"/>
                  </a:lnTo>
                  <a:lnTo>
                    <a:pt x="587825" y="196983"/>
                  </a:lnTo>
                  <a:lnTo>
                    <a:pt x="615115" y="155942"/>
                  </a:lnTo>
                  <a:lnTo>
                    <a:pt x="633646" y="119676"/>
                  </a:lnTo>
                  <a:lnTo>
                    <a:pt x="642662" y="89272"/>
                  </a:lnTo>
                  <a:lnTo>
                    <a:pt x="641406" y="65819"/>
                  </a:lnTo>
                  <a:lnTo>
                    <a:pt x="590853" y="5298"/>
                  </a:lnTo>
                  <a:lnTo>
                    <a:pt x="572381" y="0"/>
                  </a:lnTo>
                  <a:close/>
                </a:path>
              </a:pathLst>
            </a:custGeom>
            <a:solidFill>
              <a:srgbClr val="515151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2502019" y="2735881"/>
              <a:ext cx="645160" cy="575310"/>
            </a:xfrm>
            <a:custGeom>
              <a:avLst/>
              <a:gdLst/>
              <a:ahLst/>
              <a:cxnLst/>
              <a:rect l="l" t="t" r="r" b="b"/>
              <a:pathLst>
                <a:path w="645160" h="575310">
                  <a:moveTo>
                    <a:pt x="571381" y="0"/>
                  </a:moveTo>
                  <a:lnTo>
                    <a:pt x="502752" y="16313"/>
                  </a:lnTo>
                  <a:lnTo>
                    <a:pt x="458043" y="37118"/>
                  </a:lnTo>
                  <a:lnTo>
                    <a:pt x="408076" y="65521"/>
                  </a:lnTo>
                  <a:lnTo>
                    <a:pt x="354106" y="100896"/>
                  </a:lnTo>
                  <a:lnTo>
                    <a:pt x="297386" y="142618"/>
                  </a:lnTo>
                  <a:lnTo>
                    <a:pt x="239170" y="190061"/>
                  </a:lnTo>
                  <a:lnTo>
                    <a:pt x="183292" y="240237"/>
                  </a:lnTo>
                  <a:lnTo>
                    <a:pt x="133297" y="289820"/>
                  </a:lnTo>
                  <a:lnTo>
                    <a:pt x="89998" y="337669"/>
                  </a:lnTo>
                  <a:lnTo>
                    <a:pt x="54206" y="382641"/>
                  </a:lnTo>
                  <a:lnTo>
                    <a:pt x="26734" y="423595"/>
                  </a:lnTo>
                  <a:lnTo>
                    <a:pt x="8395" y="459387"/>
                  </a:lnTo>
                  <a:lnTo>
                    <a:pt x="0" y="488876"/>
                  </a:lnTo>
                  <a:lnTo>
                    <a:pt x="2361" y="510920"/>
                  </a:lnTo>
                  <a:lnTo>
                    <a:pt x="54328" y="570217"/>
                  </a:lnTo>
                  <a:lnTo>
                    <a:pt x="77303" y="575088"/>
                  </a:lnTo>
                  <a:lnTo>
                    <a:pt x="108735" y="570885"/>
                  </a:lnTo>
                  <a:lnTo>
                    <a:pt x="147431" y="558187"/>
                  </a:lnTo>
                  <a:lnTo>
                    <a:pt x="192199" y="537574"/>
                  </a:lnTo>
                  <a:lnTo>
                    <a:pt x="241847" y="509624"/>
                  </a:lnTo>
                  <a:lnTo>
                    <a:pt x="295181" y="474916"/>
                  </a:lnTo>
                  <a:lnTo>
                    <a:pt x="351009" y="434029"/>
                  </a:lnTo>
                  <a:lnTo>
                    <a:pt x="408139" y="387542"/>
                  </a:lnTo>
                  <a:lnTo>
                    <a:pt x="462903" y="338294"/>
                  </a:lnTo>
                  <a:lnTo>
                    <a:pt x="511933" y="289465"/>
                  </a:lnTo>
                  <a:lnTo>
                    <a:pt x="554473" y="242142"/>
                  </a:lnTo>
                  <a:lnTo>
                    <a:pt x="589766" y="197417"/>
                  </a:lnTo>
                  <a:lnTo>
                    <a:pt x="617056" y="156376"/>
                  </a:lnTo>
                  <a:lnTo>
                    <a:pt x="635587" y="120109"/>
                  </a:lnTo>
                  <a:lnTo>
                    <a:pt x="644602" y="89705"/>
                  </a:lnTo>
                  <a:lnTo>
                    <a:pt x="643346" y="66253"/>
                  </a:lnTo>
                  <a:lnTo>
                    <a:pt x="592793" y="5742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2562212" y="2797358"/>
              <a:ext cx="569595" cy="484505"/>
            </a:xfrm>
            <a:custGeom>
              <a:avLst/>
              <a:gdLst/>
              <a:ahLst/>
              <a:cxnLst/>
              <a:rect l="l" t="t" r="r" b="b"/>
              <a:pathLst>
                <a:path w="569594" h="484504">
                  <a:moveTo>
                    <a:pt x="214109" y="327520"/>
                  </a:moveTo>
                  <a:lnTo>
                    <a:pt x="213245" y="309333"/>
                  </a:lnTo>
                  <a:lnTo>
                    <a:pt x="195694" y="304533"/>
                  </a:lnTo>
                  <a:lnTo>
                    <a:pt x="165417" y="313372"/>
                  </a:lnTo>
                  <a:lnTo>
                    <a:pt x="126606" y="334073"/>
                  </a:lnTo>
                  <a:lnTo>
                    <a:pt x="83413" y="364858"/>
                  </a:lnTo>
                  <a:lnTo>
                    <a:pt x="43929" y="400278"/>
                  </a:lnTo>
                  <a:lnTo>
                    <a:pt x="15240" y="433641"/>
                  </a:lnTo>
                  <a:lnTo>
                    <a:pt x="0" y="461251"/>
                  </a:lnTo>
                  <a:lnTo>
                    <a:pt x="863" y="479425"/>
                  </a:lnTo>
                  <a:lnTo>
                    <a:pt x="18402" y="484238"/>
                  </a:lnTo>
                  <a:lnTo>
                    <a:pt x="48679" y="475399"/>
                  </a:lnTo>
                  <a:lnTo>
                    <a:pt x="87503" y="454698"/>
                  </a:lnTo>
                  <a:lnTo>
                    <a:pt x="130695" y="423913"/>
                  </a:lnTo>
                  <a:lnTo>
                    <a:pt x="170180" y="388480"/>
                  </a:lnTo>
                  <a:lnTo>
                    <a:pt x="198856" y="355130"/>
                  </a:lnTo>
                  <a:lnTo>
                    <a:pt x="214109" y="327520"/>
                  </a:lnTo>
                  <a:close/>
                </a:path>
                <a:path w="569594" h="484504">
                  <a:moveTo>
                    <a:pt x="362496" y="66725"/>
                  </a:moveTo>
                  <a:lnTo>
                    <a:pt x="307594" y="76415"/>
                  </a:lnTo>
                  <a:lnTo>
                    <a:pt x="261099" y="103263"/>
                  </a:lnTo>
                  <a:lnTo>
                    <a:pt x="208508" y="141566"/>
                  </a:lnTo>
                  <a:lnTo>
                    <a:pt x="159639" y="184518"/>
                  </a:lnTo>
                  <a:lnTo>
                    <a:pt x="123278" y="224028"/>
                  </a:lnTo>
                  <a:lnTo>
                    <a:pt x="101828" y="275475"/>
                  </a:lnTo>
                  <a:lnTo>
                    <a:pt x="121272" y="278765"/>
                  </a:lnTo>
                  <a:lnTo>
                    <a:pt x="203212" y="238937"/>
                  </a:lnTo>
                  <a:lnTo>
                    <a:pt x="255803" y="200621"/>
                  </a:lnTo>
                  <a:lnTo>
                    <a:pt x="304673" y="157683"/>
                  </a:lnTo>
                  <a:lnTo>
                    <a:pt x="341033" y="118173"/>
                  </a:lnTo>
                  <a:lnTo>
                    <a:pt x="362496" y="66725"/>
                  </a:lnTo>
                  <a:close/>
                </a:path>
                <a:path w="569594" h="484504">
                  <a:moveTo>
                    <a:pt x="365239" y="198120"/>
                  </a:moveTo>
                  <a:lnTo>
                    <a:pt x="363537" y="185508"/>
                  </a:lnTo>
                  <a:lnTo>
                    <a:pt x="351599" y="181102"/>
                  </a:lnTo>
                  <a:lnTo>
                    <a:pt x="332066" y="185331"/>
                  </a:lnTo>
                  <a:lnTo>
                    <a:pt x="280835" y="215849"/>
                  </a:lnTo>
                  <a:lnTo>
                    <a:pt x="239877" y="259168"/>
                  </a:lnTo>
                  <a:lnTo>
                    <a:pt x="231482" y="277304"/>
                  </a:lnTo>
                  <a:lnTo>
                    <a:pt x="233172" y="289915"/>
                  </a:lnTo>
                  <a:lnTo>
                    <a:pt x="245122" y="294335"/>
                  </a:lnTo>
                  <a:lnTo>
                    <a:pt x="264655" y="290106"/>
                  </a:lnTo>
                  <a:lnTo>
                    <a:pt x="315874" y="259588"/>
                  </a:lnTo>
                  <a:lnTo>
                    <a:pt x="356831" y="216268"/>
                  </a:lnTo>
                  <a:lnTo>
                    <a:pt x="365239" y="198120"/>
                  </a:lnTo>
                  <a:close/>
                </a:path>
                <a:path w="569594" h="484504">
                  <a:moveTo>
                    <a:pt x="435800" y="207924"/>
                  </a:moveTo>
                  <a:lnTo>
                    <a:pt x="368134" y="238252"/>
                  </a:lnTo>
                  <a:lnTo>
                    <a:pt x="331431" y="265607"/>
                  </a:lnTo>
                  <a:lnTo>
                    <a:pt x="296710" y="295452"/>
                  </a:lnTo>
                  <a:lnTo>
                    <a:pt x="254622" y="342938"/>
                  </a:lnTo>
                  <a:lnTo>
                    <a:pt x="252336" y="354850"/>
                  </a:lnTo>
                  <a:lnTo>
                    <a:pt x="264464" y="355231"/>
                  </a:lnTo>
                  <a:lnTo>
                    <a:pt x="320001" y="324523"/>
                  </a:lnTo>
                  <a:lnTo>
                    <a:pt x="356704" y="297167"/>
                  </a:lnTo>
                  <a:lnTo>
                    <a:pt x="391426" y="267335"/>
                  </a:lnTo>
                  <a:lnTo>
                    <a:pt x="433514" y="219837"/>
                  </a:lnTo>
                  <a:lnTo>
                    <a:pt x="435800" y="207924"/>
                  </a:lnTo>
                  <a:close/>
                </a:path>
                <a:path w="569594" h="484504">
                  <a:moveTo>
                    <a:pt x="569429" y="21653"/>
                  </a:moveTo>
                  <a:lnTo>
                    <a:pt x="566801" y="4051"/>
                  </a:lnTo>
                  <a:lnTo>
                    <a:pt x="549478" y="0"/>
                  </a:lnTo>
                  <a:lnTo>
                    <a:pt x="521271" y="9639"/>
                  </a:lnTo>
                  <a:lnTo>
                    <a:pt x="486041" y="31089"/>
                  </a:lnTo>
                  <a:lnTo>
                    <a:pt x="447611" y="62471"/>
                  </a:lnTo>
                  <a:lnTo>
                    <a:pt x="413219" y="98221"/>
                  </a:lnTo>
                  <a:lnTo>
                    <a:pt x="388975" y="131584"/>
                  </a:lnTo>
                  <a:lnTo>
                    <a:pt x="377075" y="158915"/>
                  </a:lnTo>
                  <a:lnTo>
                    <a:pt x="379704" y="176517"/>
                  </a:lnTo>
                  <a:lnTo>
                    <a:pt x="397027" y="180568"/>
                  </a:lnTo>
                  <a:lnTo>
                    <a:pt x="425234" y="170929"/>
                  </a:lnTo>
                  <a:lnTo>
                    <a:pt x="460463" y="149479"/>
                  </a:lnTo>
                  <a:lnTo>
                    <a:pt x="498894" y="118097"/>
                  </a:lnTo>
                  <a:lnTo>
                    <a:pt x="533285" y="82346"/>
                  </a:lnTo>
                  <a:lnTo>
                    <a:pt x="557530" y="48971"/>
                  </a:lnTo>
                  <a:lnTo>
                    <a:pt x="569429" y="21653"/>
                  </a:lnTo>
                  <a:close/>
                </a:path>
              </a:pathLst>
            </a:custGeom>
            <a:solidFill>
              <a:srgbClr val="FFEE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2518208" y="2762775"/>
              <a:ext cx="2862580" cy="2818765"/>
            </a:xfrm>
            <a:custGeom>
              <a:avLst/>
              <a:gdLst/>
              <a:ahLst/>
              <a:cxnLst/>
              <a:rect l="l" t="t" r="r" b="b"/>
              <a:pathLst>
                <a:path w="2862579" h="2818765">
                  <a:moveTo>
                    <a:pt x="600104" y="0"/>
                  </a:moveTo>
                  <a:lnTo>
                    <a:pt x="498233" y="0"/>
                  </a:lnTo>
                  <a:lnTo>
                    <a:pt x="439902" y="34147"/>
                  </a:lnTo>
                  <a:lnTo>
                    <a:pt x="248993" y="163740"/>
                  </a:lnTo>
                  <a:lnTo>
                    <a:pt x="201009" y="201099"/>
                  </a:lnTo>
                  <a:lnTo>
                    <a:pt x="155952" y="244110"/>
                  </a:lnTo>
                  <a:lnTo>
                    <a:pt x="114768" y="290353"/>
                  </a:lnTo>
                  <a:lnTo>
                    <a:pt x="78400" y="337408"/>
                  </a:lnTo>
                  <a:lnTo>
                    <a:pt x="47795" y="382856"/>
                  </a:lnTo>
                  <a:lnTo>
                    <a:pt x="23896" y="424278"/>
                  </a:lnTo>
                  <a:lnTo>
                    <a:pt x="7650" y="459254"/>
                  </a:lnTo>
                  <a:lnTo>
                    <a:pt x="0" y="485365"/>
                  </a:lnTo>
                  <a:lnTo>
                    <a:pt x="1891" y="500191"/>
                  </a:lnTo>
                  <a:lnTo>
                    <a:pt x="193232" y="873020"/>
                  </a:lnTo>
                  <a:lnTo>
                    <a:pt x="1169929" y="2818476"/>
                  </a:lnTo>
                  <a:lnTo>
                    <a:pt x="2862306" y="2780875"/>
                  </a:lnTo>
                  <a:lnTo>
                    <a:pt x="606386" y="11577"/>
                  </a:lnTo>
                  <a:lnTo>
                    <a:pt x="600104" y="0"/>
                  </a:lnTo>
                  <a:close/>
                </a:path>
              </a:pathLst>
            </a:custGeom>
            <a:solidFill>
              <a:srgbClr val="FFF5A9">
                <a:alpha val="2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65144" y="2496535"/>
              <a:ext cx="149377" cy="149377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4960966" y="4523570"/>
              <a:ext cx="313690" cy="173355"/>
            </a:xfrm>
            <a:custGeom>
              <a:avLst/>
              <a:gdLst/>
              <a:ahLst/>
              <a:cxnLst/>
              <a:rect l="l" t="t" r="r" b="b"/>
              <a:pathLst>
                <a:path w="313689" h="173354">
                  <a:moveTo>
                    <a:pt x="313582" y="0"/>
                  </a:moveTo>
                  <a:lnTo>
                    <a:pt x="0" y="0"/>
                  </a:lnTo>
                  <a:lnTo>
                    <a:pt x="37778" y="173293"/>
                  </a:lnTo>
                  <a:lnTo>
                    <a:pt x="267698" y="173293"/>
                  </a:lnTo>
                  <a:lnTo>
                    <a:pt x="313582" y="0"/>
                  </a:lnTo>
                  <a:close/>
                </a:path>
              </a:pathLst>
            </a:custGeom>
            <a:solidFill>
              <a:srgbClr val="ADC3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4951426" y="4513746"/>
              <a:ext cx="334645" cy="17780"/>
            </a:xfrm>
            <a:custGeom>
              <a:avLst/>
              <a:gdLst/>
              <a:ahLst/>
              <a:cxnLst/>
              <a:rect l="l" t="t" r="r" b="b"/>
              <a:pathLst>
                <a:path w="334645" h="17779">
                  <a:moveTo>
                    <a:pt x="330220" y="0"/>
                  </a:moveTo>
                  <a:lnTo>
                    <a:pt x="325466" y="0"/>
                  </a:lnTo>
                  <a:lnTo>
                    <a:pt x="3884" y="0"/>
                  </a:lnTo>
                  <a:lnTo>
                    <a:pt x="0" y="3895"/>
                  </a:lnTo>
                  <a:lnTo>
                    <a:pt x="0" y="13402"/>
                  </a:lnTo>
                  <a:lnTo>
                    <a:pt x="3884" y="17297"/>
                  </a:lnTo>
                  <a:lnTo>
                    <a:pt x="330220" y="17297"/>
                  </a:lnTo>
                  <a:lnTo>
                    <a:pt x="334115" y="13402"/>
                  </a:lnTo>
                  <a:lnTo>
                    <a:pt x="334115" y="3895"/>
                  </a:lnTo>
                  <a:lnTo>
                    <a:pt x="330220" y="0"/>
                  </a:lnTo>
                  <a:close/>
                </a:path>
              </a:pathLst>
            </a:custGeom>
            <a:solidFill>
              <a:srgbClr val="B8C7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477472" y="4523570"/>
              <a:ext cx="313690" cy="173355"/>
            </a:xfrm>
            <a:custGeom>
              <a:avLst/>
              <a:gdLst/>
              <a:ahLst/>
              <a:cxnLst/>
              <a:rect l="l" t="t" r="r" b="b"/>
              <a:pathLst>
                <a:path w="313689" h="173354">
                  <a:moveTo>
                    <a:pt x="313582" y="0"/>
                  </a:moveTo>
                  <a:lnTo>
                    <a:pt x="0" y="0"/>
                  </a:lnTo>
                  <a:lnTo>
                    <a:pt x="37778" y="173293"/>
                  </a:lnTo>
                  <a:lnTo>
                    <a:pt x="267698" y="173293"/>
                  </a:lnTo>
                  <a:lnTo>
                    <a:pt x="313582" y="0"/>
                  </a:lnTo>
                  <a:close/>
                </a:path>
              </a:pathLst>
            </a:custGeom>
            <a:solidFill>
              <a:srgbClr val="ADC3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4942878" y="4574622"/>
              <a:ext cx="855980" cy="885825"/>
            </a:xfrm>
            <a:custGeom>
              <a:avLst/>
              <a:gdLst/>
              <a:ahLst/>
              <a:cxnLst/>
              <a:rect l="l" t="t" r="r" b="b"/>
              <a:pathLst>
                <a:path w="855979" h="885825">
                  <a:moveTo>
                    <a:pt x="855941" y="20294"/>
                  </a:moveTo>
                  <a:lnTo>
                    <a:pt x="854329" y="12420"/>
                  </a:lnTo>
                  <a:lnTo>
                    <a:pt x="849972" y="5969"/>
                  </a:lnTo>
                  <a:lnTo>
                    <a:pt x="843521" y="1600"/>
                  </a:lnTo>
                  <a:lnTo>
                    <a:pt x="835647" y="0"/>
                  </a:lnTo>
                  <a:lnTo>
                    <a:pt x="20294" y="0"/>
                  </a:lnTo>
                  <a:lnTo>
                    <a:pt x="12420" y="1600"/>
                  </a:lnTo>
                  <a:lnTo>
                    <a:pt x="5969" y="5969"/>
                  </a:lnTo>
                  <a:lnTo>
                    <a:pt x="1600" y="12420"/>
                  </a:lnTo>
                  <a:lnTo>
                    <a:pt x="0" y="20294"/>
                  </a:lnTo>
                  <a:lnTo>
                    <a:pt x="1600" y="28181"/>
                  </a:lnTo>
                  <a:lnTo>
                    <a:pt x="5969" y="34632"/>
                  </a:lnTo>
                  <a:lnTo>
                    <a:pt x="12420" y="38989"/>
                  </a:lnTo>
                  <a:lnTo>
                    <a:pt x="20294" y="40589"/>
                  </a:lnTo>
                  <a:lnTo>
                    <a:pt x="406755" y="40589"/>
                  </a:lnTo>
                  <a:lnTo>
                    <a:pt x="406755" y="844867"/>
                  </a:lnTo>
                  <a:lnTo>
                    <a:pt x="123609" y="844867"/>
                  </a:lnTo>
                  <a:lnTo>
                    <a:pt x="115722" y="846467"/>
                  </a:lnTo>
                  <a:lnTo>
                    <a:pt x="109270" y="850823"/>
                  </a:lnTo>
                  <a:lnTo>
                    <a:pt x="104914" y="857275"/>
                  </a:lnTo>
                  <a:lnTo>
                    <a:pt x="103314" y="865162"/>
                  </a:lnTo>
                  <a:lnTo>
                    <a:pt x="104914" y="873036"/>
                  </a:lnTo>
                  <a:lnTo>
                    <a:pt x="109270" y="879487"/>
                  </a:lnTo>
                  <a:lnTo>
                    <a:pt x="115722" y="883843"/>
                  </a:lnTo>
                  <a:lnTo>
                    <a:pt x="123609" y="885444"/>
                  </a:lnTo>
                  <a:lnTo>
                    <a:pt x="732345" y="885444"/>
                  </a:lnTo>
                  <a:lnTo>
                    <a:pt x="740219" y="883843"/>
                  </a:lnTo>
                  <a:lnTo>
                    <a:pt x="746671" y="879487"/>
                  </a:lnTo>
                  <a:lnTo>
                    <a:pt x="751027" y="873036"/>
                  </a:lnTo>
                  <a:lnTo>
                    <a:pt x="752627" y="865162"/>
                  </a:lnTo>
                  <a:lnTo>
                    <a:pt x="751027" y="857275"/>
                  </a:lnTo>
                  <a:lnTo>
                    <a:pt x="746671" y="850823"/>
                  </a:lnTo>
                  <a:lnTo>
                    <a:pt x="740219" y="846467"/>
                  </a:lnTo>
                  <a:lnTo>
                    <a:pt x="732345" y="844867"/>
                  </a:lnTo>
                  <a:lnTo>
                    <a:pt x="449186" y="844867"/>
                  </a:lnTo>
                  <a:lnTo>
                    <a:pt x="449186" y="40589"/>
                  </a:lnTo>
                  <a:lnTo>
                    <a:pt x="835647" y="40589"/>
                  </a:lnTo>
                  <a:lnTo>
                    <a:pt x="843521" y="38989"/>
                  </a:lnTo>
                  <a:lnTo>
                    <a:pt x="849972" y="34632"/>
                  </a:lnTo>
                  <a:lnTo>
                    <a:pt x="854329" y="28181"/>
                  </a:lnTo>
                  <a:lnTo>
                    <a:pt x="855941" y="20294"/>
                  </a:lnTo>
                  <a:close/>
                </a:path>
              </a:pathLst>
            </a:custGeom>
            <a:solidFill>
              <a:srgbClr val="D6E9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09870" y="5449097"/>
              <a:ext cx="105027" cy="101759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20459" y="5449097"/>
              <a:ext cx="105026" cy="101759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5467933" y="4513746"/>
              <a:ext cx="334645" cy="17780"/>
            </a:xfrm>
            <a:custGeom>
              <a:avLst/>
              <a:gdLst/>
              <a:ahLst/>
              <a:cxnLst/>
              <a:rect l="l" t="t" r="r" b="b"/>
              <a:pathLst>
                <a:path w="334645" h="17779">
                  <a:moveTo>
                    <a:pt x="330220" y="0"/>
                  </a:moveTo>
                  <a:lnTo>
                    <a:pt x="325466" y="0"/>
                  </a:lnTo>
                  <a:lnTo>
                    <a:pt x="3884" y="0"/>
                  </a:lnTo>
                  <a:lnTo>
                    <a:pt x="0" y="3895"/>
                  </a:lnTo>
                  <a:lnTo>
                    <a:pt x="0" y="13402"/>
                  </a:lnTo>
                  <a:lnTo>
                    <a:pt x="3884" y="17297"/>
                  </a:lnTo>
                  <a:lnTo>
                    <a:pt x="330220" y="17297"/>
                  </a:lnTo>
                  <a:lnTo>
                    <a:pt x="334115" y="13402"/>
                  </a:lnTo>
                  <a:lnTo>
                    <a:pt x="334115" y="3895"/>
                  </a:lnTo>
                  <a:lnTo>
                    <a:pt x="330220" y="0"/>
                  </a:lnTo>
                  <a:close/>
                </a:path>
              </a:pathLst>
            </a:custGeom>
            <a:solidFill>
              <a:srgbClr val="B8C7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" name="object 102" descr=""/>
          <p:cNvGrpSpPr/>
          <p:nvPr/>
        </p:nvGrpSpPr>
        <p:grpSpPr>
          <a:xfrm>
            <a:off x="816772" y="6929987"/>
            <a:ext cx="6142355" cy="3244215"/>
            <a:chOff x="816772" y="6929987"/>
            <a:chExt cx="6142355" cy="3244215"/>
          </a:xfrm>
        </p:grpSpPr>
        <p:sp>
          <p:nvSpPr>
            <p:cNvPr id="103" name="object 103" descr=""/>
            <p:cNvSpPr/>
            <p:nvPr/>
          </p:nvSpPr>
          <p:spPr>
            <a:xfrm>
              <a:off x="3450763" y="6929987"/>
              <a:ext cx="3508375" cy="1784985"/>
            </a:xfrm>
            <a:custGeom>
              <a:avLst/>
              <a:gdLst/>
              <a:ahLst/>
              <a:cxnLst/>
              <a:rect l="l" t="t" r="r" b="b"/>
              <a:pathLst>
                <a:path w="3508375" h="1784984">
                  <a:moveTo>
                    <a:pt x="3507809" y="0"/>
                  </a:moveTo>
                  <a:lnTo>
                    <a:pt x="0" y="0"/>
                  </a:lnTo>
                  <a:lnTo>
                    <a:pt x="0" y="1784856"/>
                  </a:lnTo>
                  <a:lnTo>
                    <a:pt x="3507809" y="1784856"/>
                  </a:lnTo>
                  <a:lnTo>
                    <a:pt x="3507809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3553933" y="7012519"/>
              <a:ext cx="3302000" cy="1619885"/>
            </a:xfrm>
            <a:custGeom>
              <a:avLst/>
              <a:gdLst/>
              <a:ahLst/>
              <a:cxnLst/>
              <a:rect l="l" t="t" r="r" b="b"/>
              <a:pathLst>
                <a:path w="3302000" h="1619884">
                  <a:moveTo>
                    <a:pt x="3301480" y="0"/>
                  </a:moveTo>
                  <a:lnTo>
                    <a:pt x="0" y="0"/>
                  </a:lnTo>
                  <a:lnTo>
                    <a:pt x="0" y="1619793"/>
                  </a:lnTo>
                  <a:lnTo>
                    <a:pt x="3301480" y="1619793"/>
                  </a:lnTo>
                  <a:lnTo>
                    <a:pt x="3301480" y="0"/>
                  </a:lnTo>
                  <a:close/>
                </a:path>
              </a:pathLst>
            </a:custGeom>
            <a:solidFill>
              <a:srgbClr val="B5D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3555885" y="7012526"/>
              <a:ext cx="3300095" cy="1619885"/>
            </a:xfrm>
            <a:custGeom>
              <a:avLst/>
              <a:gdLst/>
              <a:ahLst/>
              <a:cxnLst/>
              <a:rect l="l" t="t" r="r" b="b"/>
              <a:pathLst>
                <a:path w="3300095" h="1619884">
                  <a:moveTo>
                    <a:pt x="2354618" y="0"/>
                  </a:moveTo>
                  <a:lnTo>
                    <a:pt x="2218525" y="0"/>
                  </a:lnTo>
                  <a:lnTo>
                    <a:pt x="0" y="1619796"/>
                  </a:lnTo>
                  <a:lnTo>
                    <a:pt x="136093" y="1619796"/>
                  </a:lnTo>
                  <a:lnTo>
                    <a:pt x="2354618" y="0"/>
                  </a:lnTo>
                  <a:close/>
                </a:path>
                <a:path w="3300095" h="1619884">
                  <a:moveTo>
                    <a:pt x="3157270" y="0"/>
                  </a:moveTo>
                  <a:lnTo>
                    <a:pt x="2566759" y="0"/>
                  </a:lnTo>
                  <a:lnTo>
                    <a:pt x="348246" y="1619796"/>
                  </a:lnTo>
                  <a:lnTo>
                    <a:pt x="938745" y="1619796"/>
                  </a:lnTo>
                  <a:lnTo>
                    <a:pt x="3157270" y="0"/>
                  </a:lnTo>
                  <a:close/>
                </a:path>
                <a:path w="3300095" h="1619884">
                  <a:moveTo>
                    <a:pt x="3299523" y="187921"/>
                  </a:moveTo>
                  <a:lnTo>
                    <a:pt x="1338389" y="1619796"/>
                  </a:lnTo>
                  <a:lnTo>
                    <a:pt x="1617408" y="1619796"/>
                  </a:lnTo>
                  <a:lnTo>
                    <a:pt x="3299523" y="391642"/>
                  </a:lnTo>
                  <a:lnTo>
                    <a:pt x="3299523" y="187921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816772" y="7544702"/>
              <a:ext cx="3486150" cy="2629535"/>
            </a:xfrm>
            <a:custGeom>
              <a:avLst/>
              <a:gdLst/>
              <a:ahLst/>
              <a:cxnLst/>
              <a:rect l="l" t="t" r="r" b="b"/>
              <a:pathLst>
                <a:path w="3486150" h="2629534">
                  <a:moveTo>
                    <a:pt x="921280" y="0"/>
                  </a:moveTo>
                  <a:lnTo>
                    <a:pt x="881275" y="1577"/>
                  </a:lnTo>
                  <a:lnTo>
                    <a:pt x="841710" y="5524"/>
                  </a:lnTo>
                  <a:lnTo>
                    <a:pt x="802618" y="11790"/>
                  </a:lnTo>
                  <a:lnTo>
                    <a:pt x="764034" y="20329"/>
                  </a:lnTo>
                  <a:lnTo>
                    <a:pt x="725992" y="31090"/>
                  </a:lnTo>
                  <a:lnTo>
                    <a:pt x="688528" y="44025"/>
                  </a:lnTo>
                  <a:lnTo>
                    <a:pt x="651675" y="59086"/>
                  </a:lnTo>
                  <a:lnTo>
                    <a:pt x="615467" y="76224"/>
                  </a:lnTo>
                  <a:lnTo>
                    <a:pt x="579939" y="95389"/>
                  </a:lnTo>
                  <a:lnTo>
                    <a:pt x="545126" y="116534"/>
                  </a:lnTo>
                  <a:lnTo>
                    <a:pt x="511061" y="139610"/>
                  </a:lnTo>
                  <a:lnTo>
                    <a:pt x="477780" y="164568"/>
                  </a:lnTo>
                  <a:lnTo>
                    <a:pt x="445316" y="191359"/>
                  </a:lnTo>
                  <a:lnTo>
                    <a:pt x="413704" y="219935"/>
                  </a:lnTo>
                  <a:lnTo>
                    <a:pt x="382979" y="250247"/>
                  </a:lnTo>
                  <a:lnTo>
                    <a:pt x="353174" y="282246"/>
                  </a:lnTo>
                  <a:lnTo>
                    <a:pt x="324324" y="315884"/>
                  </a:lnTo>
                  <a:lnTo>
                    <a:pt x="296464" y="351111"/>
                  </a:lnTo>
                  <a:lnTo>
                    <a:pt x="269627" y="387880"/>
                  </a:lnTo>
                  <a:lnTo>
                    <a:pt x="243849" y="426142"/>
                  </a:lnTo>
                  <a:lnTo>
                    <a:pt x="219164" y="465847"/>
                  </a:lnTo>
                  <a:lnTo>
                    <a:pt x="195605" y="506947"/>
                  </a:lnTo>
                  <a:lnTo>
                    <a:pt x="173208" y="549394"/>
                  </a:lnTo>
                  <a:lnTo>
                    <a:pt x="152006" y="593139"/>
                  </a:lnTo>
                  <a:lnTo>
                    <a:pt x="132035" y="638133"/>
                  </a:lnTo>
                  <a:lnTo>
                    <a:pt x="113329" y="684327"/>
                  </a:lnTo>
                  <a:lnTo>
                    <a:pt x="95921" y="731673"/>
                  </a:lnTo>
                  <a:lnTo>
                    <a:pt x="79846" y="780122"/>
                  </a:lnTo>
                  <a:lnTo>
                    <a:pt x="65140" y="829625"/>
                  </a:lnTo>
                  <a:lnTo>
                    <a:pt x="51835" y="880134"/>
                  </a:lnTo>
                  <a:lnTo>
                    <a:pt x="39967" y="931600"/>
                  </a:lnTo>
                  <a:lnTo>
                    <a:pt x="29570" y="983974"/>
                  </a:lnTo>
                  <a:lnTo>
                    <a:pt x="20678" y="1037208"/>
                  </a:lnTo>
                  <a:lnTo>
                    <a:pt x="13325" y="1091253"/>
                  </a:lnTo>
                  <a:lnTo>
                    <a:pt x="7547" y="1146060"/>
                  </a:lnTo>
                  <a:lnTo>
                    <a:pt x="3377" y="1201580"/>
                  </a:lnTo>
                  <a:lnTo>
                    <a:pt x="850" y="1257765"/>
                  </a:lnTo>
                  <a:lnTo>
                    <a:pt x="0" y="1314567"/>
                  </a:lnTo>
                  <a:lnTo>
                    <a:pt x="850" y="1371368"/>
                  </a:lnTo>
                  <a:lnTo>
                    <a:pt x="3377" y="1427554"/>
                  </a:lnTo>
                  <a:lnTo>
                    <a:pt x="7547" y="1483074"/>
                  </a:lnTo>
                  <a:lnTo>
                    <a:pt x="13325" y="1537881"/>
                  </a:lnTo>
                  <a:lnTo>
                    <a:pt x="20678" y="1591926"/>
                  </a:lnTo>
                  <a:lnTo>
                    <a:pt x="29570" y="1645160"/>
                  </a:lnTo>
                  <a:lnTo>
                    <a:pt x="39967" y="1697534"/>
                  </a:lnTo>
                  <a:lnTo>
                    <a:pt x="51835" y="1749000"/>
                  </a:lnTo>
                  <a:lnTo>
                    <a:pt x="65140" y="1799509"/>
                  </a:lnTo>
                  <a:lnTo>
                    <a:pt x="79846" y="1849012"/>
                  </a:lnTo>
                  <a:lnTo>
                    <a:pt x="95921" y="1897461"/>
                  </a:lnTo>
                  <a:lnTo>
                    <a:pt x="113329" y="1944807"/>
                  </a:lnTo>
                  <a:lnTo>
                    <a:pt x="132035" y="1991001"/>
                  </a:lnTo>
                  <a:lnTo>
                    <a:pt x="152006" y="2035995"/>
                  </a:lnTo>
                  <a:lnTo>
                    <a:pt x="173208" y="2079739"/>
                  </a:lnTo>
                  <a:lnTo>
                    <a:pt x="195605" y="2122186"/>
                  </a:lnTo>
                  <a:lnTo>
                    <a:pt x="219164" y="2163287"/>
                  </a:lnTo>
                  <a:lnTo>
                    <a:pt x="243849" y="2202992"/>
                  </a:lnTo>
                  <a:lnTo>
                    <a:pt x="269627" y="2241253"/>
                  </a:lnTo>
                  <a:lnTo>
                    <a:pt x="296464" y="2278022"/>
                  </a:lnTo>
                  <a:lnTo>
                    <a:pt x="324324" y="2313250"/>
                  </a:lnTo>
                  <a:lnTo>
                    <a:pt x="353174" y="2346887"/>
                  </a:lnTo>
                  <a:lnTo>
                    <a:pt x="382979" y="2378887"/>
                  </a:lnTo>
                  <a:lnTo>
                    <a:pt x="413704" y="2409198"/>
                  </a:lnTo>
                  <a:lnTo>
                    <a:pt x="445316" y="2437774"/>
                  </a:lnTo>
                  <a:lnTo>
                    <a:pt x="477780" y="2464566"/>
                  </a:lnTo>
                  <a:lnTo>
                    <a:pt x="511061" y="2489523"/>
                  </a:lnTo>
                  <a:lnTo>
                    <a:pt x="545126" y="2512599"/>
                  </a:lnTo>
                  <a:lnTo>
                    <a:pt x="579939" y="2533744"/>
                  </a:lnTo>
                  <a:lnTo>
                    <a:pt x="615467" y="2552910"/>
                  </a:lnTo>
                  <a:lnTo>
                    <a:pt x="651675" y="2570048"/>
                  </a:lnTo>
                  <a:lnTo>
                    <a:pt x="688528" y="2585108"/>
                  </a:lnTo>
                  <a:lnTo>
                    <a:pt x="725992" y="2598044"/>
                  </a:lnTo>
                  <a:lnTo>
                    <a:pt x="764034" y="2608805"/>
                  </a:lnTo>
                  <a:lnTo>
                    <a:pt x="802618" y="2617343"/>
                  </a:lnTo>
                  <a:lnTo>
                    <a:pt x="841710" y="2623610"/>
                  </a:lnTo>
                  <a:lnTo>
                    <a:pt x="881275" y="2627556"/>
                  </a:lnTo>
                  <a:lnTo>
                    <a:pt x="921280" y="2629134"/>
                  </a:lnTo>
                  <a:lnTo>
                    <a:pt x="2614454" y="2622035"/>
                  </a:lnTo>
                  <a:lnTo>
                    <a:pt x="2655010" y="2615136"/>
                  </a:lnTo>
                  <a:lnTo>
                    <a:pt x="2695031" y="2606019"/>
                  </a:lnTo>
                  <a:lnTo>
                    <a:pt x="2734481" y="2594729"/>
                  </a:lnTo>
                  <a:lnTo>
                    <a:pt x="2773326" y="2581316"/>
                  </a:lnTo>
                  <a:lnTo>
                    <a:pt x="2811530" y="2565825"/>
                  </a:lnTo>
                  <a:lnTo>
                    <a:pt x="2849058" y="2548306"/>
                  </a:lnTo>
                  <a:lnTo>
                    <a:pt x="2885875" y="2528804"/>
                  </a:lnTo>
                  <a:lnTo>
                    <a:pt x="2921945" y="2507368"/>
                  </a:lnTo>
                  <a:lnTo>
                    <a:pt x="2957234" y="2484045"/>
                  </a:lnTo>
                  <a:lnTo>
                    <a:pt x="2991705" y="2458883"/>
                  </a:lnTo>
                  <a:lnTo>
                    <a:pt x="3025325" y="2431929"/>
                  </a:lnTo>
                  <a:lnTo>
                    <a:pt x="3058058" y="2403230"/>
                  </a:lnTo>
                  <a:lnTo>
                    <a:pt x="3089868" y="2372835"/>
                  </a:lnTo>
                  <a:lnTo>
                    <a:pt x="3120720" y="2340789"/>
                  </a:lnTo>
                  <a:lnTo>
                    <a:pt x="3150579" y="2307142"/>
                  </a:lnTo>
                  <a:lnTo>
                    <a:pt x="3179411" y="2271941"/>
                  </a:lnTo>
                  <a:lnTo>
                    <a:pt x="3207179" y="2235232"/>
                  </a:lnTo>
                  <a:lnTo>
                    <a:pt x="3233849" y="2197063"/>
                  </a:lnTo>
                  <a:lnTo>
                    <a:pt x="3259385" y="2157483"/>
                  </a:lnTo>
                  <a:lnTo>
                    <a:pt x="3283752" y="2116538"/>
                  </a:lnTo>
                  <a:lnTo>
                    <a:pt x="3306915" y="2074276"/>
                  </a:lnTo>
                  <a:lnTo>
                    <a:pt x="3328839" y="2030744"/>
                  </a:lnTo>
                  <a:lnTo>
                    <a:pt x="3349488" y="1985990"/>
                  </a:lnTo>
                  <a:lnTo>
                    <a:pt x="3368828" y="1940061"/>
                  </a:lnTo>
                  <a:lnTo>
                    <a:pt x="3386822" y="1893005"/>
                  </a:lnTo>
                  <a:lnTo>
                    <a:pt x="3403437" y="1844869"/>
                  </a:lnTo>
                  <a:lnTo>
                    <a:pt x="3418637" y="1795700"/>
                  </a:lnTo>
                  <a:lnTo>
                    <a:pt x="3432385" y="1745547"/>
                  </a:lnTo>
                  <a:lnTo>
                    <a:pt x="3444649" y="1694457"/>
                  </a:lnTo>
                  <a:lnTo>
                    <a:pt x="3455391" y="1642477"/>
                  </a:lnTo>
                  <a:lnTo>
                    <a:pt x="3464577" y="1589654"/>
                  </a:lnTo>
                  <a:lnTo>
                    <a:pt x="3472172" y="1536037"/>
                  </a:lnTo>
                  <a:lnTo>
                    <a:pt x="3478141" y="1481672"/>
                  </a:lnTo>
                  <a:lnTo>
                    <a:pt x="3482448" y="1426607"/>
                  </a:lnTo>
                  <a:lnTo>
                    <a:pt x="3485057" y="1370889"/>
                  </a:lnTo>
                  <a:lnTo>
                    <a:pt x="3485935" y="1314567"/>
                  </a:lnTo>
                  <a:lnTo>
                    <a:pt x="3485057" y="1258244"/>
                  </a:lnTo>
                  <a:lnTo>
                    <a:pt x="3482448" y="1202527"/>
                  </a:lnTo>
                  <a:lnTo>
                    <a:pt x="3478141" y="1147462"/>
                  </a:lnTo>
                  <a:lnTo>
                    <a:pt x="3472172" y="1093097"/>
                  </a:lnTo>
                  <a:lnTo>
                    <a:pt x="3464577" y="1039480"/>
                  </a:lnTo>
                  <a:lnTo>
                    <a:pt x="3455391" y="986657"/>
                  </a:lnTo>
                  <a:lnTo>
                    <a:pt x="3444649" y="934677"/>
                  </a:lnTo>
                  <a:lnTo>
                    <a:pt x="3432385" y="883586"/>
                  </a:lnTo>
                  <a:lnTo>
                    <a:pt x="3418637" y="833433"/>
                  </a:lnTo>
                  <a:lnTo>
                    <a:pt x="3403437" y="784265"/>
                  </a:lnTo>
                  <a:lnTo>
                    <a:pt x="3386822" y="736129"/>
                  </a:lnTo>
                  <a:lnTo>
                    <a:pt x="3368828" y="689073"/>
                  </a:lnTo>
                  <a:lnTo>
                    <a:pt x="3349488" y="643144"/>
                  </a:lnTo>
                  <a:lnTo>
                    <a:pt x="3328839" y="598390"/>
                  </a:lnTo>
                  <a:lnTo>
                    <a:pt x="3306915" y="554858"/>
                  </a:lnTo>
                  <a:lnTo>
                    <a:pt x="3283752" y="512596"/>
                  </a:lnTo>
                  <a:lnTo>
                    <a:pt x="3259385" y="471651"/>
                  </a:lnTo>
                  <a:lnTo>
                    <a:pt x="3233849" y="432070"/>
                  </a:lnTo>
                  <a:lnTo>
                    <a:pt x="3207179" y="393902"/>
                  </a:lnTo>
                  <a:lnTo>
                    <a:pt x="3179411" y="357193"/>
                  </a:lnTo>
                  <a:lnTo>
                    <a:pt x="3150579" y="321991"/>
                  </a:lnTo>
                  <a:lnTo>
                    <a:pt x="3120720" y="288344"/>
                  </a:lnTo>
                  <a:lnTo>
                    <a:pt x="3089868" y="256299"/>
                  </a:lnTo>
                  <a:lnTo>
                    <a:pt x="3058058" y="225903"/>
                  </a:lnTo>
                  <a:lnTo>
                    <a:pt x="3025325" y="197205"/>
                  </a:lnTo>
                  <a:lnTo>
                    <a:pt x="2991705" y="170251"/>
                  </a:lnTo>
                  <a:lnTo>
                    <a:pt x="2957234" y="145088"/>
                  </a:lnTo>
                  <a:lnTo>
                    <a:pt x="2921945" y="121765"/>
                  </a:lnTo>
                  <a:lnTo>
                    <a:pt x="2885875" y="100330"/>
                  </a:lnTo>
                  <a:lnTo>
                    <a:pt x="2849058" y="80828"/>
                  </a:lnTo>
                  <a:lnTo>
                    <a:pt x="2811530" y="63308"/>
                  </a:lnTo>
                  <a:lnTo>
                    <a:pt x="2773326" y="47818"/>
                  </a:lnTo>
                  <a:lnTo>
                    <a:pt x="2734481" y="34404"/>
                  </a:lnTo>
                  <a:lnTo>
                    <a:pt x="2695031" y="23115"/>
                  </a:lnTo>
                  <a:lnTo>
                    <a:pt x="2655010" y="13997"/>
                  </a:lnTo>
                  <a:lnTo>
                    <a:pt x="2614454" y="7099"/>
                  </a:lnTo>
                  <a:lnTo>
                    <a:pt x="921280" y="0"/>
                  </a:lnTo>
                  <a:close/>
                </a:path>
              </a:pathLst>
            </a:custGeom>
            <a:solidFill>
              <a:srgbClr val="ADC2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724077" y="7548643"/>
              <a:ext cx="2407285" cy="2621280"/>
            </a:xfrm>
            <a:custGeom>
              <a:avLst/>
              <a:gdLst/>
              <a:ahLst/>
              <a:cxnLst/>
              <a:rect l="l" t="t" r="r" b="b"/>
              <a:pathLst>
                <a:path w="2407285" h="2621279">
                  <a:moveTo>
                    <a:pt x="781976" y="0"/>
                  </a:moveTo>
                  <a:lnTo>
                    <a:pt x="721417" y="11758"/>
                  </a:lnTo>
                  <a:lnTo>
                    <a:pt x="659793" y="33423"/>
                  </a:lnTo>
                  <a:lnTo>
                    <a:pt x="597682" y="64545"/>
                  </a:lnTo>
                  <a:lnTo>
                    <a:pt x="535662" y="104672"/>
                  </a:lnTo>
                  <a:lnTo>
                    <a:pt x="504868" y="127970"/>
                  </a:lnTo>
                  <a:lnTo>
                    <a:pt x="474313" y="153351"/>
                  </a:lnTo>
                  <a:lnTo>
                    <a:pt x="444071" y="180758"/>
                  </a:lnTo>
                  <a:lnTo>
                    <a:pt x="414213" y="210133"/>
                  </a:lnTo>
                  <a:lnTo>
                    <a:pt x="384812" y="241421"/>
                  </a:lnTo>
                  <a:lnTo>
                    <a:pt x="355941" y="274566"/>
                  </a:lnTo>
                  <a:lnTo>
                    <a:pt x="327671" y="309510"/>
                  </a:lnTo>
                  <a:lnTo>
                    <a:pt x="300075" y="346198"/>
                  </a:lnTo>
                  <a:lnTo>
                    <a:pt x="273225" y="384572"/>
                  </a:lnTo>
                  <a:lnTo>
                    <a:pt x="247194" y="424578"/>
                  </a:lnTo>
                  <a:lnTo>
                    <a:pt x="222054" y="466157"/>
                  </a:lnTo>
                  <a:lnTo>
                    <a:pt x="197877" y="509254"/>
                  </a:lnTo>
                  <a:lnTo>
                    <a:pt x="174736" y="553813"/>
                  </a:lnTo>
                  <a:lnTo>
                    <a:pt x="152702" y="599776"/>
                  </a:lnTo>
                  <a:lnTo>
                    <a:pt x="131849" y="647088"/>
                  </a:lnTo>
                  <a:lnTo>
                    <a:pt x="112248" y="695692"/>
                  </a:lnTo>
                  <a:lnTo>
                    <a:pt x="93973" y="745532"/>
                  </a:lnTo>
                  <a:lnTo>
                    <a:pt x="77094" y="796551"/>
                  </a:lnTo>
                  <a:lnTo>
                    <a:pt x="61685" y="848692"/>
                  </a:lnTo>
                  <a:lnTo>
                    <a:pt x="47819" y="901901"/>
                  </a:lnTo>
                  <a:lnTo>
                    <a:pt x="35566" y="956119"/>
                  </a:lnTo>
                  <a:lnTo>
                    <a:pt x="25000" y="1011290"/>
                  </a:lnTo>
                  <a:lnTo>
                    <a:pt x="16193" y="1067359"/>
                  </a:lnTo>
                  <a:lnTo>
                    <a:pt x="9217" y="1124269"/>
                  </a:lnTo>
                  <a:lnTo>
                    <a:pt x="4144" y="1181963"/>
                  </a:lnTo>
                  <a:lnTo>
                    <a:pt x="1048" y="1240385"/>
                  </a:lnTo>
                  <a:lnTo>
                    <a:pt x="0" y="1299478"/>
                  </a:lnTo>
                  <a:lnTo>
                    <a:pt x="696" y="1356965"/>
                  </a:lnTo>
                  <a:lnTo>
                    <a:pt x="2775" y="1413867"/>
                  </a:lnTo>
                  <a:lnTo>
                    <a:pt x="6220" y="1470132"/>
                  </a:lnTo>
                  <a:lnTo>
                    <a:pt x="11016" y="1525707"/>
                  </a:lnTo>
                  <a:lnTo>
                    <a:pt x="17147" y="1580538"/>
                  </a:lnTo>
                  <a:lnTo>
                    <a:pt x="24596" y="1634572"/>
                  </a:lnTo>
                  <a:lnTo>
                    <a:pt x="33347" y="1687757"/>
                  </a:lnTo>
                  <a:lnTo>
                    <a:pt x="43385" y="1740037"/>
                  </a:lnTo>
                  <a:lnTo>
                    <a:pt x="54694" y="1791362"/>
                  </a:lnTo>
                  <a:lnTo>
                    <a:pt x="67258" y="1841677"/>
                  </a:lnTo>
                  <a:lnTo>
                    <a:pt x="81060" y="1890929"/>
                  </a:lnTo>
                  <a:lnTo>
                    <a:pt x="96085" y="1939065"/>
                  </a:lnTo>
                  <a:lnTo>
                    <a:pt x="112316" y="1986032"/>
                  </a:lnTo>
                  <a:lnTo>
                    <a:pt x="129739" y="2031777"/>
                  </a:lnTo>
                  <a:lnTo>
                    <a:pt x="148336" y="2076246"/>
                  </a:lnTo>
                  <a:lnTo>
                    <a:pt x="168092" y="2119386"/>
                  </a:lnTo>
                  <a:lnTo>
                    <a:pt x="188991" y="2161145"/>
                  </a:lnTo>
                  <a:lnTo>
                    <a:pt x="211017" y="2201468"/>
                  </a:lnTo>
                  <a:lnTo>
                    <a:pt x="234153" y="2240303"/>
                  </a:lnTo>
                  <a:lnTo>
                    <a:pt x="258385" y="2277596"/>
                  </a:lnTo>
                  <a:lnTo>
                    <a:pt x="283696" y="2313295"/>
                  </a:lnTo>
                  <a:lnTo>
                    <a:pt x="310070" y="2347346"/>
                  </a:lnTo>
                  <a:lnTo>
                    <a:pt x="337490" y="2379696"/>
                  </a:lnTo>
                  <a:lnTo>
                    <a:pt x="365942" y="2410292"/>
                  </a:lnTo>
                  <a:lnTo>
                    <a:pt x="395409" y="2439080"/>
                  </a:lnTo>
                  <a:lnTo>
                    <a:pt x="425875" y="2466008"/>
                  </a:lnTo>
                  <a:lnTo>
                    <a:pt x="457325" y="2491022"/>
                  </a:lnTo>
                  <a:lnTo>
                    <a:pt x="489741" y="2514069"/>
                  </a:lnTo>
                  <a:lnTo>
                    <a:pt x="523109" y="2535095"/>
                  </a:lnTo>
                  <a:lnTo>
                    <a:pt x="557412" y="2554049"/>
                  </a:lnTo>
                  <a:lnTo>
                    <a:pt x="592634" y="2570875"/>
                  </a:lnTo>
                  <a:lnTo>
                    <a:pt x="628760" y="2585522"/>
                  </a:lnTo>
                  <a:lnTo>
                    <a:pt x="665773" y="2597937"/>
                  </a:lnTo>
                  <a:lnTo>
                    <a:pt x="703657" y="2608065"/>
                  </a:lnTo>
                  <a:lnTo>
                    <a:pt x="742397" y="2615853"/>
                  </a:lnTo>
                  <a:lnTo>
                    <a:pt x="781976" y="2621250"/>
                  </a:lnTo>
                  <a:lnTo>
                    <a:pt x="1535241" y="2618087"/>
                  </a:lnTo>
                  <a:lnTo>
                    <a:pt x="1575796" y="2611190"/>
                  </a:lnTo>
                  <a:lnTo>
                    <a:pt x="1615816" y="2602073"/>
                  </a:lnTo>
                  <a:lnTo>
                    <a:pt x="1655266" y="2590784"/>
                  </a:lnTo>
                  <a:lnTo>
                    <a:pt x="1694110" y="2577371"/>
                  </a:lnTo>
                  <a:lnTo>
                    <a:pt x="1732314" y="2561881"/>
                  </a:lnTo>
                  <a:lnTo>
                    <a:pt x="1769841" y="2544362"/>
                  </a:lnTo>
                  <a:lnTo>
                    <a:pt x="1806658" y="2524861"/>
                  </a:lnTo>
                  <a:lnTo>
                    <a:pt x="1842728" y="2503425"/>
                  </a:lnTo>
                  <a:lnTo>
                    <a:pt x="1878016" y="2480102"/>
                  </a:lnTo>
                  <a:lnTo>
                    <a:pt x="1912488" y="2454940"/>
                  </a:lnTo>
                  <a:lnTo>
                    <a:pt x="1946107" y="2427986"/>
                  </a:lnTo>
                  <a:lnTo>
                    <a:pt x="1978840" y="2399288"/>
                  </a:lnTo>
                  <a:lnTo>
                    <a:pt x="2010650" y="2368892"/>
                  </a:lnTo>
                  <a:lnTo>
                    <a:pt x="2041502" y="2336847"/>
                  </a:lnTo>
                  <a:lnTo>
                    <a:pt x="2071362" y="2303200"/>
                  </a:lnTo>
                  <a:lnTo>
                    <a:pt x="2100193" y="2267998"/>
                  </a:lnTo>
                  <a:lnTo>
                    <a:pt x="2127962" y="2231290"/>
                  </a:lnTo>
                  <a:lnTo>
                    <a:pt x="2154632" y="2193121"/>
                  </a:lnTo>
                  <a:lnTo>
                    <a:pt x="2180168" y="2153541"/>
                  </a:lnTo>
                  <a:lnTo>
                    <a:pt x="2204535" y="2112596"/>
                  </a:lnTo>
                  <a:lnTo>
                    <a:pt x="2227699" y="2070333"/>
                  </a:lnTo>
                  <a:lnTo>
                    <a:pt x="2249623" y="2026801"/>
                  </a:lnTo>
                  <a:lnTo>
                    <a:pt x="2270272" y="1982047"/>
                  </a:lnTo>
                  <a:lnTo>
                    <a:pt x="2289612" y="1936119"/>
                  </a:lnTo>
                  <a:lnTo>
                    <a:pt x="2307607" y="1889063"/>
                  </a:lnTo>
                  <a:lnTo>
                    <a:pt x="2324222" y="1840927"/>
                  </a:lnTo>
                  <a:lnTo>
                    <a:pt x="2339422" y="1791759"/>
                  </a:lnTo>
                  <a:lnTo>
                    <a:pt x="2353171" y="1741606"/>
                  </a:lnTo>
                  <a:lnTo>
                    <a:pt x="2365435" y="1690516"/>
                  </a:lnTo>
                  <a:lnTo>
                    <a:pt x="2376177" y="1638536"/>
                  </a:lnTo>
                  <a:lnTo>
                    <a:pt x="2385364" y="1585714"/>
                  </a:lnTo>
                  <a:lnTo>
                    <a:pt x="2392959" y="1532097"/>
                  </a:lnTo>
                  <a:lnTo>
                    <a:pt x="2398927" y="1477732"/>
                  </a:lnTo>
                  <a:lnTo>
                    <a:pt x="2403234" y="1422668"/>
                  </a:lnTo>
                  <a:lnTo>
                    <a:pt x="2405844" y="1366951"/>
                  </a:lnTo>
                  <a:lnTo>
                    <a:pt x="2406722" y="1310630"/>
                  </a:lnTo>
                  <a:lnTo>
                    <a:pt x="2405844" y="1254307"/>
                  </a:lnTo>
                  <a:lnTo>
                    <a:pt x="2403234" y="1198590"/>
                  </a:lnTo>
                  <a:lnTo>
                    <a:pt x="2398927" y="1143525"/>
                  </a:lnTo>
                  <a:lnTo>
                    <a:pt x="2392959" y="1089160"/>
                  </a:lnTo>
                  <a:lnTo>
                    <a:pt x="2385364" y="1035542"/>
                  </a:lnTo>
                  <a:lnTo>
                    <a:pt x="2376177" y="982720"/>
                  </a:lnTo>
                  <a:lnTo>
                    <a:pt x="2365435" y="930740"/>
                  </a:lnTo>
                  <a:lnTo>
                    <a:pt x="2353171" y="879649"/>
                  </a:lnTo>
                  <a:lnTo>
                    <a:pt x="2339422" y="829496"/>
                  </a:lnTo>
                  <a:lnTo>
                    <a:pt x="2324222" y="780328"/>
                  </a:lnTo>
                  <a:lnTo>
                    <a:pt x="2307607" y="732192"/>
                  </a:lnTo>
                  <a:lnTo>
                    <a:pt x="2289612" y="685136"/>
                  </a:lnTo>
                  <a:lnTo>
                    <a:pt x="2270272" y="639207"/>
                  </a:lnTo>
                  <a:lnTo>
                    <a:pt x="2249623" y="594453"/>
                  </a:lnTo>
                  <a:lnTo>
                    <a:pt x="2227699" y="550921"/>
                  </a:lnTo>
                  <a:lnTo>
                    <a:pt x="2204535" y="508659"/>
                  </a:lnTo>
                  <a:lnTo>
                    <a:pt x="2180168" y="467714"/>
                  </a:lnTo>
                  <a:lnTo>
                    <a:pt x="2154632" y="428133"/>
                  </a:lnTo>
                  <a:lnTo>
                    <a:pt x="2127962" y="389965"/>
                  </a:lnTo>
                  <a:lnTo>
                    <a:pt x="2100193" y="353256"/>
                  </a:lnTo>
                  <a:lnTo>
                    <a:pt x="2071362" y="318054"/>
                  </a:lnTo>
                  <a:lnTo>
                    <a:pt x="2041502" y="284407"/>
                  </a:lnTo>
                  <a:lnTo>
                    <a:pt x="2010650" y="252362"/>
                  </a:lnTo>
                  <a:lnTo>
                    <a:pt x="1978840" y="221966"/>
                  </a:lnTo>
                  <a:lnTo>
                    <a:pt x="1946107" y="193268"/>
                  </a:lnTo>
                  <a:lnTo>
                    <a:pt x="1912488" y="166314"/>
                  </a:lnTo>
                  <a:lnTo>
                    <a:pt x="1878016" y="141151"/>
                  </a:lnTo>
                  <a:lnTo>
                    <a:pt x="1842728" y="117828"/>
                  </a:lnTo>
                  <a:lnTo>
                    <a:pt x="1806658" y="96392"/>
                  </a:lnTo>
                  <a:lnTo>
                    <a:pt x="1769841" y="76891"/>
                  </a:lnTo>
                  <a:lnTo>
                    <a:pt x="1732314" y="59371"/>
                  </a:lnTo>
                  <a:lnTo>
                    <a:pt x="1694110" y="43881"/>
                  </a:lnTo>
                  <a:lnTo>
                    <a:pt x="1655266" y="30467"/>
                  </a:lnTo>
                  <a:lnTo>
                    <a:pt x="1615816" y="19178"/>
                  </a:lnTo>
                  <a:lnTo>
                    <a:pt x="1575796" y="10060"/>
                  </a:lnTo>
                  <a:lnTo>
                    <a:pt x="1535241" y="3162"/>
                  </a:lnTo>
                  <a:lnTo>
                    <a:pt x="781976" y="0"/>
                  </a:lnTo>
                  <a:close/>
                </a:path>
              </a:pathLst>
            </a:custGeom>
            <a:solidFill>
              <a:srgbClr val="515151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838671" y="7548643"/>
              <a:ext cx="2483485" cy="2621280"/>
            </a:xfrm>
            <a:custGeom>
              <a:avLst/>
              <a:gdLst/>
              <a:ahLst/>
              <a:cxnLst/>
              <a:rect l="l" t="t" r="r" b="b"/>
              <a:pathLst>
                <a:path w="2483485" h="2621279">
                  <a:moveTo>
                    <a:pt x="858392" y="0"/>
                  </a:moveTo>
                  <a:lnTo>
                    <a:pt x="819707" y="5194"/>
                  </a:lnTo>
                  <a:lnTo>
                    <a:pt x="781500" y="12609"/>
                  </a:lnTo>
                  <a:lnTo>
                    <a:pt x="743803" y="22198"/>
                  </a:lnTo>
                  <a:lnTo>
                    <a:pt x="706649" y="33913"/>
                  </a:lnTo>
                  <a:lnTo>
                    <a:pt x="670071" y="47710"/>
                  </a:lnTo>
                  <a:lnTo>
                    <a:pt x="634101" y="63542"/>
                  </a:lnTo>
                  <a:lnTo>
                    <a:pt x="598773" y="81362"/>
                  </a:lnTo>
                  <a:lnTo>
                    <a:pt x="564120" y="101124"/>
                  </a:lnTo>
                  <a:lnTo>
                    <a:pt x="530173" y="122781"/>
                  </a:lnTo>
                  <a:lnTo>
                    <a:pt x="496967" y="146288"/>
                  </a:lnTo>
                  <a:lnTo>
                    <a:pt x="464533" y="171598"/>
                  </a:lnTo>
                  <a:lnTo>
                    <a:pt x="432905" y="198664"/>
                  </a:lnTo>
                  <a:lnTo>
                    <a:pt x="402115" y="227441"/>
                  </a:lnTo>
                  <a:lnTo>
                    <a:pt x="372197" y="257881"/>
                  </a:lnTo>
                  <a:lnTo>
                    <a:pt x="343182" y="289939"/>
                  </a:lnTo>
                  <a:lnTo>
                    <a:pt x="315105" y="323568"/>
                  </a:lnTo>
                  <a:lnTo>
                    <a:pt x="287997" y="358722"/>
                  </a:lnTo>
                  <a:lnTo>
                    <a:pt x="261891" y="395355"/>
                  </a:lnTo>
                  <a:lnTo>
                    <a:pt x="236821" y="433419"/>
                  </a:lnTo>
                  <a:lnTo>
                    <a:pt x="212819" y="472869"/>
                  </a:lnTo>
                  <a:lnTo>
                    <a:pt x="189918" y="513659"/>
                  </a:lnTo>
                  <a:lnTo>
                    <a:pt x="168151" y="555742"/>
                  </a:lnTo>
                  <a:lnTo>
                    <a:pt x="147550" y="599071"/>
                  </a:lnTo>
                  <a:lnTo>
                    <a:pt x="128148" y="643601"/>
                  </a:lnTo>
                  <a:lnTo>
                    <a:pt x="109979" y="689285"/>
                  </a:lnTo>
                  <a:lnTo>
                    <a:pt x="93074" y="736076"/>
                  </a:lnTo>
                  <a:lnTo>
                    <a:pt x="77468" y="783929"/>
                  </a:lnTo>
                  <a:lnTo>
                    <a:pt x="63192" y="832796"/>
                  </a:lnTo>
                  <a:lnTo>
                    <a:pt x="50279" y="882633"/>
                  </a:lnTo>
                  <a:lnTo>
                    <a:pt x="38763" y="933391"/>
                  </a:lnTo>
                  <a:lnTo>
                    <a:pt x="28676" y="985025"/>
                  </a:lnTo>
                  <a:lnTo>
                    <a:pt x="20050" y="1037489"/>
                  </a:lnTo>
                  <a:lnTo>
                    <a:pt x="12919" y="1090736"/>
                  </a:lnTo>
                  <a:lnTo>
                    <a:pt x="7316" y="1144720"/>
                  </a:lnTo>
                  <a:lnTo>
                    <a:pt x="3273" y="1199395"/>
                  </a:lnTo>
                  <a:lnTo>
                    <a:pt x="823" y="1254713"/>
                  </a:lnTo>
                  <a:lnTo>
                    <a:pt x="0" y="1310630"/>
                  </a:lnTo>
                  <a:lnTo>
                    <a:pt x="823" y="1366545"/>
                  </a:lnTo>
                  <a:lnTo>
                    <a:pt x="3273" y="1421863"/>
                  </a:lnTo>
                  <a:lnTo>
                    <a:pt x="7316" y="1476537"/>
                  </a:lnTo>
                  <a:lnTo>
                    <a:pt x="12919" y="1530520"/>
                  </a:lnTo>
                  <a:lnTo>
                    <a:pt x="20050" y="1583766"/>
                  </a:lnTo>
                  <a:lnTo>
                    <a:pt x="28676" y="1636230"/>
                  </a:lnTo>
                  <a:lnTo>
                    <a:pt x="38763" y="1687864"/>
                  </a:lnTo>
                  <a:lnTo>
                    <a:pt x="50279" y="1738622"/>
                  </a:lnTo>
                  <a:lnTo>
                    <a:pt x="63192" y="1788457"/>
                  </a:lnTo>
                  <a:lnTo>
                    <a:pt x="77468" y="1837324"/>
                  </a:lnTo>
                  <a:lnTo>
                    <a:pt x="93074" y="1885177"/>
                  </a:lnTo>
                  <a:lnTo>
                    <a:pt x="109979" y="1931968"/>
                  </a:lnTo>
                  <a:lnTo>
                    <a:pt x="128148" y="1977651"/>
                  </a:lnTo>
                  <a:lnTo>
                    <a:pt x="147550" y="2022180"/>
                  </a:lnTo>
                  <a:lnTo>
                    <a:pt x="168151" y="2065510"/>
                  </a:lnTo>
                  <a:lnTo>
                    <a:pt x="189918" y="2107592"/>
                  </a:lnTo>
                  <a:lnTo>
                    <a:pt x="212819" y="2148381"/>
                  </a:lnTo>
                  <a:lnTo>
                    <a:pt x="236821" y="2187831"/>
                  </a:lnTo>
                  <a:lnTo>
                    <a:pt x="261891" y="2225896"/>
                  </a:lnTo>
                  <a:lnTo>
                    <a:pt x="287997" y="2262528"/>
                  </a:lnTo>
                  <a:lnTo>
                    <a:pt x="315105" y="2297682"/>
                  </a:lnTo>
                  <a:lnTo>
                    <a:pt x="343182" y="2331311"/>
                  </a:lnTo>
                  <a:lnTo>
                    <a:pt x="372197" y="2363368"/>
                  </a:lnTo>
                  <a:lnTo>
                    <a:pt x="402115" y="2393809"/>
                  </a:lnTo>
                  <a:lnTo>
                    <a:pt x="432905" y="2422585"/>
                  </a:lnTo>
                  <a:lnTo>
                    <a:pt x="464533" y="2449651"/>
                  </a:lnTo>
                  <a:lnTo>
                    <a:pt x="496967" y="2474961"/>
                  </a:lnTo>
                  <a:lnTo>
                    <a:pt x="530173" y="2498468"/>
                  </a:lnTo>
                  <a:lnTo>
                    <a:pt x="564120" y="2520125"/>
                  </a:lnTo>
                  <a:lnTo>
                    <a:pt x="598773" y="2539887"/>
                  </a:lnTo>
                  <a:lnTo>
                    <a:pt x="634101" y="2557707"/>
                  </a:lnTo>
                  <a:lnTo>
                    <a:pt x="670071" y="2573539"/>
                  </a:lnTo>
                  <a:lnTo>
                    <a:pt x="706649" y="2587336"/>
                  </a:lnTo>
                  <a:lnTo>
                    <a:pt x="743803" y="2599052"/>
                  </a:lnTo>
                  <a:lnTo>
                    <a:pt x="781500" y="2608640"/>
                  </a:lnTo>
                  <a:lnTo>
                    <a:pt x="819707" y="2616055"/>
                  </a:lnTo>
                  <a:lnTo>
                    <a:pt x="858392" y="2621250"/>
                  </a:lnTo>
                  <a:lnTo>
                    <a:pt x="1611657" y="2618087"/>
                  </a:lnTo>
                  <a:lnTo>
                    <a:pt x="1652213" y="2611190"/>
                  </a:lnTo>
                  <a:lnTo>
                    <a:pt x="1692233" y="2602073"/>
                  </a:lnTo>
                  <a:lnTo>
                    <a:pt x="1731683" y="2590784"/>
                  </a:lnTo>
                  <a:lnTo>
                    <a:pt x="1770527" y="2577371"/>
                  </a:lnTo>
                  <a:lnTo>
                    <a:pt x="1808730" y="2561881"/>
                  </a:lnTo>
                  <a:lnTo>
                    <a:pt x="1846258" y="2544362"/>
                  </a:lnTo>
                  <a:lnTo>
                    <a:pt x="1883074" y="2524861"/>
                  </a:lnTo>
                  <a:lnTo>
                    <a:pt x="1919144" y="2503425"/>
                  </a:lnTo>
                  <a:lnTo>
                    <a:pt x="1954433" y="2480102"/>
                  </a:lnTo>
                  <a:lnTo>
                    <a:pt x="1988904" y="2454940"/>
                  </a:lnTo>
                  <a:lnTo>
                    <a:pt x="2022524" y="2427986"/>
                  </a:lnTo>
                  <a:lnTo>
                    <a:pt x="2055256" y="2399288"/>
                  </a:lnTo>
                  <a:lnTo>
                    <a:pt x="2087066" y="2368892"/>
                  </a:lnTo>
                  <a:lnTo>
                    <a:pt x="2117919" y="2336847"/>
                  </a:lnTo>
                  <a:lnTo>
                    <a:pt x="2147778" y="2303200"/>
                  </a:lnTo>
                  <a:lnTo>
                    <a:pt x="2176610" y="2267998"/>
                  </a:lnTo>
                  <a:lnTo>
                    <a:pt x="2204378" y="2231290"/>
                  </a:lnTo>
                  <a:lnTo>
                    <a:pt x="2231048" y="2193121"/>
                  </a:lnTo>
                  <a:lnTo>
                    <a:pt x="2256584" y="2153541"/>
                  </a:lnTo>
                  <a:lnTo>
                    <a:pt x="2280952" y="2112596"/>
                  </a:lnTo>
                  <a:lnTo>
                    <a:pt x="2304115" y="2070333"/>
                  </a:lnTo>
                  <a:lnTo>
                    <a:pt x="2326039" y="2026801"/>
                  </a:lnTo>
                  <a:lnTo>
                    <a:pt x="2346689" y="1982047"/>
                  </a:lnTo>
                  <a:lnTo>
                    <a:pt x="2366029" y="1936119"/>
                  </a:lnTo>
                  <a:lnTo>
                    <a:pt x="2384024" y="1889063"/>
                  </a:lnTo>
                  <a:lnTo>
                    <a:pt x="2400639" y="1840927"/>
                  </a:lnTo>
                  <a:lnTo>
                    <a:pt x="2415838" y="1791759"/>
                  </a:lnTo>
                  <a:lnTo>
                    <a:pt x="2429588" y="1741606"/>
                  </a:lnTo>
                  <a:lnTo>
                    <a:pt x="2441851" y="1690516"/>
                  </a:lnTo>
                  <a:lnTo>
                    <a:pt x="2452594" y="1638536"/>
                  </a:lnTo>
                  <a:lnTo>
                    <a:pt x="2461780" y="1585714"/>
                  </a:lnTo>
                  <a:lnTo>
                    <a:pt x="2469375" y="1532097"/>
                  </a:lnTo>
                  <a:lnTo>
                    <a:pt x="2475344" y="1477732"/>
                  </a:lnTo>
                  <a:lnTo>
                    <a:pt x="2479651" y="1422668"/>
                  </a:lnTo>
                  <a:lnTo>
                    <a:pt x="2482261" y="1366951"/>
                  </a:lnTo>
                  <a:lnTo>
                    <a:pt x="2483139" y="1310630"/>
                  </a:lnTo>
                  <a:lnTo>
                    <a:pt x="2482261" y="1254307"/>
                  </a:lnTo>
                  <a:lnTo>
                    <a:pt x="2479651" y="1198590"/>
                  </a:lnTo>
                  <a:lnTo>
                    <a:pt x="2475344" y="1143525"/>
                  </a:lnTo>
                  <a:lnTo>
                    <a:pt x="2469375" y="1089160"/>
                  </a:lnTo>
                  <a:lnTo>
                    <a:pt x="2461780" y="1035542"/>
                  </a:lnTo>
                  <a:lnTo>
                    <a:pt x="2452594" y="982720"/>
                  </a:lnTo>
                  <a:lnTo>
                    <a:pt x="2441851" y="930740"/>
                  </a:lnTo>
                  <a:lnTo>
                    <a:pt x="2429588" y="879649"/>
                  </a:lnTo>
                  <a:lnTo>
                    <a:pt x="2415838" y="829496"/>
                  </a:lnTo>
                  <a:lnTo>
                    <a:pt x="2400639" y="780328"/>
                  </a:lnTo>
                  <a:lnTo>
                    <a:pt x="2384024" y="732192"/>
                  </a:lnTo>
                  <a:lnTo>
                    <a:pt x="2366029" y="685136"/>
                  </a:lnTo>
                  <a:lnTo>
                    <a:pt x="2346689" y="639207"/>
                  </a:lnTo>
                  <a:lnTo>
                    <a:pt x="2326039" y="594453"/>
                  </a:lnTo>
                  <a:lnTo>
                    <a:pt x="2304115" y="550921"/>
                  </a:lnTo>
                  <a:lnTo>
                    <a:pt x="2280952" y="508659"/>
                  </a:lnTo>
                  <a:lnTo>
                    <a:pt x="2256584" y="467714"/>
                  </a:lnTo>
                  <a:lnTo>
                    <a:pt x="2231048" y="428133"/>
                  </a:lnTo>
                  <a:lnTo>
                    <a:pt x="2204378" y="389965"/>
                  </a:lnTo>
                  <a:lnTo>
                    <a:pt x="2176610" y="353256"/>
                  </a:lnTo>
                  <a:lnTo>
                    <a:pt x="2147778" y="318054"/>
                  </a:lnTo>
                  <a:lnTo>
                    <a:pt x="2117919" y="284407"/>
                  </a:lnTo>
                  <a:lnTo>
                    <a:pt x="2087066" y="252362"/>
                  </a:lnTo>
                  <a:lnTo>
                    <a:pt x="2055256" y="221966"/>
                  </a:lnTo>
                  <a:lnTo>
                    <a:pt x="2022524" y="193268"/>
                  </a:lnTo>
                  <a:lnTo>
                    <a:pt x="1988904" y="166314"/>
                  </a:lnTo>
                  <a:lnTo>
                    <a:pt x="1954433" y="141151"/>
                  </a:lnTo>
                  <a:lnTo>
                    <a:pt x="1919144" y="117828"/>
                  </a:lnTo>
                  <a:lnTo>
                    <a:pt x="1883074" y="96392"/>
                  </a:lnTo>
                  <a:lnTo>
                    <a:pt x="1846258" y="76891"/>
                  </a:lnTo>
                  <a:lnTo>
                    <a:pt x="1808730" y="59371"/>
                  </a:lnTo>
                  <a:lnTo>
                    <a:pt x="1770527" y="43881"/>
                  </a:lnTo>
                  <a:lnTo>
                    <a:pt x="1731683" y="30467"/>
                  </a:lnTo>
                  <a:lnTo>
                    <a:pt x="1692233" y="19178"/>
                  </a:lnTo>
                  <a:lnTo>
                    <a:pt x="1652213" y="10060"/>
                  </a:lnTo>
                  <a:lnTo>
                    <a:pt x="1611657" y="3162"/>
                  </a:lnTo>
                  <a:lnTo>
                    <a:pt x="858392" y="0"/>
                  </a:lnTo>
                  <a:close/>
                </a:path>
              </a:pathLst>
            </a:custGeom>
            <a:solidFill>
              <a:srgbClr val="D6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2403754" y="7931279"/>
              <a:ext cx="1464945" cy="1887855"/>
            </a:xfrm>
            <a:custGeom>
              <a:avLst/>
              <a:gdLst/>
              <a:ahLst/>
              <a:cxnLst/>
              <a:rect l="l" t="t" r="r" b="b"/>
              <a:pathLst>
                <a:path w="1464945" h="1887854">
                  <a:moveTo>
                    <a:pt x="732197" y="0"/>
                  </a:moveTo>
                  <a:lnTo>
                    <a:pt x="690648" y="1494"/>
                  </a:lnTo>
                  <a:lnTo>
                    <a:pt x="649706" y="5923"/>
                  </a:lnTo>
                  <a:lnTo>
                    <a:pt x="609435" y="13208"/>
                  </a:lnTo>
                  <a:lnTo>
                    <a:pt x="569895" y="23270"/>
                  </a:lnTo>
                  <a:lnTo>
                    <a:pt x="531149" y="36027"/>
                  </a:lnTo>
                  <a:lnTo>
                    <a:pt x="493258" y="51401"/>
                  </a:lnTo>
                  <a:lnTo>
                    <a:pt x="456284" y="69312"/>
                  </a:lnTo>
                  <a:lnTo>
                    <a:pt x="420289" y="89680"/>
                  </a:lnTo>
                  <a:lnTo>
                    <a:pt x="385335" y="112426"/>
                  </a:lnTo>
                  <a:lnTo>
                    <a:pt x="351484" y="137470"/>
                  </a:lnTo>
                  <a:lnTo>
                    <a:pt x="318797" y="164731"/>
                  </a:lnTo>
                  <a:lnTo>
                    <a:pt x="287336" y="194131"/>
                  </a:lnTo>
                  <a:lnTo>
                    <a:pt x="257163" y="225590"/>
                  </a:lnTo>
                  <a:lnTo>
                    <a:pt x="228340" y="259029"/>
                  </a:lnTo>
                  <a:lnTo>
                    <a:pt x="200928" y="294366"/>
                  </a:lnTo>
                  <a:lnTo>
                    <a:pt x="174990" y="331523"/>
                  </a:lnTo>
                  <a:lnTo>
                    <a:pt x="150587" y="370421"/>
                  </a:lnTo>
                  <a:lnTo>
                    <a:pt x="127782" y="410978"/>
                  </a:lnTo>
                  <a:lnTo>
                    <a:pt x="106635" y="453117"/>
                  </a:lnTo>
                  <a:lnTo>
                    <a:pt x="87208" y="496756"/>
                  </a:lnTo>
                  <a:lnTo>
                    <a:pt x="69565" y="541817"/>
                  </a:lnTo>
                  <a:lnTo>
                    <a:pt x="53765" y="588219"/>
                  </a:lnTo>
                  <a:lnTo>
                    <a:pt x="39872" y="635884"/>
                  </a:lnTo>
                  <a:lnTo>
                    <a:pt x="27946" y="684730"/>
                  </a:lnTo>
                  <a:lnTo>
                    <a:pt x="18050" y="734679"/>
                  </a:lnTo>
                  <a:lnTo>
                    <a:pt x="10246" y="785651"/>
                  </a:lnTo>
                  <a:lnTo>
                    <a:pt x="4595" y="837567"/>
                  </a:lnTo>
                  <a:lnTo>
                    <a:pt x="1159" y="890345"/>
                  </a:lnTo>
                  <a:lnTo>
                    <a:pt x="0" y="943908"/>
                  </a:lnTo>
                  <a:lnTo>
                    <a:pt x="1159" y="997471"/>
                  </a:lnTo>
                  <a:lnTo>
                    <a:pt x="4595" y="1050249"/>
                  </a:lnTo>
                  <a:lnTo>
                    <a:pt x="10246" y="1102165"/>
                  </a:lnTo>
                  <a:lnTo>
                    <a:pt x="18050" y="1153137"/>
                  </a:lnTo>
                  <a:lnTo>
                    <a:pt x="27946" y="1203086"/>
                  </a:lnTo>
                  <a:lnTo>
                    <a:pt x="39872" y="1251932"/>
                  </a:lnTo>
                  <a:lnTo>
                    <a:pt x="53765" y="1299597"/>
                  </a:lnTo>
                  <a:lnTo>
                    <a:pt x="69565" y="1345999"/>
                  </a:lnTo>
                  <a:lnTo>
                    <a:pt x="87208" y="1391060"/>
                  </a:lnTo>
                  <a:lnTo>
                    <a:pt x="106635" y="1434699"/>
                  </a:lnTo>
                  <a:lnTo>
                    <a:pt x="127782" y="1476837"/>
                  </a:lnTo>
                  <a:lnTo>
                    <a:pt x="150587" y="1517395"/>
                  </a:lnTo>
                  <a:lnTo>
                    <a:pt x="174990" y="1556292"/>
                  </a:lnTo>
                  <a:lnTo>
                    <a:pt x="200928" y="1593450"/>
                  </a:lnTo>
                  <a:lnTo>
                    <a:pt x="228340" y="1628787"/>
                  </a:lnTo>
                  <a:lnTo>
                    <a:pt x="257163" y="1662225"/>
                  </a:lnTo>
                  <a:lnTo>
                    <a:pt x="287336" y="1693684"/>
                  </a:lnTo>
                  <a:lnTo>
                    <a:pt x="318797" y="1723085"/>
                  </a:lnTo>
                  <a:lnTo>
                    <a:pt x="351484" y="1750346"/>
                  </a:lnTo>
                  <a:lnTo>
                    <a:pt x="385335" y="1775390"/>
                  </a:lnTo>
                  <a:lnTo>
                    <a:pt x="420289" y="1798136"/>
                  </a:lnTo>
                  <a:lnTo>
                    <a:pt x="456284" y="1818504"/>
                  </a:lnTo>
                  <a:lnTo>
                    <a:pt x="493258" y="1836415"/>
                  </a:lnTo>
                  <a:lnTo>
                    <a:pt x="531149" y="1851789"/>
                  </a:lnTo>
                  <a:lnTo>
                    <a:pt x="569895" y="1864546"/>
                  </a:lnTo>
                  <a:lnTo>
                    <a:pt x="609435" y="1874607"/>
                  </a:lnTo>
                  <a:lnTo>
                    <a:pt x="649706" y="1881893"/>
                  </a:lnTo>
                  <a:lnTo>
                    <a:pt x="690648" y="1886322"/>
                  </a:lnTo>
                  <a:lnTo>
                    <a:pt x="732197" y="1887816"/>
                  </a:lnTo>
                  <a:lnTo>
                    <a:pt x="773747" y="1886322"/>
                  </a:lnTo>
                  <a:lnTo>
                    <a:pt x="814688" y="1881893"/>
                  </a:lnTo>
                  <a:lnTo>
                    <a:pt x="854960" y="1874607"/>
                  </a:lnTo>
                  <a:lnTo>
                    <a:pt x="894500" y="1864546"/>
                  </a:lnTo>
                  <a:lnTo>
                    <a:pt x="933246" y="1851789"/>
                  </a:lnTo>
                  <a:lnTo>
                    <a:pt x="971138" y="1836415"/>
                  </a:lnTo>
                  <a:lnTo>
                    <a:pt x="1008112" y="1818504"/>
                  </a:lnTo>
                  <a:lnTo>
                    <a:pt x="1044107" y="1798136"/>
                  </a:lnTo>
                  <a:lnTo>
                    <a:pt x="1079061" y="1775390"/>
                  </a:lnTo>
                  <a:lnTo>
                    <a:pt x="1112913" y="1750346"/>
                  </a:lnTo>
                  <a:lnTo>
                    <a:pt x="1145601" y="1723085"/>
                  </a:lnTo>
                  <a:lnTo>
                    <a:pt x="1177062" y="1693684"/>
                  </a:lnTo>
                  <a:lnTo>
                    <a:pt x="1207236" y="1662225"/>
                  </a:lnTo>
                  <a:lnTo>
                    <a:pt x="1236059" y="1628787"/>
                  </a:lnTo>
                  <a:lnTo>
                    <a:pt x="1263471" y="1593450"/>
                  </a:lnTo>
                  <a:lnTo>
                    <a:pt x="1289410" y="1556292"/>
                  </a:lnTo>
                  <a:lnTo>
                    <a:pt x="1313813" y="1517395"/>
                  </a:lnTo>
                  <a:lnTo>
                    <a:pt x="1336620" y="1476837"/>
                  </a:lnTo>
                  <a:lnTo>
                    <a:pt x="1357767" y="1434699"/>
                  </a:lnTo>
                  <a:lnTo>
                    <a:pt x="1377194" y="1391060"/>
                  </a:lnTo>
                  <a:lnTo>
                    <a:pt x="1394838" y="1345999"/>
                  </a:lnTo>
                  <a:lnTo>
                    <a:pt x="1410638" y="1299597"/>
                  </a:lnTo>
                  <a:lnTo>
                    <a:pt x="1424532" y="1251932"/>
                  </a:lnTo>
                  <a:lnTo>
                    <a:pt x="1436458" y="1203086"/>
                  </a:lnTo>
                  <a:lnTo>
                    <a:pt x="1446354" y="1153137"/>
                  </a:lnTo>
                  <a:lnTo>
                    <a:pt x="1454159" y="1102165"/>
                  </a:lnTo>
                  <a:lnTo>
                    <a:pt x="1459810" y="1050249"/>
                  </a:lnTo>
                  <a:lnTo>
                    <a:pt x="1463246" y="997471"/>
                  </a:lnTo>
                  <a:lnTo>
                    <a:pt x="1464405" y="943908"/>
                  </a:lnTo>
                  <a:lnTo>
                    <a:pt x="1463246" y="890345"/>
                  </a:lnTo>
                  <a:lnTo>
                    <a:pt x="1459810" y="837567"/>
                  </a:lnTo>
                  <a:lnTo>
                    <a:pt x="1454159" y="785651"/>
                  </a:lnTo>
                  <a:lnTo>
                    <a:pt x="1446354" y="734679"/>
                  </a:lnTo>
                  <a:lnTo>
                    <a:pt x="1436458" y="684730"/>
                  </a:lnTo>
                  <a:lnTo>
                    <a:pt x="1424532" y="635884"/>
                  </a:lnTo>
                  <a:lnTo>
                    <a:pt x="1410638" y="588219"/>
                  </a:lnTo>
                  <a:lnTo>
                    <a:pt x="1394838" y="541817"/>
                  </a:lnTo>
                  <a:lnTo>
                    <a:pt x="1377194" y="496756"/>
                  </a:lnTo>
                  <a:lnTo>
                    <a:pt x="1357767" y="453117"/>
                  </a:lnTo>
                  <a:lnTo>
                    <a:pt x="1336620" y="410978"/>
                  </a:lnTo>
                  <a:lnTo>
                    <a:pt x="1313813" y="370421"/>
                  </a:lnTo>
                  <a:lnTo>
                    <a:pt x="1289410" y="331523"/>
                  </a:lnTo>
                  <a:lnTo>
                    <a:pt x="1263471" y="294366"/>
                  </a:lnTo>
                  <a:lnTo>
                    <a:pt x="1236059" y="259029"/>
                  </a:lnTo>
                  <a:lnTo>
                    <a:pt x="1207236" y="225590"/>
                  </a:lnTo>
                  <a:lnTo>
                    <a:pt x="1177062" y="194131"/>
                  </a:lnTo>
                  <a:lnTo>
                    <a:pt x="1145601" y="164731"/>
                  </a:lnTo>
                  <a:lnTo>
                    <a:pt x="1112913" y="137470"/>
                  </a:lnTo>
                  <a:lnTo>
                    <a:pt x="1079061" y="112426"/>
                  </a:lnTo>
                  <a:lnTo>
                    <a:pt x="1044107" y="89680"/>
                  </a:lnTo>
                  <a:lnTo>
                    <a:pt x="1008112" y="69312"/>
                  </a:lnTo>
                  <a:lnTo>
                    <a:pt x="971138" y="51401"/>
                  </a:lnTo>
                  <a:lnTo>
                    <a:pt x="933246" y="36027"/>
                  </a:lnTo>
                  <a:lnTo>
                    <a:pt x="894500" y="23270"/>
                  </a:lnTo>
                  <a:lnTo>
                    <a:pt x="854960" y="13208"/>
                  </a:lnTo>
                  <a:lnTo>
                    <a:pt x="814688" y="5923"/>
                  </a:lnTo>
                  <a:lnTo>
                    <a:pt x="773747" y="1494"/>
                  </a:lnTo>
                  <a:lnTo>
                    <a:pt x="732197" y="0"/>
                  </a:lnTo>
                  <a:close/>
                </a:path>
              </a:pathLst>
            </a:custGeom>
            <a:solidFill>
              <a:srgbClr val="020202">
                <a:alpha val="3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2437170" y="7931279"/>
              <a:ext cx="1464945" cy="1887855"/>
            </a:xfrm>
            <a:custGeom>
              <a:avLst/>
              <a:gdLst/>
              <a:ahLst/>
              <a:cxnLst/>
              <a:rect l="l" t="t" r="r" b="b"/>
              <a:pathLst>
                <a:path w="1464945" h="1887854">
                  <a:moveTo>
                    <a:pt x="732208" y="0"/>
                  </a:moveTo>
                  <a:lnTo>
                    <a:pt x="690658" y="1494"/>
                  </a:lnTo>
                  <a:lnTo>
                    <a:pt x="649716" y="5923"/>
                  </a:lnTo>
                  <a:lnTo>
                    <a:pt x="609445" y="13208"/>
                  </a:lnTo>
                  <a:lnTo>
                    <a:pt x="569905" y="23270"/>
                  </a:lnTo>
                  <a:lnTo>
                    <a:pt x="531158" y="36027"/>
                  </a:lnTo>
                  <a:lnTo>
                    <a:pt x="493267" y="51401"/>
                  </a:lnTo>
                  <a:lnTo>
                    <a:pt x="456293" y="69312"/>
                  </a:lnTo>
                  <a:lnTo>
                    <a:pt x="420298" y="89680"/>
                  </a:lnTo>
                  <a:lnTo>
                    <a:pt x="385343" y="112426"/>
                  </a:lnTo>
                  <a:lnTo>
                    <a:pt x="351491" y="137470"/>
                  </a:lnTo>
                  <a:lnTo>
                    <a:pt x="318804" y="164731"/>
                  </a:lnTo>
                  <a:lnTo>
                    <a:pt x="287342" y="194131"/>
                  </a:lnTo>
                  <a:lnTo>
                    <a:pt x="257169" y="225590"/>
                  </a:lnTo>
                  <a:lnTo>
                    <a:pt x="228345" y="259029"/>
                  </a:lnTo>
                  <a:lnTo>
                    <a:pt x="200933" y="294366"/>
                  </a:lnTo>
                  <a:lnTo>
                    <a:pt x="174995" y="331523"/>
                  </a:lnTo>
                  <a:lnTo>
                    <a:pt x="150591" y="370421"/>
                  </a:lnTo>
                  <a:lnTo>
                    <a:pt x="127785" y="410978"/>
                  </a:lnTo>
                  <a:lnTo>
                    <a:pt x="106638" y="453117"/>
                  </a:lnTo>
                  <a:lnTo>
                    <a:pt x="87211" y="496756"/>
                  </a:lnTo>
                  <a:lnTo>
                    <a:pt x="69567" y="541817"/>
                  </a:lnTo>
                  <a:lnTo>
                    <a:pt x="53767" y="588219"/>
                  </a:lnTo>
                  <a:lnTo>
                    <a:pt x="39873" y="635884"/>
                  </a:lnTo>
                  <a:lnTo>
                    <a:pt x="27947" y="684730"/>
                  </a:lnTo>
                  <a:lnTo>
                    <a:pt x="18051" y="734679"/>
                  </a:lnTo>
                  <a:lnTo>
                    <a:pt x="10246" y="785651"/>
                  </a:lnTo>
                  <a:lnTo>
                    <a:pt x="4595" y="837567"/>
                  </a:lnTo>
                  <a:lnTo>
                    <a:pt x="1159" y="890345"/>
                  </a:lnTo>
                  <a:lnTo>
                    <a:pt x="0" y="943908"/>
                  </a:lnTo>
                  <a:lnTo>
                    <a:pt x="1159" y="997471"/>
                  </a:lnTo>
                  <a:lnTo>
                    <a:pt x="4595" y="1050249"/>
                  </a:lnTo>
                  <a:lnTo>
                    <a:pt x="10246" y="1102165"/>
                  </a:lnTo>
                  <a:lnTo>
                    <a:pt x="18051" y="1153137"/>
                  </a:lnTo>
                  <a:lnTo>
                    <a:pt x="27947" y="1203086"/>
                  </a:lnTo>
                  <a:lnTo>
                    <a:pt x="39873" y="1251932"/>
                  </a:lnTo>
                  <a:lnTo>
                    <a:pt x="53767" y="1299597"/>
                  </a:lnTo>
                  <a:lnTo>
                    <a:pt x="69567" y="1345999"/>
                  </a:lnTo>
                  <a:lnTo>
                    <a:pt x="87211" y="1391060"/>
                  </a:lnTo>
                  <a:lnTo>
                    <a:pt x="106638" y="1434699"/>
                  </a:lnTo>
                  <a:lnTo>
                    <a:pt x="127785" y="1476837"/>
                  </a:lnTo>
                  <a:lnTo>
                    <a:pt x="150591" y="1517395"/>
                  </a:lnTo>
                  <a:lnTo>
                    <a:pt x="174995" y="1556292"/>
                  </a:lnTo>
                  <a:lnTo>
                    <a:pt x="200933" y="1593450"/>
                  </a:lnTo>
                  <a:lnTo>
                    <a:pt x="228345" y="1628787"/>
                  </a:lnTo>
                  <a:lnTo>
                    <a:pt x="257169" y="1662225"/>
                  </a:lnTo>
                  <a:lnTo>
                    <a:pt x="287342" y="1693684"/>
                  </a:lnTo>
                  <a:lnTo>
                    <a:pt x="318804" y="1723085"/>
                  </a:lnTo>
                  <a:lnTo>
                    <a:pt x="351491" y="1750346"/>
                  </a:lnTo>
                  <a:lnTo>
                    <a:pt x="385343" y="1775390"/>
                  </a:lnTo>
                  <a:lnTo>
                    <a:pt x="420298" y="1798136"/>
                  </a:lnTo>
                  <a:lnTo>
                    <a:pt x="456293" y="1818504"/>
                  </a:lnTo>
                  <a:lnTo>
                    <a:pt x="493267" y="1836415"/>
                  </a:lnTo>
                  <a:lnTo>
                    <a:pt x="531158" y="1851789"/>
                  </a:lnTo>
                  <a:lnTo>
                    <a:pt x="569905" y="1864546"/>
                  </a:lnTo>
                  <a:lnTo>
                    <a:pt x="609445" y="1874607"/>
                  </a:lnTo>
                  <a:lnTo>
                    <a:pt x="649716" y="1881893"/>
                  </a:lnTo>
                  <a:lnTo>
                    <a:pt x="690658" y="1886322"/>
                  </a:lnTo>
                  <a:lnTo>
                    <a:pt x="732208" y="1887816"/>
                  </a:lnTo>
                  <a:lnTo>
                    <a:pt x="773757" y="1886322"/>
                  </a:lnTo>
                  <a:lnTo>
                    <a:pt x="814699" y="1881893"/>
                  </a:lnTo>
                  <a:lnTo>
                    <a:pt x="854970" y="1874607"/>
                  </a:lnTo>
                  <a:lnTo>
                    <a:pt x="894510" y="1864546"/>
                  </a:lnTo>
                  <a:lnTo>
                    <a:pt x="933257" y="1851789"/>
                  </a:lnTo>
                  <a:lnTo>
                    <a:pt x="971148" y="1836415"/>
                  </a:lnTo>
                  <a:lnTo>
                    <a:pt x="1008122" y="1818504"/>
                  </a:lnTo>
                  <a:lnTo>
                    <a:pt x="1044117" y="1798136"/>
                  </a:lnTo>
                  <a:lnTo>
                    <a:pt x="1079072" y="1775390"/>
                  </a:lnTo>
                  <a:lnTo>
                    <a:pt x="1112924" y="1750346"/>
                  </a:lnTo>
                  <a:lnTo>
                    <a:pt x="1145611" y="1723085"/>
                  </a:lnTo>
                  <a:lnTo>
                    <a:pt x="1177073" y="1693684"/>
                  </a:lnTo>
                  <a:lnTo>
                    <a:pt x="1207246" y="1662225"/>
                  </a:lnTo>
                  <a:lnTo>
                    <a:pt x="1236070" y="1628787"/>
                  </a:lnTo>
                  <a:lnTo>
                    <a:pt x="1263482" y="1593450"/>
                  </a:lnTo>
                  <a:lnTo>
                    <a:pt x="1289420" y="1556292"/>
                  </a:lnTo>
                  <a:lnTo>
                    <a:pt x="1313824" y="1517395"/>
                  </a:lnTo>
                  <a:lnTo>
                    <a:pt x="1336630" y="1476837"/>
                  </a:lnTo>
                  <a:lnTo>
                    <a:pt x="1357778" y="1434699"/>
                  </a:lnTo>
                  <a:lnTo>
                    <a:pt x="1377204" y="1391060"/>
                  </a:lnTo>
                  <a:lnTo>
                    <a:pt x="1394849" y="1345999"/>
                  </a:lnTo>
                  <a:lnTo>
                    <a:pt x="1410649" y="1299597"/>
                  </a:lnTo>
                  <a:lnTo>
                    <a:pt x="1424542" y="1251932"/>
                  </a:lnTo>
                  <a:lnTo>
                    <a:pt x="1436468" y="1203086"/>
                  </a:lnTo>
                  <a:lnTo>
                    <a:pt x="1446365" y="1153137"/>
                  </a:lnTo>
                  <a:lnTo>
                    <a:pt x="1454169" y="1102165"/>
                  </a:lnTo>
                  <a:lnTo>
                    <a:pt x="1459820" y="1050249"/>
                  </a:lnTo>
                  <a:lnTo>
                    <a:pt x="1463257" y="997471"/>
                  </a:lnTo>
                  <a:lnTo>
                    <a:pt x="1464416" y="943908"/>
                  </a:lnTo>
                  <a:lnTo>
                    <a:pt x="1463257" y="890345"/>
                  </a:lnTo>
                  <a:lnTo>
                    <a:pt x="1459820" y="837567"/>
                  </a:lnTo>
                  <a:lnTo>
                    <a:pt x="1454169" y="785651"/>
                  </a:lnTo>
                  <a:lnTo>
                    <a:pt x="1446365" y="734679"/>
                  </a:lnTo>
                  <a:lnTo>
                    <a:pt x="1436468" y="684730"/>
                  </a:lnTo>
                  <a:lnTo>
                    <a:pt x="1424542" y="635884"/>
                  </a:lnTo>
                  <a:lnTo>
                    <a:pt x="1410649" y="588219"/>
                  </a:lnTo>
                  <a:lnTo>
                    <a:pt x="1394849" y="541817"/>
                  </a:lnTo>
                  <a:lnTo>
                    <a:pt x="1377204" y="496756"/>
                  </a:lnTo>
                  <a:lnTo>
                    <a:pt x="1357778" y="453117"/>
                  </a:lnTo>
                  <a:lnTo>
                    <a:pt x="1336630" y="410978"/>
                  </a:lnTo>
                  <a:lnTo>
                    <a:pt x="1313824" y="370421"/>
                  </a:lnTo>
                  <a:lnTo>
                    <a:pt x="1289420" y="331523"/>
                  </a:lnTo>
                  <a:lnTo>
                    <a:pt x="1263482" y="294366"/>
                  </a:lnTo>
                  <a:lnTo>
                    <a:pt x="1236070" y="259029"/>
                  </a:lnTo>
                  <a:lnTo>
                    <a:pt x="1207246" y="225590"/>
                  </a:lnTo>
                  <a:lnTo>
                    <a:pt x="1177073" y="194131"/>
                  </a:lnTo>
                  <a:lnTo>
                    <a:pt x="1145611" y="164731"/>
                  </a:lnTo>
                  <a:lnTo>
                    <a:pt x="1112924" y="137470"/>
                  </a:lnTo>
                  <a:lnTo>
                    <a:pt x="1079072" y="112426"/>
                  </a:lnTo>
                  <a:lnTo>
                    <a:pt x="1044117" y="89680"/>
                  </a:lnTo>
                  <a:lnTo>
                    <a:pt x="1008122" y="69312"/>
                  </a:lnTo>
                  <a:lnTo>
                    <a:pt x="971148" y="51401"/>
                  </a:lnTo>
                  <a:lnTo>
                    <a:pt x="933257" y="36027"/>
                  </a:lnTo>
                  <a:lnTo>
                    <a:pt x="894510" y="23270"/>
                  </a:lnTo>
                  <a:lnTo>
                    <a:pt x="854970" y="13208"/>
                  </a:lnTo>
                  <a:lnTo>
                    <a:pt x="814699" y="5923"/>
                  </a:lnTo>
                  <a:lnTo>
                    <a:pt x="773757" y="1494"/>
                  </a:lnTo>
                  <a:lnTo>
                    <a:pt x="732208" y="0"/>
                  </a:lnTo>
                  <a:close/>
                </a:path>
              </a:pathLst>
            </a:custGeom>
            <a:solidFill>
              <a:srgbClr val="B5D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2596348" y="8115919"/>
              <a:ext cx="1184275" cy="1527175"/>
            </a:xfrm>
            <a:custGeom>
              <a:avLst/>
              <a:gdLst/>
              <a:ahLst/>
              <a:cxnLst/>
              <a:rect l="l" t="t" r="r" b="b"/>
              <a:pathLst>
                <a:path w="1184275" h="1527175">
                  <a:moveTo>
                    <a:pt x="592139" y="0"/>
                  </a:moveTo>
                  <a:lnTo>
                    <a:pt x="549851" y="1916"/>
                  </a:lnTo>
                  <a:lnTo>
                    <a:pt x="508365" y="7580"/>
                  </a:lnTo>
                  <a:lnTo>
                    <a:pt x="467783" y="16862"/>
                  </a:lnTo>
                  <a:lnTo>
                    <a:pt x="428203" y="29632"/>
                  </a:lnTo>
                  <a:lnTo>
                    <a:pt x="389726" y="45762"/>
                  </a:lnTo>
                  <a:lnTo>
                    <a:pt x="352452" y="65122"/>
                  </a:lnTo>
                  <a:lnTo>
                    <a:pt x="316482" y="87584"/>
                  </a:lnTo>
                  <a:lnTo>
                    <a:pt x="281916" y="113018"/>
                  </a:lnTo>
                  <a:lnTo>
                    <a:pt x="248853" y="141295"/>
                  </a:lnTo>
                  <a:lnTo>
                    <a:pt x="217395" y="172285"/>
                  </a:lnTo>
                  <a:lnTo>
                    <a:pt x="187641" y="205860"/>
                  </a:lnTo>
                  <a:lnTo>
                    <a:pt x="159691" y="241891"/>
                  </a:lnTo>
                  <a:lnTo>
                    <a:pt x="133646" y="280247"/>
                  </a:lnTo>
                  <a:lnTo>
                    <a:pt x="109606" y="320801"/>
                  </a:lnTo>
                  <a:lnTo>
                    <a:pt x="87671" y="363422"/>
                  </a:lnTo>
                  <a:lnTo>
                    <a:pt x="67941" y="407983"/>
                  </a:lnTo>
                  <a:lnTo>
                    <a:pt x="50517" y="454352"/>
                  </a:lnTo>
                  <a:lnTo>
                    <a:pt x="35499" y="502402"/>
                  </a:lnTo>
                  <a:lnTo>
                    <a:pt x="22986" y="552004"/>
                  </a:lnTo>
                  <a:lnTo>
                    <a:pt x="13080" y="603027"/>
                  </a:lnTo>
                  <a:lnTo>
                    <a:pt x="5880" y="655343"/>
                  </a:lnTo>
                  <a:lnTo>
                    <a:pt x="1486" y="708823"/>
                  </a:lnTo>
                  <a:lnTo>
                    <a:pt x="0" y="763338"/>
                  </a:lnTo>
                  <a:lnTo>
                    <a:pt x="1486" y="817852"/>
                  </a:lnTo>
                  <a:lnTo>
                    <a:pt x="5880" y="871332"/>
                  </a:lnTo>
                  <a:lnTo>
                    <a:pt x="13080" y="923648"/>
                  </a:lnTo>
                  <a:lnTo>
                    <a:pt x="22986" y="974671"/>
                  </a:lnTo>
                  <a:lnTo>
                    <a:pt x="35499" y="1024273"/>
                  </a:lnTo>
                  <a:lnTo>
                    <a:pt x="50517" y="1072323"/>
                  </a:lnTo>
                  <a:lnTo>
                    <a:pt x="67941" y="1118692"/>
                  </a:lnTo>
                  <a:lnTo>
                    <a:pt x="87671" y="1163253"/>
                  </a:lnTo>
                  <a:lnTo>
                    <a:pt x="109606" y="1205874"/>
                  </a:lnTo>
                  <a:lnTo>
                    <a:pt x="133646" y="1246428"/>
                  </a:lnTo>
                  <a:lnTo>
                    <a:pt x="159691" y="1284785"/>
                  </a:lnTo>
                  <a:lnTo>
                    <a:pt x="187641" y="1320815"/>
                  </a:lnTo>
                  <a:lnTo>
                    <a:pt x="217395" y="1354390"/>
                  </a:lnTo>
                  <a:lnTo>
                    <a:pt x="248853" y="1385380"/>
                  </a:lnTo>
                  <a:lnTo>
                    <a:pt x="281916" y="1413657"/>
                  </a:lnTo>
                  <a:lnTo>
                    <a:pt x="316482" y="1439091"/>
                  </a:lnTo>
                  <a:lnTo>
                    <a:pt x="352452" y="1461553"/>
                  </a:lnTo>
                  <a:lnTo>
                    <a:pt x="389726" y="1480913"/>
                  </a:lnTo>
                  <a:lnTo>
                    <a:pt x="428203" y="1497043"/>
                  </a:lnTo>
                  <a:lnTo>
                    <a:pt x="467783" y="1509814"/>
                  </a:lnTo>
                  <a:lnTo>
                    <a:pt x="508365" y="1519095"/>
                  </a:lnTo>
                  <a:lnTo>
                    <a:pt x="549851" y="1524759"/>
                  </a:lnTo>
                  <a:lnTo>
                    <a:pt x="592139" y="1526676"/>
                  </a:lnTo>
                  <a:lnTo>
                    <a:pt x="634425" y="1524759"/>
                  </a:lnTo>
                  <a:lnTo>
                    <a:pt x="675909" y="1519095"/>
                  </a:lnTo>
                  <a:lnTo>
                    <a:pt x="716491" y="1509814"/>
                  </a:lnTo>
                  <a:lnTo>
                    <a:pt x="756070" y="1497043"/>
                  </a:lnTo>
                  <a:lnTo>
                    <a:pt x="794546" y="1480913"/>
                  </a:lnTo>
                  <a:lnTo>
                    <a:pt x="831819" y="1461553"/>
                  </a:lnTo>
                  <a:lnTo>
                    <a:pt x="867788" y="1439091"/>
                  </a:lnTo>
                  <a:lnTo>
                    <a:pt x="902354" y="1413657"/>
                  </a:lnTo>
                  <a:lnTo>
                    <a:pt x="935416" y="1385380"/>
                  </a:lnTo>
                  <a:lnTo>
                    <a:pt x="966874" y="1354390"/>
                  </a:lnTo>
                  <a:lnTo>
                    <a:pt x="996627" y="1320815"/>
                  </a:lnTo>
                  <a:lnTo>
                    <a:pt x="1024577" y="1284785"/>
                  </a:lnTo>
                  <a:lnTo>
                    <a:pt x="1050621" y="1246428"/>
                  </a:lnTo>
                  <a:lnTo>
                    <a:pt x="1074661" y="1205874"/>
                  </a:lnTo>
                  <a:lnTo>
                    <a:pt x="1096596" y="1163253"/>
                  </a:lnTo>
                  <a:lnTo>
                    <a:pt x="1116326" y="1118692"/>
                  </a:lnTo>
                  <a:lnTo>
                    <a:pt x="1133750" y="1072323"/>
                  </a:lnTo>
                  <a:lnTo>
                    <a:pt x="1148768" y="1024273"/>
                  </a:lnTo>
                  <a:lnTo>
                    <a:pt x="1161280" y="974671"/>
                  </a:lnTo>
                  <a:lnTo>
                    <a:pt x="1171187" y="923648"/>
                  </a:lnTo>
                  <a:lnTo>
                    <a:pt x="1178387" y="871332"/>
                  </a:lnTo>
                  <a:lnTo>
                    <a:pt x="1182780" y="817852"/>
                  </a:lnTo>
                  <a:lnTo>
                    <a:pt x="1184267" y="763338"/>
                  </a:lnTo>
                  <a:lnTo>
                    <a:pt x="1182780" y="708823"/>
                  </a:lnTo>
                  <a:lnTo>
                    <a:pt x="1178387" y="655343"/>
                  </a:lnTo>
                  <a:lnTo>
                    <a:pt x="1171187" y="603027"/>
                  </a:lnTo>
                  <a:lnTo>
                    <a:pt x="1161280" y="552004"/>
                  </a:lnTo>
                  <a:lnTo>
                    <a:pt x="1148768" y="502402"/>
                  </a:lnTo>
                  <a:lnTo>
                    <a:pt x="1133750" y="454352"/>
                  </a:lnTo>
                  <a:lnTo>
                    <a:pt x="1116326" y="407983"/>
                  </a:lnTo>
                  <a:lnTo>
                    <a:pt x="1096596" y="363422"/>
                  </a:lnTo>
                  <a:lnTo>
                    <a:pt x="1074661" y="320801"/>
                  </a:lnTo>
                  <a:lnTo>
                    <a:pt x="1050621" y="280247"/>
                  </a:lnTo>
                  <a:lnTo>
                    <a:pt x="1024577" y="241891"/>
                  </a:lnTo>
                  <a:lnTo>
                    <a:pt x="996627" y="205860"/>
                  </a:lnTo>
                  <a:lnTo>
                    <a:pt x="966874" y="172285"/>
                  </a:lnTo>
                  <a:lnTo>
                    <a:pt x="935416" y="141295"/>
                  </a:lnTo>
                  <a:lnTo>
                    <a:pt x="902354" y="113018"/>
                  </a:lnTo>
                  <a:lnTo>
                    <a:pt x="867788" y="87584"/>
                  </a:lnTo>
                  <a:lnTo>
                    <a:pt x="831819" y="65122"/>
                  </a:lnTo>
                  <a:lnTo>
                    <a:pt x="794546" y="45762"/>
                  </a:lnTo>
                  <a:lnTo>
                    <a:pt x="756070" y="29632"/>
                  </a:lnTo>
                  <a:lnTo>
                    <a:pt x="716491" y="16862"/>
                  </a:lnTo>
                  <a:lnTo>
                    <a:pt x="675909" y="7580"/>
                  </a:lnTo>
                  <a:lnTo>
                    <a:pt x="634425" y="1916"/>
                  </a:lnTo>
                  <a:lnTo>
                    <a:pt x="592139" y="0"/>
                  </a:lnTo>
                  <a:close/>
                </a:path>
              </a:pathLst>
            </a:custGeom>
            <a:solidFill>
              <a:srgbClr val="6880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153467" y="8115921"/>
              <a:ext cx="627380" cy="1527175"/>
            </a:xfrm>
            <a:custGeom>
              <a:avLst/>
              <a:gdLst/>
              <a:ahLst/>
              <a:cxnLst/>
              <a:rect l="l" t="t" r="r" b="b"/>
              <a:pathLst>
                <a:path w="627379" h="1527175">
                  <a:moveTo>
                    <a:pt x="35014" y="0"/>
                  </a:moveTo>
                  <a:lnTo>
                    <a:pt x="17440" y="391"/>
                  </a:lnTo>
                  <a:lnTo>
                    <a:pt x="0" y="1434"/>
                  </a:lnTo>
                  <a:lnTo>
                    <a:pt x="41954" y="6514"/>
                  </a:lnTo>
                  <a:lnTo>
                    <a:pt x="83008" y="15289"/>
                  </a:lnTo>
                  <a:lnTo>
                    <a:pt x="123060" y="27627"/>
                  </a:lnTo>
                  <a:lnTo>
                    <a:pt x="162007" y="43396"/>
                  </a:lnTo>
                  <a:lnTo>
                    <a:pt x="199746" y="62464"/>
                  </a:lnTo>
                  <a:lnTo>
                    <a:pt x="236175" y="84698"/>
                  </a:lnTo>
                  <a:lnTo>
                    <a:pt x="271191" y="109967"/>
                  </a:lnTo>
                  <a:lnTo>
                    <a:pt x="304691" y="138138"/>
                  </a:lnTo>
                  <a:lnTo>
                    <a:pt x="336574" y="169080"/>
                  </a:lnTo>
                  <a:lnTo>
                    <a:pt x="366735" y="202661"/>
                  </a:lnTo>
                  <a:lnTo>
                    <a:pt x="395074" y="238747"/>
                  </a:lnTo>
                  <a:lnTo>
                    <a:pt x="421486" y="277208"/>
                  </a:lnTo>
                  <a:lnTo>
                    <a:pt x="445870" y="317911"/>
                  </a:lnTo>
                  <a:lnTo>
                    <a:pt x="468123" y="360724"/>
                  </a:lnTo>
                  <a:lnTo>
                    <a:pt x="488142" y="405515"/>
                  </a:lnTo>
                  <a:lnTo>
                    <a:pt x="505825" y="452152"/>
                  </a:lnTo>
                  <a:lnTo>
                    <a:pt x="521069" y="500502"/>
                  </a:lnTo>
                  <a:lnTo>
                    <a:pt x="533771" y="550434"/>
                  </a:lnTo>
                  <a:lnTo>
                    <a:pt x="543830" y="601816"/>
                  </a:lnTo>
                  <a:lnTo>
                    <a:pt x="551141" y="654515"/>
                  </a:lnTo>
                  <a:lnTo>
                    <a:pt x="555603" y="708400"/>
                  </a:lnTo>
                  <a:lnTo>
                    <a:pt x="557113" y="763338"/>
                  </a:lnTo>
                  <a:lnTo>
                    <a:pt x="555603" y="818274"/>
                  </a:lnTo>
                  <a:lnTo>
                    <a:pt x="551141" y="872157"/>
                  </a:lnTo>
                  <a:lnTo>
                    <a:pt x="543830" y="924855"/>
                  </a:lnTo>
                  <a:lnTo>
                    <a:pt x="533771" y="976236"/>
                  </a:lnTo>
                  <a:lnTo>
                    <a:pt x="521069" y="1026167"/>
                  </a:lnTo>
                  <a:lnTo>
                    <a:pt x="505825" y="1074517"/>
                  </a:lnTo>
                  <a:lnTo>
                    <a:pt x="488142" y="1121153"/>
                  </a:lnTo>
                  <a:lnTo>
                    <a:pt x="468123" y="1165943"/>
                  </a:lnTo>
                  <a:lnTo>
                    <a:pt x="445870" y="1208756"/>
                  </a:lnTo>
                  <a:lnTo>
                    <a:pt x="421486" y="1249458"/>
                  </a:lnTo>
                  <a:lnTo>
                    <a:pt x="395074" y="1287918"/>
                  </a:lnTo>
                  <a:lnTo>
                    <a:pt x="366735" y="1324005"/>
                  </a:lnTo>
                  <a:lnTo>
                    <a:pt x="336574" y="1357585"/>
                  </a:lnTo>
                  <a:lnTo>
                    <a:pt x="304691" y="1388527"/>
                  </a:lnTo>
                  <a:lnTo>
                    <a:pt x="271191" y="1416698"/>
                  </a:lnTo>
                  <a:lnTo>
                    <a:pt x="236175" y="1441967"/>
                  </a:lnTo>
                  <a:lnTo>
                    <a:pt x="199746" y="1464201"/>
                  </a:lnTo>
                  <a:lnTo>
                    <a:pt x="162007" y="1483269"/>
                  </a:lnTo>
                  <a:lnTo>
                    <a:pt x="123060" y="1499038"/>
                  </a:lnTo>
                  <a:lnTo>
                    <a:pt x="83008" y="1511376"/>
                  </a:lnTo>
                  <a:lnTo>
                    <a:pt x="41954" y="1520151"/>
                  </a:lnTo>
                  <a:lnTo>
                    <a:pt x="0" y="1525231"/>
                  </a:lnTo>
                  <a:lnTo>
                    <a:pt x="17440" y="1526274"/>
                  </a:lnTo>
                  <a:lnTo>
                    <a:pt x="77302" y="1524749"/>
                  </a:lnTo>
                  <a:lnTo>
                    <a:pt x="118787" y="1519085"/>
                  </a:lnTo>
                  <a:lnTo>
                    <a:pt x="159370" y="1509804"/>
                  </a:lnTo>
                  <a:lnTo>
                    <a:pt x="198949" y="1497033"/>
                  </a:lnTo>
                  <a:lnTo>
                    <a:pt x="237426" y="1480904"/>
                  </a:lnTo>
                  <a:lnTo>
                    <a:pt x="274699" y="1461544"/>
                  </a:lnTo>
                  <a:lnTo>
                    <a:pt x="310668" y="1439083"/>
                  </a:lnTo>
                  <a:lnTo>
                    <a:pt x="345234" y="1413650"/>
                  </a:lnTo>
                  <a:lnTo>
                    <a:pt x="378296" y="1385373"/>
                  </a:lnTo>
                  <a:lnTo>
                    <a:pt x="409754" y="1354384"/>
                  </a:lnTo>
                  <a:lnTo>
                    <a:pt x="439507" y="1320809"/>
                  </a:lnTo>
                  <a:lnTo>
                    <a:pt x="467456" y="1284780"/>
                  </a:lnTo>
                  <a:lnTo>
                    <a:pt x="493500" y="1246424"/>
                  </a:lnTo>
                  <a:lnTo>
                    <a:pt x="517540" y="1205871"/>
                  </a:lnTo>
                  <a:lnTo>
                    <a:pt x="539474" y="1163250"/>
                  </a:lnTo>
                  <a:lnTo>
                    <a:pt x="559203" y="1118690"/>
                  </a:lnTo>
                  <a:lnTo>
                    <a:pt x="576627" y="1072321"/>
                  </a:lnTo>
                  <a:lnTo>
                    <a:pt x="591645" y="1024271"/>
                  </a:lnTo>
                  <a:lnTo>
                    <a:pt x="604157" y="974670"/>
                  </a:lnTo>
                  <a:lnTo>
                    <a:pt x="614063" y="923647"/>
                  </a:lnTo>
                  <a:lnTo>
                    <a:pt x="621263" y="871331"/>
                  </a:lnTo>
                  <a:lnTo>
                    <a:pt x="625656" y="817852"/>
                  </a:lnTo>
                  <a:lnTo>
                    <a:pt x="627143" y="763338"/>
                  </a:lnTo>
                  <a:lnTo>
                    <a:pt x="625656" y="708823"/>
                  </a:lnTo>
                  <a:lnTo>
                    <a:pt x="621263" y="655343"/>
                  </a:lnTo>
                  <a:lnTo>
                    <a:pt x="614063" y="603027"/>
                  </a:lnTo>
                  <a:lnTo>
                    <a:pt x="604157" y="552004"/>
                  </a:lnTo>
                  <a:lnTo>
                    <a:pt x="591645" y="502402"/>
                  </a:lnTo>
                  <a:lnTo>
                    <a:pt x="576627" y="454352"/>
                  </a:lnTo>
                  <a:lnTo>
                    <a:pt x="559203" y="407983"/>
                  </a:lnTo>
                  <a:lnTo>
                    <a:pt x="539474" y="363422"/>
                  </a:lnTo>
                  <a:lnTo>
                    <a:pt x="517540" y="320801"/>
                  </a:lnTo>
                  <a:lnTo>
                    <a:pt x="493500" y="280247"/>
                  </a:lnTo>
                  <a:lnTo>
                    <a:pt x="467456" y="241891"/>
                  </a:lnTo>
                  <a:lnTo>
                    <a:pt x="439507" y="205860"/>
                  </a:lnTo>
                  <a:lnTo>
                    <a:pt x="409754" y="172285"/>
                  </a:lnTo>
                  <a:lnTo>
                    <a:pt x="378296" y="141295"/>
                  </a:lnTo>
                  <a:lnTo>
                    <a:pt x="345234" y="113018"/>
                  </a:lnTo>
                  <a:lnTo>
                    <a:pt x="310668" y="87584"/>
                  </a:lnTo>
                  <a:lnTo>
                    <a:pt x="274699" y="65122"/>
                  </a:lnTo>
                  <a:lnTo>
                    <a:pt x="237426" y="45762"/>
                  </a:lnTo>
                  <a:lnTo>
                    <a:pt x="198949" y="29632"/>
                  </a:lnTo>
                  <a:lnTo>
                    <a:pt x="159370" y="16862"/>
                  </a:lnTo>
                  <a:lnTo>
                    <a:pt x="118787" y="7580"/>
                  </a:lnTo>
                  <a:lnTo>
                    <a:pt x="77302" y="1916"/>
                  </a:lnTo>
                  <a:lnTo>
                    <a:pt x="35014" y="0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073413" y="8801281"/>
              <a:ext cx="556895" cy="292735"/>
            </a:xfrm>
            <a:custGeom>
              <a:avLst/>
              <a:gdLst/>
              <a:ahLst/>
              <a:cxnLst/>
              <a:rect l="l" t="t" r="r" b="b"/>
              <a:pathLst>
                <a:path w="556894" h="292734">
                  <a:moveTo>
                    <a:pt x="553616" y="0"/>
                  </a:moveTo>
                  <a:lnTo>
                    <a:pt x="3120" y="0"/>
                  </a:lnTo>
                  <a:lnTo>
                    <a:pt x="0" y="3130"/>
                  </a:lnTo>
                  <a:lnTo>
                    <a:pt x="0" y="6984"/>
                  </a:lnTo>
                  <a:lnTo>
                    <a:pt x="0" y="289352"/>
                  </a:lnTo>
                  <a:lnTo>
                    <a:pt x="3120" y="292472"/>
                  </a:lnTo>
                  <a:lnTo>
                    <a:pt x="553616" y="292472"/>
                  </a:lnTo>
                  <a:lnTo>
                    <a:pt x="556747" y="289352"/>
                  </a:lnTo>
                  <a:lnTo>
                    <a:pt x="556747" y="3130"/>
                  </a:lnTo>
                  <a:lnTo>
                    <a:pt x="553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23865" y="8900541"/>
              <a:ext cx="217323" cy="91439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68913" y="8835120"/>
              <a:ext cx="215721" cy="226610"/>
            </a:xfrm>
            <a:prstGeom prst="rect">
              <a:avLst/>
            </a:prstGeom>
          </p:spPr>
        </p:pic>
        <p:sp>
          <p:nvSpPr>
            <p:cNvPr id="116" name="object 116" descr=""/>
            <p:cNvSpPr/>
            <p:nvPr/>
          </p:nvSpPr>
          <p:spPr>
            <a:xfrm>
              <a:off x="3794942" y="9575561"/>
              <a:ext cx="1996439" cy="487680"/>
            </a:xfrm>
            <a:custGeom>
              <a:avLst/>
              <a:gdLst/>
              <a:ahLst/>
              <a:cxnLst/>
              <a:rect l="l" t="t" r="r" b="b"/>
              <a:pathLst>
                <a:path w="1996439" h="487679">
                  <a:moveTo>
                    <a:pt x="0" y="487074"/>
                  </a:moveTo>
                  <a:lnTo>
                    <a:pt x="1996054" y="487074"/>
                  </a:lnTo>
                  <a:lnTo>
                    <a:pt x="1996054" y="0"/>
                  </a:lnTo>
                  <a:lnTo>
                    <a:pt x="0" y="0"/>
                  </a:lnTo>
                  <a:lnTo>
                    <a:pt x="0" y="487074"/>
                  </a:lnTo>
                  <a:close/>
                </a:path>
              </a:pathLst>
            </a:custGeom>
            <a:solidFill>
              <a:srgbClr val="ADC2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2924444" y="7614270"/>
              <a:ext cx="428625" cy="276225"/>
            </a:xfrm>
            <a:custGeom>
              <a:avLst/>
              <a:gdLst/>
              <a:ahLst/>
              <a:cxnLst/>
              <a:rect l="l" t="t" r="r" b="b"/>
              <a:pathLst>
                <a:path w="428625" h="276225">
                  <a:moveTo>
                    <a:pt x="428552" y="0"/>
                  </a:moveTo>
                  <a:lnTo>
                    <a:pt x="0" y="0"/>
                  </a:lnTo>
                  <a:lnTo>
                    <a:pt x="0" y="275845"/>
                  </a:lnTo>
                  <a:lnTo>
                    <a:pt x="428552" y="275845"/>
                  </a:lnTo>
                  <a:lnTo>
                    <a:pt x="428552" y="0"/>
                  </a:lnTo>
                  <a:close/>
                </a:path>
              </a:pathLst>
            </a:custGeom>
            <a:solidFill>
              <a:srgbClr val="D6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2981919" y="7633156"/>
              <a:ext cx="304800" cy="59690"/>
            </a:xfrm>
            <a:custGeom>
              <a:avLst/>
              <a:gdLst/>
              <a:ahLst/>
              <a:cxnLst/>
              <a:rect l="l" t="t" r="r" b="b"/>
              <a:pathLst>
                <a:path w="304800" h="59690">
                  <a:moveTo>
                    <a:pt x="275028" y="0"/>
                  </a:moveTo>
                  <a:lnTo>
                    <a:pt x="29559" y="0"/>
                  </a:lnTo>
                  <a:lnTo>
                    <a:pt x="18080" y="2331"/>
                  </a:lnTo>
                  <a:lnTo>
                    <a:pt x="8681" y="8681"/>
                  </a:lnTo>
                  <a:lnTo>
                    <a:pt x="2331" y="18080"/>
                  </a:lnTo>
                  <a:lnTo>
                    <a:pt x="0" y="29559"/>
                  </a:lnTo>
                  <a:lnTo>
                    <a:pt x="2331" y="41032"/>
                  </a:lnTo>
                  <a:lnTo>
                    <a:pt x="8681" y="50427"/>
                  </a:lnTo>
                  <a:lnTo>
                    <a:pt x="18080" y="56776"/>
                  </a:lnTo>
                  <a:lnTo>
                    <a:pt x="29559" y="59108"/>
                  </a:lnTo>
                  <a:lnTo>
                    <a:pt x="275028" y="59108"/>
                  </a:lnTo>
                  <a:lnTo>
                    <a:pt x="286502" y="56776"/>
                  </a:lnTo>
                  <a:lnTo>
                    <a:pt x="295901" y="50427"/>
                  </a:lnTo>
                  <a:lnTo>
                    <a:pt x="302254" y="41032"/>
                  </a:lnTo>
                  <a:lnTo>
                    <a:pt x="304587" y="29559"/>
                  </a:lnTo>
                  <a:lnTo>
                    <a:pt x="302254" y="18080"/>
                  </a:lnTo>
                  <a:lnTo>
                    <a:pt x="295901" y="8681"/>
                  </a:lnTo>
                  <a:lnTo>
                    <a:pt x="286502" y="2331"/>
                  </a:lnTo>
                  <a:lnTo>
                    <a:pt x="275028" y="0"/>
                  </a:lnTo>
                  <a:close/>
                </a:path>
              </a:pathLst>
            </a:custGeom>
            <a:solidFill>
              <a:srgbClr val="165A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3012505" y="7654912"/>
              <a:ext cx="242570" cy="13970"/>
            </a:xfrm>
            <a:custGeom>
              <a:avLst/>
              <a:gdLst/>
              <a:ahLst/>
              <a:cxnLst/>
              <a:rect l="l" t="t" r="r" b="b"/>
              <a:pathLst>
                <a:path w="242570" h="13970">
                  <a:moveTo>
                    <a:pt x="238935" y="0"/>
                  </a:moveTo>
                  <a:lnTo>
                    <a:pt x="235207" y="0"/>
                  </a:lnTo>
                  <a:lnTo>
                    <a:pt x="3047" y="0"/>
                  </a:lnTo>
                  <a:lnTo>
                    <a:pt x="0" y="3047"/>
                  </a:lnTo>
                  <a:lnTo>
                    <a:pt x="0" y="10502"/>
                  </a:lnTo>
                  <a:lnTo>
                    <a:pt x="3047" y="13549"/>
                  </a:lnTo>
                  <a:lnTo>
                    <a:pt x="238935" y="13549"/>
                  </a:lnTo>
                  <a:lnTo>
                    <a:pt x="241982" y="10502"/>
                  </a:lnTo>
                  <a:lnTo>
                    <a:pt x="241982" y="3047"/>
                  </a:lnTo>
                  <a:lnTo>
                    <a:pt x="2389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2952762" y="7724501"/>
              <a:ext cx="366395" cy="102235"/>
            </a:xfrm>
            <a:custGeom>
              <a:avLst/>
              <a:gdLst/>
              <a:ahLst/>
              <a:cxnLst/>
              <a:rect l="l" t="t" r="r" b="b"/>
              <a:pathLst>
                <a:path w="366395" h="102234">
                  <a:moveTo>
                    <a:pt x="312178" y="95059"/>
                  </a:moveTo>
                  <a:lnTo>
                    <a:pt x="310108" y="92964"/>
                  </a:lnTo>
                  <a:lnTo>
                    <a:pt x="307568" y="92964"/>
                  </a:lnTo>
                  <a:lnTo>
                    <a:pt x="70637" y="92964"/>
                  </a:lnTo>
                  <a:lnTo>
                    <a:pt x="68554" y="95059"/>
                  </a:lnTo>
                  <a:lnTo>
                    <a:pt x="68554" y="100126"/>
                  </a:lnTo>
                  <a:lnTo>
                    <a:pt x="70637" y="102209"/>
                  </a:lnTo>
                  <a:lnTo>
                    <a:pt x="310108" y="102209"/>
                  </a:lnTo>
                  <a:lnTo>
                    <a:pt x="312178" y="100126"/>
                  </a:lnTo>
                  <a:lnTo>
                    <a:pt x="312178" y="95059"/>
                  </a:lnTo>
                  <a:close/>
                </a:path>
                <a:path w="366395" h="102234">
                  <a:moveTo>
                    <a:pt x="366369" y="70421"/>
                  </a:moveTo>
                  <a:lnTo>
                    <a:pt x="364299" y="68338"/>
                  </a:lnTo>
                  <a:lnTo>
                    <a:pt x="361746" y="68338"/>
                  </a:lnTo>
                  <a:lnTo>
                    <a:pt x="2082" y="68338"/>
                  </a:lnTo>
                  <a:lnTo>
                    <a:pt x="0" y="70421"/>
                  </a:lnTo>
                  <a:lnTo>
                    <a:pt x="0" y="75501"/>
                  </a:lnTo>
                  <a:lnTo>
                    <a:pt x="2082" y="77571"/>
                  </a:lnTo>
                  <a:lnTo>
                    <a:pt x="364299" y="77571"/>
                  </a:lnTo>
                  <a:lnTo>
                    <a:pt x="366369" y="75501"/>
                  </a:lnTo>
                  <a:lnTo>
                    <a:pt x="366369" y="70421"/>
                  </a:lnTo>
                  <a:close/>
                </a:path>
                <a:path w="366395" h="102234">
                  <a:moveTo>
                    <a:pt x="366369" y="48247"/>
                  </a:moveTo>
                  <a:lnTo>
                    <a:pt x="364299" y="46177"/>
                  </a:lnTo>
                  <a:lnTo>
                    <a:pt x="361746" y="46177"/>
                  </a:lnTo>
                  <a:lnTo>
                    <a:pt x="2082" y="46177"/>
                  </a:lnTo>
                  <a:lnTo>
                    <a:pt x="0" y="48247"/>
                  </a:lnTo>
                  <a:lnTo>
                    <a:pt x="0" y="53340"/>
                  </a:lnTo>
                  <a:lnTo>
                    <a:pt x="2082" y="55410"/>
                  </a:lnTo>
                  <a:lnTo>
                    <a:pt x="364299" y="55410"/>
                  </a:lnTo>
                  <a:lnTo>
                    <a:pt x="366369" y="53340"/>
                  </a:lnTo>
                  <a:lnTo>
                    <a:pt x="366369" y="48247"/>
                  </a:lnTo>
                  <a:close/>
                </a:path>
                <a:path w="366395" h="102234">
                  <a:moveTo>
                    <a:pt x="366369" y="24244"/>
                  </a:moveTo>
                  <a:lnTo>
                    <a:pt x="364299" y="22161"/>
                  </a:lnTo>
                  <a:lnTo>
                    <a:pt x="361746" y="22161"/>
                  </a:lnTo>
                  <a:lnTo>
                    <a:pt x="2082" y="22161"/>
                  </a:lnTo>
                  <a:lnTo>
                    <a:pt x="0" y="24244"/>
                  </a:lnTo>
                  <a:lnTo>
                    <a:pt x="0" y="29324"/>
                  </a:lnTo>
                  <a:lnTo>
                    <a:pt x="2082" y="31394"/>
                  </a:lnTo>
                  <a:lnTo>
                    <a:pt x="364299" y="31394"/>
                  </a:lnTo>
                  <a:lnTo>
                    <a:pt x="366369" y="29324"/>
                  </a:lnTo>
                  <a:lnTo>
                    <a:pt x="366369" y="24244"/>
                  </a:lnTo>
                  <a:close/>
                </a:path>
                <a:path w="366395" h="102234">
                  <a:moveTo>
                    <a:pt x="366369" y="2070"/>
                  </a:moveTo>
                  <a:lnTo>
                    <a:pt x="364299" y="0"/>
                  </a:lnTo>
                  <a:lnTo>
                    <a:pt x="361746" y="0"/>
                  </a:lnTo>
                  <a:lnTo>
                    <a:pt x="2082" y="0"/>
                  </a:lnTo>
                  <a:lnTo>
                    <a:pt x="0" y="2070"/>
                  </a:lnTo>
                  <a:lnTo>
                    <a:pt x="0" y="7162"/>
                  </a:lnTo>
                  <a:lnTo>
                    <a:pt x="2082" y="9232"/>
                  </a:lnTo>
                  <a:lnTo>
                    <a:pt x="364299" y="9232"/>
                  </a:lnTo>
                  <a:lnTo>
                    <a:pt x="366369" y="7162"/>
                  </a:lnTo>
                  <a:lnTo>
                    <a:pt x="366369" y="2070"/>
                  </a:lnTo>
                  <a:close/>
                </a:path>
              </a:pathLst>
            </a:custGeom>
            <a:solidFill>
              <a:srgbClr val="000000">
                <a:alpha val="1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45456" y="9500346"/>
              <a:ext cx="148037" cy="99085"/>
            </a:xfrm>
            <a:prstGeom prst="rect">
              <a:avLst/>
            </a:prstGeom>
          </p:spPr>
        </p:pic>
        <p:sp>
          <p:nvSpPr>
            <p:cNvPr id="122" name="object 122" descr=""/>
            <p:cNvSpPr/>
            <p:nvPr/>
          </p:nvSpPr>
          <p:spPr>
            <a:xfrm>
              <a:off x="3670788" y="10062635"/>
              <a:ext cx="2278380" cy="105410"/>
            </a:xfrm>
            <a:custGeom>
              <a:avLst/>
              <a:gdLst/>
              <a:ahLst/>
              <a:cxnLst/>
              <a:rect l="l" t="t" r="r" b="b"/>
              <a:pathLst>
                <a:path w="2278379" h="105409">
                  <a:moveTo>
                    <a:pt x="2277794" y="0"/>
                  </a:moveTo>
                  <a:lnTo>
                    <a:pt x="0" y="0"/>
                  </a:lnTo>
                  <a:lnTo>
                    <a:pt x="0" y="105054"/>
                  </a:lnTo>
                  <a:lnTo>
                    <a:pt x="2277794" y="105054"/>
                  </a:lnTo>
                  <a:lnTo>
                    <a:pt x="2277794" y="0"/>
                  </a:lnTo>
                  <a:close/>
                </a:path>
              </a:pathLst>
            </a:custGeom>
            <a:solidFill>
              <a:srgbClr val="B5D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5291976" y="9582575"/>
              <a:ext cx="655955" cy="585470"/>
            </a:xfrm>
            <a:custGeom>
              <a:avLst/>
              <a:gdLst/>
              <a:ahLst/>
              <a:cxnLst/>
              <a:rect l="l" t="t" r="r" b="b"/>
              <a:pathLst>
                <a:path w="655954" h="585470">
                  <a:moveTo>
                    <a:pt x="655789" y="480060"/>
                  </a:moveTo>
                  <a:lnTo>
                    <a:pt x="497814" y="480060"/>
                  </a:lnTo>
                  <a:lnTo>
                    <a:pt x="497814" y="0"/>
                  </a:lnTo>
                  <a:lnTo>
                    <a:pt x="171907" y="0"/>
                  </a:lnTo>
                  <a:lnTo>
                    <a:pt x="171907" y="480060"/>
                  </a:lnTo>
                  <a:lnTo>
                    <a:pt x="0" y="480060"/>
                  </a:lnTo>
                  <a:lnTo>
                    <a:pt x="0" y="585470"/>
                  </a:lnTo>
                  <a:lnTo>
                    <a:pt x="655789" y="585470"/>
                  </a:lnTo>
                  <a:lnTo>
                    <a:pt x="655789" y="480060"/>
                  </a:lnTo>
                  <a:close/>
                </a:path>
              </a:pathLst>
            </a:custGeom>
            <a:solidFill>
              <a:srgbClr val="FFFFFF">
                <a:alpha val="3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2892417" y="9499153"/>
              <a:ext cx="3596004" cy="100330"/>
            </a:xfrm>
            <a:custGeom>
              <a:avLst/>
              <a:gdLst/>
              <a:ahLst/>
              <a:cxnLst/>
              <a:rect l="l" t="t" r="r" b="b"/>
              <a:pathLst>
                <a:path w="3596004" h="100329">
                  <a:moveTo>
                    <a:pt x="3595764" y="0"/>
                  </a:moveTo>
                  <a:lnTo>
                    <a:pt x="0" y="0"/>
                  </a:lnTo>
                  <a:lnTo>
                    <a:pt x="101075" y="100279"/>
                  </a:lnTo>
                  <a:lnTo>
                    <a:pt x="3595764" y="100279"/>
                  </a:lnTo>
                  <a:lnTo>
                    <a:pt x="3595764" y="0"/>
                  </a:lnTo>
                  <a:close/>
                </a:path>
              </a:pathLst>
            </a:custGeom>
            <a:solidFill>
              <a:srgbClr val="AAB5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2758706" y="9406045"/>
              <a:ext cx="3820795" cy="131445"/>
            </a:xfrm>
            <a:custGeom>
              <a:avLst/>
              <a:gdLst/>
              <a:ahLst/>
              <a:cxnLst/>
              <a:rect l="l" t="t" r="r" b="b"/>
              <a:pathLst>
                <a:path w="3820795" h="131445">
                  <a:moveTo>
                    <a:pt x="3820198" y="66827"/>
                  </a:moveTo>
                  <a:lnTo>
                    <a:pt x="3801326" y="21247"/>
                  </a:lnTo>
                  <a:lnTo>
                    <a:pt x="3755758" y="2349"/>
                  </a:lnTo>
                  <a:lnTo>
                    <a:pt x="0" y="0"/>
                  </a:lnTo>
                  <a:lnTo>
                    <a:pt x="3225" y="3263"/>
                  </a:lnTo>
                  <a:lnTo>
                    <a:pt x="42773" y="55105"/>
                  </a:lnTo>
                  <a:lnTo>
                    <a:pt x="69240" y="85750"/>
                  </a:lnTo>
                  <a:lnTo>
                    <a:pt x="94500" y="107149"/>
                  </a:lnTo>
                  <a:lnTo>
                    <a:pt x="130517" y="131318"/>
                  </a:lnTo>
                  <a:lnTo>
                    <a:pt x="3755707" y="131318"/>
                  </a:lnTo>
                  <a:lnTo>
                    <a:pt x="3780815" y="126250"/>
                  </a:lnTo>
                  <a:lnTo>
                    <a:pt x="3801313" y="112433"/>
                  </a:lnTo>
                  <a:lnTo>
                    <a:pt x="3815130" y="91935"/>
                  </a:lnTo>
                  <a:lnTo>
                    <a:pt x="3820198" y="66827"/>
                  </a:lnTo>
                  <a:close/>
                </a:path>
              </a:pathLst>
            </a:custGeom>
            <a:solidFill>
              <a:srgbClr val="62B9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3906240" y="9663207"/>
              <a:ext cx="1454785" cy="347345"/>
            </a:xfrm>
            <a:custGeom>
              <a:avLst/>
              <a:gdLst/>
              <a:ahLst/>
              <a:cxnLst/>
              <a:rect l="l" t="t" r="r" b="b"/>
              <a:pathLst>
                <a:path w="1454785" h="347345">
                  <a:moveTo>
                    <a:pt x="34696" y="7810"/>
                  </a:moveTo>
                  <a:lnTo>
                    <a:pt x="26885" y="0"/>
                  </a:lnTo>
                  <a:lnTo>
                    <a:pt x="17348" y="0"/>
                  </a:lnTo>
                  <a:lnTo>
                    <a:pt x="7810" y="0"/>
                  </a:lnTo>
                  <a:lnTo>
                    <a:pt x="0" y="7810"/>
                  </a:lnTo>
                  <a:lnTo>
                    <a:pt x="0" y="339217"/>
                  </a:lnTo>
                  <a:lnTo>
                    <a:pt x="7810" y="347027"/>
                  </a:lnTo>
                  <a:lnTo>
                    <a:pt x="26885" y="347027"/>
                  </a:lnTo>
                  <a:lnTo>
                    <a:pt x="34696" y="339217"/>
                  </a:lnTo>
                  <a:lnTo>
                    <a:pt x="34696" y="7810"/>
                  </a:lnTo>
                  <a:close/>
                </a:path>
                <a:path w="1454785" h="347345">
                  <a:moveTo>
                    <a:pt x="138811" y="7810"/>
                  </a:moveTo>
                  <a:lnTo>
                    <a:pt x="131000" y="0"/>
                  </a:lnTo>
                  <a:lnTo>
                    <a:pt x="121462" y="0"/>
                  </a:lnTo>
                  <a:lnTo>
                    <a:pt x="111912" y="0"/>
                  </a:lnTo>
                  <a:lnTo>
                    <a:pt x="104101" y="7810"/>
                  </a:lnTo>
                  <a:lnTo>
                    <a:pt x="104101" y="339217"/>
                  </a:lnTo>
                  <a:lnTo>
                    <a:pt x="111912" y="347027"/>
                  </a:lnTo>
                  <a:lnTo>
                    <a:pt x="131000" y="347027"/>
                  </a:lnTo>
                  <a:lnTo>
                    <a:pt x="138811" y="339217"/>
                  </a:lnTo>
                  <a:lnTo>
                    <a:pt x="138811" y="7810"/>
                  </a:lnTo>
                  <a:close/>
                </a:path>
                <a:path w="1454785" h="347345">
                  <a:moveTo>
                    <a:pt x="234238" y="7810"/>
                  </a:moveTo>
                  <a:lnTo>
                    <a:pt x="226428" y="0"/>
                  </a:lnTo>
                  <a:lnTo>
                    <a:pt x="216890" y="0"/>
                  </a:lnTo>
                  <a:lnTo>
                    <a:pt x="207352" y="0"/>
                  </a:lnTo>
                  <a:lnTo>
                    <a:pt x="199542" y="7810"/>
                  </a:lnTo>
                  <a:lnTo>
                    <a:pt x="199542" y="339217"/>
                  </a:lnTo>
                  <a:lnTo>
                    <a:pt x="207352" y="347027"/>
                  </a:lnTo>
                  <a:lnTo>
                    <a:pt x="226428" y="347027"/>
                  </a:lnTo>
                  <a:lnTo>
                    <a:pt x="234238" y="339217"/>
                  </a:lnTo>
                  <a:lnTo>
                    <a:pt x="234238" y="7810"/>
                  </a:lnTo>
                  <a:close/>
                </a:path>
                <a:path w="1454785" h="347345">
                  <a:moveTo>
                    <a:pt x="1255064" y="7810"/>
                  </a:moveTo>
                  <a:lnTo>
                    <a:pt x="1247254" y="0"/>
                  </a:lnTo>
                  <a:lnTo>
                    <a:pt x="1237716" y="0"/>
                  </a:lnTo>
                  <a:lnTo>
                    <a:pt x="1228178" y="0"/>
                  </a:lnTo>
                  <a:lnTo>
                    <a:pt x="1220368" y="7810"/>
                  </a:lnTo>
                  <a:lnTo>
                    <a:pt x="1220368" y="339217"/>
                  </a:lnTo>
                  <a:lnTo>
                    <a:pt x="1228178" y="347027"/>
                  </a:lnTo>
                  <a:lnTo>
                    <a:pt x="1247254" y="347027"/>
                  </a:lnTo>
                  <a:lnTo>
                    <a:pt x="1255064" y="339217"/>
                  </a:lnTo>
                  <a:lnTo>
                    <a:pt x="1255064" y="7810"/>
                  </a:lnTo>
                  <a:close/>
                </a:path>
                <a:path w="1454785" h="347345">
                  <a:moveTo>
                    <a:pt x="1359179" y="7810"/>
                  </a:moveTo>
                  <a:lnTo>
                    <a:pt x="1351368" y="0"/>
                  </a:lnTo>
                  <a:lnTo>
                    <a:pt x="1341818" y="0"/>
                  </a:lnTo>
                  <a:lnTo>
                    <a:pt x="1332280" y="0"/>
                  </a:lnTo>
                  <a:lnTo>
                    <a:pt x="1324470" y="7810"/>
                  </a:lnTo>
                  <a:lnTo>
                    <a:pt x="1324470" y="339217"/>
                  </a:lnTo>
                  <a:lnTo>
                    <a:pt x="1332280" y="347027"/>
                  </a:lnTo>
                  <a:lnTo>
                    <a:pt x="1351368" y="347027"/>
                  </a:lnTo>
                  <a:lnTo>
                    <a:pt x="1359179" y="339217"/>
                  </a:lnTo>
                  <a:lnTo>
                    <a:pt x="1359179" y="7810"/>
                  </a:lnTo>
                  <a:close/>
                </a:path>
                <a:path w="1454785" h="347345">
                  <a:moveTo>
                    <a:pt x="1454607" y="7810"/>
                  </a:moveTo>
                  <a:lnTo>
                    <a:pt x="1446796" y="0"/>
                  </a:lnTo>
                  <a:lnTo>
                    <a:pt x="1437259" y="0"/>
                  </a:lnTo>
                  <a:lnTo>
                    <a:pt x="1427721" y="0"/>
                  </a:lnTo>
                  <a:lnTo>
                    <a:pt x="1419910" y="7810"/>
                  </a:lnTo>
                  <a:lnTo>
                    <a:pt x="1419910" y="339217"/>
                  </a:lnTo>
                  <a:lnTo>
                    <a:pt x="1427721" y="347027"/>
                  </a:lnTo>
                  <a:lnTo>
                    <a:pt x="1446796" y="347027"/>
                  </a:lnTo>
                  <a:lnTo>
                    <a:pt x="1454607" y="339217"/>
                  </a:lnTo>
                  <a:lnTo>
                    <a:pt x="1454607" y="7810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7" name="object 127" descr=""/>
          <p:cNvGrpSpPr/>
          <p:nvPr/>
        </p:nvGrpSpPr>
        <p:grpSpPr>
          <a:xfrm>
            <a:off x="9167939" y="1190849"/>
            <a:ext cx="1394460" cy="2513330"/>
            <a:chOff x="9167939" y="1190849"/>
            <a:chExt cx="1394460" cy="2513330"/>
          </a:xfrm>
        </p:grpSpPr>
        <p:sp>
          <p:nvSpPr>
            <p:cNvPr id="128" name="object 128" descr=""/>
            <p:cNvSpPr/>
            <p:nvPr/>
          </p:nvSpPr>
          <p:spPr>
            <a:xfrm>
              <a:off x="9167939" y="1190849"/>
              <a:ext cx="1394460" cy="2513330"/>
            </a:xfrm>
            <a:custGeom>
              <a:avLst/>
              <a:gdLst/>
              <a:ahLst/>
              <a:cxnLst/>
              <a:rect l="l" t="t" r="r" b="b"/>
              <a:pathLst>
                <a:path w="1394459" h="2513329">
                  <a:moveTo>
                    <a:pt x="1303185" y="0"/>
                  </a:moveTo>
                  <a:lnTo>
                    <a:pt x="151471" y="0"/>
                  </a:lnTo>
                  <a:lnTo>
                    <a:pt x="103648" y="7735"/>
                  </a:lnTo>
                  <a:lnTo>
                    <a:pt x="62074" y="29266"/>
                  </a:lnTo>
                  <a:lnTo>
                    <a:pt x="29265" y="62077"/>
                  </a:lnTo>
                  <a:lnTo>
                    <a:pt x="7735" y="103654"/>
                  </a:lnTo>
                  <a:lnTo>
                    <a:pt x="0" y="151482"/>
                  </a:lnTo>
                  <a:lnTo>
                    <a:pt x="0" y="583615"/>
                  </a:lnTo>
                  <a:lnTo>
                    <a:pt x="48637" y="583615"/>
                  </a:lnTo>
                  <a:lnTo>
                    <a:pt x="48637" y="151482"/>
                  </a:lnTo>
                  <a:lnTo>
                    <a:pt x="56730" y="111492"/>
                  </a:lnTo>
                  <a:lnTo>
                    <a:pt x="78788" y="78797"/>
                  </a:lnTo>
                  <a:lnTo>
                    <a:pt x="111479" y="56733"/>
                  </a:lnTo>
                  <a:lnTo>
                    <a:pt x="151471" y="48637"/>
                  </a:lnTo>
                  <a:lnTo>
                    <a:pt x="1303185" y="48637"/>
                  </a:lnTo>
                  <a:lnTo>
                    <a:pt x="1319652" y="51970"/>
                  </a:lnTo>
                  <a:lnTo>
                    <a:pt x="1333113" y="61054"/>
                  </a:lnTo>
                  <a:lnTo>
                    <a:pt x="1342197" y="74518"/>
                  </a:lnTo>
                  <a:lnTo>
                    <a:pt x="1345529" y="90991"/>
                  </a:lnTo>
                  <a:lnTo>
                    <a:pt x="1345529" y="387255"/>
                  </a:lnTo>
                  <a:lnTo>
                    <a:pt x="1342197" y="403728"/>
                  </a:lnTo>
                  <a:lnTo>
                    <a:pt x="1333113" y="417192"/>
                  </a:lnTo>
                  <a:lnTo>
                    <a:pt x="1319652" y="426277"/>
                  </a:lnTo>
                  <a:lnTo>
                    <a:pt x="1303185" y="429609"/>
                  </a:lnTo>
                  <a:lnTo>
                    <a:pt x="516225" y="429609"/>
                  </a:lnTo>
                  <a:lnTo>
                    <a:pt x="468401" y="437345"/>
                  </a:lnTo>
                  <a:lnTo>
                    <a:pt x="426828" y="458875"/>
                  </a:lnTo>
                  <a:lnTo>
                    <a:pt x="394018" y="491684"/>
                  </a:lnTo>
                  <a:lnTo>
                    <a:pt x="372488" y="533258"/>
                  </a:lnTo>
                  <a:lnTo>
                    <a:pt x="364753" y="581081"/>
                  </a:lnTo>
                  <a:lnTo>
                    <a:pt x="364753" y="2512750"/>
                  </a:lnTo>
                  <a:lnTo>
                    <a:pt x="413390" y="2512750"/>
                  </a:lnTo>
                  <a:lnTo>
                    <a:pt x="413390" y="581081"/>
                  </a:lnTo>
                  <a:lnTo>
                    <a:pt x="421483" y="541089"/>
                  </a:lnTo>
                  <a:lnTo>
                    <a:pt x="443541" y="508398"/>
                  </a:lnTo>
                  <a:lnTo>
                    <a:pt x="476232" y="486340"/>
                  </a:lnTo>
                  <a:lnTo>
                    <a:pt x="516225" y="478247"/>
                  </a:lnTo>
                  <a:lnTo>
                    <a:pt x="1303185" y="478247"/>
                  </a:lnTo>
                  <a:lnTo>
                    <a:pt x="1338565" y="471084"/>
                  </a:lnTo>
                  <a:lnTo>
                    <a:pt x="1367488" y="451563"/>
                  </a:lnTo>
                  <a:lnTo>
                    <a:pt x="1387005" y="422636"/>
                  </a:lnTo>
                  <a:lnTo>
                    <a:pt x="1394166" y="387255"/>
                  </a:lnTo>
                  <a:lnTo>
                    <a:pt x="1394166" y="90991"/>
                  </a:lnTo>
                  <a:lnTo>
                    <a:pt x="1387005" y="55610"/>
                  </a:lnTo>
                  <a:lnTo>
                    <a:pt x="1367488" y="26683"/>
                  </a:lnTo>
                  <a:lnTo>
                    <a:pt x="1338565" y="7162"/>
                  </a:lnTo>
                  <a:lnTo>
                    <a:pt x="130318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9206434" y="2611366"/>
              <a:ext cx="180975" cy="314325"/>
            </a:xfrm>
            <a:custGeom>
              <a:avLst/>
              <a:gdLst/>
              <a:ahLst/>
              <a:cxnLst/>
              <a:rect l="l" t="t" r="r" b="b"/>
              <a:pathLst>
                <a:path w="180975" h="314325">
                  <a:moveTo>
                    <a:pt x="90185" y="0"/>
                  </a:moveTo>
                  <a:lnTo>
                    <a:pt x="55115" y="7098"/>
                  </a:lnTo>
                  <a:lnTo>
                    <a:pt x="26445" y="26444"/>
                  </a:lnTo>
                  <a:lnTo>
                    <a:pt x="7098" y="55111"/>
                  </a:lnTo>
                  <a:lnTo>
                    <a:pt x="0" y="90175"/>
                  </a:lnTo>
                  <a:lnTo>
                    <a:pt x="0" y="141849"/>
                  </a:lnTo>
                  <a:lnTo>
                    <a:pt x="24313" y="141849"/>
                  </a:lnTo>
                  <a:lnTo>
                    <a:pt x="24313" y="90175"/>
                  </a:lnTo>
                  <a:lnTo>
                    <a:pt x="29497" y="64566"/>
                  </a:lnTo>
                  <a:lnTo>
                    <a:pt x="43628" y="43632"/>
                  </a:lnTo>
                  <a:lnTo>
                    <a:pt x="64569" y="29506"/>
                  </a:lnTo>
                  <a:lnTo>
                    <a:pt x="90185" y="24323"/>
                  </a:lnTo>
                  <a:lnTo>
                    <a:pt x="115796" y="29506"/>
                  </a:lnTo>
                  <a:lnTo>
                    <a:pt x="136734" y="43632"/>
                  </a:lnTo>
                  <a:lnTo>
                    <a:pt x="150863" y="64566"/>
                  </a:lnTo>
                  <a:lnTo>
                    <a:pt x="156047" y="90175"/>
                  </a:lnTo>
                  <a:lnTo>
                    <a:pt x="156047" y="314095"/>
                  </a:lnTo>
                  <a:lnTo>
                    <a:pt x="180361" y="314095"/>
                  </a:lnTo>
                  <a:lnTo>
                    <a:pt x="180361" y="90175"/>
                  </a:lnTo>
                  <a:lnTo>
                    <a:pt x="173262" y="55111"/>
                  </a:lnTo>
                  <a:lnTo>
                    <a:pt x="153916" y="26444"/>
                  </a:lnTo>
                  <a:lnTo>
                    <a:pt x="125249" y="7098"/>
                  </a:lnTo>
                  <a:lnTo>
                    <a:pt x="90185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 descr=""/>
          <p:cNvSpPr/>
          <p:nvPr/>
        </p:nvSpPr>
        <p:spPr>
          <a:xfrm>
            <a:off x="9021534" y="2869240"/>
            <a:ext cx="693420" cy="45720"/>
          </a:xfrm>
          <a:custGeom>
            <a:avLst/>
            <a:gdLst/>
            <a:ahLst/>
            <a:cxnLst/>
            <a:rect l="l" t="t" r="r" b="b"/>
            <a:pathLst>
              <a:path w="693420" h="45719">
                <a:moveTo>
                  <a:pt x="693026" y="0"/>
                </a:moveTo>
                <a:lnTo>
                  <a:pt x="0" y="0"/>
                </a:lnTo>
                <a:lnTo>
                  <a:pt x="0" y="25831"/>
                </a:lnTo>
                <a:lnTo>
                  <a:pt x="0" y="45593"/>
                </a:lnTo>
                <a:lnTo>
                  <a:pt x="41021" y="45593"/>
                </a:lnTo>
                <a:lnTo>
                  <a:pt x="41021" y="25831"/>
                </a:lnTo>
                <a:lnTo>
                  <a:pt x="693026" y="25831"/>
                </a:lnTo>
                <a:lnTo>
                  <a:pt x="693026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 descr=""/>
          <p:cNvSpPr/>
          <p:nvPr/>
        </p:nvSpPr>
        <p:spPr>
          <a:xfrm>
            <a:off x="9840705" y="4377385"/>
            <a:ext cx="162560" cy="38100"/>
          </a:xfrm>
          <a:custGeom>
            <a:avLst/>
            <a:gdLst/>
            <a:ahLst/>
            <a:cxnLst/>
            <a:rect l="l" t="t" r="r" b="b"/>
            <a:pathLst>
              <a:path w="162559" h="38100">
                <a:moveTo>
                  <a:pt x="0" y="37485"/>
                </a:moveTo>
                <a:lnTo>
                  <a:pt x="162110" y="37485"/>
                </a:lnTo>
                <a:lnTo>
                  <a:pt x="162110" y="0"/>
                </a:lnTo>
                <a:lnTo>
                  <a:pt x="0" y="0"/>
                </a:lnTo>
                <a:lnTo>
                  <a:pt x="0" y="37485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2" name="object 132" descr=""/>
          <p:cNvGrpSpPr/>
          <p:nvPr/>
        </p:nvGrpSpPr>
        <p:grpSpPr>
          <a:xfrm>
            <a:off x="8925602" y="2895063"/>
            <a:ext cx="1077595" cy="1520190"/>
            <a:chOff x="8925602" y="2895063"/>
            <a:chExt cx="1077595" cy="1520190"/>
          </a:xfrm>
        </p:grpSpPr>
        <p:sp>
          <p:nvSpPr>
            <p:cNvPr id="133" name="object 133" descr=""/>
            <p:cNvSpPr/>
            <p:nvPr/>
          </p:nvSpPr>
          <p:spPr>
            <a:xfrm>
              <a:off x="9840705" y="2895063"/>
              <a:ext cx="162560" cy="1373505"/>
            </a:xfrm>
            <a:custGeom>
              <a:avLst/>
              <a:gdLst/>
              <a:ahLst/>
              <a:cxnLst/>
              <a:rect l="l" t="t" r="r" b="b"/>
              <a:pathLst>
                <a:path w="162559" h="1373504">
                  <a:moveTo>
                    <a:pt x="0" y="1372890"/>
                  </a:moveTo>
                  <a:lnTo>
                    <a:pt x="162110" y="1372890"/>
                  </a:lnTo>
                  <a:lnTo>
                    <a:pt x="162110" y="0"/>
                  </a:lnTo>
                  <a:lnTo>
                    <a:pt x="0" y="0"/>
                  </a:lnTo>
                  <a:lnTo>
                    <a:pt x="0" y="137289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8925598" y="2895072"/>
              <a:ext cx="915669" cy="1520190"/>
            </a:xfrm>
            <a:custGeom>
              <a:avLst/>
              <a:gdLst/>
              <a:ahLst/>
              <a:cxnLst/>
              <a:rect l="l" t="t" r="r" b="b"/>
              <a:pathLst>
                <a:path w="915670" h="1520189">
                  <a:moveTo>
                    <a:pt x="915098" y="0"/>
                  </a:moveTo>
                  <a:lnTo>
                    <a:pt x="136956" y="0"/>
                  </a:lnTo>
                  <a:lnTo>
                    <a:pt x="0" y="0"/>
                  </a:lnTo>
                  <a:lnTo>
                    <a:pt x="0" y="168516"/>
                  </a:lnTo>
                  <a:lnTo>
                    <a:pt x="4914" y="192836"/>
                  </a:lnTo>
                  <a:lnTo>
                    <a:pt x="18300" y="212699"/>
                  </a:lnTo>
                  <a:lnTo>
                    <a:pt x="38163" y="226098"/>
                  </a:lnTo>
                  <a:lnTo>
                    <a:pt x="62484" y="231013"/>
                  </a:lnTo>
                  <a:lnTo>
                    <a:pt x="136956" y="231013"/>
                  </a:lnTo>
                  <a:lnTo>
                    <a:pt x="136956" y="1519809"/>
                  </a:lnTo>
                  <a:lnTo>
                    <a:pt x="915098" y="1519809"/>
                  </a:lnTo>
                  <a:lnTo>
                    <a:pt x="915098" y="231013"/>
                  </a:lnTo>
                  <a:lnTo>
                    <a:pt x="91509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9062561" y="3124051"/>
              <a:ext cx="790575" cy="45085"/>
            </a:xfrm>
            <a:custGeom>
              <a:avLst/>
              <a:gdLst/>
              <a:ahLst/>
              <a:cxnLst/>
              <a:rect l="l" t="t" r="r" b="b"/>
              <a:pathLst>
                <a:path w="790575" h="45085">
                  <a:moveTo>
                    <a:pt x="790300" y="0"/>
                  </a:moveTo>
                  <a:lnTo>
                    <a:pt x="0" y="0"/>
                  </a:lnTo>
                  <a:lnTo>
                    <a:pt x="0" y="44574"/>
                  </a:lnTo>
                  <a:lnTo>
                    <a:pt x="790300" y="44574"/>
                  </a:lnTo>
                  <a:lnTo>
                    <a:pt x="79030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6" name="object 136" descr=""/>
          <p:cNvGrpSpPr/>
          <p:nvPr/>
        </p:nvGrpSpPr>
        <p:grpSpPr>
          <a:xfrm>
            <a:off x="8585765" y="1555602"/>
            <a:ext cx="789305" cy="654050"/>
            <a:chOff x="8585765" y="1555602"/>
            <a:chExt cx="789305" cy="654050"/>
          </a:xfrm>
        </p:grpSpPr>
        <p:sp>
          <p:nvSpPr>
            <p:cNvPr id="137" name="object 137" descr=""/>
            <p:cNvSpPr/>
            <p:nvPr/>
          </p:nvSpPr>
          <p:spPr>
            <a:xfrm>
              <a:off x="9161860" y="1701516"/>
              <a:ext cx="60960" cy="140335"/>
            </a:xfrm>
            <a:custGeom>
              <a:avLst/>
              <a:gdLst/>
              <a:ahLst/>
              <a:cxnLst/>
              <a:rect l="l" t="t" r="r" b="b"/>
              <a:pathLst>
                <a:path w="60959" h="140335">
                  <a:moveTo>
                    <a:pt x="60793" y="0"/>
                  </a:moveTo>
                  <a:lnTo>
                    <a:pt x="0" y="0"/>
                  </a:lnTo>
                  <a:lnTo>
                    <a:pt x="0" y="109420"/>
                  </a:lnTo>
                  <a:lnTo>
                    <a:pt x="2389" y="121251"/>
                  </a:lnTo>
                  <a:lnTo>
                    <a:pt x="8904" y="130913"/>
                  </a:lnTo>
                  <a:lnTo>
                    <a:pt x="18566" y="137428"/>
                  </a:lnTo>
                  <a:lnTo>
                    <a:pt x="30396" y="139817"/>
                  </a:lnTo>
                  <a:lnTo>
                    <a:pt x="42227" y="137428"/>
                  </a:lnTo>
                  <a:lnTo>
                    <a:pt x="51889" y="130913"/>
                  </a:lnTo>
                  <a:lnTo>
                    <a:pt x="58404" y="121251"/>
                  </a:lnTo>
                  <a:lnTo>
                    <a:pt x="60793" y="109420"/>
                  </a:lnTo>
                  <a:lnTo>
                    <a:pt x="6079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9034198" y="1555602"/>
              <a:ext cx="340995" cy="417830"/>
            </a:xfrm>
            <a:custGeom>
              <a:avLst/>
              <a:gdLst/>
              <a:ahLst/>
              <a:cxnLst/>
              <a:rect l="l" t="t" r="r" b="b"/>
              <a:pathLst>
                <a:path w="340995" h="417830">
                  <a:moveTo>
                    <a:pt x="224160" y="0"/>
                  </a:moveTo>
                  <a:lnTo>
                    <a:pt x="158058" y="0"/>
                  </a:lnTo>
                  <a:lnTo>
                    <a:pt x="158058" y="24323"/>
                  </a:lnTo>
                  <a:lnTo>
                    <a:pt x="224160" y="24323"/>
                  </a:lnTo>
                  <a:lnTo>
                    <a:pt x="259922" y="31560"/>
                  </a:lnTo>
                  <a:lnTo>
                    <a:pt x="289154" y="51283"/>
                  </a:lnTo>
                  <a:lnTo>
                    <a:pt x="308879" y="80513"/>
                  </a:lnTo>
                  <a:lnTo>
                    <a:pt x="316116" y="116268"/>
                  </a:lnTo>
                  <a:lnTo>
                    <a:pt x="316116" y="301174"/>
                  </a:lnTo>
                  <a:lnTo>
                    <a:pt x="308879" y="336937"/>
                  </a:lnTo>
                  <a:lnTo>
                    <a:pt x="289154" y="366173"/>
                  </a:lnTo>
                  <a:lnTo>
                    <a:pt x="259922" y="385901"/>
                  </a:lnTo>
                  <a:lnTo>
                    <a:pt x="224160" y="393139"/>
                  </a:lnTo>
                  <a:lnTo>
                    <a:pt x="0" y="393139"/>
                  </a:lnTo>
                  <a:lnTo>
                    <a:pt x="0" y="417453"/>
                  </a:lnTo>
                  <a:lnTo>
                    <a:pt x="224160" y="417453"/>
                  </a:lnTo>
                  <a:lnTo>
                    <a:pt x="269377" y="408300"/>
                  </a:lnTo>
                  <a:lnTo>
                    <a:pt x="306342" y="383356"/>
                  </a:lnTo>
                  <a:lnTo>
                    <a:pt x="331287" y="346390"/>
                  </a:lnTo>
                  <a:lnTo>
                    <a:pt x="340439" y="301174"/>
                  </a:lnTo>
                  <a:lnTo>
                    <a:pt x="340439" y="116268"/>
                  </a:lnTo>
                  <a:lnTo>
                    <a:pt x="331287" y="71058"/>
                  </a:lnTo>
                  <a:lnTo>
                    <a:pt x="306342" y="34095"/>
                  </a:lnTo>
                  <a:lnTo>
                    <a:pt x="269377" y="9152"/>
                  </a:lnTo>
                  <a:lnTo>
                    <a:pt x="2241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8611355" y="1777388"/>
              <a:ext cx="600710" cy="432434"/>
            </a:xfrm>
            <a:custGeom>
              <a:avLst/>
              <a:gdLst/>
              <a:ahLst/>
              <a:cxnLst/>
              <a:rect l="l" t="t" r="r" b="b"/>
              <a:pathLst>
                <a:path w="600709" h="432435">
                  <a:moveTo>
                    <a:pt x="397206" y="0"/>
                  </a:moveTo>
                  <a:lnTo>
                    <a:pt x="22380" y="0"/>
                  </a:lnTo>
                  <a:lnTo>
                    <a:pt x="11390" y="2844"/>
                  </a:lnTo>
                  <a:lnTo>
                    <a:pt x="3552" y="10216"/>
                  </a:lnTo>
                  <a:lnTo>
                    <a:pt x="0" y="20373"/>
                  </a:lnTo>
                  <a:lnTo>
                    <a:pt x="1867" y="31569"/>
                  </a:lnTo>
                  <a:lnTo>
                    <a:pt x="170281" y="410511"/>
                  </a:lnTo>
                  <a:lnTo>
                    <a:pt x="203107" y="431850"/>
                  </a:lnTo>
                  <a:lnTo>
                    <a:pt x="579336" y="431850"/>
                  </a:lnTo>
                  <a:lnTo>
                    <a:pt x="589603" y="429192"/>
                  </a:lnTo>
                  <a:lnTo>
                    <a:pt x="596925" y="422305"/>
                  </a:lnTo>
                  <a:lnTo>
                    <a:pt x="600245" y="412816"/>
                  </a:lnTo>
                  <a:lnTo>
                    <a:pt x="598509" y="402354"/>
                  </a:lnTo>
                  <a:lnTo>
                    <a:pt x="428807" y="20533"/>
                  </a:lnTo>
                  <a:lnTo>
                    <a:pt x="397206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8585765" y="1777388"/>
              <a:ext cx="600710" cy="432434"/>
            </a:xfrm>
            <a:custGeom>
              <a:avLst/>
              <a:gdLst/>
              <a:ahLst/>
              <a:cxnLst/>
              <a:rect l="l" t="t" r="r" b="b"/>
              <a:pathLst>
                <a:path w="600709" h="432435">
                  <a:moveTo>
                    <a:pt x="397206" y="0"/>
                  </a:moveTo>
                  <a:lnTo>
                    <a:pt x="22380" y="0"/>
                  </a:lnTo>
                  <a:lnTo>
                    <a:pt x="11390" y="2844"/>
                  </a:lnTo>
                  <a:lnTo>
                    <a:pt x="3552" y="10216"/>
                  </a:lnTo>
                  <a:lnTo>
                    <a:pt x="0" y="20373"/>
                  </a:lnTo>
                  <a:lnTo>
                    <a:pt x="1867" y="31569"/>
                  </a:lnTo>
                  <a:lnTo>
                    <a:pt x="170281" y="410511"/>
                  </a:lnTo>
                  <a:lnTo>
                    <a:pt x="203107" y="431850"/>
                  </a:lnTo>
                  <a:lnTo>
                    <a:pt x="579336" y="431850"/>
                  </a:lnTo>
                  <a:lnTo>
                    <a:pt x="589603" y="429192"/>
                  </a:lnTo>
                  <a:lnTo>
                    <a:pt x="596925" y="422305"/>
                  </a:lnTo>
                  <a:lnTo>
                    <a:pt x="600245" y="412816"/>
                  </a:lnTo>
                  <a:lnTo>
                    <a:pt x="598509" y="402354"/>
                  </a:lnTo>
                  <a:lnTo>
                    <a:pt x="428807" y="20533"/>
                  </a:lnTo>
                  <a:lnTo>
                    <a:pt x="397206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621333" y="1802979"/>
              <a:ext cx="529590" cy="381000"/>
            </a:xfrm>
            <a:custGeom>
              <a:avLst/>
              <a:gdLst/>
              <a:ahLst/>
              <a:cxnLst/>
              <a:rect l="l" t="t" r="r" b="b"/>
              <a:pathLst>
                <a:path w="529590" h="381000">
                  <a:moveTo>
                    <a:pt x="350136" y="0"/>
                  </a:moveTo>
                  <a:lnTo>
                    <a:pt x="19728" y="0"/>
                  </a:lnTo>
                  <a:lnTo>
                    <a:pt x="10040" y="2508"/>
                  </a:lnTo>
                  <a:lnTo>
                    <a:pt x="3131" y="9007"/>
                  </a:lnTo>
                  <a:lnTo>
                    <a:pt x="0" y="17961"/>
                  </a:lnTo>
                  <a:lnTo>
                    <a:pt x="1644" y="27831"/>
                  </a:lnTo>
                  <a:lnTo>
                    <a:pt x="150101" y="361863"/>
                  </a:lnTo>
                  <a:lnTo>
                    <a:pt x="179042" y="380669"/>
                  </a:lnTo>
                  <a:lnTo>
                    <a:pt x="510676" y="380669"/>
                  </a:lnTo>
                  <a:lnTo>
                    <a:pt x="519726" y="378326"/>
                  </a:lnTo>
                  <a:lnTo>
                    <a:pt x="526182" y="372255"/>
                  </a:lnTo>
                  <a:lnTo>
                    <a:pt x="529110" y="363891"/>
                  </a:lnTo>
                  <a:lnTo>
                    <a:pt x="527576" y="354669"/>
                  </a:lnTo>
                  <a:lnTo>
                    <a:pt x="377989" y="18104"/>
                  </a:lnTo>
                  <a:lnTo>
                    <a:pt x="35013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75617" y="1861365"/>
              <a:ext cx="350348" cy="122352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739187" y="2005306"/>
              <a:ext cx="350355" cy="122362"/>
            </a:xfrm>
            <a:prstGeom prst="rect">
              <a:avLst/>
            </a:prstGeom>
          </p:spPr>
        </p:pic>
      </p:grpSp>
      <p:grpSp>
        <p:nvGrpSpPr>
          <p:cNvPr id="144" name="object 144" descr=""/>
          <p:cNvGrpSpPr/>
          <p:nvPr/>
        </p:nvGrpSpPr>
        <p:grpSpPr>
          <a:xfrm>
            <a:off x="9687830" y="1657949"/>
            <a:ext cx="456565" cy="551180"/>
            <a:chOff x="9687830" y="1657949"/>
            <a:chExt cx="456565" cy="551180"/>
          </a:xfrm>
        </p:grpSpPr>
        <p:sp>
          <p:nvSpPr>
            <p:cNvPr id="145" name="object 145" descr=""/>
            <p:cNvSpPr/>
            <p:nvPr/>
          </p:nvSpPr>
          <p:spPr>
            <a:xfrm>
              <a:off x="9687826" y="1806885"/>
              <a:ext cx="456565" cy="402590"/>
            </a:xfrm>
            <a:custGeom>
              <a:avLst/>
              <a:gdLst/>
              <a:ahLst/>
              <a:cxnLst/>
              <a:rect l="l" t="t" r="r" b="b"/>
              <a:pathLst>
                <a:path w="456565" h="402589">
                  <a:moveTo>
                    <a:pt x="455942" y="0"/>
                  </a:moveTo>
                  <a:lnTo>
                    <a:pt x="366788" y="0"/>
                  </a:lnTo>
                  <a:lnTo>
                    <a:pt x="366788" y="326618"/>
                  </a:lnTo>
                  <a:lnTo>
                    <a:pt x="366788" y="362407"/>
                  </a:lnTo>
                  <a:lnTo>
                    <a:pt x="365086" y="370801"/>
                  </a:lnTo>
                  <a:lnTo>
                    <a:pt x="360451" y="377672"/>
                  </a:lnTo>
                  <a:lnTo>
                    <a:pt x="353580" y="382308"/>
                  </a:lnTo>
                  <a:lnTo>
                    <a:pt x="345173" y="384009"/>
                  </a:lnTo>
                  <a:lnTo>
                    <a:pt x="110769" y="384009"/>
                  </a:lnTo>
                  <a:lnTo>
                    <a:pt x="102362" y="382308"/>
                  </a:lnTo>
                  <a:lnTo>
                    <a:pt x="95491" y="377672"/>
                  </a:lnTo>
                  <a:lnTo>
                    <a:pt x="90855" y="370801"/>
                  </a:lnTo>
                  <a:lnTo>
                    <a:pt x="89154" y="362407"/>
                  </a:lnTo>
                  <a:lnTo>
                    <a:pt x="89154" y="326618"/>
                  </a:lnTo>
                  <a:lnTo>
                    <a:pt x="366788" y="326618"/>
                  </a:lnTo>
                  <a:lnTo>
                    <a:pt x="366788" y="0"/>
                  </a:lnTo>
                  <a:lnTo>
                    <a:pt x="0" y="0"/>
                  </a:lnTo>
                  <a:lnTo>
                    <a:pt x="0" y="326618"/>
                  </a:lnTo>
                  <a:lnTo>
                    <a:pt x="70916" y="326618"/>
                  </a:lnTo>
                  <a:lnTo>
                    <a:pt x="70916" y="362407"/>
                  </a:lnTo>
                  <a:lnTo>
                    <a:pt x="74053" y="377901"/>
                  </a:lnTo>
                  <a:lnTo>
                    <a:pt x="82600" y="390563"/>
                  </a:lnTo>
                  <a:lnTo>
                    <a:pt x="95275" y="399110"/>
                  </a:lnTo>
                  <a:lnTo>
                    <a:pt x="110769" y="402247"/>
                  </a:lnTo>
                  <a:lnTo>
                    <a:pt x="345173" y="402247"/>
                  </a:lnTo>
                  <a:lnTo>
                    <a:pt x="360667" y="399110"/>
                  </a:lnTo>
                  <a:lnTo>
                    <a:pt x="373341" y="390563"/>
                  </a:lnTo>
                  <a:lnTo>
                    <a:pt x="377761" y="384009"/>
                  </a:lnTo>
                  <a:lnTo>
                    <a:pt x="381889" y="377901"/>
                  </a:lnTo>
                  <a:lnTo>
                    <a:pt x="385025" y="362407"/>
                  </a:lnTo>
                  <a:lnTo>
                    <a:pt x="385025" y="326618"/>
                  </a:lnTo>
                  <a:lnTo>
                    <a:pt x="455942" y="326618"/>
                  </a:lnTo>
                  <a:lnTo>
                    <a:pt x="45594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9705454" y="1827942"/>
              <a:ext cx="421005" cy="274955"/>
            </a:xfrm>
            <a:custGeom>
              <a:avLst/>
              <a:gdLst/>
              <a:ahLst/>
              <a:cxnLst/>
              <a:rect l="l" t="t" r="r" b="b"/>
              <a:pathLst>
                <a:path w="421004" h="274955">
                  <a:moveTo>
                    <a:pt x="95745" y="256692"/>
                  </a:moveTo>
                  <a:lnTo>
                    <a:pt x="0" y="256692"/>
                  </a:lnTo>
                  <a:lnTo>
                    <a:pt x="0" y="274929"/>
                  </a:lnTo>
                  <a:lnTo>
                    <a:pt x="95745" y="274929"/>
                  </a:lnTo>
                  <a:lnTo>
                    <a:pt x="95745" y="256692"/>
                  </a:lnTo>
                  <a:close/>
                </a:path>
                <a:path w="421004" h="274955">
                  <a:moveTo>
                    <a:pt x="420573" y="0"/>
                  </a:moveTo>
                  <a:lnTo>
                    <a:pt x="114" y="0"/>
                  </a:lnTo>
                  <a:lnTo>
                    <a:pt x="114" y="235902"/>
                  </a:lnTo>
                  <a:lnTo>
                    <a:pt x="420573" y="235902"/>
                  </a:lnTo>
                  <a:lnTo>
                    <a:pt x="42057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9903645" y="1657949"/>
              <a:ext cx="24765" cy="158115"/>
            </a:xfrm>
            <a:custGeom>
              <a:avLst/>
              <a:gdLst/>
              <a:ahLst/>
              <a:cxnLst/>
              <a:rect l="l" t="t" r="r" b="b"/>
              <a:pathLst>
                <a:path w="24765" h="158114">
                  <a:moveTo>
                    <a:pt x="24323" y="0"/>
                  </a:moveTo>
                  <a:lnTo>
                    <a:pt x="0" y="0"/>
                  </a:lnTo>
                  <a:lnTo>
                    <a:pt x="0" y="158058"/>
                  </a:lnTo>
                  <a:lnTo>
                    <a:pt x="24323" y="158058"/>
                  </a:lnTo>
                  <a:lnTo>
                    <a:pt x="2432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8" name="object 148" descr=""/>
          <p:cNvGrpSpPr/>
          <p:nvPr/>
        </p:nvGrpSpPr>
        <p:grpSpPr>
          <a:xfrm>
            <a:off x="9552951" y="2309428"/>
            <a:ext cx="1296670" cy="842010"/>
            <a:chOff x="9552951" y="2309428"/>
            <a:chExt cx="1296670" cy="842010"/>
          </a:xfrm>
        </p:grpSpPr>
        <p:sp>
          <p:nvSpPr>
            <p:cNvPr id="149" name="object 149" descr=""/>
            <p:cNvSpPr/>
            <p:nvPr/>
          </p:nvSpPr>
          <p:spPr>
            <a:xfrm>
              <a:off x="9552940" y="2309437"/>
              <a:ext cx="1296670" cy="443230"/>
            </a:xfrm>
            <a:custGeom>
              <a:avLst/>
              <a:gdLst/>
              <a:ahLst/>
              <a:cxnLst/>
              <a:rect l="l" t="t" r="r" b="b"/>
              <a:pathLst>
                <a:path w="1296670" h="443230">
                  <a:moveTo>
                    <a:pt x="1296492" y="207708"/>
                  </a:moveTo>
                  <a:lnTo>
                    <a:pt x="964577" y="207708"/>
                  </a:lnTo>
                  <a:lnTo>
                    <a:pt x="964577" y="117436"/>
                  </a:lnTo>
                  <a:lnTo>
                    <a:pt x="955344" y="71767"/>
                  </a:lnTo>
                  <a:lnTo>
                    <a:pt x="930148" y="34429"/>
                  </a:lnTo>
                  <a:lnTo>
                    <a:pt x="892810" y="9245"/>
                  </a:lnTo>
                  <a:lnTo>
                    <a:pt x="847140" y="0"/>
                  </a:lnTo>
                  <a:lnTo>
                    <a:pt x="0" y="0"/>
                  </a:lnTo>
                  <a:lnTo>
                    <a:pt x="0" y="24320"/>
                  </a:lnTo>
                  <a:lnTo>
                    <a:pt x="847140" y="24320"/>
                  </a:lnTo>
                  <a:lnTo>
                    <a:pt x="883361" y="31648"/>
                  </a:lnTo>
                  <a:lnTo>
                    <a:pt x="912964" y="51625"/>
                  </a:lnTo>
                  <a:lnTo>
                    <a:pt x="932942" y="81229"/>
                  </a:lnTo>
                  <a:lnTo>
                    <a:pt x="940269" y="117436"/>
                  </a:lnTo>
                  <a:lnTo>
                    <a:pt x="940269" y="207708"/>
                  </a:lnTo>
                  <a:lnTo>
                    <a:pt x="685165" y="207708"/>
                  </a:lnTo>
                  <a:lnTo>
                    <a:pt x="522439" y="442772"/>
                  </a:lnTo>
                  <a:lnTo>
                    <a:pt x="1133754" y="442772"/>
                  </a:lnTo>
                  <a:lnTo>
                    <a:pt x="1296492" y="20770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0148896" y="2544264"/>
              <a:ext cx="627380" cy="156845"/>
            </a:xfrm>
            <a:custGeom>
              <a:avLst/>
              <a:gdLst/>
              <a:ahLst/>
              <a:cxnLst/>
              <a:rect l="l" t="t" r="r" b="b"/>
              <a:pathLst>
                <a:path w="627379" h="156844">
                  <a:moveTo>
                    <a:pt x="627017" y="0"/>
                  </a:moveTo>
                  <a:lnTo>
                    <a:pt x="108488" y="0"/>
                  </a:lnTo>
                  <a:lnTo>
                    <a:pt x="0" y="156707"/>
                  </a:lnTo>
                  <a:lnTo>
                    <a:pt x="518528" y="156707"/>
                  </a:lnTo>
                  <a:lnTo>
                    <a:pt x="62701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0133761" y="2517145"/>
              <a:ext cx="716280" cy="351155"/>
            </a:xfrm>
            <a:custGeom>
              <a:avLst/>
              <a:gdLst/>
              <a:ahLst/>
              <a:cxnLst/>
              <a:rect l="l" t="t" r="r" b="b"/>
              <a:pathLst>
                <a:path w="716279" h="351155">
                  <a:moveTo>
                    <a:pt x="522909" y="197777"/>
                  </a:moveTo>
                  <a:lnTo>
                    <a:pt x="9144" y="197777"/>
                  </a:lnTo>
                  <a:lnTo>
                    <a:pt x="0" y="208318"/>
                  </a:lnTo>
                  <a:lnTo>
                    <a:pt x="513778" y="208318"/>
                  </a:lnTo>
                  <a:lnTo>
                    <a:pt x="522909" y="197777"/>
                  </a:lnTo>
                  <a:close/>
                </a:path>
                <a:path w="716279" h="351155">
                  <a:moveTo>
                    <a:pt x="715657" y="0"/>
                  </a:moveTo>
                  <a:lnTo>
                    <a:pt x="552919" y="235064"/>
                  </a:lnTo>
                  <a:lnTo>
                    <a:pt x="552564" y="351091"/>
                  </a:lnTo>
                  <a:lnTo>
                    <a:pt x="715657" y="108496"/>
                  </a:lnTo>
                  <a:lnTo>
                    <a:pt x="71565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0075376" y="2752199"/>
              <a:ext cx="611505" cy="118110"/>
            </a:xfrm>
            <a:custGeom>
              <a:avLst/>
              <a:gdLst/>
              <a:ahLst/>
              <a:cxnLst/>
              <a:rect l="l" t="t" r="r" b="b"/>
              <a:pathLst>
                <a:path w="611504" h="118110">
                  <a:moveTo>
                    <a:pt x="611321" y="0"/>
                  </a:moveTo>
                  <a:lnTo>
                    <a:pt x="0" y="0"/>
                  </a:lnTo>
                  <a:lnTo>
                    <a:pt x="0" y="117535"/>
                  </a:lnTo>
                  <a:lnTo>
                    <a:pt x="610965" y="116027"/>
                  </a:lnTo>
                  <a:lnTo>
                    <a:pt x="61132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0110089" y="2869357"/>
              <a:ext cx="59055" cy="281940"/>
            </a:xfrm>
            <a:custGeom>
              <a:avLst/>
              <a:gdLst/>
              <a:ahLst/>
              <a:cxnLst/>
              <a:rect l="l" t="t" r="r" b="b"/>
              <a:pathLst>
                <a:path w="59054" h="281939">
                  <a:moveTo>
                    <a:pt x="58752" y="0"/>
                  </a:moveTo>
                  <a:lnTo>
                    <a:pt x="46595" y="0"/>
                  </a:lnTo>
                  <a:lnTo>
                    <a:pt x="46595" y="261656"/>
                  </a:lnTo>
                  <a:lnTo>
                    <a:pt x="38867" y="269384"/>
                  </a:lnTo>
                  <a:lnTo>
                    <a:pt x="19873" y="269384"/>
                  </a:lnTo>
                  <a:lnTo>
                    <a:pt x="12156" y="261656"/>
                  </a:lnTo>
                  <a:lnTo>
                    <a:pt x="12156" y="80416"/>
                  </a:lnTo>
                  <a:lnTo>
                    <a:pt x="0" y="80416"/>
                  </a:lnTo>
                  <a:lnTo>
                    <a:pt x="0" y="252159"/>
                  </a:lnTo>
                  <a:lnTo>
                    <a:pt x="2311" y="263584"/>
                  </a:lnTo>
                  <a:lnTo>
                    <a:pt x="8610" y="272924"/>
                  </a:lnTo>
                  <a:lnTo>
                    <a:pt x="17947" y="279228"/>
                  </a:lnTo>
                  <a:lnTo>
                    <a:pt x="29370" y="281541"/>
                  </a:lnTo>
                  <a:lnTo>
                    <a:pt x="40799" y="279228"/>
                  </a:lnTo>
                  <a:lnTo>
                    <a:pt x="50139" y="272924"/>
                  </a:lnTo>
                  <a:lnTo>
                    <a:pt x="56440" y="263584"/>
                  </a:lnTo>
                  <a:lnTo>
                    <a:pt x="58752" y="252159"/>
                  </a:lnTo>
                  <a:lnTo>
                    <a:pt x="5875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0102180" y="2779563"/>
              <a:ext cx="31750" cy="177800"/>
            </a:xfrm>
            <a:custGeom>
              <a:avLst/>
              <a:gdLst/>
              <a:ahLst/>
              <a:cxnLst/>
              <a:rect l="l" t="t" r="r" b="b"/>
              <a:pathLst>
                <a:path w="31750" h="177800">
                  <a:moveTo>
                    <a:pt x="24198" y="0"/>
                  </a:moveTo>
                  <a:lnTo>
                    <a:pt x="6984" y="0"/>
                  </a:lnTo>
                  <a:lnTo>
                    <a:pt x="0" y="6973"/>
                  </a:lnTo>
                  <a:lnTo>
                    <a:pt x="0" y="177429"/>
                  </a:lnTo>
                  <a:lnTo>
                    <a:pt x="31171" y="177429"/>
                  </a:lnTo>
                  <a:lnTo>
                    <a:pt x="31171" y="6973"/>
                  </a:lnTo>
                  <a:lnTo>
                    <a:pt x="241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0194323" y="2869357"/>
              <a:ext cx="59055" cy="281940"/>
            </a:xfrm>
            <a:custGeom>
              <a:avLst/>
              <a:gdLst/>
              <a:ahLst/>
              <a:cxnLst/>
              <a:rect l="l" t="t" r="r" b="b"/>
              <a:pathLst>
                <a:path w="59054" h="281939">
                  <a:moveTo>
                    <a:pt x="58762" y="0"/>
                  </a:moveTo>
                  <a:lnTo>
                    <a:pt x="46595" y="0"/>
                  </a:lnTo>
                  <a:lnTo>
                    <a:pt x="46595" y="261656"/>
                  </a:lnTo>
                  <a:lnTo>
                    <a:pt x="38867" y="269384"/>
                  </a:lnTo>
                  <a:lnTo>
                    <a:pt x="19873" y="269384"/>
                  </a:lnTo>
                  <a:lnTo>
                    <a:pt x="12156" y="261656"/>
                  </a:lnTo>
                  <a:lnTo>
                    <a:pt x="12156" y="80416"/>
                  </a:lnTo>
                  <a:lnTo>
                    <a:pt x="0" y="80416"/>
                  </a:lnTo>
                  <a:lnTo>
                    <a:pt x="0" y="252159"/>
                  </a:lnTo>
                  <a:lnTo>
                    <a:pt x="2311" y="263584"/>
                  </a:lnTo>
                  <a:lnTo>
                    <a:pt x="8610" y="272924"/>
                  </a:lnTo>
                  <a:lnTo>
                    <a:pt x="17947" y="279228"/>
                  </a:lnTo>
                  <a:lnTo>
                    <a:pt x="29370" y="281541"/>
                  </a:lnTo>
                  <a:lnTo>
                    <a:pt x="40801" y="279228"/>
                  </a:lnTo>
                  <a:lnTo>
                    <a:pt x="50145" y="272924"/>
                  </a:lnTo>
                  <a:lnTo>
                    <a:pt x="56449" y="263584"/>
                  </a:lnTo>
                  <a:lnTo>
                    <a:pt x="58762" y="252159"/>
                  </a:lnTo>
                  <a:lnTo>
                    <a:pt x="5876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0186415" y="2779563"/>
              <a:ext cx="31750" cy="177800"/>
            </a:xfrm>
            <a:custGeom>
              <a:avLst/>
              <a:gdLst/>
              <a:ahLst/>
              <a:cxnLst/>
              <a:rect l="l" t="t" r="r" b="b"/>
              <a:pathLst>
                <a:path w="31750" h="177800">
                  <a:moveTo>
                    <a:pt x="24198" y="0"/>
                  </a:moveTo>
                  <a:lnTo>
                    <a:pt x="6984" y="0"/>
                  </a:lnTo>
                  <a:lnTo>
                    <a:pt x="0" y="6973"/>
                  </a:lnTo>
                  <a:lnTo>
                    <a:pt x="0" y="177429"/>
                  </a:lnTo>
                  <a:lnTo>
                    <a:pt x="31171" y="177429"/>
                  </a:lnTo>
                  <a:lnTo>
                    <a:pt x="31171" y="6973"/>
                  </a:lnTo>
                  <a:lnTo>
                    <a:pt x="241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0278558" y="2869357"/>
              <a:ext cx="59055" cy="281940"/>
            </a:xfrm>
            <a:custGeom>
              <a:avLst/>
              <a:gdLst/>
              <a:ahLst/>
              <a:cxnLst/>
              <a:rect l="l" t="t" r="r" b="b"/>
              <a:pathLst>
                <a:path w="59054" h="281939">
                  <a:moveTo>
                    <a:pt x="58762" y="0"/>
                  </a:moveTo>
                  <a:lnTo>
                    <a:pt x="46595" y="0"/>
                  </a:lnTo>
                  <a:lnTo>
                    <a:pt x="46595" y="261656"/>
                  </a:lnTo>
                  <a:lnTo>
                    <a:pt x="38867" y="269384"/>
                  </a:lnTo>
                  <a:lnTo>
                    <a:pt x="19873" y="269384"/>
                  </a:lnTo>
                  <a:lnTo>
                    <a:pt x="12156" y="261656"/>
                  </a:lnTo>
                  <a:lnTo>
                    <a:pt x="12156" y="80416"/>
                  </a:lnTo>
                  <a:lnTo>
                    <a:pt x="0" y="80416"/>
                  </a:lnTo>
                  <a:lnTo>
                    <a:pt x="0" y="252159"/>
                  </a:lnTo>
                  <a:lnTo>
                    <a:pt x="2311" y="263584"/>
                  </a:lnTo>
                  <a:lnTo>
                    <a:pt x="8610" y="272924"/>
                  </a:lnTo>
                  <a:lnTo>
                    <a:pt x="17947" y="279228"/>
                  </a:lnTo>
                  <a:lnTo>
                    <a:pt x="29370" y="281541"/>
                  </a:lnTo>
                  <a:lnTo>
                    <a:pt x="40801" y="279228"/>
                  </a:lnTo>
                  <a:lnTo>
                    <a:pt x="50145" y="272924"/>
                  </a:lnTo>
                  <a:lnTo>
                    <a:pt x="56449" y="263584"/>
                  </a:lnTo>
                  <a:lnTo>
                    <a:pt x="58762" y="252159"/>
                  </a:lnTo>
                  <a:lnTo>
                    <a:pt x="5876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0270649" y="2779563"/>
              <a:ext cx="31750" cy="177800"/>
            </a:xfrm>
            <a:custGeom>
              <a:avLst/>
              <a:gdLst/>
              <a:ahLst/>
              <a:cxnLst/>
              <a:rect l="l" t="t" r="r" b="b"/>
              <a:pathLst>
                <a:path w="31750" h="177800">
                  <a:moveTo>
                    <a:pt x="24198" y="0"/>
                  </a:moveTo>
                  <a:lnTo>
                    <a:pt x="6984" y="0"/>
                  </a:lnTo>
                  <a:lnTo>
                    <a:pt x="0" y="6973"/>
                  </a:lnTo>
                  <a:lnTo>
                    <a:pt x="0" y="177429"/>
                  </a:lnTo>
                  <a:lnTo>
                    <a:pt x="31171" y="177429"/>
                  </a:lnTo>
                  <a:lnTo>
                    <a:pt x="31171" y="6973"/>
                  </a:lnTo>
                  <a:lnTo>
                    <a:pt x="241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0362793" y="2869357"/>
              <a:ext cx="59055" cy="281940"/>
            </a:xfrm>
            <a:custGeom>
              <a:avLst/>
              <a:gdLst/>
              <a:ahLst/>
              <a:cxnLst/>
              <a:rect l="l" t="t" r="r" b="b"/>
              <a:pathLst>
                <a:path w="59054" h="281939">
                  <a:moveTo>
                    <a:pt x="58762" y="0"/>
                  </a:moveTo>
                  <a:lnTo>
                    <a:pt x="46595" y="0"/>
                  </a:lnTo>
                  <a:lnTo>
                    <a:pt x="46595" y="261656"/>
                  </a:lnTo>
                  <a:lnTo>
                    <a:pt x="38867" y="269384"/>
                  </a:lnTo>
                  <a:lnTo>
                    <a:pt x="19873" y="269384"/>
                  </a:lnTo>
                  <a:lnTo>
                    <a:pt x="12156" y="261656"/>
                  </a:lnTo>
                  <a:lnTo>
                    <a:pt x="12156" y="80416"/>
                  </a:lnTo>
                  <a:lnTo>
                    <a:pt x="0" y="80416"/>
                  </a:lnTo>
                  <a:lnTo>
                    <a:pt x="0" y="252159"/>
                  </a:lnTo>
                  <a:lnTo>
                    <a:pt x="2311" y="263584"/>
                  </a:lnTo>
                  <a:lnTo>
                    <a:pt x="8610" y="272924"/>
                  </a:lnTo>
                  <a:lnTo>
                    <a:pt x="17947" y="279228"/>
                  </a:lnTo>
                  <a:lnTo>
                    <a:pt x="29370" y="281541"/>
                  </a:lnTo>
                  <a:lnTo>
                    <a:pt x="40801" y="279228"/>
                  </a:lnTo>
                  <a:lnTo>
                    <a:pt x="50145" y="272924"/>
                  </a:lnTo>
                  <a:lnTo>
                    <a:pt x="56449" y="263584"/>
                  </a:lnTo>
                  <a:lnTo>
                    <a:pt x="58762" y="252159"/>
                  </a:lnTo>
                  <a:lnTo>
                    <a:pt x="5876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0354884" y="2779563"/>
              <a:ext cx="31750" cy="177800"/>
            </a:xfrm>
            <a:custGeom>
              <a:avLst/>
              <a:gdLst/>
              <a:ahLst/>
              <a:cxnLst/>
              <a:rect l="l" t="t" r="r" b="b"/>
              <a:pathLst>
                <a:path w="31750" h="177800">
                  <a:moveTo>
                    <a:pt x="24198" y="0"/>
                  </a:moveTo>
                  <a:lnTo>
                    <a:pt x="6984" y="0"/>
                  </a:lnTo>
                  <a:lnTo>
                    <a:pt x="0" y="6973"/>
                  </a:lnTo>
                  <a:lnTo>
                    <a:pt x="0" y="177429"/>
                  </a:lnTo>
                  <a:lnTo>
                    <a:pt x="31171" y="177429"/>
                  </a:lnTo>
                  <a:lnTo>
                    <a:pt x="31171" y="6973"/>
                  </a:lnTo>
                  <a:lnTo>
                    <a:pt x="241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0447028" y="2869357"/>
              <a:ext cx="59055" cy="281940"/>
            </a:xfrm>
            <a:custGeom>
              <a:avLst/>
              <a:gdLst/>
              <a:ahLst/>
              <a:cxnLst/>
              <a:rect l="l" t="t" r="r" b="b"/>
              <a:pathLst>
                <a:path w="59054" h="281939">
                  <a:moveTo>
                    <a:pt x="58762" y="0"/>
                  </a:moveTo>
                  <a:lnTo>
                    <a:pt x="46595" y="0"/>
                  </a:lnTo>
                  <a:lnTo>
                    <a:pt x="46595" y="261656"/>
                  </a:lnTo>
                  <a:lnTo>
                    <a:pt x="38867" y="269384"/>
                  </a:lnTo>
                  <a:lnTo>
                    <a:pt x="19873" y="269384"/>
                  </a:lnTo>
                  <a:lnTo>
                    <a:pt x="12156" y="261656"/>
                  </a:lnTo>
                  <a:lnTo>
                    <a:pt x="12156" y="80416"/>
                  </a:lnTo>
                  <a:lnTo>
                    <a:pt x="0" y="80416"/>
                  </a:lnTo>
                  <a:lnTo>
                    <a:pt x="0" y="252159"/>
                  </a:lnTo>
                  <a:lnTo>
                    <a:pt x="2311" y="263584"/>
                  </a:lnTo>
                  <a:lnTo>
                    <a:pt x="8610" y="272924"/>
                  </a:lnTo>
                  <a:lnTo>
                    <a:pt x="17947" y="279228"/>
                  </a:lnTo>
                  <a:lnTo>
                    <a:pt x="29370" y="281541"/>
                  </a:lnTo>
                  <a:lnTo>
                    <a:pt x="40801" y="279228"/>
                  </a:lnTo>
                  <a:lnTo>
                    <a:pt x="50145" y="272924"/>
                  </a:lnTo>
                  <a:lnTo>
                    <a:pt x="56449" y="263584"/>
                  </a:lnTo>
                  <a:lnTo>
                    <a:pt x="58762" y="252159"/>
                  </a:lnTo>
                  <a:lnTo>
                    <a:pt x="5876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0439119" y="2779563"/>
              <a:ext cx="31750" cy="177800"/>
            </a:xfrm>
            <a:custGeom>
              <a:avLst/>
              <a:gdLst/>
              <a:ahLst/>
              <a:cxnLst/>
              <a:rect l="l" t="t" r="r" b="b"/>
              <a:pathLst>
                <a:path w="31750" h="177800">
                  <a:moveTo>
                    <a:pt x="24198" y="0"/>
                  </a:moveTo>
                  <a:lnTo>
                    <a:pt x="6984" y="0"/>
                  </a:lnTo>
                  <a:lnTo>
                    <a:pt x="0" y="6973"/>
                  </a:lnTo>
                  <a:lnTo>
                    <a:pt x="0" y="177429"/>
                  </a:lnTo>
                  <a:lnTo>
                    <a:pt x="31171" y="177429"/>
                  </a:lnTo>
                  <a:lnTo>
                    <a:pt x="31171" y="6973"/>
                  </a:lnTo>
                  <a:lnTo>
                    <a:pt x="241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0531263" y="2869357"/>
              <a:ext cx="59055" cy="281940"/>
            </a:xfrm>
            <a:custGeom>
              <a:avLst/>
              <a:gdLst/>
              <a:ahLst/>
              <a:cxnLst/>
              <a:rect l="l" t="t" r="r" b="b"/>
              <a:pathLst>
                <a:path w="59054" h="281939">
                  <a:moveTo>
                    <a:pt x="58762" y="0"/>
                  </a:moveTo>
                  <a:lnTo>
                    <a:pt x="46595" y="0"/>
                  </a:lnTo>
                  <a:lnTo>
                    <a:pt x="46595" y="261656"/>
                  </a:lnTo>
                  <a:lnTo>
                    <a:pt x="38867" y="269384"/>
                  </a:lnTo>
                  <a:lnTo>
                    <a:pt x="19873" y="269384"/>
                  </a:lnTo>
                  <a:lnTo>
                    <a:pt x="12156" y="261656"/>
                  </a:lnTo>
                  <a:lnTo>
                    <a:pt x="12156" y="80416"/>
                  </a:lnTo>
                  <a:lnTo>
                    <a:pt x="0" y="80416"/>
                  </a:lnTo>
                  <a:lnTo>
                    <a:pt x="0" y="252159"/>
                  </a:lnTo>
                  <a:lnTo>
                    <a:pt x="2311" y="263584"/>
                  </a:lnTo>
                  <a:lnTo>
                    <a:pt x="8610" y="272924"/>
                  </a:lnTo>
                  <a:lnTo>
                    <a:pt x="17947" y="279228"/>
                  </a:lnTo>
                  <a:lnTo>
                    <a:pt x="29370" y="281541"/>
                  </a:lnTo>
                  <a:lnTo>
                    <a:pt x="40801" y="279228"/>
                  </a:lnTo>
                  <a:lnTo>
                    <a:pt x="50145" y="272924"/>
                  </a:lnTo>
                  <a:lnTo>
                    <a:pt x="56449" y="263584"/>
                  </a:lnTo>
                  <a:lnTo>
                    <a:pt x="58762" y="252159"/>
                  </a:lnTo>
                  <a:lnTo>
                    <a:pt x="5876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0523354" y="2779563"/>
              <a:ext cx="31750" cy="177800"/>
            </a:xfrm>
            <a:custGeom>
              <a:avLst/>
              <a:gdLst/>
              <a:ahLst/>
              <a:cxnLst/>
              <a:rect l="l" t="t" r="r" b="b"/>
              <a:pathLst>
                <a:path w="31750" h="177800">
                  <a:moveTo>
                    <a:pt x="24198" y="0"/>
                  </a:moveTo>
                  <a:lnTo>
                    <a:pt x="6984" y="0"/>
                  </a:lnTo>
                  <a:lnTo>
                    <a:pt x="0" y="6973"/>
                  </a:lnTo>
                  <a:lnTo>
                    <a:pt x="0" y="177429"/>
                  </a:lnTo>
                  <a:lnTo>
                    <a:pt x="31171" y="177429"/>
                  </a:lnTo>
                  <a:lnTo>
                    <a:pt x="31171" y="6973"/>
                  </a:lnTo>
                  <a:lnTo>
                    <a:pt x="241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0615498" y="2869357"/>
              <a:ext cx="59055" cy="281940"/>
            </a:xfrm>
            <a:custGeom>
              <a:avLst/>
              <a:gdLst/>
              <a:ahLst/>
              <a:cxnLst/>
              <a:rect l="l" t="t" r="r" b="b"/>
              <a:pathLst>
                <a:path w="59054" h="281939">
                  <a:moveTo>
                    <a:pt x="58762" y="0"/>
                  </a:moveTo>
                  <a:lnTo>
                    <a:pt x="46595" y="0"/>
                  </a:lnTo>
                  <a:lnTo>
                    <a:pt x="46595" y="261656"/>
                  </a:lnTo>
                  <a:lnTo>
                    <a:pt x="38867" y="269384"/>
                  </a:lnTo>
                  <a:lnTo>
                    <a:pt x="19873" y="269384"/>
                  </a:lnTo>
                  <a:lnTo>
                    <a:pt x="12156" y="261656"/>
                  </a:lnTo>
                  <a:lnTo>
                    <a:pt x="12156" y="80416"/>
                  </a:lnTo>
                  <a:lnTo>
                    <a:pt x="0" y="80416"/>
                  </a:lnTo>
                  <a:lnTo>
                    <a:pt x="0" y="252159"/>
                  </a:lnTo>
                  <a:lnTo>
                    <a:pt x="2311" y="263584"/>
                  </a:lnTo>
                  <a:lnTo>
                    <a:pt x="8610" y="272924"/>
                  </a:lnTo>
                  <a:lnTo>
                    <a:pt x="17947" y="279228"/>
                  </a:lnTo>
                  <a:lnTo>
                    <a:pt x="29370" y="281541"/>
                  </a:lnTo>
                  <a:lnTo>
                    <a:pt x="40801" y="279228"/>
                  </a:lnTo>
                  <a:lnTo>
                    <a:pt x="50145" y="272924"/>
                  </a:lnTo>
                  <a:lnTo>
                    <a:pt x="56449" y="263584"/>
                  </a:lnTo>
                  <a:lnTo>
                    <a:pt x="58762" y="252159"/>
                  </a:lnTo>
                  <a:lnTo>
                    <a:pt x="5876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0607588" y="2779563"/>
              <a:ext cx="31750" cy="177800"/>
            </a:xfrm>
            <a:custGeom>
              <a:avLst/>
              <a:gdLst/>
              <a:ahLst/>
              <a:cxnLst/>
              <a:rect l="l" t="t" r="r" b="b"/>
              <a:pathLst>
                <a:path w="31750" h="177800">
                  <a:moveTo>
                    <a:pt x="24198" y="0"/>
                  </a:moveTo>
                  <a:lnTo>
                    <a:pt x="6984" y="0"/>
                  </a:lnTo>
                  <a:lnTo>
                    <a:pt x="0" y="6973"/>
                  </a:lnTo>
                  <a:lnTo>
                    <a:pt x="0" y="177429"/>
                  </a:lnTo>
                  <a:lnTo>
                    <a:pt x="31171" y="177429"/>
                  </a:lnTo>
                  <a:lnTo>
                    <a:pt x="31171" y="6973"/>
                  </a:lnTo>
                  <a:lnTo>
                    <a:pt x="241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7" name="object 167" descr=""/>
          <p:cNvSpPr/>
          <p:nvPr/>
        </p:nvSpPr>
        <p:spPr>
          <a:xfrm>
            <a:off x="8366006" y="3222756"/>
            <a:ext cx="875030" cy="118110"/>
          </a:xfrm>
          <a:custGeom>
            <a:avLst/>
            <a:gdLst/>
            <a:ahLst/>
            <a:cxnLst/>
            <a:rect l="l" t="t" r="r" b="b"/>
            <a:pathLst>
              <a:path w="875029" h="118110">
                <a:moveTo>
                  <a:pt x="757024" y="0"/>
                </a:moveTo>
                <a:lnTo>
                  <a:pt x="58930" y="0"/>
                </a:lnTo>
                <a:lnTo>
                  <a:pt x="35993" y="4631"/>
                </a:lnTo>
                <a:lnTo>
                  <a:pt x="17261" y="17261"/>
                </a:lnTo>
                <a:lnTo>
                  <a:pt x="4631" y="35993"/>
                </a:lnTo>
                <a:lnTo>
                  <a:pt x="0" y="58930"/>
                </a:lnTo>
                <a:lnTo>
                  <a:pt x="4631" y="81867"/>
                </a:lnTo>
                <a:lnTo>
                  <a:pt x="17261" y="100599"/>
                </a:lnTo>
                <a:lnTo>
                  <a:pt x="35993" y="113228"/>
                </a:lnTo>
                <a:lnTo>
                  <a:pt x="58930" y="117860"/>
                </a:lnTo>
                <a:lnTo>
                  <a:pt x="874884" y="117860"/>
                </a:lnTo>
                <a:lnTo>
                  <a:pt x="865621" y="71986"/>
                </a:lnTo>
                <a:lnTo>
                  <a:pt x="840361" y="34522"/>
                </a:lnTo>
                <a:lnTo>
                  <a:pt x="802898" y="9262"/>
                </a:lnTo>
                <a:lnTo>
                  <a:pt x="757024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8" name="object 168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959187" y="2431022"/>
            <a:ext cx="246209" cy="171226"/>
          </a:xfrm>
          <a:prstGeom prst="rect">
            <a:avLst/>
          </a:prstGeom>
        </p:spPr>
      </p:pic>
      <p:grpSp>
        <p:nvGrpSpPr>
          <p:cNvPr id="169" name="object 169" descr=""/>
          <p:cNvGrpSpPr/>
          <p:nvPr/>
        </p:nvGrpSpPr>
        <p:grpSpPr>
          <a:xfrm>
            <a:off x="7596052" y="2265868"/>
            <a:ext cx="2726055" cy="2292350"/>
            <a:chOff x="7596052" y="2265868"/>
            <a:chExt cx="2726055" cy="2292350"/>
          </a:xfrm>
        </p:grpSpPr>
        <p:sp>
          <p:nvSpPr>
            <p:cNvPr id="170" name="object 170" descr=""/>
            <p:cNvSpPr/>
            <p:nvPr/>
          </p:nvSpPr>
          <p:spPr>
            <a:xfrm>
              <a:off x="8990624" y="4376369"/>
              <a:ext cx="1331595" cy="181610"/>
            </a:xfrm>
            <a:custGeom>
              <a:avLst/>
              <a:gdLst/>
              <a:ahLst/>
              <a:cxnLst/>
              <a:rect l="l" t="t" r="r" b="b"/>
              <a:pathLst>
                <a:path w="1331595" h="181610">
                  <a:moveTo>
                    <a:pt x="1261385" y="0"/>
                  </a:moveTo>
                  <a:lnTo>
                    <a:pt x="69966" y="0"/>
                  </a:lnTo>
                  <a:lnTo>
                    <a:pt x="42733" y="5497"/>
                  </a:lnTo>
                  <a:lnTo>
                    <a:pt x="20494" y="20490"/>
                  </a:lnTo>
                  <a:lnTo>
                    <a:pt x="5498" y="42729"/>
                  </a:lnTo>
                  <a:lnTo>
                    <a:pt x="0" y="69966"/>
                  </a:lnTo>
                  <a:lnTo>
                    <a:pt x="0" y="181554"/>
                  </a:lnTo>
                  <a:lnTo>
                    <a:pt x="1331352" y="181554"/>
                  </a:lnTo>
                  <a:lnTo>
                    <a:pt x="1331352" y="69966"/>
                  </a:lnTo>
                  <a:lnTo>
                    <a:pt x="1325853" y="42729"/>
                  </a:lnTo>
                  <a:lnTo>
                    <a:pt x="1310857" y="20490"/>
                  </a:lnTo>
                  <a:lnTo>
                    <a:pt x="1288618" y="5497"/>
                  </a:lnTo>
                  <a:lnTo>
                    <a:pt x="1261385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8333065" y="4267954"/>
              <a:ext cx="1005205" cy="109855"/>
            </a:xfrm>
            <a:custGeom>
              <a:avLst/>
              <a:gdLst/>
              <a:ahLst/>
              <a:cxnLst/>
              <a:rect l="l" t="t" r="r" b="b"/>
              <a:pathLst>
                <a:path w="1005204" h="109854">
                  <a:moveTo>
                    <a:pt x="1004618" y="0"/>
                  </a:moveTo>
                  <a:lnTo>
                    <a:pt x="0" y="0"/>
                  </a:lnTo>
                  <a:lnTo>
                    <a:pt x="0" y="109431"/>
                  </a:lnTo>
                  <a:lnTo>
                    <a:pt x="1004618" y="109431"/>
                  </a:lnTo>
                  <a:lnTo>
                    <a:pt x="1004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9335820" y="4310340"/>
              <a:ext cx="705485" cy="67310"/>
            </a:xfrm>
            <a:custGeom>
              <a:avLst/>
              <a:gdLst/>
              <a:ahLst/>
              <a:cxnLst/>
              <a:rect l="l" t="t" r="r" b="b"/>
              <a:pathLst>
                <a:path w="705484" h="67310">
                  <a:moveTo>
                    <a:pt x="0" y="67045"/>
                  </a:moveTo>
                  <a:lnTo>
                    <a:pt x="705245" y="67045"/>
                  </a:lnTo>
                  <a:lnTo>
                    <a:pt x="705245" y="0"/>
                  </a:lnTo>
                  <a:lnTo>
                    <a:pt x="0" y="0"/>
                  </a:lnTo>
                  <a:lnTo>
                    <a:pt x="0" y="6704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7980464" y="3794790"/>
              <a:ext cx="1360805" cy="515620"/>
            </a:xfrm>
            <a:custGeom>
              <a:avLst/>
              <a:gdLst/>
              <a:ahLst/>
              <a:cxnLst/>
              <a:rect l="l" t="t" r="r" b="b"/>
              <a:pathLst>
                <a:path w="1360804" h="515620">
                  <a:moveTo>
                    <a:pt x="1360209" y="0"/>
                  </a:moveTo>
                  <a:lnTo>
                    <a:pt x="0" y="0"/>
                  </a:lnTo>
                  <a:lnTo>
                    <a:pt x="0" y="388302"/>
                  </a:lnTo>
                  <a:lnTo>
                    <a:pt x="9999" y="437829"/>
                  </a:lnTo>
                  <a:lnTo>
                    <a:pt x="37269" y="478274"/>
                  </a:lnTo>
                  <a:lnTo>
                    <a:pt x="77715" y="505544"/>
                  </a:lnTo>
                  <a:lnTo>
                    <a:pt x="127242" y="515544"/>
                  </a:lnTo>
                  <a:lnTo>
                    <a:pt x="1360209" y="515544"/>
                  </a:lnTo>
                  <a:lnTo>
                    <a:pt x="1360209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7980464" y="3758317"/>
              <a:ext cx="2160270" cy="552450"/>
            </a:xfrm>
            <a:custGeom>
              <a:avLst/>
              <a:gdLst/>
              <a:ahLst/>
              <a:cxnLst/>
              <a:rect l="l" t="t" r="r" b="b"/>
              <a:pathLst>
                <a:path w="2160270" h="552450">
                  <a:moveTo>
                    <a:pt x="751281" y="0"/>
                  </a:moveTo>
                  <a:lnTo>
                    <a:pt x="0" y="0"/>
                  </a:lnTo>
                  <a:lnTo>
                    <a:pt x="0" y="337350"/>
                  </a:lnTo>
                  <a:lnTo>
                    <a:pt x="9944" y="386626"/>
                  </a:lnTo>
                  <a:lnTo>
                    <a:pt x="37071" y="426872"/>
                  </a:lnTo>
                  <a:lnTo>
                    <a:pt x="77317" y="453999"/>
                  </a:lnTo>
                  <a:lnTo>
                    <a:pt x="126593" y="463943"/>
                  </a:lnTo>
                  <a:lnTo>
                    <a:pt x="624687" y="463943"/>
                  </a:lnTo>
                  <a:lnTo>
                    <a:pt x="673963" y="453999"/>
                  </a:lnTo>
                  <a:lnTo>
                    <a:pt x="714197" y="426872"/>
                  </a:lnTo>
                  <a:lnTo>
                    <a:pt x="741337" y="386626"/>
                  </a:lnTo>
                  <a:lnTo>
                    <a:pt x="751281" y="337350"/>
                  </a:lnTo>
                  <a:lnTo>
                    <a:pt x="751281" y="0"/>
                  </a:lnTo>
                  <a:close/>
                </a:path>
                <a:path w="2160270" h="552450">
                  <a:moveTo>
                    <a:pt x="2160054" y="363664"/>
                  </a:moveTo>
                  <a:lnTo>
                    <a:pt x="1355293" y="363664"/>
                  </a:lnTo>
                  <a:lnTo>
                    <a:pt x="1355293" y="552030"/>
                  </a:lnTo>
                  <a:lnTo>
                    <a:pt x="2160054" y="552030"/>
                  </a:lnTo>
                  <a:lnTo>
                    <a:pt x="2160054" y="363664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7596052" y="2591103"/>
              <a:ext cx="2029460" cy="1571625"/>
            </a:xfrm>
            <a:custGeom>
              <a:avLst/>
              <a:gdLst/>
              <a:ahLst/>
              <a:cxnLst/>
              <a:rect l="l" t="t" r="r" b="b"/>
              <a:pathLst>
                <a:path w="2029459" h="1571625">
                  <a:moveTo>
                    <a:pt x="463443" y="0"/>
                  </a:moveTo>
                  <a:lnTo>
                    <a:pt x="120008" y="0"/>
                  </a:lnTo>
                  <a:lnTo>
                    <a:pt x="76022" y="8189"/>
                  </a:lnTo>
                  <a:lnTo>
                    <a:pt x="39592" y="30527"/>
                  </a:lnTo>
                  <a:lnTo>
                    <a:pt x="13368" y="63664"/>
                  </a:lnTo>
                  <a:lnTo>
                    <a:pt x="0" y="104254"/>
                  </a:lnTo>
                  <a:lnTo>
                    <a:pt x="2137" y="148948"/>
                  </a:lnTo>
                  <a:lnTo>
                    <a:pt x="218309" y="1064574"/>
                  </a:lnTo>
                  <a:lnTo>
                    <a:pt x="235681" y="1109679"/>
                  </a:lnTo>
                  <a:lnTo>
                    <a:pt x="263702" y="1147532"/>
                  </a:lnTo>
                  <a:lnTo>
                    <a:pt x="300359" y="1176541"/>
                  </a:lnTo>
                  <a:lnTo>
                    <a:pt x="343638" y="1195114"/>
                  </a:lnTo>
                  <a:lnTo>
                    <a:pt x="391529" y="1201659"/>
                  </a:lnTo>
                  <a:lnTo>
                    <a:pt x="1010609" y="1201659"/>
                  </a:lnTo>
                  <a:lnTo>
                    <a:pt x="1050375" y="1205153"/>
                  </a:lnTo>
                  <a:lnTo>
                    <a:pt x="1088638" y="1215427"/>
                  </a:lnTo>
                  <a:lnTo>
                    <a:pt x="1124546" y="1232170"/>
                  </a:lnTo>
                  <a:lnTo>
                    <a:pt x="1157244" y="1255071"/>
                  </a:lnTo>
                  <a:lnTo>
                    <a:pt x="1480103" y="1498634"/>
                  </a:lnTo>
                  <a:lnTo>
                    <a:pt x="1524691" y="1529864"/>
                  </a:lnTo>
                  <a:lnTo>
                    <a:pt x="1573662" y="1552700"/>
                  </a:lnTo>
                  <a:lnTo>
                    <a:pt x="1625846" y="1566714"/>
                  </a:lnTo>
                  <a:lnTo>
                    <a:pt x="1680076" y="1571480"/>
                  </a:lnTo>
                  <a:lnTo>
                    <a:pt x="2028840" y="1571480"/>
                  </a:lnTo>
                  <a:lnTo>
                    <a:pt x="1361143" y="1071967"/>
                  </a:lnTo>
                  <a:lnTo>
                    <a:pt x="1053121" y="1023340"/>
                  </a:lnTo>
                  <a:lnTo>
                    <a:pt x="899115" y="374889"/>
                  </a:lnTo>
                  <a:lnTo>
                    <a:pt x="46344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8662860" y="3567537"/>
              <a:ext cx="1460500" cy="597535"/>
            </a:xfrm>
            <a:custGeom>
              <a:avLst/>
              <a:gdLst/>
              <a:ahLst/>
              <a:cxnLst/>
              <a:rect l="l" t="t" r="r" b="b"/>
              <a:pathLst>
                <a:path w="1460500" h="597535">
                  <a:moveTo>
                    <a:pt x="1460296" y="557199"/>
                  </a:moveTo>
                  <a:lnTo>
                    <a:pt x="1441970" y="513892"/>
                  </a:lnTo>
                  <a:lnTo>
                    <a:pt x="864476" y="44018"/>
                  </a:lnTo>
                  <a:lnTo>
                    <a:pt x="806361" y="11328"/>
                  </a:lnTo>
                  <a:lnTo>
                    <a:pt x="740651" y="0"/>
                  </a:lnTo>
                  <a:lnTo>
                    <a:pt x="45618" y="0"/>
                  </a:lnTo>
                  <a:lnTo>
                    <a:pt x="25971" y="4368"/>
                  </a:lnTo>
                  <a:lnTo>
                    <a:pt x="10502" y="16141"/>
                  </a:lnTo>
                  <a:lnTo>
                    <a:pt x="1181" y="33362"/>
                  </a:lnTo>
                  <a:lnTo>
                    <a:pt x="0" y="54025"/>
                  </a:lnTo>
                  <a:lnTo>
                    <a:pt x="5829" y="69634"/>
                  </a:lnTo>
                  <a:lnTo>
                    <a:pt x="16789" y="81800"/>
                  </a:lnTo>
                  <a:lnTo>
                    <a:pt x="31381" y="89700"/>
                  </a:lnTo>
                  <a:lnTo>
                    <a:pt x="48094" y="92506"/>
                  </a:lnTo>
                  <a:lnTo>
                    <a:pt x="148069" y="92506"/>
                  </a:lnTo>
                  <a:lnTo>
                    <a:pt x="685380" y="597433"/>
                  </a:lnTo>
                  <a:lnTo>
                    <a:pt x="1389964" y="590219"/>
                  </a:lnTo>
                  <a:lnTo>
                    <a:pt x="1392059" y="591629"/>
                  </a:lnTo>
                  <a:lnTo>
                    <a:pt x="1399286" y="594868"/>
                  </a:lnTo>
                  <a:lnTo>
                    <a:pt x="1406817" y="596798"/>
                  </a:lnTo>
                  <a:lnTo>
                    <a:pt x="1414500" y="597433"/>
                  </a:lnTo>
                  <a:lnTo>
                    <a:pt x="1426502" y="595858"/>
                  </a:lnTo>
                  <a:lnTo>
                    <a:pt x="1437779" y="591172"/>
                  </a:lnTo>
                  <a:lnTo>
                    <a:pt x="1447660" y="583450"/>
                  </a:lnTo>
                  <a:lnTo>
                    <a:pt x="1455458" y="572757"/>
                  </a:lnTo>
                  <a:lnTo>
                    <a:pt x="1460296" y="557199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7704477" y="2536391"/>
              <a:ext cx="836294" cy="887730"/>
            </a:xfrm>
            <a:custGeom>
              <a:avLst/>
              <a:gdLst/>
              <a:ahLst/>
              <a:cxnLst/>
              <a:rect l="l" t="t" r="r" b="b"/>
              <a:pathLst>
                <a:path w="836295" h="887729">
                  <a:moveTo>
                    <a:pt x="606567" y="0"/>
                  </a:moveTo>
                  <a:lnTo>
                    <a:pt x="63631" y="0"/>
                  </a:lnTo>
                  <a:lnTo>
                    <a:pt x="34887" y="6644"/>
                  </a:lnTo>
                  <a:lnTo>
                    <a:pt x="12877" y="24308"/>
                  </a:lnTo>
                  <a:lnTo>
                    <a:pt x="337" y="49589"/>
                  </a:lnTo>
                  <a:lnTo>
                    <a:pt x="0" y="79086"/>
                  </a:lnTo>
                  <a:lnTo>
                    <a:pt x="165984" y="836372"/>
                  </a:lnTo>
                  <a:lnTo>
                    <a:pt x="174383" y="856982"/>
                  </a:lnTo>
                  <a:lnTo>
                    <a:pt x="188775" y="873178"/>
                  </a:lnTo>
                  <a:lnTo>
                    <a:pt x="207677" y="883769"/>
                  </a:lnTo>
                  <a:lnTo>
                    <a:pt x="229605" y="887564"/>
                  </a:lnTo>
                  <a:lnTo>
                    <a:pt x="772552" y="887564"/>
                  </a:lnTo>
                  <a:lnTo>
                    <a:pt x="801292" y="880921"/>
                  </a:lnTo>
                  <a:lnTo>
                    <a:pt x="823302" y="863260"/>
                  </a:lnTo>
                  <a:lnTo>
                    <a:pt x="835844" y="837979"/>
                  </a:lnTo>
                  <a:lnTo>
                    <a:pt x="836183" y="808478"/>
                  </a:lnTo>
                  <a:lnTo>
                    <a:pt x="670199" y="51192"/>
                  </a:lnTo>
                  <a:lnTo>
                    <a:pt x="661795" y="30581"/>
                  </a:lnTo>
                  <a:lnTo>
                    <a:pt x="647403" y="14385"/>
                  </a:lnTo>
                  <a:lnTo>
                    <a:pt x="628500" y="3794"/>
                  </a:lnTo>
                  <a:lnTo>
                    <a:pt x="606567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7807821" y="2536391"/>
              <a:ext cx="836294" cy="887730"/>
            </a:xfrm>
            <a:custGeom>
              <a:avLst/>
              <a:gdLst/>
              <a:ahLst/>
              <a:cxnLst/>
              <a:rect l="l" t="t" r="r" b="b"/>
              <a:pathLst>
                <a:path w="836295" h="887729">
                  <a:moveTo>
                    <a:pt x="606567" y="0"/>
                  </a:moveTo>
                  <a:lnTo>
                    <a:pt x="63631" y="0"/>
                  </a:lnTo>
                  <a:lnTo>
                    <a:pt x="34887" y="6644"/>
                  </a:lnTo>
                  <a:lnTo>
                    <a:pt x="12877" y="24308"/>
                  </a:lnTo>
                  <a:lnTo>
                    <a:pt x="337" y="49589"/>
                  </a:lnTo>
                  <a:lnTo>
                    <a:pt x="0" y="79086"/>
                  </a:lnTo>
                  <a:lnTo>
                    <a:pt x="165984" y="836372"/>
                  </a:lnTo>
                  <a:lnTo>
                    <a:pt x="174383" y="856982"/>
                  </a:lnTo>
                  <a:lnTo>
                    <a:pt x="188776" y="873178"/>
                  </a:lnTo>
                  <a:lnTo>
                    <a:pt x="207681" y="883769"/>
                  </a:lnTo>
                  <a:lnTo>
                    <a:pt x="229616" y="887564"/>
                  </a:lnTo>
                  <a:lnTo>
                    <a:pt x="772552" y="887564"/>
                  </a:lnTo>
                  <a:lnTo>
                    <a:pt x="801296" y="880921"/>
                  </a:lnTo>
                  <a:lnTo>
                    <a:pt x="823306" y="863260"/>
                  </a:lnTo>
                  <a:lnTo>
                    <a:pt x="835846" y="837979"/>
                  </a:lnTo>
                  <a:lnTo>
                    <a:pt x="836183" y="808478"/>
                  </a:lnTo>
                  <a:lnTo>
                    <a:pt x="670199" y="51192"/>
                  </a:lnTo>
                  <a:lnTo>
                    <a:pt x="661795" y="30581"/>
                  </a:lnTo>
                  <a:lnTo>
                    <a:pt x="647403" y="14385"/>
                  </a:lnTo>
                  <a:lnTo>
                    <a:pt x="628500" y="3794"/>
                  </a:lnTo>
                  <a:lnTo>
                    <a:pt x="606567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7787780" y="2265876"/>
              <a:ext cx="2466340" cy="1924050"/>
            </a:xfrm>
            <a:custGeom>
              <a:avLst/>
              <a:gdLst/>
              <a:ahLst/>
              <a:cxnLst/>
              <a:rect l="l" t="t" r="r" b="b"/>
              <a:pathLst>
                <a:path w="2466340" h="1924050">
                  <a:moveTo>
                    <a:pt x="498830" y="131102"/>
                  </a:moveTo>
                  <a:lnTo>
                    <a:pt x="497624" y="89700"/>
                  </a:lnTo>
                  <a:lnTo>
                    <a:pt x="483082" y="53606"/>
                  </a:lnTo>
                  <a:lnTo>
                    <a:pt x="424992" y="6654"/>
                  </a:lnTo>
                  <a:lnTo>
                    <a:pt x="386664" y="0"/>
                  </a:lnTo>
                  <a:lnTo>
                    <a:pt x="112166" y="0"/>
                  </a:lnTo>
                  <a:lnTo>
                    <a:pt x="71437" y="7493"/>
                  </a:lnTo>
                  <a:lnTo>
                    <a:pt x="37541" y="27965"/>
                  </a:lnTo>
                  <a:lnTo>
                    <a:pt x="12915" y="58420"/>
                  </a:lnTo>
                  <a:lnTo>
                    <a:pt x="0" y="95846"/>
                  </a:lnTo>
                  <a:lnTo>
                    <a:pt x="1206" y="137248"/>
                  </a:lnTo>
                  <a:lnTo>
                    <a:pt x="15760" y="173342"/>
                  </a:lnTo>
                  <a:lnTo>
                    <a:pt x="40830" y="201726"/>
                  </a:lnTo>
                  <a:lnTo>
                    <a:pt x="73837" y="220294"/>
                  </a:lnTo>
                  <a:lnTo>
                    <a:pt x="112166" y="226949"/>
                  </a:lnTo>
                  <a:lnTo>
                    <a:pt x="386664" y="226949"/>
                  </a:lnTo>
                  <a:lnTo>
                    <a:pt x="427405" y="219456"/>
                  </a:lnTo>
                  <a:lnTo>
                    <a:pt x="461289" y="198983"/>
                  </a:lnTo>
                  <a:lnTo>
                    <a:pt x="485914" y="168529"/>
                  </a:lnTo>
                  <a:lnTo>
                    <a:pt x="498830" y="131102"/>
                  </a:lnTo>
                  <a:close/>
                </a:path>
                <a:path w="2466340" h="1924050">
                  <a:moveTo>
                    <a:pt x="1600936" y="1858860"/>
                  </a:moveTo>
                  <a:lnTo>
                    <a:pt x="1582610" y="1815553"/>
                  </a:lnTo>
                  <a:lnTo>
                    <a:pt x="1005116" y="1345679"/>
                  </a:lnTo>
                  <a:lnTo>
                    <a:pt x="946988" y="1312989"/>
                  </a:lnTo>
                  <a:lnTo>
                    <a:pt x="881278" y="1301661"/>
                  </a:lnTo>
                  <a:lnTo>
                    <a:pt x="186258" y="1301661"/>
                  </a:lnTo>
                  <a:lnTo>
                    <a:pt x="166611" y="1306029"/>
                  </a:lnTo>
                  <a:lnTo>
                    <a:pt x="151142" y="1317802"/>
                  </a:lnTo>
                  <a:lnTo>
                    <a:pt x="141820" y="1335024"/>
                  </a:lnTo>
                  <a:lnTo>
                    <a:pt x="140627" y="1355686"/>
                  </a:lnTo>
                  <a:lnTo>
                    <a:pt x="146469" y="1371295"/>
                  </a:lnTo>
                  <a:lnTo>
                    <a:pt x="157429" y="1383461"/>
                  </a:lnTo>
                  <a:lnTo>
                    <a:pt x="172008" y="1391361"/>
                  </a:lnTo>
                  <a:lnTo>
                    <a:pt x="188722" y="1394167"/>
                  </a:lnTo>
                  <a:lnTo>
                    <a:pt x="848398" y="1394167"/>
                  </a:lnTo>
                  <a:lnTo>
                    <a:pt x="881862" y="1397050"/>
                  </a:lnTo>
                  <a:lnTo>
                    <a:pt x="914107" y="1405496"/>
                  </a:lnTo>
                  <a:lnTo>
                    <a:pt x="944473" y="1419288"/>
                  </a:lnTo>
                  <a:lnTo>
                    <a:pt x="972235" y="1438186"/>
                  </a:lnTo>
                  <a:lnTo>
                    <a:pt x="1525955" y="1888718"/>
                  </a:lnTo>
                  <a:lnTo>
                    <a:pt x="1532699" y="1893290"/>
                  </a:lnTo>
                  <a:lnTo>
                    <a:pt x="1539925" y="1896529"/>
                  </a:lnTo>
                  <a:lnTo>
                    <a:pt x="1547456" y="1898459"/>
                  </a:lnTo>
                  <a:lnTo>
                    <a:pt x="1555127" y="1899094"/>
                  </a:lnTo>
                  <a:lnTo>
                    <a:pt x="1567141" y="1897519"/>
                  </a:lnTo>
                  <a:lnTo>
                    <a:pt x="1578419" y="1892833"/>
                  </a:lnTo>
                  <a:lnTo>
                    <a:pt x="1588287" y="1885111"/>
                  </a:lnTo>
                  <a:lnTo>
                    <a:pt x="1596097" y="1874418"/>
                  </a:lnTo>
                  <a:lnTo>
                    <a:pt x="1600936" y="1858860"/>
                  </a:lnTo>
                  <a:close/>
                </a:path>
                <a:path w="2466340" h="1924050">
                  <a:moveTo>
                    <a:pt x="2466314" y="1877212"/>
                  </a:moveTo>
                  <a:lnTo>
                    <a:pt x="2462631" y="1858987"/>
                  </a:lnTo>
                  <a:lnTo>
                    <a:pt x="2452598" y="1844116"/>
                  </a:lnTo>
                  <a:lnTo>
                    <a:pt x="2437714" y="1834083"/>
                  </a:lnTo>
                  <a:lnTo>
                    <a:pt x="2419489" y="1830400"/>
                  </a:lnTo>
                  <a:lnTo>
                    <a:pt x="1696542" y="1830400"/>
                  </a:lnTo>
                  <a:lnTo>
                    <a:pt x="1678317" y="1834083"/>
                  </a:lnTo>
                  <a:lnTo>
                    <a:pt x="1663446" y="1844116"/>
                  </a:lnTo>
                  <a:lnTo>
                    <a:pt x="1653413" y="1858987"/>
                  </a:lnTo>
                  <a:lnTo>
                    <a:pt x="1649730" y="1877212"/>
                  </a:lnTo>
                  <a:lnTo>
                    <a:pt x="1653413" y="1895436"/>
                  </a:lnTo>
                  <a:lnTo>
                    <a:pt x="1663446" y="1910308"/>
                  </a:lnTo>
                  <a:lnTo>
                    <a:pt x="1678317" y="1920341"/>
                  </a:lnTo>
                  <a:lnTo>
                    <a:pt x="1696542" y="1924024"/>
                  </a:lnTo>
                  <a:lnTo>
                    <a:pt x="2419489" y="1924024"/>
                  </a:lnTo>
                  <a:lnTo>
                    <a:pt x="2437714" y="1920341"/>
                  </a:lnTo>
                  <a:lnTo>
                    <a:pt x="2452598" y="1910308"/>
                  </a:lnTo>
                  <a:lnTo>
                    <a:pt x="2462631" y="1895436"/>
                  </a:lnTo>
                  <a:lnTo>
                    <a:pt x="2466314" y="1877212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7867829" y="2265868"/>
              <a:ext cx="499109" cy="227329"/>
            </a:xfrm>
            <a:custGeom>
              <a:avLst/>
              <a:gdLst/>
              <a:ahLst/>
              <a:cxnLst/>
              <a:rect l="l" t="t" r="r" b="b"/>
              <a:pathLst>
                <a:path w="499109" h="227330">
                  <a:moveTo>
                    <a:pt x="386664" y="0"/>
                  </a:moveTo>
                  <a:lnTo>
                    <a:pt x="112170" y="0"/>
                  </a:lnTo>
                  <a:lnTo>
                    <a:pt x="71433" y="7493"/>
                  </a:lnTo>
                  <a:lnTo>
                    <a:pt x="37540" y="27969"/>
                  </a:lnTo>
                  <a:lnTo>
                    <a:pt x="12919" y="58424"/>
                  </a:lnTo>
                  <a:lnTo>
                    <a:pt x="0" y="95853"/>
                  </a:lnTo>
                  <a:lnTo>
                    <a:pt x="1210" y="137252"/>
                  </a:lnTo>
                  <a:lnTo>
                    <a:pt x="15754" y="173342"/>
                  </a:lnTo>
                  <a:lnTo>
                    <a:pt x="40830" y="201725"/>
                  </a:lnTo>
                  <a:lnTo>
                    <a:pt x="73836" y="220298"/>
                  </a:lnTo>
                  <a:lnTo>
                    <a:pt x="112170" y="226956"/>
                  </a:lnTo>
                  <a:lnTo>
                    <a:pt x="386664" y="226956"/>
                  </a:lnTo>
                  <a:lnTo>
                    <a:pt x="427401" y="219463"/>
                  </a:lnTo>
                  <a:lnTo>
                    <a:pt x="461294" y="198986"/>
                  </a:lnTo>
                  <a:lnTo>
                    <a:pt x="485915" y="168531"/>
                  </a:lnTo>
                  <a:lnTo>
                    <a:pt x="498834" y="131102"/>
                  </a:lnTo>
                  <a:lnTo>
                    <a:pt x="497624" y="89704"/>
                  </a:lnTo>
                  <a:lnTo>
                    <a:pt x="483080" y="53614"/>
                  </a:lnTo>
                  <a:lnTo>
                    <a:pt x="458003" y="25230"/>
                  </a:lnTo>
                  <a:lnTo>
                    <a:pt x="424997" y="6658"/>
                  </a:lnTo>
                  <a:lnTo>
                    <a:pt x="386664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8123324" y="4376369"/>
              <a:ext cx="1404620" cy="181610"/>
            </a:xfrm>
            <a:custGeom>
              <a:avLst/>
              <a:gdLst/>
              <a:ahLst/>
              <a:cxnLst/>
              <a:rect l="l" t="t" r="r" b="b"/>
              <a:pathLst>
                <a:path w="1404620" h="181610">
                  <a:moveTo>
                    <a:pt x="1334336" y="0"/>
                  </a:moveTo>
                  <a:lnTo>
                    <a:pt x="69966" y="0"/>
                  </a:lnTo>
                  <a:lnTo>
                    <a:pt x="42733" y="5497"/>
                  </a:lnTo>
                  <a:lnTo>
                    <a:pt x="20494" y="20490"/>
                  </a:lnTo>
                  <a:lnTo>
                    <a:pt x="5498" y="42729"/>
                  </a:lnTo>
                  <a:lnTo>
                    <a:pt x="0" y="69966"/>
                  </a:lnTo>
                  <a:lnTo>
                    <a:pt x="0" y="181554"/>
                  </a:lnTo>
                  <a:lnTo>
                    <a:pt x="1404302" y="181554"/>
                  </a:lnTo>
                  <a:lnTo>
                    <a:pt x="1404302" y="69966"/>
                  </a:lnTo>
                  <a:lnTo>
                    <a:pt x="1398803" y="42729"/>
                  </a:lnTo>
                  <a:lnTo>
                    <a:pt x="1383808" y="20490"/>
                  </a:lnTo>
                  <a:lnTo>
                    <a:pt x="1361568" y="5497"/>
                  </a:lnTo>
                  <a:lnTo>
                    <a:pt x="133433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7672448" y="3222756"/>
              <a:ext cx="875030" cy="118110"/>
            </a:xfrm>
            <a:custGeom>
              <a:avLst/>
              <a:gdLst/>
              <a:ahLst/>
              <a:cxnLst/>
              <a:rect l="l" t="t" r="r" b="b"/>
              <a:pathLst>
                <a:path w="875029" h="118110">
                  <a:moveTo>
                    <a:pt x="757024" y="0"/>
                  </a:moveTo>
                  <a:lnTo>
                    <a:pt x="58930" y="0"/>
                  </a:lnTo>
                  <a:lnTo>
                    <a:pt x="35993" y="4631"/>
                  </a:lnTo>
                  <a:lnTo>
                    <a:pt x="17261" y="17261"/>
                  </a:lnTo>
                  <a:lnTo>
                    <a:pt x="4631" y="35993"/>
                  </a:lnTo>
                  <a:lnTo>
                    <a:pt x="0" y="58930"/>
                  </a:lnTo>
                  <a:lnTo>
                    <a:pt x="4631" y="81867"/>
                  </a:lnTo>
                  <a:lnTo>
                    <a:pt x="17261" y="100599"/>
                  </a:lnTo>
                  <a:lnTo>
                    <a:pt x="35993" y="113228"/>
                  </a:lnTo>
                  <a:lnTo>
                    <a:pt x="58930" y="117860"/>
                  </a:lnTo>
                  <a:lnTo>
                    <a:pt x="874884" y="117860"/>
                  </a:lnTo>
                  <a:lnTo>
                    <a:pt x="865623" y="71986"/>
                  </a:lnTo>
                  <a:lnTo>
                    <a:pt x="840365" y="34522"/>
                  </a:lnTo>
                  <a:lnTo>
                    <a:pt x="802902" y="9262"/>
                  </a:lnTo>
                  <a:lnTo>
                    <a:pt x="75702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" name="object 183" descr=""/>
          <p:cNvSpPr/>
          <p:nvPr/>
        </p:nvSpPr>
        <p:spPr>
          <a:xfrm>
            <a:off x="11417244" y="3808470"/>
            <a:ext cx="65405" cy="499109"/>
          </a:xfrm>
          <a:custGeom>
            <a:avLst/>
            <a:gdLst/>
            <a:ahLst/>
            <a:cxnLst/>
            <a:rect l="l" t="t" r="r" b="b"/>
            <a:pathLst>
              <a:path w="65404" h="499110">
                <a:moveTo>
                  <a:pt x="0" y="499000"/>
                </a:moveTo>
                <a:lnTo>
                  <a:pt x="64846" y="499000"/>
                </a:lnTo>
                <a:lnTo>
                  <a:pt x="64846" y="0"/>
                </a:lnTo>
                <a:lnTo>
                  <a:pt x="0" y="0"/>
                </a:lnTo>
                <a:lnTo>
                  <a:pt x="0" y="499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 descr=""/>
          <p:cNvSpPr/>
          <p:nvPr/>
        </p:nvSpPr>
        <p:spPr>
          <a:xfrm>
            <a:off x="11417244" y="3681312"/>
            <a:ext cx="65405" cy="46355"/>
          </a:xfrm>
          <a:custGeom>
            <a:avLst/>
            <a:gdLst/>
            <a:ahLst/>
            <a:cxnLst/>
            <a:rect l="l" t="t" r="r" b="b"/>
            <a:pathLst>
              <a:path w="65404" h="46354">
                <a:moveTo>
                  <a:pt x="0" y="46103"/>
                </a:moveTo>
                <a:lnTo>
                  <a:pt x="64846" y="46103"/>
                </a:lnTo>
                <a:lnTo>
                  <a:pt x="64846" y="0"/>
                </a:lnTo>
                <a:lnTo>
                  <a:pt x="0" y="0"/>
                </a:lnTo>
                <a:lnTo>
                  <a:pt x="0" y="4610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5" name="object 185" descr=""/>
          <p:cNvGrpSpPr/>
          <p:nvPr/>
        </p:nvGrpSpPr>
        <p:grpSpPr>
          <a:xfrm>
            <a:off x="10886331" y="3636729"/>
            <a:ext cx="1078230" cy="172085"/>
            <a:chOff x="10886331" y="3636729"/>
            <a:chExt cx="1078230" cy="172085"/>
          </a:xfrm>
        </p:grpSpPr>
        <p:sp>
          <p:nvSpPr>
            <p:cNvPr id="186" name="object 186" descr=""/>
            <p:cNvSpPr/>
            <p:nvPr/>
          </p:nvSpPr>
          <p:spPr>
            <a:xfrm>
              <a:off x="11527963" y="3727415"/>
              <a:ext cx="316230" cy="81280"/>
            </a:xfrm>
            <a:custGeom>
              <a:avLst/>
              <a:gdLst/>
              <a:ahLst/>
              <a:cxnLst/>
              <a:rect l="l" t="t" r="r" b="b"/>
              <a:pathLst>
                <a:path w="316229" h="81279">
                  <a:moveTo>
                    <a:pt x="0" y="81055"/>
                  </a:moveTo>
                  <a:lnTo>
                    <a:pt x="316116" y="81055"/>
                  </a:lnTo>
                  <a:lnTo>
                    <a:pt x="316116" y="0"/>
                  </a:lnTo>
                  <a:lnTo>
                    <a:pt x="0" y="0"/>
                  </a:lnTo>
                  <a:lnTo>
                    <a:pt x="0" y="81055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1125446" y="3636729"/>
              <a:ext cx="839469" cy="117475"/>
            </a:xfrm>
            <a:custGeom>
              <a:avLst/>
              <a:gdLst/>
              <a:ahLst/>
              <a:cxnLst/>
              <a:rect l="l" t="t" r="r" b="b"/>
              <a:pathLst>
                <a:path w="839470" h="117475">
                  <a:moveTo>
                    <a:pt x="780478" y="0"/>
                  </a:moveTo>
                  <a:lnTo>
                    <a:pt x="58458" y="0"/>
                  </a:lnTo>
                  <a:lnTo>
                    <a:pt x="35701" y="4594"/>
                  </a:lnTo>
                  <a:lnTo>
                    <a:pt x="17119" y="17123"/>
                  </a:lnTo>
                  <a:lnTo>
                    <a:pt x="4593" y="35705"/>
                  </a:lnTo>
                  <a:lnTo>
                    <a:pt x="0" y="58458"/>
                  </a:lnTo>
                  <a:lnTo>
                    <a:pt x="4593" y="81210"/>
                  </a:lnTo>
                  <a:lnTo>
                    <a:pt x="17119" y="99788"/>
                  </a:lnTo>
                  <a:lnTo>
                    <a:pt x="35701" y="112314"/>
                  </a:lnTo>
                  <a:lnTo>
                    <a:pt x="58458" y="116907"/>
                  </a:lnTo>
                  <a:lnTo>
                    <a:pt x="780478" y="116907"/>
                  </a:lnTo>
                  <a:lnTo>
                    <a:pt x="803231" y="112314"/>
                  </a:lnTo>
                  <a:lnTo>
                    <a:pt x="821813" y="99788"/>
                  </a:lnTo>
                  <a:lnTo>
                    <a:pt x="834343" y="81210"/>
                  </a:lnTo>
                  <a:lnTo>
                    <a:pt x="838937" y="58458"/>
                  </a:lnTo>
                  <a:lnTo>
                    <a:pt x="834343" y="35705"/>
                  </a:lnTo>
                  <a:lnTo>
                    <a:pt x="821813" y="17123"/>
                  </a:lnTo>
                  <a:lnTo>
                    <a:pt x="803231" y="4594"/>
                  </a:lnTo>
                  <a:lnTo>
                    <a:pt x="780478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0886331" y="3636729"/>
              <a:ext cx="693420" cy="117475"/>
            </a:xfrm>
            <a:custGeom>
              <a:avLst/>
              <a:gdLst/>
              <a:ahLst/>
              <a:cxnLst/>
              <a:rect l="l" t="t" r="r" b="b"/>
              <a:pathLst>
                <a:path w="693420" h="117475">
                  <a:moveTo>
                    <a:pt x="634577" y="0"/>
                  </a:moveTo>
                  <a:lnTo>
                    <a:pt x="58458" y="0"/>
                  </a:lnTo>
                  <a:lnTo>
                    <a:pt x="35705" y="4594"/>
                  </a:lnTo>
                  <a:lnTo>
                    <a:pt x="17123" y="17123"/>
                  </a:lnTo>
                  <a:lnTo>
                    <a:pt x="4594" y="35705"/>
                  </a:lnTo>
                  <a:lnTo>
                    <a:pt x="0" y="58458"/>
                  </a:lnTo>
                  <a:lnTo>
                    <a:pt x="4594" y="81210"/>
                  </a:lnTo>
                  <a:lnTo>
                    <a:pt x="17123" y="99788"/>
                  </a:lnTo>
                  <a:lnTo>
                    <a:pt x="35705" y="112314"/>
                  </a:lnTo>
                  <a:lnTo>
                    <a:pt x="58458" y="116907"/>
                  </a:lnTo>
                  <a:lnTo>
                    <a:pt x="634577" y="116907"/>
                  </a:lnTo>
                  <a:lnTo>
                    <a:pt x="657328" y="112314"/>
                  </a:lnTo>
                  <a:lnTo>
                    <a:pt x="675907" y="99788"/>
                  </a:lnTo>
                  <a:lnTo>
                    <a:pt x="688433" y="81210"/>
                  </a:lnTo>
                  <a:lnTo>
                    <a:pt x="693026" y="58458"/>
                  </a:lnTo>
                  <a:lnTo>
                    <a:pt x="688433" y="35705"/>
                  </a:lnTo>
                  <a:lnTo>
                    <a:pt x="675907" y="17123"/>
                  </a:lnTo>
                  <a:lnTo>
                    <a:pt x="657328" y="4594"/>
                  </a:lnTo>
                  <a:lnTo>
                    <a:pt x="634577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9" name="object 189" descr=""/>
          <p:cNvGrpSpPr/>
          <p:nvPr/>
        </p:nvGrpSpPr>
        <p:grpSpPr>
          <a:xfrm>
            <a:off x="11012457" y="2917034"/>
            <a:ext cx="839469" cy="407034"/>
            <a:chOff x="11012457" y="2917034"/>
            <a:chExt cx="839469" cy="407034"/>
          </a:xfrm>
        </p:grpSpPr>
        <p:sp>
          <p:nvSpPr>
            <p:cNvPr id="190" name="object 190" descr=""/>
            <p:cNvSpPr/>
            <p:nvPr/>
          </p:nvSpPr>
          <p:spPr>
            <a:xfrm>
              <a:off x="11089461" y="2917034"/>
              <a:ext cx="762635" cy="407034"/>
            </a:xfrm>
            <a:custGeom>
              <a:avLst/>
              <a:gdLst/>
              <a:ahLst/>
              <a:cxnLst/>
              <a:rect l="l" t="t" r="r" b="b"/>
              <a:pathLst>
                <a:path w="762634" h="407035">
                  <a:moveTo>
                    <a:pt x="559051" y="0"/>
                  </a:moveTo>
                  <a:lnTo>
                    <a:pt x="203313" y="0"/>
                  </a:lnTo>
                  <a:lnTo>
                    <a:pt x="156694" y="5369"/>
                  </a:lnTo>
                  <a:lnTo>
                    <a:pt x="113899" y="20664"/>
                  </a:lnTo>
                  <a:lnTo>
                    <a:pt x="76149" y="44663"/>
                  </a:lnTo>
                  <a:lnTo>
                    <a:pt x="44664" y="76147"/>
                  </a:lnTo>
                  <a:lnTo>
                    <a:pt x="20664" y="113896"/>
                  </a:lnTo>
                  <a:lnTo>
                    <a:pt x="5369" y="156687"/>
                  </a:lnTo>
                  <a:lnTo>
                    <a:pt x="0" y="203302"/>
                  </a:lnTo>
                  <a:lnTo>
                    <a:pt x="5369" y="249921"/>
                  </a:lnTo>
                  <a:lnTo>
                    <a:pt x="20664" y="292716"/>
                  </a:lnTo>
                  <a:lnTo>
                    <a:pt x="44664" y="330465"/>
                  </a:lnTo>
                  <a:lnTo>
                    <a:pt x="76149" y="361951"/>
                  </a:lnTo>
                  <a:lnTo>
                    <a:pt x="113899" y="385951"/>
                  </a:lnTo>
                  <a:lnTo>
                    <a:pt x="156694" y="401246"/>
                  </a:lnTo>
                  <a:lnTo>
                    <a:pt x="203313" y="406615"/>
                  </a:lnTo>
                  <a:lnTo>
                    <a:pt x="559051" y="406615"/>
                  </a:lnTo>
                  <a:lnTo>
                    <a:pt x="605669" y="401246"/>
                  </a:lnTo>
                  <a:lnTo>
                    <a:pt x="648464" y="385951"/>
                  </a:lnTo>
                  <a:lnTo>
                    <a:pt x="686214" y="361951"/>
                  </a:lnTo>
                  <a:lnTo>
                    <a:pt x="717699" y="330465"/>
                  </a:lnTo>
                  <a:lnTo>
                    <a:pt x="741699" y="292716"/>
                  </a:lnTo>
                  <a:lnTo>
                    <a:pt x="756994" y="249921"/>
                  </a:lnTo>
                  <a:lnTo>
                    <a:pt x="762364" y="203302"/>
                  </a:lnTo>
                  <a:lnTo>
                    <a:pt x="756994" y="156687"/>
                  </a:lnTo>
                  <a:lnTo>
                    <a:pt x="741699" y="113896"/>
                  </a:lnTo>
                  <a:lnTo>
                    <a:pt x="717699" y="76147"/>
                  </a:lnTo>
                  <a:lnTo>
                    <a:pt x="686214" y="44663"/>
                  </a:lnTo>
                  <a:lnTo>
                    <a:pt x="648464" y="20664"/>
                  </a:lnTo>
                  <a:lnTo>
                    <a:pt x="605669" y="5369"/>
                  </a:lnTo>
                  <a:lnTo>
                    <a:pt x="559051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1012457" y="2917034"/>
              <a:ext cx="762635" cy="407034"/>
            </a:xfrm>
            <a:custGeom>
              <a:avLst/>
              <a:gdLst/>
              <a:ahLst/>
              <a:cxnLst/>
              <a:rect l="l" t="t" r="r" b="b"/>
              <a:pathLst>
                <a:path w="762634" h="407035">
                  <a:moveTo>
                    <a:pt x="559051" y="0"/>
                  </a:moveTo>
                  <a:lnTo>
                    <a:pt x="203313" y="0"/>
                  </a:lnTo>
                  <a:lnTo>
                    <a:pt x="156694" y="5369"/>
                  </a:lnTo>
                  <a:lnTo>
                    <a:pt x="113899" y="20664"/>
                  </a:lnTo>
                  <a:lnTo>
                    <a:pt x="76149" y="44663"/>
                  </a:lnTo>
                  <a:lnTo>
                    <a:pt x="44664" y="76147"/>
                  </a:lnTo>
                  <a:lnTo>
                    <a:pt x="20664" y="113896"/>
                  </a:lnTo>
                  <a:lnTo>
                    <a:pt x="5369" y="156687"/>
                  </a:lnTo>
                  <a:lnTo>
                    <a:pt x="0" y="203302"/>
                  </a:lnTo>
                  <a:lnTo>
                    <a:pt x="5369" y="249921"/>
                  </a:lnTo>
                  <a:lnTo>
                    <a:pt x="20664" y="292716"/>
                  </a:lnTo>
                  <a:lnTo>
                    <a:pt x="44664" y="330465"/>
                  </a:lnTo>
                  <a:lnTo>
                    <a:pt x="76149" y="361951"/>
                  </a:lnTo>
                  <a:lnTo>
                    <a:pt x="113899" y="385951"/>
                  </a:lnTo>
                  <a:lnTo>
                    <a:pt x="156694" y="401246"/>
                  </a:lnTo>
                  <a:lnTo>
                    <a:pt x="203313" y="406615"/>
                  </a:lnTo>
                  <a:lnTo>
                    <a:pt x="559051" y="406615"/>
                  </a:lnTo>
                  <a:lnTo>
                    <a:pt x="605669" y="401246"/>
                  </a:lnTo>
                  <a:lnTo>
                    <a:pt x="648464" y="385951"/>
                  </a:lnTo>
                  <a:lnTo>
                    <a:pt x="686214" y="361951"/>
                  </a:lnTo>
                  <a:lnTo>
                    <a:pt x="717699" y="330465"/>
                  </a:lnTo>
                  <a:lnTo>
                    <a:pt x="741699" y="292716"/>
                  </a:lnTo>
                  <a:lnTo>
                    <a:pt x="756994" y="249921"/>
                  </a:lnTo>
                  <a:lnTo>
                    <a:pt x="762364" y="203302"/>
                  </a:lnTo>
                  <a:lnTo>
                    <a:pt x="756994" y="156687"/>
                  </a:lnTo>
                  <a:lnTo>
                    <a:pt x="741699" y="113896"/>
                  </a:lnTo>
                  <a:lnTo>
                    <a:pt x="717699" y="76147"/>
                  </a:lnTo>
                  <a:lnTo>
                    <a:pt x="686214" y="44663"/>
                  </a:lnTo>
                  <a:lnTo>
                    <a:pt x="648464" y="20664"/>
                  </a:lnTo>
                  <a:lnTo>
                    <a:pt x="605669" y="5369"/>
                  </a:lnTo>
                  <a:lnTo>
                    <a:pt x="559051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2" name="object 192" descr=""/>
          <p:cNvGrpSpPr/>
          <p:nvPr/>
        </p:nvGrpSpPr>
        <p:grpSpPr>
          <a:xfrm>
            <a:off x="11145709" y="4279098"/>
            <a:ext cx="608330" cy="278130"/>
            <a:chOff x="11145709" y="4279098"/>
            <a:chExt cx="608330" cy="278130"/>
          </a:xfrm>
        </p:grpSpPr>
        <p:sp>
          <p:nvSpPr>
            <p:cNvPr id="193" name="object 193" descr=""/>
            <p:cNvSpPr/>
            <p:nvPr/>
          </p:nvSpPr>
          <p:spPr>
            <a:xfrm>
              <a:off x="11190286" y="4279098"/>
              <a:ext cx="518795" cy="182880"/>
            </a:xfrm>
            <a:custGeom>
              <a:avLst/>
              <a:gdLst/>
              <a:ahLst/>
              <a:cxnLst/>
              <a:rect l="l" t="t" r="r" b="b"/>
              <a:pathLst>
                <a:path w="518795" h="182879">
                  <a:moveTo>
                    <a:pt x="373328" y="0"/>
                  </a:moveTo>
                  <a:lnTo>
                    <a:pt x="145430" y="0"/>
                  </a:lnTo>
                  <a:lnTo>
                    <a:pt x="99513" y="7426"/>
                  </a:lnTo>
                  <a:lnTo>
                    <a:pt x="59598" y="28097"/>
                  </a:lnTo>
                  <a:lnTo>
                    <a:pt x="28097" y="59598"/>
                  </a:lnTo>
                  <a:lnTo>
                    <a:pt x="7426" y="99513"/>
                  </a:lnTo>
                  <a:lnTo>
                    <a:pt x="0" y="145430"/>
                  </a:lnTo>
                  <a:lnTo>
                    <a:pt x="0" y="182381"/>
                  </a:lnTo>
                  <a:lnTo>
                    <a:pt x="48637" y="182381"/>
                  </a:lnTo>
                  <a:lnTo>
                    <a:pt x="48637" y="145430"/>
                  </a:lnTo>
                  <a:lnTo>
                    <a:pt x="56255" y="107790"/>
                  </a:lnTo>
                  <a:lnTo>
                    <a:pt x="77019" y="77019"/>
                  </a:lnTo>
                  <a:lnTo>
                    <a:pt x="107790" y="56255"/>
                  </a:lnTo>
                  <a:lnTo>
                    <a:pt x="145430" y="48637"/>
                  </a:lnTo>
                  <a:lnTo>
                    <a:pt x="373328" y="48637"/>
                  </a:lnTo>
                  <a:lnTo>
                    <a:pt x="410978" y="56255"/>
                  </a:lnTo>
                  <a:lnTo>
                    <a:pt x="441752" y="77019"/>
                  </a:lnTo>
                  <a:lnTo>
                    <a:pt x="462514" y="107790"/>
                  </a:lnTo>
                  <a:lnTo>
                    <a:pt x="470132" y="145430"/>
                  </a:lnTo>
                  <a:lnTo>
                    <a:pt x="470132" y="182381"/>
                  </a:lnTo>
                  <a:lnTo>
                    <a:pt x="518769" y="182381"/>
                  </a:lnTo>
                  <a:lnTo>
                    <a:pt x="518769" y="145430"/>
                  </a:lnTo>
                  <a:lnTo>
                    <a:pt x="511342" y="99513"/>
                  </a:lnTo>
                  <a:lnTo>
                    <a:pt x="490671" y="59598"/>
                  </a:lnTo>
                  <a:lnTo>
                    <a:pt x="459168" y="28097"/>
                  </a:lnTo>
                  <a:lnTo>
                    <a:pt x="419250" y="7426"/>
                  </a:lnTo>
                  <a:lnTo>
                    <a:pt x="3733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145709" y="4422979"/>
              <a:ext cx="133744" cy="133734"/>
            </a:xfrm>
            <a:prstGeom prst="rect">
              <a:avLst/>
            </a:prstGeom>
          </p:spPr>
        </p:pic>
        <p:pic>
          <p:nvPicPr>
            <p:cNvPr id="195" name="object 19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619887" y="4422979"/>
              <a:ext cx="133744" cy="133734"/>
            </a:xfrm>
            <a:prstGeom prst="rect">
              <a:avLst/>
            </a:prstGeom>
          </p:spPr>
        </p:pic>
      </p:grpSp>
      <p:grpSp>
        <p:nvGrpSpPr>
          <p:cNvPr id="196" name="object 196" descr=""/>
          <p:cNvGrpSpPr/>
          <p:nvPr/>
        </p:nvGrpSpPr>
        <p:grpSpPr>
          <a:xfrm>
            <a:off x="12099433" y="3813025"/>
            <a:ext cx="588010" cy="755650"/>
            <a:chOff x="12099433" y="3813025"/>
            <a:chExt cx="588010" cy="755650"/>
          </a:xfrm>
        </p:grpSpPr>
        <p:sp>
          <p:nvSpPr>
            <p:cNvPr id="197" name="object 197" descr=""/>
            <p:cNvSpPr/>
            <p:nvPr/>
          </p:nvSpPr>
          <p:spPr>
            <a:xfrm>
              <a:off x="12120170" y="3813025"/>
              <a:ext cx="536575" cy="755650"/>
            </a:xfrm>
            <a:custGeom>
              <a:avLst/>
              <a:gdLst/>
              <a:ahLst/>
              <a:cxnLst/>
              <a:rect l="l" t="t" r="r" b="b"/>
              <a:pathLst>
                <a:path w="536575" h="755650">
                  <a:moveTo>
                    <a:pt x="529083" y="0"/>
                  </a:moveTo>
                  <a:lnTo>
                    <a:pt x="7162" y="0"/>
                  </a:lnTo>
                  <a:lnTo>
                    <a:pt x="0" y="7172"/>
                  </a:lnTo>
                  <a:lnTo>
                    <a:pt x="0" y="755296"/>
                  </a:lnTo>
                  <a:lnTo>
                    <a:pt x="536255" y="755296"/>
                  </a:lnTo>
                  <a:lnTo>
                    <a:pt x="536255" y="7172"/>
                  </a:lnTo>
                  <a:lnTo>
                    <a:pt x="529083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2172616" y="3839280"/>
              <a:ext cx="199390" cy="701675"/>
            </a:xfrm>
            <a:custGeom>
              <a:avLst/>
              <a:gdLst/>
              <a:ahLst/>
              <a:cxnLst/>
              <a:rect l="l" t="t" r="r" b="b"/>
              <a:pathLst>
                <a:path w="199390" h="701675">
                  <a:moveTo>
                    <a:pt x="194161" y="0"/>
                  </a:moveTo>
                  <a:lnTo>
                    <a:pt x="4638" y="0"/>
                  </a:lnTo>
                  <a:lnTo>
                    <a:pt x="0" y="4638"/>
                  </a:lnTo>
                  <a:lnTo>
                    <a:pt x="0" y="701423"/>
                  </a:lnTo>
                  <a:lnTo>
                    <a:pt x="198800" y="701423"/>
                  </a:lnTo>
                  <a:lnTo>
                    <a:pt x="198800" y="4638"/>
                  </a:lnTo>
                  <a:lnTo>
                    <a:pt x="194161" y="0"/>
                  </a:lnTo>
                  <a:close/>
                </a:path>
              </a:pathLst>
            </a:custGeom>
            <a:solidFill>
              <a:srgbClr val="FFFFFF">
                <a:alpha val="3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2099430" y="3959320"/>
              <a:ext cx="579755" cy="608965"/>
            </a:xfrm>
            <a:custGeom>
              <a:avLst/>
              <a:gdLst/>
              <a:ahLst/>
              <a:cxnLst/>
              <a:rect l="l" t="t" r="r" b="b"/>
              <a:pathLst>
                <a:path w="579754" h="608964">
                  <a:moveTo>
                    <a:pt x="519074" y="516153"/>
                  </a:moveTo>
                  <a:lnTo>
                    <a:pt x="512165" y="509244"/>
                  </a:lnTo>
                  <a:lnTo>
                    <a:pt x="399542" y="509244"/>
                  </a:lnTo>
                  <a:lnTo>
                    <a:pt x="392633" y="516153"/>
                  </a:lnTo>
                  <a:lnTo>
                    <a:pt x="392633" y="608584"/>
                  </a:lnTo>
                  <a:lnTo>
                    <a:pt x="519074" y="608584"/>
                  </a:lnTo>
                  <a:lnTo>
                    <a:pt x="519074" y="516153"/>
                  </a:lnTo>
                  <a:close/>
                </a:path>
                <a:path w="579754" h="608964">
                  <a:moveTo>
                    <a:pt x="579272" y="49022"/>
                  </a:moveTo>
                  <a:lnTo>
                    <a:pt x="571119" y="36106"/>
                  </a:lnTo>
                  <a:lnTo>
                    <a:pt x="557047" y="0"/>
                  </a:lnTo>
                  <a:lnTo>
                    <a:pt x="22542" y="0"/>
                  </a:lnTo>
                  <a:lnTo>
                    <a:pt x="16789" y="6845"/>
                  </a:lnTo>
                  <a:lnTo>
                    <a:pt x="6019" y="21386"/>
                  </a:lnTo>
                  <a:lnTo>
                    <a:pt x="0" y="34620"/>
                  </a:lnTo>
                  <a:lnTo>
                    <a:pt x="8483" y="37503"/>
                  </a:lnTo>
                  <a:lnTo>
                    <a:pt x="35077" y="33693"/>
                  </a:lnTo>
                  <a:lnTo>
                    <a:pt x="79502" y="31635"/>
                  </a:lnTo>
                  <a:lnTo>
                    <a:pt x="134264" y="32753"/>
                  </a:lnTo>
                  <a:lnTo>
                    <a:pt x="191858" y="38455"/>
                  </a:lnTo>
                  <a:lnTo>
                    <a:pt x="244792" y="50165"/>
                  </a:lnTo>
                  <a:lnTo>
                    <a:pt x="299046" y="60274"/>
                  </a:lnTo>
                  <a:lnTo>
                    <a:pt x="343420" y="57200"/>
                  </a:lnTo>
                  <a:lnTo>
                    <a:pt x="380682" y="47790"/>
                  </a:lnTo>
                  <a:lnTo>
                    <a:pt x="413575" y="38912"/>
                  </a:lnTo>
                  <a:lnTo>
                    <a:pt x="443382" y="36766"/>
                  </a:lnTo>
                  <a:lnTo>
                    <a:pt x="471601" y="40678"/>
                  </a:lnTo>
                  <a:lnTo>
                    <a:pt x="501408" y="47231"/>
                  </a:lnTo>
                  <a:lnTo>
                    <a:pt x="535952" y="52984"/>
                  </a:lnTo>
                  <a:lnTo>
                    <a:pt x="564984" y="55880"/>
                  </a:lnTo>
                  <a:lnTo>
                    <a:pt x="578319" y="55092"/>
                  </a:lnTo>
                  <a:lnTo>
                    <a:pt x="579272" y="49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2525198" y="4498500"/>
              <a:ext cx="161925" cy="29845"/>
            </a:xfrm>
            <a:custGeom>
              <a:avLst/>
              <a:gdLst/>
              <a:ahLst/>
              <a:cxnLst/>
              <a:rect l="l" t="t" r="r" b="b"/>
              <a:pathLst>
                <a:path w="161925" h="29845">
                  <a:moveTo>
                    <a:pt x="159031" y="0"/>
                  </a:moveTo>
                  <a:lnTo>
                    <a:pt x="2795" y="0"/>
                  </a:lnTo>
                  <a:lnTo>
                    <a:pt x="0" y="2806"/>
                  </a:lnTo>
                  <a:lnTo>
                    <a:pt x="0" y="26931"/>
                  </a:lnTo>
                  <a:lnTo>
                    <a:pt x="2795" y="29726"/>
                  </a:lnTo>
                  <a:lnTo>
                    <a:pt x="155586" y="29726"/>
                  </a:lnTo>
                  <a:lnTo>
                    <a:pt x="159031" y="29726"/>
                  </a:lnTo>
                  <a:lnTo>
                    <a:pt x="161827" y="26931"/>
                  </a:lnTo>
                  <a:lnTo>
                    <a:pt x="161827" y="2806"/>
                  </a:lnTo>
                  <a:lnTo>
                    <a:pt x="159031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1" name="object 201" descr=""/>
          <p:cNvGrpSpPr/>
          <p:nvPr/>
        </p:nvGrpSpPr>
        <p:grpSpPr>
          <a:xfrm>
            <a:off x="12937920" y="2832248"/>
            <a:ext cx="4098925" cy="1758314"/>
            <a:chOff x="12937920" y="2832248"/>
            <a:chExt cx="4098925" cy="1758314"/>
          </a:xfrm>
        </p:grpSpPr>
        <p:sp>
          <p:nvSpPr>
            <p:cNvPr id="202" name="object 202" descr=""/>
            <p:cNvSpPr/>
            <p:nvPr/>
          </p:nvSpPr>
          <p:spPr>
            <a:xfrm>
              <a:off x="12937920" y="2832248"/>
              <a:ext cx="4098925" cy="1758314"/>
            </a:xfrm>
            <a:custGeom>
              <a:avLst/>
              <a:gdLst/>
              <a:ahLst/>
              <a:cxnLst/>
              <a:rect l="l" t="t" r="r" b="b"/>
              <a:pathLst>
                <a:path w="4098925" h="1758314">
                  <a:moveTo>
                    <a:pt x="0" y="1757998"/>
                  </a:moveTo>
                  <a:lnTo>
                    <a:pt x="4098503" y="1757998"/>
                  </a:lnTo>
                  <a:lnTo>
                    <a:pt x="4098503" y="0"/>
                  </a:lnTo>
                  <a:lnTo>
                    <a:pt x="0" y="0"/>
                  </a:lnTo>
                  <a:lnTo>
                    <a:pt x="0" y="175799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4078331" y="2931635"/>
              <a:ext cx="1818005" cy="1531620"/>
            </a:xfrm>
            <a:custGeom>
              <a:avLst/>
              <a:gdLst/>
              <a:ahLst/>
              <a:cxnLst/>
              <a:rect l="l" t="t" r="r" b="b"/>
              <a:pathLst>
                <a:path w="1818005" h="1531620">
                  <a:moveTo>
                    <a:pt x="1817687" y="0"/>
                  </a:moveTo>
                  <a:lnTo>
                    <a:pt x="899718" y="0"/>
                  </a:lnTo>
                  <a:lnTo>
                    <a:pt x="899718" y="17780"/>
                  </a:lnTo>
                  <a:lnTo>
                    <a:pt x="899718" y="1513840"/>
                  </a:lnTo>
                  <a:lnTo>
                    <a:pt x="18237" y="1513840"/>
                  </a:lnTo>
                  <a:lnTo>
                    <a:pt x="18237" y="17780"/>
                  </a:lnTo>
                  <a:lnTo>
                    <a:pt x="899718" y="17780"/>
                  </a:lnTo>
                  <a:lnTo>
                    <a:pt x="899718" y="0"/>
                  </a:lnTo>
                  <a:lnTo>
                    <a:pt x="0" y="0"/>
                  </a:lnTo>
                  <a:lnTo>
                    <a:pt x="0" y="17780"/>
                  </a:lnTo>
                  <a:lnTo>
                    <a:pt x="0" y="1513840"/>
                  </a:lnTo>
                  <a:lnTo>
                    <a:pt x="0" y="1531620"/>
                  </a:lnTo>
                  <a:lnTo>
                    <a:pt x="1817687" y="1531620"/>
                  </a:lnTo>
                  <a:lnTo>
                    <a:pt x="1817687" y="1513840"/>
                  </a:lnTo>
                  <a:lnTo>
                    <a:pt x="917956" y="1513840"/>
                  </a:lnTo>
                  <a:lnTo>
                    <a:pt x="917956" y="17780"/>
                  </a:lnTo>
                  <a:lnTo>
                    <a:pt x="1799450" y="17780"/>
                  </a:lnTo>
                  <a:lnTo>
                    <a:pt x="1799450" y="1513484"/>
                  </a:lnTo>
                  <a:lnTo>
                    <a:pt x="1817687" y="1513484"/>
                  </a:lnTo>
                  <a:lnTo>
                    <a:pt x="1817687" y="17780"/>
                  </a:lnTo>
                  <a:lnTo>
                    <a:pt x="1817687" y="17640"/>
                  </a:lnTo>
                  <a:lnTo>
                    <a:pt x="1817687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4878762" y="3570128"/>
              <a:ext cx="217170" cy="255904"/>
            </a:xfrm>
            <a:custGeom>
              <a:avLst/>
              <a:gdLst/>
              <a:ahLst/>
              <a:cxnLst/>
              <a:rect l="l" t="t" r="r" b="b"/>
              <a:pathLst>
                <a:path w="217169" h="255904">
                  <a:moveTo>
                    <a:pt x="40525" y="0"/>
                  </a:moveTo>
                  <a:lnTo>
                    <a:pt x="0" y="0"/>
                  </a:lnTo>
                  <a:lnTo>
                    <a:pt x="0" y="255320"/>
                  </a:lnTo>
                  <a:lnTo>
                    <a:pt x="40525" y="255320"/>
                  </a:lnTo>
                  <a:lnTo>
                    <a:pt x="40525" y="0"/>
                  </a:lnTo>
                  <a:close/>
                </a:path>
                <a:path w="217169" h="255904">
                  <a:moveTo>
                    <a:pt x="216827" y="0"/>
                  </a:moveTo>
                  <a:lnTo>
                    <a:pt x="176301" y="0"/>
                  </a:lnTo>
                  <a:lnTo>
                    <a:pt x="176301" y="255320"/>
                  </a:lnTo>
                  <a:lnTo>
                    <a:pt x="216827" y="255320"/>
                  </a:lnTo>
                  <a:lnTo>
                    <a:pt x="21682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3009423" y="2930365"/>
              <a:ext cx="1011555" cy="332740"/>
            </a:xfrm>
            <a:custGeom>
              <a:avLst/>
              <a:gdLst/>
              <a:ahLst/>
              <a:cxnLst/>
              <a:rect l="l" t="t" r="r" b="b"/>
              <a:pathLst>
                <a:path w="1011555" h="332739">
                  <a:moveTo>
                    <a:pt x="1011161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313690"/>
                  </a:lnTo>
                  <a:lnTo>
                    <a:pt x="0" y="332740"/>
                  </a:lnTo>
                  <a:lnTo>
                    <a:pt x="1011161" y="332740"/>
                  </a:lnTo>
                  <a:lnTo>
                    <a:pt x="1011161" y="314058"/>
                  </a:lnTo>
                  <a:lnTo>
                    <a:pt x="1011161" y="313690"/>
                  </a:lnTo>
                  <a:lnTo>
                    <a:pt x="1011161" y="18148"/>
                  </a:lnTo>
                  <a:lnTo>
                    <a:pt x="992924" y="18148"/>
                  </a:lnTo>
                  <a:lnTo>
                    <a:pt x="992924" y="313690"/>
                  </a:lnTo>
                  <a:lnTo>
                    <a:pt x="18224" y="313690"/>
                  </a:lnTo>
                  <a:lnTo>
                    <a:pt x="18224" y="17780"/>
                  </a:lnTo>
                  <a:lnTo>
                    <a:pt x="1011161" y="17780"/>
                  </a:lnTo>
                  <a:lnTo>
                    <a:pt x="101116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3387330" y="3003479"/>
              <a:ext cx="255904" cy="40640"/>
            </a:xfrm>
            <a:custGeom>
              <a:avLst/>
              <a:gdLst/>
              <a:ahLst/>
              <a:cxnLst/>
              <a:rect l="l" t="t" r="r" b="b"/>
              <a:pathLst>
                <a:path w="255905" h="40639">
                  <a:moveTo>
                    <a:pt x="255322" y="0"/>
                  </a:moveTo>
                  <a:lnTo>
                    <a:pt x="0" y="0"/>
                  </a:lnTo>
                  <a:lnTo>
                    <a:pt x="0" y="40532"/>
                  </a:lnTo>
                  <a:lnTo>
                    <a:pt x="255322" y="40532"/>
                  </a:lnTo>
                  <a:lnTo>
                    <a:pt x="25532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3009423" y="3331685"/>
              <a:ext cx="1011555" cy="331470"/>
            </a:xfrm>
            <a:custGeom>
              <a:avLst/>
              <a:gdLst/>
              <a:ahLst/>
              <a:cxnLst/>
              <a:rect l="l" t="t" r="r" b="b"/>
              <a:pathLst>
                <a:path w="1011555" h="331470">
                  <a:moveTo>
                    <a:pt x="1011161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313690"/>
                  </a:lnTo>
                  <a:lnTo>
                    <a:pt x="0" y="331470"/>
                  </a:lnTo>
                  <a:lnTo>
                    <a:pt x="1011161" y="331470"/>
                  </a:lnTo>
                  <a:lnTo>
                    <a:pt x="1011161" y="313690"/>
                  </a:lnTo>
                  <a:lnTo>
                    <a:pt x="18224" y="313690"/>
                  </a:lnTo>
                  <a:lnTo>
                    <a:pt x="18224" y="17780"/>
                  </a:lnTo>
                  <a:lnTo>
                    <a:pt x="992924" y="17780"/>
                  </a:lnTo>
                  <a:lnTo>
                    <a:pt x="992924" y="313613"/>
                  </a:lnTo>
                  <a:lnTo>
                    <a:pt x="1011161" y="313613"/>
                  </a:lnTo>
                  <a:lnTo>
                    <a:pt x="1011161" y="17780"/>
                  </a:lnTo>
                  <a:lnTo>
                    <a:pt x="101116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3387330" y="3404357"/>
              <a:ext cx="255904" cy="40640"/>
            </a:xfrm>
            <a:custGeom>
              <a:avLst/>
              <a:gdLst/>
              <a:ahLst/>
              <a:cxnLst/>
              <a:rect l="l" t="t" r="r" b="b"/>
              <a:pathLst>
                <a:path w="255905" h="40639">
                  <a:moveTo>
                    <a:pt x="255322" y="0"/>
                  </a:moveTo>
                  <a:lnTo>
                    <a:pt x="0" y="0"/>
                  </a:lnTo>
                  <a:lnTo>
                    <a:pt x="0" y="40522"/>
                  </a:lnTo>
                  <a:lnTo>
                    <a:pt x="255322" y="40522"/>
                  </a:lnTo>
                  <a:lnTo>
                    <a:pt x="25532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3009423" y="3731735"/>
              <a:ext cx="1011555" cy="332740"/>
            </a:xfrm>
            <a:custGeom>
              <a:avLst/>
              <a:gdLst/>
              <a:ahLst/>
              <a:cxnLst/>
              <a:rect l="l" t="t" r="r" b="b"/>
              <a:pathLst>
                <a:path w="1011555" h="332739">
                  <a:moveTo>
                    <a:pt x="1011161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314960"/>
                  </a:lnTo>
                  <a:lnTo>
                    <a:pt x="0" y="332740"/>
                  </a:lnTo>
                  <a:lnTo>
                    <a:pt x="1011161" y="332740"/>
                  </a:lnTo>
                  <a:lnTo>
                    <a:pt x="1011161" y="314960"/>
                  </a:lnTo>
                  <a:lnTo>
                    <a:pt x="18224" y="314960"/>
                  </a:lnTo>
                  <a:lnTo>
                    <a:pt x="18224" y="19050"/>
                  </a:lnTo>
                  <a:lnTo>
                    <a:pt x="992924" y="19050"/>
                  </a:lnTo>
                  <a:lnTo>
                    <a:pt x="992924" y="314426"/>
                  </a:lnTo>
                  <a:lnTo>
                    <a:pt x="1011161" y="314426"/>
                  </a:lnTo>
                  <a:lnTo>
                    <a:pt x="1011161" y="19050"/>
                  </a:lnTo>
                  <a:lnTo>
                    <a:pt x="1011161" y="18529"/>
                  </a:lnTo>
                  <a:lnTo>
                    <a:pt x="101116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3387330" y="3805224"/>
              <a:ext cx="255904" cy="40640"/>
            </a:xfrm>
            <a:custGeom>
              <a:avLst/>
              <a:gdLst/>
              <a:ahLst/>
              <a:cxnLst/>
              <a:rect l="l" t="t" r="r" b="b"/>
              <a:pathLst>
                <a:path w="255905" h="40639">
                  <a:moveTo>
                    <a:pt x="255322" y="0"/>
                  </a:moveTo>
                  <a:lnTo>
                    <a:pt x="0" y="0"/>
                  </a:lnTo>
                  <a:lnTo>
                    <a:pt x="0" y="40532"/>
                  </a:lnTo>
                  <a:lnTo>
                    <a:pt x="255322" y="40532"/>
                  </a:lnTo>
                  <a:lnTo>
                    <a:pt x="25532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3009423" y="4133055"/>
              <a:ext cx="1011555" cy="332740"/>
            </a:xfrm>
            <a:custGeom>
              <a:avLst/>
              <a:gdLst/>
              <a:ahLst/>
              <a:cxnLst/>
              <a:rect l="l" t="t" r="r" b="b"/>
              <a:pathLst>
                <a:path w="1011555" h="332739">
                  <a:moveTo>
                    <a:pt x="1011161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313690"/>
                  </a:lnTo>
                  <a:lnTo>
                    <a:pt x="0" y="332740"/>
                  </a:lnTo>
                  <a:lnTo>
                    <a:pt x="1011161" y="332740"/>
                  </a:lnTo>
                  <a:lnTo>
                    <a:pt x="1011161" y="313982"/>
                  </a:lnTo>
                  <a:lnTo>
                    <a:pt x="1011161" y="313690"/>
                  </a:lnTo>
                  <a:lnTo>
                    <a:pt x="1011161" y="18084"/>
                  </a:lnTo>
                  <a:lnTo>
                    <a:pt x="992924" y="18084"/>
                  </a:lnTo>
                  <a:lnTo>
                    <a:pt x="992924" y="313690"/>
                  </a:lnTo>
                  <a:lnTo>
                    <a:pt x="18224" y="313690"/>
                  </a:lnTo>
                  <a:lnTo>
                    <a:pt x="18224" y="17780"/>
                  </a:lnTo>
                  <a:lnTo>
                    <a:pt x="1011161" y="17780"/>
                  </a:lnTo>
                  <a:lnTo>
                    <a:pt x="101116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3387330" y="4206102"/>
              <a:ext cx="255904" cy="40640"/>
            </a:xfrm>
            <a:custGeom>
              <a:avLst/>
              <a:gdLst/>
              <a:ahLst/>
              <a:cxnLst/>
              <a:rect l="l" t="t" r="r" b="b"/>
              <a:pathLst>
                <a:path w="255905" h="40639">
                  <a:moveTo>
                    <a:pt x="255322" y="0"/>
                  </a:moveTo>
                  <a:lnTo>
                    <a:pt x="0" y="0"/>
                  </a:lnTo>
                  <a:lnTo>
                    <a:pt x="0" y="40532"/>
                  </a:lnTo>
                  <a:lnTo>
                    <a:pt x="255322" y="40532"/>
                  </a:lnTo>
                  <a:lnTo>
                    <a:pt x="25532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5953779" y="2930365"/>
              <a:ext cx="1011555" cy="332740"/>
            </a:xfrm>
            <a:custGeom>
              <a:avLst/>
              <a:gdLst/>
              <a:ahLst/>
              <a:cxnLst/>
              <a:rect l="l" t="t" r="r" b="b"/>
              <a:pathLst>
                <a:path w="1011555" h="332739">
                  <a:moveTo>
                    <a:pt x="1011161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313690"/>
                  </a:lnTo>
                  <a:lnTo>
                    <a:pt x="0" y="332740"/>
                  </a:lnTo>
                  <a:lnTo>
                    <a:pt x="1011161" y="332740"/>
                  </a:lnTo>
                  <a:lnTo>
                    <a:pt x="1011161" y="314058"/>
                  </a:lnTo>
                  <a:lnTo>
                    <a:pt x="1011161" y="313690"/>
                  </a:lnTo>
                  <a:lnTo>
                    <a:pt x="1011161" y="18148"/>
                  </a:lnTo>
                  <a:lnTo>
                    <a:pt x="992924" y="18148"/>
                  </a:lnTo>
                  <a:lnTo>
                    <a:pt x="992924" y="313690"/>
                  </a:lnTo>
                  <a:lnTo>
                    <a:pt x="18237" y="313690"/>
                  </a:lnTo>
                  <a:lnTo>
                    <a:pt x="18237" y="17780"/>
                  </a:lnTo>
                  <a:lnTo>
                    <a:pt x="1011161" y="17780"/>
                  </a:lnTo>
                  <a:lnTo>
                    <a:pt x="101116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6331701" y="3003479"/>
              <a:ext cx="255904" cy="40640"/>
            </a:xfrm>
            <a:custGeom>
              <a:avLst/>
              <a:gdLst/>
              <a:ahLst/>
              <a:cxnLst/>
              <a:rect l="l" t="t" r="r" b="b"/>
              <a:pathLst>
                <a:path w="255905" h="40639">
                  <a:moveTo>
                    <a:pt x="255322" y="0"/>
                  </a:moveTo>
                  <a:lnTo>
                    <a:pt x="0" y="0"/>
                  </a:lnTo>
                  <a:lnTo>
                    <a:pt x="0" y="40532"/>
                  </a:lnTo>
                  <a:lnTo>
                    <a:pt x="255322" y="40532"/>
                  </a:lnTo>
                  <a:lnTo>
                    <a:pt x="25532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5953779" y="3331685"/>
              <a:ext cx="1011555" cy="331470"/>
            </a:xfrm>
            <a:custGeom>
              <a:avLst/>
              <a:gdLst/>
              <a:ahLst/>
              <a:cxnLst/>
              <a:rect l="l" t="t" r="r" b="b"/>
              <a:pathLst>
                <a:path w="1011555" h="331470">
                  <a:moveTo>
                    <a:pt x="1011161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313690"/>
                  </a:lnTo>
                  <a:lnTo>
                    <a:pt x="0" y="331470"/>
                  </a:lnTo>
                  <a:lnTo>
                    <a:pt x="1011161" y="331470"/>
                  </a:lnTo>
                  <a:lnTo>
                    <a:pt x="1011161" y="313690"/>
                  </a:lnTo>
                  <a:lnTo>
                    <a:pt x="18237" y="313690"/>
                  </a:lnTo>
                  <a:lnTo>
                    <a:pt x="18237" y="17780"/>
                  </a:lnTo>
                  <a:lnTo>
                    <a:pt x="992924" y="17780"/>
                  </a:lnTo>
                  <a:lnTo>
                    <a:pt x="992924" y="313613"/>
                  </a:lnTo>
                  <a:lnTo>
                    <a:pt x="1011161" y="313613"/>
                  </a:lnTo>
                  <a:lnTo>
                    <a:pt x="1011161" y="17780"/>
                  </a:lnTo>
                  <a:lnTo>
                    <a:pt x="101116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6331701" y="3404357"/>
              <a:ext cx="255904" cy="40640"/>
            </a:xfrm>
            <a:custGeom>
              <a:avLst/>
              <a:gdLst/>
              <a:ahLst/>
              <a:cxnLst/>
              <a:rect l="l" t="t" r="r" b="b"/>
              <a:pathLst>
                <a:path w="255905" h="40639">
                  <a:moveTo>
                    <a:pt x="255322" y="0"/>
                  </a:moveTo>
                  <a:lnTo>
                    <a:pt x="0" y="0"/>
                  </a:lnTo>
                  <a:lnTo>
                    <a:pt x="0" y="40522"/>
                  </a:lnTo>
                  <a:lnTo>
                    <a:pt x="255322" y="40522"/>
                  </a:lnTo>
                  <a:lnTo>
                    <a:pt x="25532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5953779" y="3731735"/>
              <a:ext cx="1011555" cy="332740"/>
            </a:xfrm>
            <a:custGeom>
              <a:avLst/>
              <a:gdLst/>
              <a:ahLst/>
              <a:cxnLst/>
              <a:rect l="l" t="t" r="r" b="b"/>
              <a:pathLst>
                <a:path w="1011555" h="332739">
                  <a:moveTo>
                    <a:pt x="1011161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314960"/>
                  </a:lnTo>
                  <a:lnTo>
                    <a:pt x="0" y="332740"/>
                  </a:lnTo>
                  <a:lnTo>
                    <a:pt x="1011161" y="332740"/>
                  </a:lnTo>
                  <a:lnTo>
                    <a:pt x="1011161" y="314960"/>
                  </a:lnTo>
                  <a:lnTo>
                    <a:pt x="18237" y="314960"/>
                  </a:lnTo>
                  <a:lnTo>
                    <a:pt x="18237" y="19050"/>
                  </a:lnTo>
                  <a:lnTo>
                    <a:pt x="992924" y="19050"/>
                  </a:lnTo>
                  <a:lnTo>
                    <a:pt x="992924" y="314426"/>
                  </a:lnTo>
                  <a:lnTo>
                    <a:pt x="1011161" y="314426"/>
                  </a:lnTo>
                  <a:lnTo>
                    <a:pt x="1011161" y="19050"/>
                  </a:lnTo>
                  <a:lnTo>
                    <a:pt x="1011161" y="18529"/>
                  </a:lnTo>
                  <a:lnTo>
                    <a:pt x="101116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6331701" y="3805224"/>
              <a:ext cx="255904" cy="40640"/>
            </a:xfrm>
            <a:custGeom>
              <a:avLst/>
              <a:gdLst/>
              <a:ahLst/>
              <a:cxnLst/>
              <a:rect l="l" t="t" r="r" b="b"/>
              <a:pathLst>
                <a:path w="255905" h="40639">
                  <a:moveTo>
                    <a:pt x="255322" y="0"/>
                  </a:moveTo>
                  <a:lnTo>
                    <a:pt x="0" y="0"/>
                  </a:lnTo>
                  <a:lnTo>
                    <a:pt x="0" y="40532"/>
                  </a:lnTo>
                  <a:lnTo>
                    <a:pt x="255322" y="40532"/>
                  </a:lnTo>
                  <a:lnTo>
                    <a:pt x="25532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5953779" y="4133055"/>
              <a:ext cx="1011555" cy="332740"/>
            </a:xfrm>
            <a:custGeom>
              <a:avLst/>
              <a:gdLst/>
              <a:ahLst/>
              <a:cxnLst/>
              <a:rect l="l" t="t" r="r" b="b"/>
              <a:pathLst>
                <a:path w="1011555" h="332739">
                  <a:moveTo>
                    <a:pt x="1011161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313690"/>
                  </a:lnTo>
                  <a:lnTo>
                    <a:pt x="0" y="332740"/>
                  </a:lnTo>
                  <a:lnTo>
                    <a:pt x="1011161" y="332740"/>
                  </a:lnTo>
                  <a:lnTo>
                    <a:pt x="1011161" y="313982"/>
                  </a:lnTo>
                  <a:lnTo>
                    <a:pt x="1011161" y="313690"/>
                  </a:lnTo>
                  <a:lnTo>
                    <a:pt x="1011161" y="18084"/>
                  </a:lnTo>
                  <a:lnTo>
                    <a:pt x="992924" y="18084"/>
                  </a:lnTo>
                  <a:lnTo>
                    <a:pt x="992924" y="313690"/>
                  </a:lnTo>
                  <a:lnTo>
                    <a:pt x="18237" y="313690"/>
                  </a:lnTo>
                  <a:lnTo>
                    <a:pt x="18237" y="17780"/>
                  </a:lnTo>
                  <a:lnTo>
                    <a:pt x="1011161" y="17780"/>
                  </a:lnTo>
                  <a:lnTo>
                    <a:pt x="101116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6331701" y="4206102"/>
              <a:ext cx="255904" cy="40640"/>
            </a:xfrm>
            <a:custGeom>
              <a:avLst/>
              <a:gdLst/>
              <a:ahLst/>
              <a:cxnLst/>
              <a:rect l="l" t="t" r="r" b="b"/>
              <a:pathLst>
                <a:path w="255905" h="40639">
                  <a:moveTo>
                    <a:pt x="255322" y="0"/>
                  </a:moveTo>
                  <a:lnTo>
                    <a:pt x="0" y="0"/>
                  </a:lnTo>
                  <a:lnTo>
                    <a:pt x="0" y="40532"/>
                  </a:lnTo>
                  <a:lnTo>
                    <a:pt x="255322" y="40532"/>
                  </a:lnTo>
                  <a:lnTo>
                    <a:pt x="25532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 descr=""/>
          <p:cNvSpPr/>
          <p:nvPr/>
        </p:nvSpPr>
        <p:spPr>
          <a:xfrm>
            <a:off x="14320493" y="2633659"/>
            <a:ext cx="1333500" cy="142240"/>
          </a:xfrm>
          <a:custGeom>
            <a:avLst/>
            <a:gdLst/>
            <a:ahLst/>
            <a:cxnLst/>
            <a:rect l="l" t="t" r="r" b="b"/>
            <a:pathLst>
              <a:path w="1333500" h="142239">
                <a:moveTo>
                  <a:pt x="1333373" y="0"/>
                </a:moveTo>
                <a:lnTo>
                  <a:pt x="0" y="0"/>
                </a:lnTo>
                <a:lnTo>
                  <a:pt x="0" y="121053"/>
                </a:lnTo>
                <a:lnTo>
                  <a:pt x="1633" y="129149"/>
                </a:lnTo>
                <a:lnTo>
                  <a:pt x="6088" y="135758"/>
                </a:lnTo>
                <a:lnTo>
                  <a:pt x="12695" y="140215"/>
                </a:lnTo>
                <a:lnTo>
                  <a:pt x="20784" y="141849"/>
                </a:lnTo>
                <a:lnTo>
                  <a:pt x="1312577" y="141849"/>
                </a:lnTo>
                <a:lnTo>
                  <a:pt x="1320672" y="140215"/>
                </a:lnTo>
                <a:lnTo>
                  <a:pt x="1327282" y="135758"/>
                </a:lnTo>
                <a:lnTo>
                  <a:pt x="1331739" y="129149"/>
                </a:lnTo>
                <a:lnTo>
                  <a:pt x="1333373" y="121053"/>
                </a:lnTo>
                <a:lnTo>
                  <a:pt x="133337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2" name="object 222" descr=""/>
          <p:cNvGrpSpPr/>
          <p:nvPr/>
        </p:nvGrpSpPr>
        <p:grpSpPr>
          <a:xfrm>
            <a:off x="13136322" y="942316"/>
            <a:ext cx="2477770" cy="1276985"/>
            <a:chOff x="13136322" y="942316"/>
            <a:chExt cx="2477770" cy="1276985"/>
          </a:xfrm>
        </p:grpSpPr>
        <p:sp>
          <p:nvSpPr>
            <p:cNvPr id="223" name="object 223" descr=""/>
            <p:cNvSpPr/>
            <p:nvPr/>
          </p:nvSpPr>
          <p:spPr>
            <a:xfrm>
              <a:off x="13136322" y="942316"/>
              <a:ext cx="2477770" cy="1276985"/>
            </a:xfrm>
            <a:custGeom>
              <a:avLst/>
              <a:gdLst/>
              <a:ahLst/>
              <a:cxnLst/>
              <a:rect l="l" t="t" r="r" b="b"/>
              <a:pathLst>
                <a:path w="2477769" h="1276985">
                  <a:moveTo>
                    <a:pt x="2477285" y="0"/>
                  </a:moveTo>
                  <a:lnTo>
                    <a:pt x="0" y="0"/>
                  </a:lnTo>
                  <a:lnTo>
                    <a:pt x="0" y="1276641"/>
                  </a:lnTo>
                  <a:lnTo>
                    <a:pt x="2477285" y="1276641"/>
                  </a:lnTo>
                  <a:lnTo>
                    <a:pt x="247728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4368022" y="1075421"/>
              <a:ext cx="1185545" cy="1071245"/>
            </a:xfrm>
            <a:custGeom>
              <a:avLst/>
              <a:gdLst/>
              <a:ahLst/>
              <a:cxnLst/>
              <a:rect l="l" t="t" r="r" b="b"/>
              <a:pathLst>
                <a:path w="1185544" h="1071245">
                  <a:moveTo>
                    <a:pt x="0" y="1071225"/>
                  </a:moveTo>
                  <a:lnTo>
                    <a:pt x="1185450" y="1071225"/>
                  </a:lnTo>
                  <a:lnTo>
                    <a:pt x="1185450" y="0"/>
                  </a:lnTo>
                  <a:lnTo>
                    <a:pt x="0" y="0"/>
                  </a:lnTo>
                  <a:lnTo>
                    <a:pt x="0" y="1071225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4368018" y="1014469"/>
              <a:ext cx="1185545" cy="1131570"/>
            </a:xfrm>
            <a:custGeom>
              <a:avLst/>
              <a:gdLst/>
              <a:ahLst/>
              <a:cxnLst/>
              <a:rect l="l" t="t" r="r" b="b"/>
              <a:pathLst>
                <a:path w="1185544" h="1131570">
                  <a:moveTo>
                    <a:pt x="1185519" y="769835"/>
                  </a:moveTo>
                  <a:lnTo>
                    <a:pt x="54711" y="769835"/>
                  </a:lnTo>
                  <a:lnTo>
                    <a:pt x="54711" y="425348"/>
                  </a:lnTo>
                  <a:lnTo>
                    <a:pt x="1185506" y="425348"/>
                  </a:lnTo>
                  <a:lnTo>
                    <a:pt x="1185506" y="392925"/>
                  </a:lnTo>
                  <a:lnTo>
                    <a:pt x="54711" y="392925"/>
                  </a:lnTo>
                  <a:lnTo>
                    <a:pt x="54711" y="60960"/>
                  </a:lnTo>
                  <a:lnTo>
                    <a:pt x="1185443" y="60960"/>
                  </a:lnTo>
                  <a:lnTo>
                    <a:pt x="1185443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0" y="1131570"/>
                  </a:lnTo>
                  <a:lnTo>
                    <a:pt x="54711" y="1131570"/>
                  </a:lnTo>
                  <a:lnTo>
                    <a:pt x="54711" y="802259"/>
                  </a:lnTo>
                  <a:lnTo>
                    <a:pt x="1185519" y="802259"/>
                  </a:lnTo>
                  <a:lnTo>
                    <a:pt x="1185519" y="769835"/>
                  </a:lnTo>
                  <a:close/>
                </a:path>
              </a:pathLst>
            </a:custGeom>
            <a:solidFill>
              <a:srgbClr val="9C9C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4341678" y="1375987"/>
              <a:ext cx="1230630" cy="409575"/>
            </a:xfrm>
            <a:custGeom>
              <a:avLst/>
              <a:gdLst/>
              <a:ahLst/>
              <a:cxnLst/>
              <a:rect l="l" t="t" r="r" b="b"/>
              <a:pathLst>
                <a:path w="1230630" h="409575">
                  <a:moveTo>
                    <a:pt x="1219898" y="0"/>
                  </a:moveTo>
                  <a:lnTo>
                    <a:pt x="0" y="0"/>
                  </a:lnTo>
                  <a:lnTo>
                    <a:pt x="0" y="32410"/>
                  </a:lnTo>
                  <a:lnTo>
                    <a:pt x="1219898" y="32410"/>
                  </a:lnTo>
                  <a:lnTo>
                    <a:pt x="1219898" y="0"/>
                  </a:lnTo>
                  <a:close/>
                </a:path>
                <a:path w="1230630" h="409575">
                  <a:moveTo>
                    <a:pt x="1230033" y="376910"/>
                  </a:moveTo>
                  <a:lnTo>
                    <a:pt x="10134" y="376910"/>
                  </a:lnTo>
                  <a:lnTo>
                    <a:pt x="10134" y="409321"/>
                  </a:lnTo>
                  <a:lnTo>
                    <a:pt x="1230033" y="409321"/>
                  </a:lnTo>
                  <a:lnTo>
                    <a:pt x="1230033" y="37691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3187324" y="1012665"/>
              <a:ext cx="1143000" cy="1135380"/>
            </a:xfrm>
            <a:custGeom>
              <a:avLst/>
              <a:gdLst/>
              <a:ahLst/>
              <a:cxnLst/>
              <a:rect l="l" t="t" r="r" b="b"/>
              <a:pathLst>
                <a:path w="1143000" h="1135380">
                  <a:moveTo>
                    <a:pt x="1142911" y="0"/>
                  </a:moveTo>
                  <a:lnTo>
                    <a:pt x="565391" y="0"/>
                  </a:lnTo>
                  <a:lnTo>
                    <a:pt x="565391" y="12700"/>
                  </a:lnTo>
                  <a:lnTo>
                    <a:pt x="565391" y="1123950"/>
                  </a:lnTo>
                  <a:lnTo>
                    <a:pt x="12153" y="1123950"/>
                  </a:lnTo>
                  <a:lnTo>
                    <a:pt x="12153" y="12700"/>
                  </a:lnTo>
                  <a:lnTo>
                    <a:pt x="565391" y="12700"/>
                  </a:lnTo>
                  <a:lnTo>
                    <a:pt x="565391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123950"/>
                  </a:lnTo>
                  <a:lnTo>
                    <a:pt x="0" y="1135380"/>
                  </a:lnTo>
                  <a:lnTo>
                    <a:pt x="1142911" y="1135380"/>
                  </a:lnTo>
                  <a:lnTo>
                    <a:pt x="1142911" y="1123950"/>
                  </a:lnTo>
                  <a:lnTo>
                    <a:pt x="577545" y="1123950"/>
                  </a:lnTo>
                  <a:lnTo>
                    <a:pt x="577545" y="12700"/>
                  </a:lnTo>
                  <a:lnTo>
                    <a:pt x="1130757" y="12700"/>
                  </a:lnTo>
                  <a:lnTo>
                    <a:pt x="1130757" y="1123657"/>
                  </a:lnTo>
                  <a:lnTo>
                    <a:pt x="1142911" y="1123657"/>
                  </a:lnTo>
                  <a:lnTo>
                    <a:pt x="1142911" y="12700"/>
                  </a:lnTo>
                  <a:lnTo>
                    <a:pt x="1142911" y="12306"/>
                  </a:lnTo>
                  <a:lnTo>
                    <a:pt x="114291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3653427" y="1467960"/>
              <a:ext cx="210820" cy="255904"/>
            </a:xfrm>
            <a:custGeom>
              <a:avLst/>
              <a:gdLst/>
              <a:ahLst/>
              <a:cxnLst/>
              <a:rect l="l" t="t" r="r" b="b"/>
              <a:pathLst>
                <a:path w="210819" h="255905">
                  <a:moveTo>
                    <a:pt x="40513" y="0"/>
                  </a:moveTo>
                  <a:lnTo>
                    <a:pt x="0" y="0"/>
                  </a:lnTo>
                  <a:lnTo>
                    <a:pt x="0" y="255320"/>
                  </a:lnTo>
                  <a:lnTo>
                    <a:pt x="40513" y="255320"/>
                  </a:lnTo>
                  <a:lnTo>
                    <a:pt x="40513" y="0"/>
                  </a:lnTo>
                  <a:close/>
                </a:path>
                <a:path w="210819" h="255905">
                  <a:moveTo>
                    <a:pt x="210731" y="0"/>
                  </a:moveTo>
                  <a:lnTo>
                    <a:pt x="170205" y="0"/>
                  </a:lnTo>
                  <a:lnTo>
                    <a:pt x="170205" y="255320"/>
                  </a:lnTo>
                  <a:lnTo>
                    <a:pt x="210731" y="255320"/>
                  </a:lnTo>
                  <a:lnTo>
                    <a:pt x="21073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9" name="object 229" descr=""/>
          <p:cNvGrpSpPr/>
          <p:nvPr/>
        </p:nvGrpSpPr>
        <p:grpSpPr>
          <a:xfrm>
            <a:off x="9837449" y="5012328"/>
            <a:ext cx="1125220" cy="1882139"/>
            <a:chOff x="9837449" y="5012328"/>
            <a:chExt cx="1125220" cy="1882139"/>
          </a:xfrm>
        </p:grpSpPr>
        <p:sp>
          <p:nvSpPr>
            <p:cNvPr id="230" name="object 230" descr=""/>
            <p:cNvSpPr/>
            <p:nvPr/>
          </p:nvSpPr>
          <p:spPr>
            <a:xfrm>
              <a:off x="9837445" y="5012340"/>
              <a:ext cx="445134" cy="1882139"/>
            </a:xfrm>
            <a:custGeom>
              <a:avLst/>
              <a:gdLst/>
              <a:ahLst/>
              <a:cxnLst/>
              <a:rect l="l" t="t" r="r" b="b"/>
              <a:pathLst>
                <a:path w="445134" h="1882140">
                  <a:moveTo>
                    <a:pt x="326377" y="0"/>
                  </a:moveTo>
                  <a:lnTo>
                    <a:pt x="0" y="0"/>
                  </a:lnTo>
                  <a:lnTo>
                    <a:pt x="0" y="1881987"/>
                  </a:lnTo>
                  <a:lnTo>
                    <a:pt x="326377" y="1881987"/>
                  </a:lnTo>
                  <a:lnTo>
                    <a:pt x="326377" y="0"/>
                  </a:lnTo>
                  <a:close/>
                </a:path>
                <a:path w="445134" h="1882140">
                  <a:moveTo>
                    <a:pt x="444728" y="0"/>
                  </a:moveTo>
                  <a:lnTo>
                    <a:pt x="368211" y="0"/>
                  </a:lnTo>
                  <a:lnTo>
                    <a:pt x="368211" y="1881987"/>
                  </a:lnTo>
                  <a:lnTo>
                    <a:pt x="444728" y="1881987"/>
                  </a:lnTo>
                  <a:lnTo>
                    <a:pt x="44472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0282179" y="5012328"/>
              <a:ext cx="680720" cy="1882139"/>
            </a:xfrm>
            <a:custGeom>
              <a:avLst/>
              <a:gdLst/>
              <a:ahLst/>
              <a:cxnLst/>
              <a:rect l="l" t="t" r="r" b="b"/>
              <a:pathLst>
                <a:path w="680720" h="1882140">
                  <a:moveTo>
                    <a:pt x="680303" y="0"/>
                  </a:moveTo>
                  <a:lnTo>
                    <a:pt x="0" y="0"/>
                  </a:lnTo>
                  <a:lnTo>
                    <a:pt x="0" y="1881995"/>
                  </a:lnTo>
                  <a:lnTo>
                    <a:pt x="680303" y="1881995"/>
                  </a:lnTo>
                  <a:lnTo>
                    <a:pt x="68030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0340924" y="5076665"/>
              <a:ext cx="580390" cy="1747520"/>
            </a:xfrm>
            <a:custGeom>
              <a:avLst/>
              <a:gdLst/>
              <a:ahLst/>
              <a:cxnLst/>
              <a:rect l="l" t="t" r="r" b="b"/>
              <a:pathLst>
                <a:path w="580390" h="1747520">
                  <a:moveTo>
                    <a:pt x="580237" y="1520621"/>
                  </a:moveTo>
                  <a:lnTo>
                    <a:pt x="570750" y="1520621"/>
                  </a:lnTo>
                  <a:lnTo>
                    <a:pt x="570750" y="1738198"/>
                  </a:lnTo>
                  <a:lnTo>
                    <a:pt x="580237" y="1738198"/>
                  </a:lnTo>
                  <a:lnTo>
                    <a:pt x="580237" y="1520621"/>
                  </a:lnTo>
                  <a:close/>
                </a:path>
                <a:path w="580390" h="1747520">
                  <a:moveTo>
                    <a:pt x="580237" y="1511300"/>
                  </a:moveTo>
                  <a:lnTo>
                    <a:pt x="0" y="1511300"/>
                  </a:lnTo>
                  <a:lnTo>
                    <a:pt x="0" y="1520190"/>
                  </a:lnTo>
                  <a:lnTo>
                    <a:pt x="0" y="1738630"/>
                  </a:lnTo>
                  <a:lnTo>
                    <a:pt x="0" y="1747520"/>
                  </a:lnTo>
                  <a:lnTo>
                    <a:pt x="580237" y="1747520"/>
                  </a:lnTo>
                  <a:lnTo>
                    <a:pt x="580237" y="1738630"/>
                  </a:lnTo>
                  <a:lnTo>
                    <a:pt x="9486" y="1738630"/>
                  </a:lnTo>
                  <a:lnTo>
                    <a:pt x="9486" y="1520190"/>
                  </a:lnTo>
                  <a:lnTo>
                    <a:pt x="207289" y="1520190"/>
                  </a:lnTo>
                  <a:lnTo>
                    <a:pt x="207289" y="1542300"/>
                  </a:lnTo>
                  <a:lnTo>
                    <a:pt x="210223" y="1542300"/>
                  </a:lnTo>
                  <a:lnTo>
                    <a:pt x="210223" y="1547380"/>
                  </a:lnTo>
                  <a:lnTo>
                    <a:pt x="370001" y="1547380"/>
                  </a:lnTo>
                  <a:lnTo>
                    <a:pt x="370001" y="1542300"/>
                  </a:lnTo>
                  <a:lnTo>
                    <a:pt x="372935" y="1542300"/>
                  </a:lnTo>
                  <a:lnTo>
                    <a:pt x="372935" y="1520190"/>
                  </a:lnTo>
                  <a:lnTo>
                    <a:pt x="580237" y="1520190"/>
                  </a:lnTo>
                  <a:lnTo>
                    <a:pt x="580237" y="1511300"/>
                  </a:lnTo>
                  <a:close/>
                </a:path>
                <a:path w="580390" h="1747520">
                  <a:moveTo>
                    <a:pt x="580237" y="1218438"/>
                  </a:moveTo>
                  <a:lnTo>
                    <a:pt x="570750" y="1218438"/>
                  </a:lnTo>
                  <a:lnTo>
                    <a:pt x="570750" y="1436039"/>
                  </a:lnTo>
                  <a:lnTo>
                    <a:pt x="580237" y="1436039"/>
                  </a:lnTo>
                  <a:lnTo>
                    <a:pt x="580237" y="1218438"/>
                  </a:lnTo>
                  <a:close/>
                </a:path>
                <a:path w="580390" h="1747520">
                  <a:moveTo>
                    <a:pt x="580237" y="1209040"/>
                  </a:moveTo>
                  <a:lnTo>
                    <a:pt x="0" y="1209040"/>
                  </a:lnTo>
                  <a:lnTo>
                    <a:pt x="0" y="1217930"/>
                  </a:lnTo>
                  <a:lnTo>
                    <a:pt x="0" y="1436370"/>
                  </a:lnTo>
                  <a:lnTo>
                    <a:pt x="0" y="1445260"/>
                  </a:lnTo>
                  <a:lnTo>
                    <a:pt x="580237" y="1445260"/>
                  </a:lnTo>
                  <a:lnTo>
                    <a:pt x="580237" y="1436370"/>
                  </a:lnTo>
                  <a:lnTo>
                    <a:pt x="9486" y="1436370"/>
                  </a:lnTo>
                  <a:lnTo>
                    <a:pt x="9486" y="1217930"/>
                  </a:lnTo>
                  <a:lnTo>
                    <a:pt x="207543" y="1217930"/>
                  </a:lnTo>
                  <a:lnTo>
                    <a:pt x="209537" y="1227772"/>
                  </a:lnTo>
                  <a:lnTo>
                    <a:pt x="215658" y="1236840"/>
                  </a:lnTo>
                  <a:lnTo>
                    <a:pt x="224739" y="1242961"/>
                  </a:lnTo>
                  <a:lnTo>
                    <a:pt x="235851" y="1245209"/>
                  </a:lnTo>
                  <a:lnTo>
                    <a:pt x="344373" y="1245209"/>
                  </a:lnTo>
                  <a:lnTo>
                    <a:pt x="355498" y="1242961"/>
                  </a:lnTo>
                  <a:lnTo>
                    <a:pt x="364566" y="1236840"/>
                  </a:lnTo>
                  <a:lnTo>
                    <a:pt x="370687" y="1227772"/>
                  </a:lnTo>
                  <a:lnTo>
                    <a:pt x="372668" y="1217930"/>
                  </a:lnTo>
                  <a:lnTo>
                    <a:pt x="580237" y="1217930"/>
                  </a:lnTo>
                  <a:lnTo>
                    <a:pt x="580237" y="1209040"/>
                  </a:lnTo>
                  <a:close/>
                </a:path>
                <a:path w="580390" h="1747520">
                  <a:moveTo>
                    <a:pt x="580237" y="916292"/>
                  </a:moveTo>
                  <a:lnTo>
                    <a:pt x="570750" y="916292"/>
                  </a:lnTo>
                  <a:lnTo>
                    <a:pt x="570750" y="1133868"/>
                  </a:lnTo>
                  <a:lnTo>
                    <a:pt x="580237" y="1133868"/>
                  </a:lnTo>
                  <a:lnTo>
                    <a:pt x="580237" y="916292"/>
                  </a:lnTo>
                  <a:close/>
                </a:path>
                <a:path w="580390" h="1747520">
                  <a:moveTo>
                    <a:pt x="580237" y="906780"/>
                  </a:moveTo>
                  <a:lnTo>
                    <a:pt x="0" y="906780"/>
                  </a:lnTo>
                  <a:lnTo>
                    <a:pt x="0" y="915670"/>
                  </a:lnTo>
                  <a:lnTo>
                    <a:pt x="0" y="1134110"/>
                  </a:lnTo>
                  <a:lnTo>
                    <a:pt x="0" y="1143000"/>
                  </a:lnTo>
                  <a:lnTo>
                    <a:pt x="580237" y="1143000"/>
                  </a:lnTo>
                  <a:lnTo>
                    <a:pt x="580237" y="1134110"/>
                  </a:lnTo>
                  <a:lnTo>
                    <a:pt x="9486" y="1134110"/>
                  </a:lnTo>
                  <a:lnTo>
                    <a:pt x="9486" y="915670"/>
                  </a:lnTo>
                  <a:lnTo>
                    <a:pt x="207530" y="915670"/>
                  </a:lnTo>
                  <a:lnTo>
                    <a:pt x="209537" y="925588"/>
                  </a:lnTo>
                  <a:lnTo>
                    <a:pt x="215658" y="934669"/>
                  </a:lnTo>
                  <a:lnTo>
                    <a:pt x="224739" y="940790"/>
                  </a:lnTo>
                  <a:lnTo>
                    <a:pt x="235851" y="943038"/>
                  </a:lnTo>
                  <a:lnTo>
                    <a:pt x="344373" y="943038"/>
                  </a:lnTo>
                  <a:lnTo>
                    <a:pt x="355498" y="940790"/>
                  </a:lnTo>
                  <a:lnTo>
                    <a:pt x="364566" y="934669"/>
                  </a:lnTo>
                  <a:lnTo>
                    <a:pt x="370687" y="925588"/>
                  </a:lnTo>
                  <a:lnTo>
                    <a:pt x="372681" y="915670"/>
                  </a:lnTo>
                  <a:lnTo>
                    <a:pt x="580237" y="915670"/>
                  </a:lnTo>
                  <a:lnTo>
                    <a:pt x="580237" y="906780"/>
                  </a:lnTo>
                  <a:close/>
                </a:path>
                <a:path w="580390" h="1747520">
                  <a:moveTo>
                    <a:pt x="580237" y="604520"/>
                  </a:moveTo>
                  <a:lnTo>
                    <a:pt x="0" y="604520"/>
                  </a:lnTo>
                  <a:lnTo>
                    <a:pt x="0" y="614680"/>
                  </a:lnTo>
                  <a:lnTo>
                    <a:pt x="0" y="831850"/>
                  </a:lnTo>
                  <a:lnTo>
                    <a:pt x="0" y="840740"/>
                  </a:lnTo>
                  <a:lnTo>
                    <a:pt x="580237" y="840740"/>
                  </a:lnTo>
                  <a:lnTo>
                    <a:pt x="580237" y="831850"/>
                  </a:lnTo>
                  <a:lnTo>
                    <a:pt x="9486" y="831850"/>
                  </a:lnTo>
                  <a:lnTo>
                    <a:pt x="9486" y="614680"/>
                  </a:lnTo>
                  <a:lnTo>
                    <a:pt x="207759" y="614680"/>
                  </a:lnTo>
                  <a:lnTo>
                    <a:pt x="209537" y="623417"/>
                  </a:lnTo>
                  <a:lnTo>
                    <a:pt x="215658" y="632498"/>
                  </a:lnTo>
                  <a:lnTo>
                    <a:pt x="224739" y="638619"/>
                  </a:lnTo>
                  <a:lnTo>
                    <a:pt x="235851" y="640854"/>
                  </a:lnTo>
                  <a:lnTo>
                    <a:pt x="344373" y="640854"/>
                  </a:lnTo>
                  <a:lnTo>
                    <a:pt x="355498" y="638619"/>
                  </a:lnTo>
                  <a:lnTo>
                    <a:pt x="364566" y="632498"/>
                  </a:lnTo>
                  <a:lnTo>
                    <a:pt x="370687" y="623417"/>
                  </a:lnTo>
                  <a:lnTo>
                    <a:pt x="372452" y="614680"/>
                  </a:lnTo>
                  <a:lnTo>
                    <a:pt x="570750" y="614680"/>
                  </a:lnTo>
                  <a:lnTo>
                    <a:pt x="570750" y="831672"/>
                  </a:lnTo>
                  <a:lnTo>
                    <a:pt x="580237" y="831672"/>
                  </a:lnTo>
                  <a:lnTo>
                    <a:pt x="580237" y="614680"/>
                  </a:lnTo>
                  <a:lnTo>
                    <a:pt x="580237" y="614095"/>
                  </a:lnTo>
                  <a:lnTo>
                    <a:pt x="580237" y="604520"/>
                  </a:lnTo>
                  <a:close/>
                </a:path>
                <a:path w="580390" h="1747520">
                  <a:moveTo>
                    <a:pt x="580237" y="302260"/>
                  </a:moveTo>
                  <a:lnTo>
                    <a:pt x="0" y="302260"/>
                  </a:lnTo>
                  <a:lnTo>
                    <a:pt x="0" y="312420"/>
                  </a:lnTo>
                  <a:lnTo>
                    <a:pt x="0" y="529590"/>
                  </a:lnTo>
                  <a:lnTo>
                    <a:pt x="0" y="538480"/>
                  </a:lnTo>
                  <a:lnTo>
                    <a:pt x="580237" y="538480"/>
                  </a:lnTo>
                  <a:lnTo>
                    <a:pt x="580237" y="529590"/>
                  </a:lnTo>
                  <a:lnTo>
                    <a:pt x="9486" y="529590"/>
                  </a:lnTo>
                  <a:lnTo>
                    <a:pt x="9486" y="312420"/>
                  </a:lnTo>
                  <a:lnTo>
                    <a:pt x="207746" y="312420"/>
                  </a:lnTo>
                  <a:lnTo>
                    <a:pt x="209537" y="321233"/>
                  </a:lnTo>
                  <a:lnTo>
                    <a:pt x="215658" y="330314"/>
                  </a:lnTo>
                  <a:lnTo>
                    <a:pt x="224739" y="336435"/>
                  </a:lnTo>
                  <a:lnTo>
                    <a:pt x="235851" y="338683"/>
                  </a:lnTo>
                  <a:lnTo>
                    <a:pt x="344373" y="338683"/>
                  </a:lnTo>
                  <a:lnTo>
                    <a:pt x="355498" y="336435"/>
                  </a:lnTo>
                  <a:lnTo>
                    <a:pt x="364566" y="330314"/>
                  </a:lnTo>
                  <a:lnTo>
                    <a:pt x="370687" y="321233"/>
                  </a:lnTo>
                  <a:lnTo>
                    <a:pt x="372465" y="312420"/>
                  </a:lnTo>
                  <a:lnTo>
                    <a:pt x="570750" y="312420"/>
                  </a:lnTo>
                  <a:lnTo>
                    <a:pt x="570750" y="529526"/>
                  </a:lnTo>
                  <a:lnTo>
                    <a:pt x="580237" y="529526"/>
                  </a:lnTo>
                  <a:lnTo>
                    <a:pt x="580237" y="312420"/>
                  </a:lnTo>
                  <a:lnTo>
                    <a:pt x="580237" y="311924"/>
                  </a:lnTo>
                  <a:lnTo>
                    <a:pt x="580237" y="302260"/>
                  </a:lnTo>
                  <a:close/>
                </a:path>
                <a:path w="580390" h="1747520">
                  <a:moveTo>
                    <a:pt x="580237" y="0"/>
                  </a:moveTo>
                  <a:lnTo>
                    <a:pt x="570750" y="0"/>
                  </a:lnTo>
                  <a:lnTo>
                    <a:pt x="570750" y="10160"/>
                  </a:lnTo>
                  <a:lnTo>
                    <a:pt x="570750" y="227330"/>
                  </a:lnTo>
                  <a:lnTo>
                    <a:pt x="9486" y="227330"/>
                  </a:lnTo>
                  <a:lnTo>
                    <a:pt x="9486" y="10160"/>
                  </a:lnTo>
                  <a:lnTo>
                    <a:pt x="207289" y="10160"/>
                  </a:lnTo>
                  <a:lnTo>
                    <a:pt x="207289" y="31432"/>
                  </a:lnTo>
                  <a:lnTo>
                    <a:pt x="210223" y="31432"/>
                  </a:lnTo>
                  <a:lnTo>
                    <a:pt x="210223" y="36512"/>
                  </a:lnTo>
                  <a:lnTo>
                    <a:pt x="370001" y="36512"/>
                  </a:lnTo>
                  <a:lnTo>
                    <a:pt x="370001" y="31432"/>
                  </a:lnTo>
                  <a:lnTo>
                    <a:pt x="372935" y="31432"/>
                  </a:lnTo>
                  <a:lnTo>
                    <a:pt x="372935" y="10160"/>
                  </a:lnTo>
                  <a:lnTo>
                    <a:pt x="570750" y="10160"/>
                  </a:lnTo>
                  <a:lnTo>
                    <a:pt x="570750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227330"/>
                  </a:lnTo>
                  <a:lnTo>
                    <a:pt x="0" y="236220"/>
                  </a:lnTo>
                  <a:lnTo>
                    <a:pt x="580237" y="236220"/>
                  </a:lnTo>
                  <a:lnTo>
                    <a:pt x="580237" y="227330"/>
                  </a:lnTo>
                  <a:lnTo>
                    <a:pt x="580237" y="10160"/>
                  </a:lnTo>
                  <a:lnTo>
                    <a:pt x="580237" y="9740"/>
                  </a:lnTo>
                  <a:lnTo>
                    <a:pt x="580237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3" name="object 233" descr=""/>
          <p:cNvGrpSpPr/>
          <p:nvPr/>
        </p:nvGrpSpPr>
        <p:grpSpPr>
          <a:xfrm>
            <a:off x="17380915" y="1682943"/>
            <a:ext cx="1722120" cy="2907665"/>
            <a:chOff x="17380915" y="1682943"/>
            <a:chExt cx="1722120" cy="2907665"/>
          </a:xfrm>
        </p:grpSpPr>
        <p:sp>
          <p:nvSpPr>
            <p:cNvPr id="234" name="object 234" descr=""/>
            <p:cNvSpPr/>
            <p:nvPr/>
          </p:nvSpPr>
          <p:spPr>
            <a:xfrm>
              <a:off x="18802705" y="1682943"/>
              <a:ext cx="300355" cy="2907665"/>
            </a:xfrm>
            <a:custGeom>
              <a:avLst/>
              <a:gdLst/>
              <a:ahLst/>
              <a:cxnLst/>
              <a:rect l="l" t="t" r="r" b="b"/>
              <a:pathLst>
                <a:path w="300355" h="2907665">
                  <a:moveTo>
                    <a:pt x="0" y="2907304"/>
                  </a:moveTo>
                  <a:lnTo>
                    <a:pt x="300294" y="2907304"/>
                  </a:lnTo>
                  <a:lnTo>
                    <a:pt x="300294" y="0"/>
                  </a:lnTo>
                  <a:lnTo>
                    <a:pt x="0" y="0"/>
                  </a:lnTo>
                  <a:lnTo>
                    <a:pt x="0" y="2907304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7380915" y="1682943"/>
              <a:ext cx="1422400" cy="2907665"/>
            </a:xfrm>
            <a:custGeom>
              <a:avLst/>
              <a:gdLst/>
              <a:ahLst/>
              <a:cxnLst/>
              <a:rect l="l" t="t" r="r" b="b"/>
              <a:pathLst>
                <a:path w="1422400" h="2907665">
                  <a:moveTo>
                    <a:pt x="1421789" y="0"/>
                  </a:moveTo>
                  <a:lnTo>
                    <a:pt x="0" y="0"/>
                  </a:lnTo>
                  <a:lnTo>
                    <a:pt x="0" y="2907304"/>
                  </a:lnTo>
                  <a:lnTo>
                    <a:pt x="1421789" y="2907304"/>
                  </a:lnTo>
                  <a:lnTo>
                    <a:pt x="142178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7467834" y="1779464"/>
              <a:ext cx="294640" cy="1434465"/>
            </a:xfrm>
            <a:custGeom>
              <a:avLst/>
              <a:gdLst/>
              <a:ahLst/>
              <a:cxnLst/>
              <a:rect l="l" t="t" r="r" b="b"/>
              <a:pathLst>
                <a:path w="294640" h="1434464">
                  <a:moveTo>
                    <a:pt x="294284" y="0"/>
                  </a:moveTo>
                  <a:lnTo>
                    <a:pt x="0" y="0"/>
                  </a:lnTo>
                  <a:lnTo>
                    <a:pt x="0" y="1434102"/>
                  </a:lnTo>
                  <a:lnTo>
                    <a:pt x="294284" y="1434102"/>
                  </a:lnTo>
                  <a:lnTo>
                    <a:pt x="2942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37" name="object 237" descr=""/>
          <p:cNvGraphicFramePr>
            <a:graphicFrameLocks noGrp="1"/>
          </p:cNvGraphicFramePr>
          <p:nvPr/>
        </p:nvGraphicFramePr>
        <p:xfrm>
          <a:off x="17472651" y="1779380"/>
          <a:ext cx="1243330" cy="1397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"/>
                <a:gridCol w="953769"/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CCCCCC"/>
                      </a:solidFill>
                      <a:prstDash val="solid"/>
                    </a:lnT>
                    <a:lnB w="762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CCCCCC"/>
                      </a:solidFill>
                      <a:prstDash val="solid"/>
                    </a:lnT>
                    <a:lnB w="76200">
                      <a:solidFill>
                        <a:srgbClr val="CCCCCC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CCCCCC"/>
                      </a:solidFill>
                      <a:prstDash val="solid"/>
                    </a:lnT>
                    <a:lnB w="762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CCCCCC"/>
                      </a:solidFill>
                      <a:prstDash val="solid"/>
                    </a:lnT>
                    <a:lnB w="76200">
                      <a:solidFill>
                        <a:srgbClr val="CCCCCC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CCCCCC"/>
                      </a:solidFill>
                      <a:prstDash val="solid"/>
                    </a:lnT>
                    <a:lnB w="762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CCCCCC"/>
                      </a:solidFill>
                      <a:prstDash val="solid"/>
                    </a:lnT>
                    <a:lnB w="76200">
                      <a:solidFill>
                        <a:srgbClr val="CCCCCC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CCCCCC"/>
                      </a:solidFill>
                      <a:prstDash val="solid"/>
                    </a:lnT>
                    <a:solidFill>
                      <a:srgbClr val="B3B3B3"/>
                    </a:solidFill>
                  </a:tcPr>
                </a:tc>
              </a:tr>
            </a:tbl>
          </a:graphicData>
        </a:graphic>
      </p:graphicFrame>
      <p:sp>
        <p:nvSpPr>
          <p:cNvPr id="238" name="object 238" descr=""/>
          <p:cNvSpPr/>
          <p:nvPr/>
        </p:nvSpPr>
        <p:spPr>
          <a:xfrm>
            <a:off x="17431008" y="2106983"/>
            <a:ext cx="1322070" cy="43180"/>
          </a:xfrm>
          <a:custGeom>
            <a:avLst/>
            <a:gdLst/>
            <a:ahLst/>
            <a:cxnLst/>
            <a:rect l="l" t="t" r="r" b="b"/>
            <a:pathLst>
              <a:path w="1322069" h="43180">
                <a:moveTo>
                  <a:pt x="1321614" y="0"/>
                </a:moveTo>
                <a:lnTo>
                  <a:pt x="0" y="0"/>
                </a:lnTo>
                <a:lnTo>
                  <a:pt x="0" y="42804"/>
                </a:lnTo>
                <a:lnTo>
                  <a:pt x="1321614" y="42804"/>
                </a:lnTo>
                <a:lnTo>
                  <a:pt x="132161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 descr=""/>
          <p:cNvSpPr/>
          <p:nvPr/>
        </p:nvSpPr>
        <p:spPr>
          <a:xfrm>
            <a:off x="17431008" y="2872132"/>
            <a:ext cx="1322070" cy="43180"/>
          </a:xfrm>
          <a:custGeom>
            <a:avLst/>
            <a:gdLst/>
            <a:ahLst/>
            <a:cxnLst/>
            <a:rect l="l" t="t" r="r" b="b"/>
            <a:pathLst>
              <a:path w="1322069" h="43180">
                <a:moveTo>
                  <a:pt x="1321614" y="0"/>
                </a:moveTo>
                <a:lnTo>
                  <a:pt x="0" y="0"/>
                </a:lnTo>
                <a:lnTo>
                  <a:pt x="0" y="42804"/>
                </a:lnTo>
                <a:lnTo>
                  <a:pt x="1321614" y="42804"/>
                </a:lnTo>
                <a:lnTo>
                  <a:pt x="132161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 descr=""/>
          <p:cNvSpPr/>
          <p:nvPr/>
        </p:nvSpPr>
        <p:spPr>
          <a:xfrm>
            <a:off x="17431008" y="2489557"/>
            <a:ext cx="1322070" cy="43180"/>
          </a:xfrm>
          <a:custGeom>
            <a:avLst/>
            <a:gdLst/>
            <a:ahLst/>
            <a:cxnLst/>
            <a:rect l="l" t="t" r="r" b="b"/>
            <a:pathLst>
              <a:path w="1322069" h="43180">
                <a:moveTo>
                  <a:pt x="1321614" y="0"/>
                </a:moveTo>
                <a:lnTo>
                  <a:pt x="0" y="0"/>
                </a:lnTo>
                <a:lnTo>
                  <a:pt x="0" y="42804"/>
                </a:lnTo>
                <a:lnTo>
                  <a:pt x="1321614" y="42804"/>
                </a:lnTo>
                <a:lnTo>
                  <a:pt x="132161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 descr=""/>
          <p:cNvSpPr/>
          <p:nvPr/>
        </p:nvSpPr>
        <p:spPr>
          <a:xfrm>
            <a:off x="17460024" y="3719035"/>
            <a:ext cx="1263650" cy="358140"/>
          </a:xfrm>
          <a:custGeom>
            <a:avLst/>
            <a:gdLst/>
            <a:ahLst/>
            <a:cxnLst/>
            <a:rect l="l" t="t" r="r" b="b"/>
            <a:pathLst>
              <a:path w="1263650" h="358139">
                <a:moveTo>
                  <a:pt x="1263586" y="0"/>
                </a:moveTo>
                <a:lnTo>
                  <a:pt x="0" y="0"/>
                </a:lnTo>
                <a:lnTo>
                  <a:pt x="0" y="15240"/>
                </a:lnTo>
                <a:lnTo>
                  <a:pt x="0" y="341630"/>
                </a:lnTo>
                <a:lnTo>
                  <a:pt x="0" y="358140"/>
                </a:lnTo>
                <a:lnTo>
                  <a:pt x="1263586" y="358140"/>
                </a:lnTo>
                <a:lnTo>
                  <a:pt x="1263586" y="342265"/>
                </a:lnTo>
                <a:lnTo>
                  <a:pt x="1263586" y="341630"/>
                </a:lnTo>
                <a:lnTo>
                  <a:pt x="1263586" y="15557"/>
                </a:lnTo>
                <a:lnTo>
                  <a:pt x="1247533" y="15557"/>
                </a:lnTo>
                <a:lnTo>
                  <a:pt x="1247533" y="341630"/>
                </a:lnTo>
                <a:lnTo>
                  <a:pt x="16040" y="341630"/>
                </a:lnTo>
                <a:lnTo>
                  <a:pt x="16040" y="15240"/>
                </a:lnTo>
                <a:lnTo>
                  <a:pt x="469265" y="15240"/>
                </a:lnTo>
                <a:lnTo>
                  <a:pt x="469265" y="86182"/>
                </a:lnTo>
                <a:lnTo>
                  <a:pt x="794321" y="86182"/>
                </a:lnTo>
                <a:lnTo>
                  <a:pt x="794321" y="15240"/>
                </a:lnTo>
                <a:lnTo>
                  <a:pt x="1263586" y="15240"/>
                </a:lnTo>
                <a:lnTo>
                  <a:pt x="1263586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 descr=""/>
          <p:cNvSpPr/>
          <p:nvPr/>
        </p:nvSpPr>
        <p:spPr>
          <a:xfrm>
            <a:off x="17460024" y="3306285"/>
            <a:ext cx="1263650" cy="359410"/>
          </a:xfrm>
          <a:custGeom>
            <a:avLst/>
            <a:gdLst/>
            <a:ahLst/>
            <a:cxnLst/>
            <a:rect l="l" t="t" r="r" b="b"/>
            <a:pathLst>
              <a:path w="1263650" h="359410">
                <a:moveTo>
                  <a:pt x="1263586" y="0"/>
                </a:moveTo>
                <a:lnTo>
                  <a:pt x="1247533" y="0"/>
                </a:lnTo>
                <a:lnTo>
                  <a:pt x="1247533" y="16510"/>
                </a:lnTo>
                <a:lnTo>
                  <a:pt x="1247533" y="342900"/>
                </a:lnTo>
                <a:lnTo>
                  <a:pt x="16040" y="342900"/>
                </a:lnTo>
                <a:lnTo>
                  <a:pt x="16040" y="16510"/>
                </a:lnTo>
                <a:lnTo>
                  <a:pt x="469265" y="16510"/>
                </a:lnTo>
                <a:lnTo>
                  <a:pt x="469265" y="86931"/>
                </a:lnTo>
                <a:lnTo>
                  <a:pt x="794321" y="86931"/>
                </a:lnTo>
                <a:lnTo>
                  <a:pt x="794321" y="16510"/>
                </a:lnTo>
                <a:lnTo>
                  <a:pt x="1247533" y="16510"/>
                </a:lnTo>
                <a:lnTo>
                  <a:pt x="1247533" y="0"/>
                </a:lnTo>
                <a:lnTo>
                  <a:pt x="0" y="0"/>
                </a:lnTo>
                <a:lnTo>
                  <a:pt x="0" y="16510"/>
                </a:lnTo>
                <a:lnTo>
                  <a:pt x="0" y="342900"/>
                </a:lnTo>
                <a:lnTo>
                  <a:pt x="0" y="359410"/>
                </a:lnTo>
                <a:lnTo>
                  <a:pt x="1263586" y="359410"/>
                </a:lnTo>
                <a:lnTo>
                  <a:pt x="1263586" y="343027"/>
                </a:lnTo>
                <a:lnTo>
                  <a:pt x="1263586" y="342900"/>
                </a:lnTo>
                <a:lnTo>
                  <a:pt x="1263586" y="16510"/>
                </a:lnTo>
                <a:lnTo>
                  <a:pt x="1263586" y="16319"/>
                </a:lnTo>
                <a:lnTo>
                  <a:pt x="1263586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 descr=""/>
          <p:cNvSpPr/>
          <p:nvPr/>
        </p:nvSpPr>
        <p:spPr>
          <a:xfrm>
            <a:off x="17460024" y="4130516"/>
            <a:ext cx="1263650" cy="359410"/>
          </a:xfrm>
          <a:custGeom>
            <a:avLst/>
            <a:gdLst/>
            <a:ahLst/>
            <a:cxnLst/>
            <a:rect l="l" t="t" r="r" b="b"/>
            <a:pathLst>
              <a:path w="1263650" h="359410">
                <a:moveTo>
                  <a:pt x="1263586" y="0"/>
                </a:moveTo>
                <a:lnTo>
                  <a:pt x="0" y="0"/>
                </a:lnTo>
                <a:lnTo>
                  <a:pt x="0" y="16510"/>
                </a:lnTo>
                <a:lnTo>
                  <a:pt x="0" y="342900"/>
                </a:lnTo>
                <a:lnTo>
                  <a:pt x="0" y="359410"/>
                </a:lnTo>
                <a:lnTo>
                  <a:pt x="1263586" y="359410"/>
                </a:lnTo>
                <a:lnTo>
                  <a:pt x="1263586" y="342900"/>
                </a:lnTo>
                <a:lnTo>
                  <a:pt x="16040" y="342900"/>
                </a:lnTo>
                <a:lnTo>
                  <a:pt x="16040" y="16510"/>
                </a:lnTo>
                <a:lnTo>
                  <a:pt x="469265" y="16510"/>
                </a:lnTo>
                <a:lnTo>
                  <a:pt x="469265" y="86702"/>
                </a:lnTo>
                <a:lnTo>
                  <a:pt x="794321" y="86702"/>
                </a:lnTo>
                <a:lnTo>
                  <a:pt x="794321" y="16510"/>
                </a:lnTo>
                <a:lnTo>
                  <a:pt x="1247533" y="16510"/>
                </a:lnTo>
                <a:lnTo>
                  <a:pt x="1247533" y="342811"/>
                </a:lnTo>
                <a:lnTo>
                  <a:pt x="1263586" y="342811"/>
                </a:lnTo>
                <a:lnTo>
                  <a:pt x="1263586" y="16510"/>
                </a:lnTo>
                <a:lnTo>
                  <a:pt x="1263586" y="16090"/>
                </a:lnTo>
                <a:lnTo>
                  <a:pt x="1263586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4" name="object 244" descr=""/>
          <p:cNvGrpSpPr/>
          <p:nvPr/>
        </p:nvGrpSpPr>
        <p:grpSpPr>
          <a:xfrm>
            <a:off x="7921926" y="5767604"/>
            <a:ext cx="1328420" cy="1311910"/>
            <a:chOff x="7921926" y="5767604"/>
            <a:chExt cx="1328420" cy="1311910"/>
          </a:xfrm>
        </p:grpSpPr>
        <p:sp>
          <p:nvSpPr>
            <p:cNvPr id="245" name="object 245" descr=""/>
            <p:cNvSpPr/>
            <p:nvPr/>
          </p:nvSpPr>
          <p:spPr>
            <a:xfrm>
              <a:off x="7921926" y="5767604"/>
              <a:ext cx="356235" cy="1311910"/>
            </a:xfrm>
            <a:custGeom>
              <a:avLst/>
              <a:gdLst/>
              <a:ahLst/>
              <a:cxnLst/>
              <a:rect l="l" t="t" r="r" b="b"/>
              <a:pathLst>
                <a:path w="356234" h="1311909">
                  <a:moveTo>
                    <a:pt x="0" y="1311865"/>
                  </a:moveTo>
                  <a:lnTo>
                    <a:pt x="355748" y="1311865"/>
                  </a:lnTo>
                  <a:lnTo>
                    <a:pt x="355748" y="0"/>
                  </a:lnTo>
                  <a:lnTo>
                    <a:pt x="0" y="0"/>
                  </a:lnTo>
                  <a:lnTo>
                    <a:pt x="0" y="1311865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8277674" y="5767604"/>
              <a:ext cx="972819" cy="1311910"/>
            </a:xfrm>
            <a:custGeom>
              <a:avLst/>
              <a:gdLst/>
              <a:ahLst/>
              <a:cxnLst/>
              <a:rect l="l" t="t" r="r" b="b"/>
              <a:pathLst>
                <a:path w="972820" h="1311909">
                  <a:moveTo>
                    <a:pt x="972357" y="0"/>
                  </a:moveTo>
                  <a:lnTo>
                    <a:pt x="0" y="0"/>
                  </a:lnTo>
                  <a:lnTo>
                    <a:pt x="0" y="1311865"/>
                  </a:lnTo>
                  <a:lnTo>
                    <a:pt x="972357" y="1311865"/>
                  </a:lnTo>
                  <a:lnTo>
                    <a:pt x="9723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8332510" y="6254553"/>
              <a:ext cx="862965" cy="338455"/>
            </a:xfrm>
            <a:custGeom>
              <a:avLst/>
              <a:gdLst/>
              <a:ahLst/>
              <a:cxnLst/>
              <a:rect l="l" t="t" r="r" b="b"/>
              <a:pathLst>
                <a:path w="862965" h="338454">
                  <a:moveTo>
                    <a:pt x="862675" y="0"/>
                  </a:moveTo>
                  <a:lnTo>
                    <a:pt x="0" y="0"/>
                  </a:lnTo>
                  <a:lnTo>
                    <a:pt x="0" y="337958"/>
                  </a:lnTo>
                  <a:lnTo>
                    <a:pt x="862675" y="337958"/>
                  </a:lnTo>
                  <a:lnTo>
                    <a:pt x="8626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8620439" y="6254992"/>
              <a:ext cx="287020" cy="86360"/>
            </a:xfrm>
            <a:custGeom>
              <a:avLst/>
              <a:gdLst/>
              <a:ahLst/>
              <a:cxnLst/>
              <a:rect l="l" t="t" r="r" b="b"/>
              <a:pathLst>
                <a:path w="287020" h="86360">
                  <a:moveTo>
                    <a:pt x="286818" y="0"/>
                  </a:moveTo>
                  <a:lnTo>
                    <a:pt x="0" y="0"/>
                  </a:lnTo>
                  <a:lnTo>
                    <a:pt x="0" y="86280"/>
                  </a:lnTo>
                  <a:lnTo>
                    <a:pt x="286818" y="86280"/>
                  </a:lnTo>
                  <a:lnTo>
                    <a:pt x="28681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8332510" y="5852125"/>
              <a:ext cx="862965" cy="338455"/>
            </a:xfrm>
            <a:custGeom>
              <a:avLst/>
              <a:gdLst/>
              <a:ahLst/>
              <a:cxnLst/>
              <a:rect l="l" t="t" r="r" b="b"/>
              <a:pathLst>
                <a:path w="862965" h="338454">
                  <a:moveTo>
                    <a:pt x="862675" y="0"/>
                  </a:moveTo>
                  <a:lnTo>
                    <a:pt x="0" y="0"/>
                  </a:lnTo>
                  <a:lnTo>
                    <a:pt x="0" y="337958"/>
                  </a:lnTo>
                  <a:lnTo>
                    <a:pt x="862675" y="337958"/>
                  </a:lnTo>
                  <a:lnTo>
                    <a:pt x="8626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8620439" y="5852492"/>
              <a:ext cx="287020" cy="86360"/>
            </a:xfrm>
            <a:custGeom>
              <a:avLst/>
              <a:gdLst/>
              <a:ahLst/>
              <a:cxnLst/>
              <a:rect l="l" t="t" r="r" b="b"/>
              <a:pathLst>
                <a:path w="287020" h="86360">
                  <a:moveTo>
                    <a:pt x="286818" y="0"/>
                  </a:moveTo>
                  <a:lnTo>
                    <a:pt x="0" y="0"/>
                  </a:lnTo>
                  <a:lnTo>
                    <a:pt x="0" y="86342"/>
                  </a:lnTo>
                  <a:lnTo>
                    <a:pt x="286818" y="86342"/>
                  </a:lnTo>
                  <a:lnTo>
                    <a:pt x="28681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8332510" y="6656991"/>
              <a:ext cx="862965" cy="338455"/>
            </a:xfrm>
            <a:custGeom>
              <a:avLst/>
              <a:gdLst/>
              <a:ahLst/>
              <a:cxnLst/>
              <a:rect l="l" t="t" r="r" b="b"/>
              <a:pathLst>
                <a:path w="862965" h="338454">
                  <a:moveTo>
                    <a:pt x="862675" y="0"/>
                  </a:moveTo>
                  <a:lnTo>
                    <a:pt x="0" y="0"/>
                  </a:lnTo>
                  <a:lnTo>
                    <a:pt x="0" y="337958"/>
                  </a:lnTo>
                  <a:lnTo>
                    <a:pt x="862675" y="337958"/>
                  </a:lnTo>
                  <a:lnTo>
                    <a:pt x="8626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8620439" y="6658802"/>
              <a:ext cx="287020" cy="85090"/>
            </a:xfrm>
            <a:custGeom>
              <a:avLst/>
              <a:gdLst/>
              <a:ahLst/>
              <a:cxnLst/>
              <a:rect l="l" t="t" r="r" b="b"/>
              <a:pathLst>
                <a:path w="287020" h="85090">
                  <a:moveTo>
                    <a:pt x="286818" y="0"/>
                  </a:moveTo>
                  <a:lnTo>
                    <a:pt x="0" y="0"/>
                  </a:lnTo>
                  <a:lnTo>
                    <a:pt x="0" y="84897"/>
                  </a:lnTo>
                  <a:lnTo>
                    <a:pt x="286818" y="84897"/>
                  </a:lnTo>
                  <a:lnTo>
                    <a:pt x="28681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3" name="object 253" descr=""/>
          <p:cNvGrpSpPr/>
          <p:nvPr/>
        </p:nvGrpSpPr>
        <p:grpSpPr>
          <a:xfrm>
            <a:off x="8200452" y="5291296"/>
            <a:ext cx="557530" cy="476884"/>
            <a:chOff x="8200452" y="5291296"/>
            <a:chExt cx="557530" cy="476884"/>
          </a:xfrm>
        </p:grpSpPr>
        <p:sp>
          <p:nvSpPr>
            <p:cNvPr id="254" name="object 254" descr=""/>
            <p:cNvSpPr/>
            <p:nvPr/>
          </p:nvSpPr>
          <p:spPr>
            <a:xfrm>
              <a:off x="8200441" y="5291600"/>
              <a:ext cx="532130" cy="422909"/>
            </a:xfrm>
            <a:custGeom>
              <a:avLst/>
              <a:gdLst/>
              <a:ahLst/>
              <a:cxnLst/>
              <a:rect l="l" t="t" r="r" b="b"/>
              <a:pathLst>
                <a:path w="532129" h="422910">
                  <a:moveTo>
                    <a:pt x="531660" y="0"/>
                  </a:moveTo>
                  <a:lnTo>
                    <a:pt x="0" y="0"/>
                  </a:lnTo>
                  <a:lnTo>
                    <a:pt x="0" y="335114"/>
                  </a:lnTo>
                  <a:lnTo>
                    <a:pt x="259384" y="335114"/>
                  </a:lnTo>
                  <a:lnTo>
                    <a:pt x="259384" y="422516"/>
                  </a:lnTo>
                  <a:lnTo>
                    <a:pt x="298056" y="422516"/>
                  </a:lnTo>
                  <a:lnTo>
                    <a:pt x="298056" y="335114"/>
                  </a:lnTo>
                  <a:lnTo>
                    <a:pt x="531660" y="335114"/>
                  </a:lnTo>
                  <a:lnTo>
                    <a:pt x="53166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8235896" y="5301262"/>
              <a:ext cx="512445" cy="316230"/>
            </a:xfrm>
            <a:custGeom>
              <a:avLst/>
              <a:gdLst/>
              <a:ahLst/>
              <a:cxnLst/>
              <a:rect l="l" t="t" r="r" b="b"/>
              <a:pathLst>
                <a:path w="512445" h="316229">
                  <a:moveTo>
                    <a:pt x="512319" y="0"/>
                  </a:moveTo>
                  <a:lnTo>
                    <a:pt x="0" y="0"/>
                  </a:lnTo>
                  <a:lnTo>
                    <a:pt x="0" y="315770"/>
                  </a:lnTo>
                  <a:lnTo>
                    <a:pt x="512319" y="315770"/>
                  </a:lnTo>
                  <a:lnTo>
                    <a:pt x="512319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8226209" y="5291296"/>
              <a:ext cx="532130" cy="335280"/>
            </a:xfrm>
            <a:custGeom>
              <a:avLst/>
              <a:gdLst/>
              <a:ahLst/>
              <a:cxnLst/>
              <a:rect l="l" t="t" r="r" b="b"/>
              <a:pathLst>
                <a:path w="532129" h="335279">
                  <a:moveTo>
                    <a:pt x="531660" y="19634"/>
                  </a:moveTo>
                  <a:lnTo>
                    <a:pt x="512330" y="19634"/>
                  </a:lnTo>
                  <a:lnTo>
                    <a:pt x="512330" y="316077"/>
                  </a:lnTo>
                  <a:lnTo>
                    <a:pt x="531660" y="316077"/>
                  </a:lnTo>
                  <a:lnTo>
                    <a:pt x="531660" y="19634"/>
                  </a:lnTo>
                  <a:close/>
                </a:path>
                <a:path w="532129" h="335279">
                  <a:moveTo>
                    <a:pt x="53166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316230"/>
                  </a:lnTo>
                  <a:lnTo>
                    <a:pt x="0" y="335280"/>
                  </a:lnTo>
                  <a:lnTo>
                    <a:pt x="531660" y="335280"/>
                  </a:lnTo>
                  <a:lnTo>
                    <a:pt x="531660" y="316230"/>
                  </a:lnTo>
                  <a:lnTo>
                    <a:pt x="19342" y="316230"/>
                  </a:lnTo>
                  <a:lnTo>
                    <a:pt x="19342" y="19050"/>
                  </a:lnTo>
                  <a:lnTo>
                    <a:pt x="531660" y="19050"/>
                  </a:lnTo>
                  <a:lnTo>
                    <a:pt x="5316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8270718" y="5693934"/>
              <a:ext cx="316865" cy="47625"/>
            </a:xfrm>
            <a:custGeom>
              <a:avLst/>
              <a:gdLst/>
              <a:ahLst/>
              <a:cxnLst/>
              <a:rect l="l" t="t" r="r" b="b"/>
              <a:pathLst>
                <a:path w="316865" h="47625">
                  <a:moveTo>
                    <a:pt x="269311" y="0"/>
                  </a:moveTo>
                  <a:lnTo>
                    <a:pt x="47558" y="0"/>
                  </a:lnTo>
                  <a:lnTo>
                    <a:pt x="29044" y="3738"/>
                  </a:lnTo>
                  <a:lnTo>
                    <a:pt x="13927" y="13931"/>
                  </a:lnTo>
                  <a:lnTo>
                    <a:pt x="3736" y="29048"/>
                  </a:lnTo>
                  <a:lnTo>
                    <a:pt x="0" y="47558"/>
                  </a:lnTo>
                  <a:lnTo>
                    <a:pt x="316869" y="47558"/>
                  </a:lnTo>
                  <a:lnTo>
                    <a:pt x="313133" y="29048"/>
                  </a:lnTo>
                  <a:lnTo>
                    <a:pt x="302942" y="13931"/>
                  </a:lnTo>
                  <a:lnTo>
                    <a:pt x="287825" y="3738"/>
                  </a:lnTo>
                  <a:lnTo>
                    <a:pt x="26931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8396785" y="5693934"/>
              <a:ext cx="316865" cy="47625"/>
            </a:xfrm>
            <a:custGeom>
              <a:avLst/>
              <a:gdLst/>
              <a:ahLst/>
              <a:cxnLst/>
              <a:rect l="l" t="t" r="r" b="b"/>
              <a:pathLst>
                <a:path w="316865" h="47625">
                  <a:moveTo>
                    <a:pt x="269311" y="0"/>
                  </a:moveTo>
                  <a:lnTo>
                    <a:pt x="47558" y="0"/>
                  </a:lnTo>
                  <a:lnTo>
                    <a:pt x="29044" y="3738"/>
                  </a:lnTo>
                  <a:lnTo>
                    <a:pt x="13927" y="13931"/>
                  </a:lnTo>
                  <a:lnTo>
                    <a:pt x="3736" y="29048"/>
                  </a:lnTo>
                  <a:lnTo>
                    <a:pt x="0" y="47558"/>
                  </a:lnTo>
                  <a:lnTo>
                    <a:pt x="316869" y="47558"/>
                  </a:lnTo>
                  <a:lnTo>
                    <a:pt x="313133" y="29048"/>
                  </a:lnTo>
                  <a:lnTo>
                    <a:pt x="302942" y="13931"/>
                  </a:lnTo>
                  <a:lnTo>
                    <a:pt x="287825" y="3738"/>
                  </a:lnTo>
                  <a:lnTo>
                    <a:pt x="26931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8396781" y="5741500"/>
              <a:ext cx="334645" cy="26670"/>
            </a:xfrm>
            <a:custGeom>
              <a:avLst/>
              <a:gdLst/>
              <a:ahLst/>
              <a:cxnLst/>
              <a:rect l="l" t="t" r="r" b="b"/>
              <a:pathLst>
                <a:path w="334645" h="26670">
                  <a:moveTo>
                    <a:pt x="334481" y="0"/>
                  </a:moveTo>
                  <a:lnTo>
                    <a:pt x="0" y="0"/>
                  </a:lnTo>
                  <a:lnTo>
                    <a:pt x="0" y="26124"/>
                  </a:lnTo>
                  <a:lnTo>
                    <a:pt x="334481" y="26124"/>
                  </a:lnTo>
                  <a:lnTo>
                    <a:pt x="33448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0" name="object 260" descr=""/>
          <p:cNvSpPr/>
          <p:nvPr/>
        </p:nvSpPr>
        <p:spPr>
          <a:xfrm>
            <a:off x="12388190" y="5615031"/>
            <a:ext cx="1431925" cy="1464945"/>
          </a:xfrm>
          <a:custGeom>
            <a:avLst/>
            <a:gdLst/>
            <a:ahLst/>
            <a:cxnLst/>
            <a:rect l="l" t="t" r="r" b="b"/>
            <a:pathLst>
              <a:path w="1431925" h="1464945">
                <a:moveTo>
                  <a:pt x="1431353" y="180124"/>
                </a:moveTo>
                <a:lnTo>
                  <a:pt x="1431201" y="180124"/>
                </a:lnTo>
                <a:lnTo>
                  <a:pt x="1431201" y="0"/>
                </a:lnTo>
                <a:lnTo>
                  <a:pt x="105841" y="0"/>
                </a:lnTo>
                <a:lnTo>
                  <a:pt x="105740" y="1335125"/>
                </a:lnTo>
                <a:lnTo>
                  <a:pt x="0" y="1335125"/>
                </a:lnTo>
                <a:lnTo>
                  <a:pt x="0" y="1381175"/>
                </a:lnTo>
                <a:lnTo>
                  <a:pt x="12484" y="1381175"/>
                </a:lnTo>
                <a:lnTo>
                  <a:pt x="9804" y="1388071"/>
                </a:lnTo>
                <a:lnTo>
                  <a:pt x="8204" y="1395488"/>
                </a:lnTo>
                <a:lnTo>
                  <a:pt x="8204" y="1403324"/>
                </a:lnTo>
                <a:lnTo>
                  <a:pt x="13004" y="1427111"/>
                </a:lnTo>
                <a:lnTo>
                  <a:pt x="26098" y="1446542"/>
                </a:lnTo>
                <a:lnTo>
                  <a:pt x="45516" y="1459636"/>
                </a:lnTo>
                <a:lnTo>
                  <a:pt x="69303" y="1464437"/>
                </a:lnTo>
                <a:lnTo>
                  <a:pt x="93103" y="1459636"/>
                </a:lnTo>
                <a:lnTo>
                  <a:pt x="112522" y="1446542"/>
                </a:lnTo>
                <a:lnTo>
                  <a:pt x="125628" y="1427111"/>
                </a:lnTo>
                <a:lnTo>
                  <a:pt x="130429" y="1403324"/>
                </a:lnTo>
                <a:lnTo>
                  <a:pt x="130429" y="1395488"/>
                </a:lnTo>
                <a:lnTo>
                  <a:pt x="128828" y="1388071"/>
                </a:lnTo>
                <a:lnTo>
                  <a:pt x="126136" y="1381175"/>
                </a:lnTo>
                <a:lnTo>
                  <a:pt x="148805" y="1381175"/>
                </a:lnTo>
                <a:lnTo>
                  <a:pt x="148805" y="250202"/>
                </a:lnTo>
                <a:lnTo>
                  <a:pt x="1388287" y="250202"/>
                </a:lnTo>
                <a:lnTo>
                  <a:pt x="1388287" y="520357"/>
                </a:lnTo>
                <a:lnTo>
                  <a:pt x="620268" y="520357"/>
                </a:lnTo>
                <a:lnTo>
                  <a:pt x="620268" y="560743"/>
                </a:lnTo>
                <a:lnTo>
                  <a:pt x="1388287" y="560743"/>
                </a:lnTo>
                <a:lnTo>
                  <a:pt x="1388287" y="1335125"/>
                </a:lnTo>
                <a:lnTo>
                  <a:pt x="1282547" y="1335125"/>
                </a:lnTo>
                <a:lnTo>
                  <a:pt x="1282547" y="1381175"/>
                </a:lnTo>
                <a:lnTo>
                  <a:pt x="1295031" y="1381175"/>
                </a:lnTo>
                <a:lnTo>
                  <a:pt x="1292352" y="1388071"/>
                </a:lnTo>
                <a:lnTo>
                  <a:pt x="1290751" y="1395488"/>
                </a:lnTo>
                <a:lnTo>
                  <a:pt x="1290751" y="1403324"/>
                </a:lnTo>
                <a:lnTo>
                  <a:pt x="1295552" y="1427111"/>
                </a:lnTo>
                <a:lnTo>
                  <a:pt x="1308646" y="1446542"/>
                </a:lnTo>
                <a:lnTo>
                  <a:pt x="1328064" y="1459636"/>
                </a:lnTo>
                <a:lnTo>
                  <a:pt x="1351851" y="1464437"/>
                </a:lnTo>
                <a:lnTo>
                  <a:pt x="1375651" y="1459636"/>
                </a:lnTo>
                <a:lnTo>
                  <a:pt x="1395069" y="1446542"/>
                </a:lnTo>
                <a:lnTo>
                  <a:pt x="1408176" y="1427111"/>
                </a:lnTo>
                <a:lnTo>
                  <a:pt x="1412976" y="1403324"/>
                </a:lnTo>
                <a:lnTo>
                  <a:pt x="1412976" y="1395488"/>
                </a:lnTo>
                <a:lnTo>
                  <a:pt x="1411363" y="1388071"/>
                </a:lnTo>
                <a:lnTo>
                  <a:pt x="1408684" y="1381175"/>
                </a:lnTo>
                <a:lnTo>
                  <a:pt x="1431353" y="1381175"/>
                </a:lnTo>
                <a:lnTo>
                  <a:pt x="1431353" y="180124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11612296" y="5795155"/>
            <a:ext cx="149225" cy="1256665"/>
          </a:xfrm>
          <a:custGeom>
            <a:avLst/>
            <a:gdLst/>
            <a:ahLst/>
            <a:cxnLst/>
            <a:rect l="l" t="t" r="r" b="b"/>
            <a:pathLst>
              <a:path w="149225" h="1256665">
                <a:moveTo>
                  <a:pt x="148793" y="0"/>
                </a:moveTo>
                <a:lnTo>
                  <a:pt x="105714" y="0"/>
                </a:lnTo>
                <a:lnTo>
                  <a:pt x="105714" y="1155001"/>
                </a:lnTo>
                <a:lnTo>
                  <a:pt x="0" y="1155001"/>
                </a:lnTo>
                <a:lnTo>
                  <a:pt x="0" y="1201064"/>
                </a:lnTo>
                <a:lnTo>
                  <a:pt x="39408" y="1201064"/>
                </a:lnTo>
                <a:lnTo>
                  <a:pt x="39408" y="1226743"/>
                </a:lnTo>
                <a:lnTo>
                  <a:pt x="41757" y="1238389"/>
                </a:lnTo>
                <a:lnTo>
                  <a:pt x="48158" y="1247889"/>
                </a:lnTo>
                <a:lnTo>
                  <a:pt x="57658" y="1254290"/>
                </a:lnTo>
                <a:lnTo>
                  <a:pt x="69291" y="1256639"/>
                </a:lnTo>
                <a:lnTo>
                  <a:pt x="80937" y="1254290"/>
                </a:lnTo>
                <a:lnTo>
                  <a:pt x="90436" y="1247889"/>
                </a:lnTo>
                <a:lnTo>
                  <a:pt x="96837" y="1238389"/>
                </a:lnTo>
                <a:lnTo>
                  <a:pt x="99187" y="1226743"/>
                </a:lnTo>
                <a:lnTo>
                  <a:pt x="99187" y="1201064"/>
                </a:lnTo>
                <a:lnTo>
                  <a:pt x="148793" y="1201064"/>
                </a:lnTo>
                <a:lnTo>
                  <a:pt x="148793" y="1193977"/>
                </a:lnTo>
                <a:lnTo>
                  <a:pt x="148793" y="1155001"/>
                </a:lnTo>
                <a:lnTo>
                  <a:pt x="14879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2" name="object 262" descr=""/>
          <p:cNvGrpSpPr/>
          <p:nvPr/>
        </p:nvGrpSpPr>
        <p:grpSpPr>
          <a:xfrm>
            <a:off x="11718135" y="5615033"/>
            <a:ext cx="1325880" cy="1464945"/>
            <a:chOff x="11718135" y="5615033"/>
            <a:chExt cx="1325880" cy="1464945"/>
          </a:xfrm>
        </p:grpSpPr>
        <p:pic>
          <p:nvPicPr>
            <p:cNvPr id="263" name="object 26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903035" y="6957235"/>
              <a:ext cx="122226" cy="122237"/>
            </a:xfrm>
            <a:prstGeom prst="rect">
              <a:avLst/>
            </a:prstGeom>
          </p:spPr>
        </p:pic>
        <p:sp>
          <p:nvSpPr>
            <p:cNvPr id="264" name="object 264" descr=""/>
            <p:cNvSpPr/>
            <p:nvPr/>
          </p:nvSpPr>
          <p:spPr>
            <a:xfrm>
              <a:off x="11718125" y="5615044"/>
              <a:ext cx="1325880" cy="1437005"/>
            </a:xfrm>
            <a:custGeom>
              <a:avLst/>
              <a:gdLst/>
              <a:ahLst/>
              <a:cxnLst/>
              <a:rect l="l" t="t" r="r" b="b"/>
              <a:pathLst>
                <a:path w="1325880" h="1437004">
                  <a:moveTo>
                    <a:pt x="1325511" y="180111"/>
                  </a:moveTo>
                  <a:lnTo>
                    <a:pt x="1325372" y="180111"/>
                  </a:lnTo>
                  <a:lnTo>
                    <a:pt x="1325372" y="0"/>
                  </a:lnTo>
                  <a:lnTo>
                    <a:pt x="0" y="0"/>
                  </a:lnTo>
                  <a:lnTo>
                    <a:pt x="0" y="250190"/>
                  </a:lnTo>
                  <a:lnTo>
                    <a:pt x="1282433" y="250190"/>
                  </a:lnTo>
                  <a:lnTo>
                    <a:pt x="1282433" y="1335112"/>
                  </a:lnTo>
                  <a:lnTo>
                    <a:pt x="1176705" y="1335112"/>
                  </a:lnTo>
                  <a:lnTo>
                    <a:pt x="1176705" y="1381175"/>
                  </a:lnTo>
                  <a:lnTo>
                    <a:pt x="1216113" y="1381175"/>
                  </a:lnTo>
                  <a:lnTo>
                    <a:pt x="1216113" y="1406855"/>
                  </a:lnTo>
                  <a:lnTo>
                    <a:pt x="1218463" y="1418501"/>
                  </a:lnTo>
                  <a:lnTo>
                    <a:pt x="1224876" y="1428000"/>
                  </a:lnTo>
                  <a:lnTo>
                    <a:pt x="1234376" y="1434401"/>
                  </a:lnTo>
                  <a:lnTo>
                    <a:pt x="1246009" y="1436751"/>
                  </a:lnTo>
                  <a:lnTo>
                    <a:pt x="1257655" y="1434401"/>
                  </a:lnTo>
                  <a:lnTo>
                    <a:pt x="1267155" y="1428000"/>
                  </a:lnTo>
                  <a:lnTo>
                    <a:pt x="1273556" y="1418501"/>
                  </a:lnTo>
                  <a:lnTo>
                    <a:pt x="1275905" y="1406855"/>
                  </a:lnTo>
                  <a:lnTo>
                    <a:pt x="1275905" y="1381175"/>
                  </a:lnTo>
                  <a:lnTo>
                    <a:pt x="1325511" y="1381175"/>
                  </a:lnTo>
                  <a:lnTo>
                    <a:pt x="1325511" y="1374089"/>
                  </a:lnTo>
                  <a:lnTo>
                    <a:pt x="1325511" y="1335112"/>
                  </a:lnTo>
                  <a:lnTo>
                    <a:pt x="1325511" y="18011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1757076" y="5641815"/>
              <a:ext cx="1247775" cy="196850"/>
            </a:xfrm>
            <a:custGeom>
              <a:avLst/>
              <a:gdLst/>
              <a:ahLst/>
              <a:cxnLst/>
              <a:rect l="l" t="t" r="r" b="b"/>
              <a:pathLst>
                <a:path w="1247775" h="196850">
                  <a:moveTo>
                    <a:pt x="1247457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185420"/>
                  </a:lnTo>
                  <a:lnTo>
                    <a:pt x="0" y="196850"/>
                  </a:lnTo>
                  <a:lnTo>
                    <a:pt x="1247457" y="196850"/>
                  </a:lnTo>
                  <a:lnTo>
                    <a:pt x="1247457" y="186016"/>
                  </a:lnTo>
                  <a:lnTo>
                    <a:pt x="1247457" y="185420"/>
                  </a:lnTo>
                  <a:lnTo>
                    <a:pt x="1247457" y="10629"/>
                  </a:lnTo>
                  <a:lnTo>
                    <a:pt x="1236827" y="10629"/>
                  </a:lnTo>
                  <a:lnTo>
                    <a:pt x="1236827" y="185420"/>
                  </a:lnTo>
                  <a:lnTo>
                    <a:pt x="10617" y="185420"/>
                  </a:lnTo>
                  <a:lnTo>
                    <a:pt x="10617" y="10160"/>
                  </a:lnTo>
                  <a:lnTo>
                    <a:pt x="1247457" y="10160"/>
                  </a:lnTo>
                  <a:lnTo>
                    <a:pt x="1247457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2243962" y="5676465"/>
              <a:ext cx="273685" cy="29845"/>
            </a:xfrm>
            <a:custGeom>
              <a:avLst/>
              <a:gdLst/>
              <a:ahLst/>
              <a:cxnLst/>
              <a:rect l="l" t="t" r="r" b="b"/>
              <a:pathLst>
                <a:path w="273684" h="29845">
                  <a:moveTo>
                    <a:pt x="273688" y="0"/>
                  </a:moveTo>
                  <a:lnTo>
                    <a:pt x="0" y="0"/>
                  </a:lnTo>
                  <a:lnTo>
                    <a:pt x="0" y="29224"/>
                  </a:lnTo>
                  <a:lnTo>
                    <a:pt x="273688" y="29224"/>
                  </a:lnTo>
                  <a:lnTo>
                    <a:pt x="27368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1739401" y="6135383"/>
              <a:ext cx="1286510" cy="40640"/>
            </a:xfrm>
            <a:custGeom>
              <a:avLst/>
              <a:gdLst/>
              <a:ahLst/>
              <a:cxnLst/>
              <a:rect l="l" t="t" r="r" b="b"/>
              <a:pathLst>
                <a:path w="1286509" h="40639">
                  <a:moveTo>
                    <a:pt x="1286086" y="0"/>
                  </a:moveTo>
                  <a:lnTo>
                    <a:pt x="0" y="0"/>
                  </a:lnTo>
                  <a:lnTo>
                    <a:pt x="0" y="40386"/>
                  </a:lnTo>
                  <a:lnTo>
                    <a:pt x="1286086" y="40386"/>
                  </a:lnTo>
                  <a:lnTo>
                    <a:pt x="128608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8" name="object 268" descr=""/>
          <p:cNvGrpSpPr/>
          <p:nvPr/>
        </p:nvGrpSpPr>
        <p:grpSpPr>
          <a:xfrm>
            <a:off x="14702328" y="5051038"/>
            <a:ext cx="830580" cy="869315"/>
            <a:chOff x="14702328" y="5051038"/>
            <a:chExt cx="830580" cy="869315"/>
          </a:xfrm>
        </p:grpSpPr>
        <p:sp>
          <p:nvSpPr>
            <p:cNvPr id="269" name="object 269" descr=""/>
            <p:cNvSpPr/>
            <p:nvPr/>
          </p:nvSpPr>
          <p:spPr>
            <a:xfrm>
              <a:off x="14956486" y="5664822"/>
              <a:ext cx="189230" cy="120014"/>
            </a:xfrm>
            <a:custGeom>
              <a:avLst/>
              <a:gdLst/>
              <a:ahLst/>
              <a:cxnLst/>
              <a:rect l="l" t="t" r="r" b="b"/>
              <a:pathLst>
                <a:path w="189230" h="120014">
                  <a:moveTo>
                    <a:pt x="0" y="119420"/>
                  </a:moveTo>
                  <a:lnTo>
                    <a:pt x="188685" y="119420"/>
                  </a:lnTo>
                  <a:lnTo>
                    <a:pt x="188685" y="0"/>
                  </a:lnTo>
                  <a:lnTo>
                    <a:pt x="0" y="0"/>
                  </a:lnTo>
                  <a:lnTo>
                    <a:pt x="0" y="11942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4956486" y="5471487"/>
              <a:ext cx="189230" cy="193675"/>
            </a:xfrm>
            <a:custGeom>
              <a:avLst/>
              <a:gdLst/>
              <a:ahLst/>
              <a:cxnLst/>
              <a:rect l="l" t="t" r="r" b="b"/>
              <a:pathLst>
                <a:path w="189230" h="193675">
                  <a:moveTo>
                    <a:pt x="188685" y="0"/>
                  </a:moveTo>
                  <a:lnTo>
                    <a:pt x="0" y="0"/>
                  </a:lnTo>
                  <a:lnTo>
                    <a:pt x="0" y="193334"/>
                  </a:lnTo>
                  <a:lnTo>
                    <a:pt x="188685" y="193334"/>
                  </a:lnTo>
                  <a:lnTo>
                    <a:pt x="188685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4738513" y="5416353"/>
              <a:ext cx="600075" cy="212725"/>
            </a:xfrm>
            <a:custGeom>
              <a:avLst/>
              <a:gdLst/>
              <a:ahLst/>
              <a:cxnLst/>
              <a:rect l="l" t="t" r="r" b="b"/>
              <a:pathLst>
                <a:path w="600075" h="212725">
                  <a:moveTo>
                    <a:pt x="599657" y="0"/>
                  </a:moveTo>
                  <a:lnTo>
                    <a:pt x="0" y="0"/>
                  </a:lnTo>
                  <a:lnTo>
                    <a:pt x="0" y="141409"/>
                  </a:lnTo>
                  <a:lnTo>
                    <a:pt x="5600" y="169149"/>
                  </a:lnTo>
                  <a:lnTo>
                    <a:pt x="20872" y="191801"/>
                  </a:lnTo>
                  <a:lnTo>
                    <a:pt x="43524" y="207074"/>
                  </a:lnTo>
                  <a:lnTo>
                    <a:pt x="71264" y="212674"/>
                  </a:lnTo>
                  <a:lnTo>
                    <a:pt x="528392" y="212674"/>
                  </a:lnTo>
                  <a:lnTo>
                    <a:pt x="556132" y="207074"/>
                  </a:lnTo>
                  <a:lnTo>
                    <a:pt x="578784" y="191801"/>
                  </a:lnTo>
                  <a:lnTo>
                    <a:pt x="594057" y="169149"/>
                  </a:lnTo>
                  <a:lnTo>
                    <a:pt x="599657" y="141409"/>
                  </a:lnTo>
                  <a:lnTo>
                    <a:pt x="5996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4738514" y="5357763"/>
              <a:ext cx="600075" cy="79375"/>
            </a:xfrm>
            <a:custGeom>
              <a:avLst/>
              <a:gdLst/>
              <a:ahLst/>
              <a:cxnLst/>
              <a:rect l="l" t="t" r="r" b="b"/>
              <a:pathLst>
                <a:path w="600075" h="79375">
                  <a:moveTo>
                    <a:pt x="599657" y="0"/>
                  </a:moveTo>
                  <a:lnTo>
                    <a:pt x="0" y="0"/>
                  </a:lnTo>
                  <a:lnTo>
                    <a:pt x="0" y="79264"/>
                  </a:lnTo>
                  <a:lnTo>
                    <a:pt x="599657" y="79264"/>
                  </a:lnTo>
                  <a:lnTo>
                    <a:pt x="59965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4702328" y="5051038"/>
              <a:ext cx="682625" cy="334010"/>
            </a:xfrm>
            <a:custGeom>
              <a:avLst/>
              <a:gdLst/>
              <a:ahLst/>
              <a:cxnLst/>
              <a:rect l="l" t="t" r="r" b="b"/>
              <a:pathLst>
                <a:path w="682625" h="334010">
                  <a:moveTo>
                    <a:pt x="525648" y="0"/>
                  </a:moveTo>
                  <a:lnTo>
                    <a:pt x="197397" y="0"/>
                  </a:lnTo>
                  <a:lnTo>
                    <a:pt x="152134" y="5213"/>
                  </a:lnTo>
                  <a:lnTo>
                    <a:pt x="110585" y="20064"/>
                  </a:lnTo>
                  <a:lnTo>
                    <a:pt x="73933" y="43368"/>
                  </a:lnTo>
                  <a:lnTo>
                    <a:pt x="43364" y="73938"/>
                  </a:lnTo>
                  <a:lnTo>
                    <a:pt x="20063" y="110589"/>
                  </a:lnTo>
                  <a:lnTo>
                    <a:pt x="5213" y="152137"/>
                  </a:lnTo>
                  <a:lnTo>
                    <a:pt x="0" y="197397"/>
                  </a:lnTo>
                  <a:lnTo>
                    <a:pt x="0" y="333539"/>
                  </a:lnTo>
                  <a:lnTo>
                    <a:pt x="663602" y="333539"/>
                  </a:lnTo>
                  <a:lnTo>
                    <a:pt x="672910" y="331141"/>
                  </a:lnTo>
                  <a:lnTo>
                    <a:pt x="679570" y="324920"/>
                  </a:lnTo>
                  <a:lnTo>
                    <a:pt x="682627" y="316333"/>
                  </a:lnTo>
                  <a:lnTo>
                    <a:pt x="681120" y="306838"/>
                  </a:lnTo>
                  <a:lnTo>
                    <a:pt x="556841" y="20470"/>
                  </a:lnTo>
                  <a:lnTo>
                    <a:pt x="52564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4999571" y="5090666"/>
              <a:ext cx="325755" cy="217170"/>
            </a:xfrm>
            <a:custGeom>
              <a:avLst/>
              <a:gdLst/>
              <a:ahLst/>
              <a:cxnLst/>
              <a:rect l="l" t="t" r="r" b="b"/>
              <a:pathLst>
                <a:path w="325755" h="217170">
                  <a:moveTo>
                    <a:pt x="232631" y="0"/>
                  </a:moveTo>
                  <a:lnTo>
                    <a:pt x="0" y="0"/>
                  </a:lnTo>
                  <a:lnTo>
                    <a:pt x="93054" y="217124"/>
                  </a:lnTo>
                  <a:lnTo>
                    <a:pt x="325675" y="217124"/>
                  </a:lnTo>
                  <a:lnTo>
                    <a:pt x="232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4983888" y="5080335"/>
              <a:ext cx="357505" cy="238125"/>
            </a:xfrm>
            <a:custGeom>
              <a:avLst/>
              <a:gdLst/>
              <a:ahLst/>
              <a:cxnLst/>
              <a:rect l="l" t="t" r="r" b="b"/>
              <a:pathLst>
                <a:path w="357505" h="238125">
                  <a:moveTo>
                    <a:pt x="255123" y="0"/>
                  </a:moveTo>
                  <a:lnTo>
                    <a:pt x="0" y="0"/>
                  </a:lnTo>
                  <a:lnTo>
                    <a:pt x="101913" y="237793"/>
                  </a:lnTo>
                  <a:lnTo>
                    <a:pt x="357036" y="237793"/>
                  </a:lnTo>
                  <a:lnTo>
                    <a:pt x="348173" y="217113"/>
                  </a:lnTo>
                  <a:lnTo>
                    <a:pt x="115546" y="217113"/>
                  </a:lnTo>
                  <a:lnTo>
                    <a:pt x="31360" y="20679"/>
                  </a:lnTo>
                  <a:lnTo>
                    <a:pt x="263986" y="20679"/>
                  </a:lnTo>
                  <a:lnTo>
                    <a:pt x="255123" y="0"/>
                  </a:lnTo>
                  <a:close/>
                </a:path>
                <a:path w="357505" h="238125">
                  <a:moveTo>
                    <a:pt x="263986" y="20679"/>
                  </a:moveTo>
                  <a:lnTo>
                    <a:pt x="241490" y="20679"/>
                  </a:lnTo>
                  <a:lnTo>
                    <a:pt x="325675" y="217113"/>
                  </a:lnTo>
                  <a:lnTo>
                    <a:pt x="348173" y="217113"/>
                  </a:lnTo>
                  <a:lnTo>
                    <a:pt x="263986" y="20679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5191705" y="5337078"/>
              <a:ext cx="116839" cy="23495"/>
            </a:xfrm>
            <a:custGeom>
              <a:avLst/>
              <a:gdLst/>
              <a:ahLst/>
              <a:cxnLst/>
              <a:rect l="l" t="t" r="r" b="b"/>
              <a:pathLst>
                <a:path w="116840" h="23495">
                  <a:moveTo>
                    <a:pt x="105975" y="0"/>
                  </a:moveTo>
                  <a:lnTo>
                    <a:pt x="0" y="0"/>
                  </a:lnTo>
                  <a:lnTo>
                    <a:pt x="10334" y="23266"/>
                  </a:lnTo>
                  <a:lnTo>
                    <a:pt x="116310" y="23266"/>
                  </a:lnTo>
                  <a:lnTo>
                    <a:pt x="105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5026245" y="5756668"/>
              <a:ext cx="491490" cy="141605"/>
            </a:xfrm>
            <a:custGeom>
              <a:avLst/>
              <a:gdLst/>
              <a:ahLst/>
              <a:cxnLst/>
              <a:rect l="l" t="t" r="r" b="b"/>
              <a:pathLst>
                <a:path w="491490" h="141604">
                  <a:moveTo>
                    <a:pt x="459504" y="0"/>
                  </a:moveTo>
                  <a:lnTo>
                    <a:pt x="31957" y="0"/>
                  </a:lnTo>
                  <a:lnTo>
                    <a:pt x="19516" y="2512"/>
                  </a:lnTo>
                  <a:lnTo>
                    <a:pt x="9358" y="9363"/>
                  </a:lnTo>
                  <a:lnTo>
                    <a:pt x="2510" y="19524"/>
                  </a:lnTo>
                  <a:lnTo>
                    <a:pt x="0" y="31967"/>
                  </a:lnTo>
                  <a:lnTo>
                    <a:pt x="0" y="141304"/>
                  </a:lnTo>
                  <a:lnTo>
                    <a:pt x="491471" y="141304"/>
                  </a:lnTo>
                  <a:lnTo>
                    <a:pt x="491471" y="31967"/>
                  </a:lnTo>
                  <a:lnTo>
                    <a:pt x="488959" y="19524"/>
                  </a:lnTo>
                  <a:lnTo>
                    <a:pt x="482108" y="9363"/>
                  </a:lnTo>
                  <a:lnTo>
                    <a:pt x="471947" y="2512"/>
                  </a:lnTo>
                  <a:lnTo>
                    <a:pt x="45950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4774364" y="5756668"/>
              <a:ext cx="491490" cy="141605"/>
            </a:xfrm>
            <a:custGeom>
              <a:avLst/>
              <a:gdLst/>
              <a:ahLst/>
              <a:cxnLst/>
              <a:rect l="l" t="t" r="r" b="b"/>
              <a:pathLst>
                <a:path w="491490" h="141604">
                  <a:moveTo>
                    <a:pt x="459504" y="0"/>
                  </a:moveTo>
                  <a:lnTo>
                    <a:pt x="31957" y="0"/>
                  </a:lnTo>
                  <a:lnTo>
                    <a:pt x="19516" y="2512"/>
                  </a:lnTo>
                  <a:lnTo>
                    <a:pt x="9358" y="9363"/>
                  </a:lnTo>
                  <a:lnTo>
                    <a:pt x="2510" y="19524"/>
                  </a:lnTo>
                  <a:lnTo>
                    <a:pt x="0" y="31967"/>
                  </a:lnTo>
                  <a:lnTo>
                    <a:pt x="0" y="141304"/>
                  </a:lnTo>
                  <a:lnTo>
                    <a:pt x="491471" y="141304"/>
                  </a:lnTo>
                  <a:lnTo>
                    <a:pt x="491471" y="31967"/>
                  </a:lnTo>
                  <a:lnTo>
                    <a:pt x="488959" y="19524"/>
                  </a:lnTo>
                  <a:lnTo>
                    <a:pt x="482108" y="9363"/>
                  </a:lnTo>
                  <a:lnTo>
                    <a:pt x="471947" y="2512"/>
                  </a:lnTo>
                  <a:lnTo>
                    <a:pt x="4595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5098649" y="5405265"/>
              <a:ext cx="434340" cy="515620"/>
            </a:xfrm>
            <a:custGeom>
              <a:avLst/>
              <a:gdLst/>
              <a:ahLst/>
              <a:cxnLst/>
              <a:rect l="l" t="t" r="r" b="b"/>
              <a:pathLst>
                <a:path w="434340" h="515620">
                  <a:moveTo>
                    <a:pt x="112433" y="459117"/>
                  </a:moveTo>
                  <a:lnTo>
                    <a:pt x="0" y="459117"/>
                  </a:lnTo>
                  <a:lnTo>
                    <a:pt x="0" y="478497"/>
                  </a:lnTo>
                  <a:lnTo>
                    <a:pt x="112433" y="478497"/>
                  </a:lnTo>
                  <a:lnTo>
                    <a:pt x="112433" y="459117"/>
                  </a:lnTo>
                  <a:close/>
                </a:path>
                <a:path w="434340" h="515620">
                  <a:moveTo>
                    <a:pt x="239572" y="0"/>
                  </a:moveTo>
                  <a:lnTo>
                    <a:pt x="98704" y="0"/>
                  </a:lnTo>
                  <a:lnTo>
                    <a:pt x="98704" y="58064"/>
                  </a:lnTo>
                  <a:lnTo>
                    <a:pt x="102679" y="62026"/>
                  </a:lnTo>
                  <a:lnTo>
                    <a:pt x="239572" y="62026"/>
                  </a:lnTo>
                  <a:lnTo>
                    <a:pt x="239572" y="0"/>
                  </a:lnTo>
                  <a:close/>
                </a:path>
                <a:path w="434340" h="515620">
                  <a:moveTo>
                    <a:pt x="433870" y="492683"/>
                  </a:moveTo>
                  <a:lnTo>
                    <a:pt x="167246" y="492683"/>
                  </a:lnTo>
                  <a:lnTo>
                    <a:pt x="167246" y="515086"/>
                  </a:lnTo>
                  <a:lnTo>
                    <a:pt x="433870" y="515086"/>
                  </a:lnTo>
                  <a:lnTo>
                    <a:pt x="433870" y="4926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0" name="object 280" descr=""/>
          <p:cNvGrpSpPr/>
          <p:nvPr/>
        </p:nvGrpSpPr>
        <p:grpSpPr>
          <a:xfrm>
            <a:off x="14931136" y="6008215"/>
            <a:ext cx="71120" cy="1071880"/>
            <a:chOff x="14931136" y="6008215"/>
            <a:chExt cx="71120" cy="1071880"/>
          </a:xfrm>
        </p:grpSpPr>
        <p:sp>
          <p:nvSpPr>
            <p:cNvPr id="281" name="object 281" descr=""/>
            <p:cNvSpPr/>
            <p:nvPr/>
          </p:nvSpPr>
          <p:spPr>
            <a:xfrm>
              <a:off x="14964360" y="6008215"/>
              <a:ext cx="37465" cy="1071880"/>
            </a:xfrm>
            <a:custGeom>
              <a:avLst/>
              <a:gdLst/>
              <a:ahLst/>
              <a:cxnLst/>
              <a:rect l="l" t="t" r="r" b="b"/>
              <a:pathLst>
                <a:path w="37465" h="1071879">
                  <a:moveTo>
                    <a:pt x="0" y="1071255"/>
                  </a:moveTo>
                  <a:lnTo>
                    <a:pt x="37297" y="1071255"/>
                  </a:lnTo>
                  <a:lnTo>
                    <a:pt x="37297" y="0"/>
                  </a:lnTo>
                  <a:lnTo>
                    <a:pt x="0" y="0"/>
                  </a:lnTo>
                  <a:lnTo>
                    <a:pt x="0" y="1071255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14931136" y="6008215"/>
              <a:ext cx="37465" cy="1071880"/>
            </a:xfrm>
            <a:custGeom>
              <a:avLst/>
              <a:gdLst/>
              <a:ahLst/>
              <a:cxnLst/>
              <a:rect l="l" t="t" r="r" b="b"/>
              <a:pathLst>
                <a:path w="37465" h="1071879">
                  <a:moveTo>
                    <a:pt x="0" y="1071255"/>
                  </a:moveTo>
                  <a:lnTo>
                    <a:pt x="37307" y="1071255"/>
                  </a:lnTo>
                  <a:lnTo>
                    <a:pt x="37307" y="0"/>
                  </a:lnTo>
                  <a:lnTo>
                    <a:pt x="0" y="0"/>
                  </a:lnTo>
                  <a:lnTo>
                    <a:pt x="0" y="1071255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3" name="object 283" descr=""/>
          <p:cNvGrpSpPr/>
          <p:nvPr/>
        </p:nvGrpSpPr>
        <p:grpSpPr>
          <a:xfrm>
            <a:off x="15730568" y="6008215"/>
            <a:ext cx="71120" cy="1071880"/>
            <a:chOff x="15730568" y="6008215"/>
            <a:chExt cx="71120" cy="1071880"/>
          </a:xfrm>
        </p:grpSpPr>
        <p:sp>
          <p:nvSpPr>
            <p:cNvPr id="284" name="object 284" descr=""/>
            <p:cNvSpPr/>
            <p:nvPr/>
          </p:nvSpPr>
          <p:spPr>
            <a:xfrm>
              <a:off x="15763782" y="6008215"/>
              <a:ext cx="37465" cy="1071880"/>
            </a:xfrm>
            <a:custGeom>
              <a:avLst/>
              <a:gdLst/>
              <a:ahLst/>
              <a:cxnLst/>
              <a:rect l="l" t="t" r="r" b="b"/>
              <a:pathLst>
                <a:path w="37465" h="1071879">
                  <a:moveTo>
                    <a:pt x="0" y="1071255"/>
                  </a:moveTo>
                  <a:lnTo>
                    <a:pt x="37307" y="1071255"/>
                  </a:lnTo>
                  <a:lnTo>
                    <a:pt x="37307" y="0"/>
                  </a:lnTo>
                  <a:lnTo>
                    <a:pt x="0" y="0"/>
                  </a:lnTo>
                  <a:lnTo>
                    <a:pt x="0" y="1071255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15730568" y="6008215"/>
              <a:ext cx="37465" cy="1071880"/>
            </a:xfrm>
            <a:custGeom>
              <a:avLst/>
              <a:gdLst/>
              <a:ahLst/>
              <a:cxnLst/>
              <a:rect l="l" t="t" r="r" b="b"/>
              <a:pathLst>
                <a:path w="37465" h="1071879">
                  <a:moveTo>
                    <a:pt x="0" y="1071255"/>
                  </a:moveTo>
                  <a:lnTo>
                    <a:pt x="37297" y="1071255"/>
                  </a:lnTo>
                  <a:lnTo>
                    <a:pt x="37297" y="0"/>
                  </a:lnTo>
                  <a:lnTo>
                    <a:pt x="0" y="0"/>
                  </a:lnTo>
                  <a:lnTo>
                    <a:pt x="0" y="1071255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6" name="object 286" descr=""/>
          <p:cNvGrpSpPr/>
          <p:nvPr/>
        </p:nvGrpSpPr>
        <p:grpSpPr>
          <a:xfrm>
            <a:off x="14450952" y="6008215"/>
            <a:ext cx="71120" cy="1071880"/>
            <a:chOff x="14450952" y="6008215"/>
            <a:chExt cx="71120" cy="1071880"/>
          </a:xfrm>
        </p:grpSpPr>
        <p:sp>
          <p:nvSpPr>
            <p:cNvPr id="287" name="object 287" descr=""/>
            <p:cNvSpPr/>
            <p:nvPr/>
          </p:nvSpPr>
          <p:spPr>
            <a:xfrm>
              <a:off x="14484176" y="6008215"/>
              <a:ext cx="37465" cy="1071880"/>
            </a:xfrm>
            <a:custGeom>
              <a:avLst/>
              <a:gdLst/>
              <a:ahLst/>
              <a:cxnLst/>
              <a:rect l="l" t="t" r="r" b="b"/>
              <a:pathLst>
                <a:path w="37465" h="1071879">
                  <a:moveTo>
                    <a:pt x="0" y="1071255"/>
                  </a:moveTo>
                  <a:lnTo>
                    <a:pt x="37297" y="1071255"/>
                  </a:lnTo>
                  <a:lnTo>
                    <a:pt x="37297" y="0"/>
                  </a:lnTo>
                  <a:lnTo>
                    <a:pt x="0" y="0"/>
                  </a:lnTo>
                  <a:lnTo>
                    <a:pt x="0" y="1071255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4450952" y="6008215"/>
              <a:ext cx="37465" cy="1071880"/>
            </a:xfrm>
            <a:custGeom>
              <a:avLst/>
              <a:gdLst/>
              <a:ahLst/>
              <a:cxnLst/>
              <a:rect l="l" t="t" r="r" b="b"/>
              <a:pathLst>
                <a:path w="37465" h="1071879">
                  <a:moveTo>
                    <a:pt x="0" y="1071255"/>
                  </a:moveTo>
                  <a:lnTo>
                    <a:pt x="37297" y="1071255"/>
                  </a:lnTo>
                  <a:lnTo>
                    <a:pt x="37297" y="0"/>
                  </a:lnTo>
                  <a:lnTo>
                    <a:pt x="0" y="0"/>
                  </a:lnTo>
                  <a:lnTo>
                    <a:pt x="0" y="107125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9" name="object 289" descr=""/>
          <p:cNvGrpSpPr/>
          <p:nvPr/>
        </p:nvGrpSpPr>
        <p:grpSpPr>
          <a:xfrm>
            <a:off x="14415780" y="5920804"/>
            <a:ext cx="1423035" cy="1158875"/>
            <a:chOff x="14415780" y="5920804"/>
            <a:chExt cx="1423035" cy="1158875"/>
          </a:xfrm>
        </p:grpSpPr>
        <p:sp>
          <p:nvSpPr>
            <p:cNvPr id="290" name="object 290" descr=""/>
            <p:cNvSpPr/>
            <p:nvPr/>
          </p:nvSpPr>
          <p:spPr>
            <a:xfrm>
              <a:off x="15283607" y="6008215"/>
              <a:ext cx="37465" cy="1071880"/>
            </a:xfrm>
            <a:custGeom>
              <a:avLst/>
              <a:gdLst/>
              <a:ahLst/>
              <a:cxnLst/>
              <a:rect l="l" t="t" r="r" b="b"/>
              <a:pathLst>
                <a:path w="37465" h="1071879">
                  <a:moveTo>
                    <a:pt x="0" y="1071255"/>
                  </a:moveTo>
                  <a:lnTo>
                    <a:pt x="37297" y="1071255"/>
                  </a:lnTo>
                  <a:lnTo>
                    <a:pt x="37297" y="0"/>
                  </a:lnTo>
                  <a:lnTo>
                    <a:pt x="0" y="0"/>
                  </a:lnTo>
                  <a:lnTo>
                    <a:pt x="0" y="1071255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5250383" y="6008215"/>
              <a:ext cx="37465" cy="1071880"/>
            </a:xfrm>
            <a:custGeom>
              <a:avLst/>
              <a:gdLst/>
              <a:ahLst/>
              <a:cxnLst/>
              <a:rect l="l" t="t" r="r" b="b"/>
              <a:pathLst>
                <a:path w="37465" h="1071879">
                  <a:moveTo>
                    <a:pt x="0" y="1071255"/>
                  </a:moveTo>
                  <a:lnTo>
                    <a:pt x="37307" y="1071255"/>
                  </a:lnTo>
                  <a:lnTo>
                    <a:pt x="37307" y="0"/>
                  </a:lnTo>
                  <a:lnTo>
                    <a:pt x="0" y="0"/>
                  </a:lnTo>
                  <a:lnTo>
                    <a:pt x="0" y="107125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4415780" y="5920804"/>
              <a:ext cx="937260" cy="87630"/>
            </a:xfrm>
            <a:custGeom>
              <a:avLst/>
              <a:gdLst/>
              <a:ahLst/>
              <a:cxnLst/>
              <a:rect l="l" t="t" r="r" b="b"/>
              <a:pathLst>
                <a:path w="937259" h="87629">
                  <a:moveTo>
                    <a:pt x="0" y="87410"/>
                  </a:moveTo>
                  <a:lnTo>
                    <a:pt x="936693" y="87410"/>
                  </a:lnTo>
                  <a:lnTo>
                    <a:pt x="936693" y="0"/>
                  </a:lnTo>
                  <a:lnTo>
                    <a:pt x="0" y="0"/>
                  </a:lnTo>
                  <a:lnTo>
                    <a:pt x="0" y="8741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15352474" y="5920804"/>
              <a:ext cx="486409" cy="87630"/>
            </a:xfrm>
            <a:custGeom>
              <a:avLst/>
              <a:gdLst/>
              <a:ahLst/>
              <a:cxnLst/>
              <a:rect l="l" t="t" r="r" b="b"/>
              <a:pathLst>
                <a:path w="486409" h="87629">
                  <a:moveTo>
                    <a:pt x="485911" y="0"/>
                  </a:moveTo>
                  <a:lnTo>
                    <a:pt x="0" y="0"/>
                  </a:lnTo>
                  <a:lnTo>
                    <a:pt x="0" y="87410"/>
                  </a:lnTo>
                  <a:lnTo>
                    <a:pt x="485911" y="87410"/>
                  </a:lnTo>
                  <a:lnTo>
                    <a:pt x="48591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14453287" y="6266060"/>
              <a:ext cx="835025" cy="32384"/>
            </a:xfrm>
            <a:custGeom>
              <a:avLst/>
              <a:gdLst/>
              <a:ahLst/>
              <a:cxnLst/>
              <a:rect l="l" t="t" r="r" b="b"/>
              <a:pathLst>
                <a:path w="835025" h="32385">
                  <a:moveTo>
                    <a:pt x="834403" y="0"/>
                  </a:moveTo>
                  <a:lnTo>
                    <a:pt x="0" y="0"/>
                  </a:lnTo>
                  <a:lnTo>
                    <a:pt x="0" y="32061"/>
                  </a:lnTo>
                  <a:lnTo>
                    <a:pt x="834403" y="32061"/>
                  </a:lnTo>
                  <a:lnTo>
                    <a:pt x="83440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5294685" y="6266060"/>
              <a:ext cx="470534" cy="32384"/>
            </a:xfrm>
            <a:custGeom>
              <a:avLst/>
              <a:gdLst/>
              <a:ahLst/>
              <a:cxnLst/>
              <a:rect l="l" t="t" r="r" b="b"/>
              <a:pathLst>
                <a:path w="470534" h="32385">
                  <a:moveTo>
                    <a:pt x="470383" y="0"/>
                  </a:moveTo>
                  <a:lnTo>
                    <a:pt x="0" y="0"/>
                  </a:lnTo>
                  <a:lnTo>
                    <a:pt x="0" y="32061"/>
                  </a:lnTo>
                  <a:lnTo>
                    <a:pt x="470383" y="32061"/>
                  </a:lnTo>
                  <a:lnTo>
                    <a:pt x="47038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6" name="object 296" descr=""/>
          <p:cNvGrpSpPr/>
          <p:nvPr/>
        </p:nvGrpSpPr>
        <p:grpSpPr>
          <a:xfrm>
            <a:off x="16236260" y="4824131"/>
            <a:ext cx="2730500" cy="2255520"/>
            <a:chOff x="16236260" y="4824131"/>
            <a:chExt cx="2730500" cy="2255520"/>
          </a:xfrm>
        </p:grpSpPr>
        <p:sp>
          <p:nvSpPr>
            <p:cNvPr id="297" name="object 297" descr=""/>
            <p:cNvSpPr/>
            <p:nvPr/>
          </p:nvSpPr>
          <p:spPr>
            <a:xfrm>
              <a:off x="16257822" y="4843005"/>
              <a:ext cx="775335" cy="1335405"/>
            </a:xfrm>
            <a:custGeom>
              <a:avLst/>
              <a:gdLst/>
              <a:ahLst/>
              <a:cxnLst/>
              <a:rect l="l" t="t" r="r" b="b"/>
              <a:pathLst>
                <a:path w="775334" h="1335404">
                  <a:moveTo>
                    <a:pt x="284671" y="0"/>
                  </a:moveTo>
                  <a:lnTo>
                    <a:pt x="0" y="0"/>
                  </a:lnTo>
                  <a:lnTo>
                    <a:pt x="0" y="64668"/>
                  </a:lnTo>
                  <a:lnTo>
                    <a:pt x="284671" y="64668"/>
                  </a:lnTo>
                  <a:lnTo>
                    <a:pt x="309122" y="68726"/>
                  </a:lnTo>
                  <a:lnTo>
                    <a:pt x="330622" y="80093"/>
                  </a:lnTo>
                  <a:lnTo>
                    <a:pt x="347556" y="97555"/>
                  </a:lnTo>
                  <a:lnTo>
                    <a:pt x="358313" y="119902"/>
                  </a:lnTo>
                  <a:lnTo>
                    <a:pt x="712679" y="1334807"/>
                  </a:lnTo>
                  <a:lnTo>
                    <a:pt x="774761" y="1316713"/>
                  </a:lnTo>
                  <a:lnTo>
                    <a:pt x="420395" y="101787"/>
                  </a:lnTo>
                  <a:lnTo>
                    <a:pt x="400586" y="60597"/>
                  </a:lnTo>
                  <a:lnTo>
                    <a:pt x="369382" y="28417"/>
                  </a:lnTo>
                  <a:lnTo>
                    <a:pt x="329754" y="7475"/>
                  </a:lnTo>
                  <a:lnTo>
                    <a:pt x="28467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6236260" y="4824131"/>
              <a:ext cx="287020" cy="103505"/>
            </a:xfrm>
            <a:custGeom>
              <a:avLst/>
              <a:gdLst/>
              <a:ahLst/>
              <a:cxnLst/>
              <a:rect l="l" t="t" r="r" b="b"/>
              <a:pathLst>
                <a:path w="287019" h="103504">
                  <a:moveTo>
                    <a:pt x="286975" y="0"/>
                  </a:moveTo>
                  <a:lnTo>
                    <a:pt x="51527" y="0"/>
                  </a:lnTo>
                  <a:lnTo>
                    <a:pt x="31469" y="4050"/>
                  </a:lnTo>
                  <a:lnTo>
                    <a:pt x="15091" y="15096"/>
                  </a:lnTo>
                  <a:lnTo>
                    <a:pt x="4048" y="31478"/>
                  </a:lnTo>
                  <a:lnTo>
                    <a:pt x="0" y="51537"/>
                  </a:lnTo>
                  <a:lnTo>
                    <a:pt x="4048" y="71596"/>
                  </a:lnTo>
                  <a:lnTo>
                    <a:pt x="15091" y="87978"/>
                  </a:lnTo>
                  <a:lnTo>
                    <a:pt x="31469" y="99024"/>
                  </a:lnTo>
                  <a:lnTo>
                    <a:pt x="51527" y="103075"/>
                  </a:lnTo>
                  <a:lnTo>
                    <a:pt x="286975" y="103075"/>
                  </a:lnTo>
                  <a:lnTo>
                    <a:pt x="28697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7066211" y="4843005"/>
              <a:ext cx="775335" cy="1335405"/>
            </a:xfrm>
            <a:custGeom>
              <a:avLst/>
              <a:gdLst/>
              <a:ahLst/>
              <a:cxnLst/>
              <a:rect l="l" t="t" r="r" b="b"/>
              <a:pathLst>
                <a:path w="775334" h="1335404">
                  <a:moveTo>
                    <a:pt x="284671" y="0"/>
                  </a:moveTo>
                  <a:lnTo>
                    <a:pt x="0" y="0"/>
                  </a:lnTo>
                  <a:lnTo>
                    <a:pt x="0" y="64668"/>
                  </a:lnTo>
                  <a:lnTo>
                    <a:pt x="284671" y="64668"/>
                  </a:lnTo>
                  <a:lnTo>
                    <a:pt x="309124" y="68726"/>
                  </a:lnTo>
                  <a:lnTo>
                    <a:pt x="330626" y="80093"/>
                  </a:lnTo>
                  <a:lnTo>
                    <a:pt x="347561" y="97555"/>
                  </a:lnTo>
                  <a:lnTo>
                    <a:pt x="358313" y="119902"/>
                  </a:lnTo>
                  <a:lnTo>
                    <a:pt x="712679" y="1334807"/>
                  </a:lnTo>
                  <a:lnTo>
                    <a:pt x="774761" y="1316713"/>
                  </a:lnTo>
                  <a:lnTo>
                    <a:pt x="420395" y="101787"/>
                  </a:lnTo>
                  <a:lnTo>
                    <a:pt x="400587" y="60597"/>
                  </a:lnTo>
                  <a:lnTo>
                    <a:pt x="369386" y="28417"/>
                  </a:lnTo>
                  <a:lnTo>
                    <a:pt x="329759" y="7475"/>
                  </a:lnTo>
                  <a:lnTo>
                    <a:pt x="28467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7044651" y="4824131"/>
              <a:ext cx="287020" cy="103505"/>
            </a:xfrm>
            <a:custGeom>
              <a:avLst/>
              <a:gdLst/>
              <a:ahLst/>
              <a:cxnLst/>
              <a:rect l="l" t="t" r="r" b="b"/>
              <a:pathLst>
                <a:path w="287019" h="103504">
                  <a:moveTo>
                    <a:pt x="286975" y="0"/>
                  </a:moveTo>
                  <a:lnTo>
                    <a:pt x="51527" y="0"/>
                  </a:lnTo>
                  <a:lnTo>
                    <a:pt x="31469" y="4050"/>
                  </a:lnTo>
                  <a:lnTo>
                    <a:pt x="15091" y="15096"/>
                  </a:lnTo>
                  <a:lnTo>
                    <a:pt x="4048" y="31478"/>
                  </a:lnTo>
                  <a:lnTo>
                    <a:pt x="0" y="51537"/>
                  </a:lnTo>
                  <a:lnTo>
                    <a:pt x="4048" y="71596"/>
                  </a:lnTo>
                  <a:lnTo>
                    <a:pt x="15091" y="87978"/>
                  </a:lnTo>
                  <a:lnTo>
                    <a:pt x="31469" y="99024"/>
                  </a:lnTo>
                  <a:lnTo>
                    <a:pt x="51527" y="103075"/>
                  </a:lnTo>
                  <a:lnTo>
                    <a:pt x="286975" y="103075"/>
                  </a:lnTo>
                  <a:lnTo>
                    <a:pt x="28697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17144647" y="5895161"/>
              <a:ext cx="1172210" cy="1172210"/>
            </a:xfrm>
            <a:custGeom>
              <a:avLst/>
              <a:gdLst/>
              <a:ahLst/>
              <a:cxnLst/>
              <a:rect l="l" t="t" r="r" b="b"/>
              <a:pathLst>
                <a:path w="1172209" h="1172209">
                  <a:moveTo>
                    <a:pt x="586086" y="0"/>
                  </a:moveTo>
                  <a:lnTo>
                    <a:pt x="538089" y="1946"/>
                  </a:lnTo>
                  <a:lnTo>
                    <a:pt x="491147" y="7684"/>
                  </a:lnTo>
                  <a:lnTo>
                    <a:pt x="445413" y="17062"/>
                  </a:lnTo>
                  <a:lnTo>
                    <a:pt x="401039" y="29928"/>
                  </a:lnTo>
                  <a:lnTo>
                    <a:pt x="358176" y="46129"/>
                  </a:lnTo>
                  <a:lnTo>
                    <a:pt x="316977" y="65514"/>
                  </a:lnTo>
                  <a:lnTo>
                    <a:pt x="277593" y="87931"/>
                  </a:lnTo>
                  <a:lnTo>
                    <a:pt x="240177" y="113228"/>
                  </a:lnTo>
                  <a:lnTo>
                    <a:pt x="204881" y="141253"/>
                  </a:lnTo>
                  <a:lnTo>
                    <a:pt x="171857" y="171853"/>
                  </a:lnTo>
                  <a:lnTo>
                    <a:pt x="141256" y="204877"/>
                  </a:lnTo>
                  <a:lnTo>
                    <a:pt x="113231" y="240173"/>
                  </a:lnTo>
                  <a:lnTo>
                    <a:pt x="87934" y="277589"/>
                  </a:lnTo>
                  <a:lnTo>
                    <a:pt x="65516" y="316972"/>
                  </a:lnTo>
                  <a:lnTo>
                    <a:pt x="46131" y="358172"/>
                  </a:lnTo>
                  <a:lnTo>
                    <a:pt x="29929" y="401035"/>
                  </a:lnTo>
                  <a:lnTo>
                    <a:pt x="17063" y="445410"/>
                  </a:lnTo>
                  <a:lnTo>
                    <a:pt x="7685" y="491145"/>
                  </a:lnTo>
                  <a:lnTo>
                    <a:pt x="1946" y="538088"/>
                  </a:lnTo>
                  <a:lnTo>
                    <a:pt x="0" y="586086"/>
                  </a:lnTo>
                  <a:lnTo>
                    <a:pt x="1946" y="634087"/>
                  </a:lnTo>
                  <a:lnTo>
                    <a:pt x="7685" y="681031"/>
                  </a:lnTo>
                  <a:lnTo>
                    <a:pt x="17063" y="726767"/>
                  </a:lnTo>
                  <a:lnTo>
                    <a:pt x="29929" y="771143"/>
                  </a:lnTo>
                  <a:lnTo>
                    <a:pt x="46131" y="814007"/>
                  </a:lnTo>
                  <a:lnTo>
                    <a:pt x="65516" y="855207"/>
                  </a:lnTo>
                  <a:lnTo>
                    <a:pt x="87934" y="894592"/>
                  </a:lnTo>
                  <a:lnTo>
                    <a:pt x="113231" y="932008"/>
                  </a:lnTo>
                  <a:lnTo>
                    <a:pt x="141256" y="967304"/>
                  </a:lnTo>
                  <a:lnTo>
                    <a:pt x="171857" y="1000329"/>
                  </a:lnTo>
                  <a:lnTo>
                    <a:pt x="204881" y="1030930"/>
                  </a:lnTo>
                  <a:lnTo>
                    <a:pt x="240177" y="1058954"/>
                  </a:lnTo>
                  <a:lnTo>
                    <a:pt x="277593" y="1084251"/>
                  </a:lnTo>
                  <a:lnTo>
                    <a:pt x="316977" y="1106668"/>
                  </a:lnTo>
                  <a:lnTo>
                    <a:pt x="358176" y="1126054"/>
                  </a:lnTo>
                  <a:lnTo>
                    <a:pt x="401039" y="1142255"/>
                  </a:lnTo>
                  <a:lnTo>
                    <a:pt x="445413" y="1155121"/>
                  </a:lnTo>
                  <a:lnTo>
                    <a:pt x="491147" y="1164499"/>
                  </a:lnTo>
                  <a:lnTo>
                    <a:pt x="538089" y="1170237"/>
                  </a:lnTo>
                  <a:lnTo>
                    <a:pt x="586086" y="1172184"/>
                  </a:lnTo>
                  <a:lnTo>
                    <a:pt x="634084" y="1170237"/>
                  </a:lnTo>
                  <a:lnTo>
                    <a:pt x="681025" y="1164499"/>
                  </a:lnTo>
                  <a:lnTo>
                    <a:pt x="726759" y="1155121"/>
                  </a:lnTo>
                  <a:lnTo>
                    <a:pt x="771134" y="1142255"/>
                  </a:lnTo>
                  <a:lnTo>
                    <a:pt x="813997" y="1126054"/>
                  </a:lnTo>
                  <a:lnTo>
                    <a:pt x="855196" y="1106668"/>
                  </a:lnTo>
                  <a:lnTo>
                    <a:pt x="894579" y="1084251"/>
                  </a:lnTo>
                  <a:lnTo>
                    <a:pt x="931995" y="1058954"/>
                  </a:lnTo>
                  <a:lnTo>
                    <a:pt x="967291" y="1030930"/>
                  </a:lnTo>
                  <a:lnTo>
                    <a:pt x="1000316" y="1000329"/>
                  </a:lnTo>
                  <a:lnTo>
                    <a:pt x="1030917" y="967304"/>
                  </a:lnTo>
                  <a:lnTo>
                    <a:pt x="1058942" y="932008"/>
                  </a:lnTo>
                  <a:lnTo>
                    <a:pt x="1084239" y="894592"/>
                  </a:lnTo>
                  <a:lnTo>
                    <a:pt x="1106656" y="855207"/>
                  </a:lnTo>
                  <a:lnTo>
                    <a:pt x="1126042" y="814007"/>
                  </a:lnTo>
                  <a:lnTo>
                    <a:pt x="1142244" y="771143"/>
                  </a:lnTo>
                  <a:lnTo>
                    <a:pt x="1155110" y="726767"/>
                  </a:lnTo>
                  <a:lnTo>
                    <a:pt x="1164488" y="681031"/>
                  </a:lnTo>
                  <a:lnTo>
                    <a:pt x="1170227" y="634087"/>
                  </a:lnTo>
                  <a:lnTo>
                    <a:pt x="1172173" y="586086"/>
                  </a:lnTo>
                  <a:lnTo>
                    <a:pt x="1170227" y="538088"/>
                  </a:lnTo>
                  <a:lnTo>
                    <a:pt x="1164488" y="491145"/>
                  </a:lnTo>
                  <a:lnTo>
                    <a:pt x="1155110" y="445410"/>
                  </a:lnTo>
                  <a:lnTo>
                    <a:pt x="1142244" y="401035"/>
                  </a:lnTo>
                  <a:lnTo>
                    <a:pt x="1126042" y="358172"/>
                  </a:lnTo>
                  <a:lnTo>
                    <a:pt x="1106656" y="316972"/>
                  </a:lnTo>
                  <a:lnTo>
                    <a:pt x="1084239" y="277589"/>
                  </a:lnTo>
                  <a:lnTo>
                    <a:pt x="1058942" y="240173"/>
                  </a:lnTo>
                  <a:lnTo>
                    <a:pt x="1030917" y="204877"/>
                  </a:lnTo>
                  <a:lnTo>
                    <a:pt x="1000316" y="171853"/>
                  </a:lnTo>
                  <a:lnTo>
                    <a:pt x="967291" y="141253"/>
                  </a:lnTo>
                  <a:lnTo>
                    <a:pt x="931995" y="113228"/>
                  </a:lnTo>
                  <a:lnTo>
                    <a:pt x="894579" y="87931"/>
                  </a:lnTo>
                  <a:lnTo>
                    <a:pt x="855196" y="65514"/>
                  </a:lnTo>
                  <a:lnTo>
                    <a:pt x="813997" y="46129"/>
                  </a:lnTo>
                  <a:lnTo>
                    <a:pt x="771134" y="29928"/>
                  </a:lnTo>
                  <a:lnTo>
                    <a:pt x="726759" y="17062"/>
                  </a:lnTo>
                  <a:lnTo>
                    <a:pt x="681025" y="7684"/>
                  </a:lnTo>
                  <a:lnTo>
                    <a:pt x="634084" y="1946"/>
                  </a:lnTo>
                  <a:lnTo>
                    <a:pt x="58608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7641673" y="5630500"/>
              <a:ext cx="799465" cy="1236980"/>
            </a:xfrm>
            <a:custGeom>
              <a:avLst/>
              <a:gdLst/>
              <a:ahLst/>
              <a:cxnLst/>
              <a:rect l="l" t="t" r="r" b="b"/>
              <a:pathLst>
                <a:path w="799465" h="1236979">
                  <a:moveTo>
                    <a:pt x="589081" y="0"/>
                  </a:moveTo>
                  <a:lnTo>
                    <a:pt x="0" y="0"/>
                  </a:lnTo>
                  <a:lnTo>
                    <a:pt x="0" y="335487"/>
                  </a:lnTo>
                  <a:lnTo>
                    <a:pt x="64668" y="335487"/>
                  </a:lnTo>
                  <a:lnTo>
                    <a:pt x="64668" y="64678"/>
                  </a:lnTo>
                  <a:lnTo>
                    <a:pt x="589081" y="64678"/>
                  </a:lnTo>
                  <a:lnTo>
                    <a:pt x="634921" y="72093"/>
                  </a:lnTo>
                  <a:lnTo>
                    <a:pt x="674773" y="92732"/>
                  </a:lnTo>
                  <a:lnTo>
                    <a:pt x="706225" y="124184"/>
                  </a:lnTo>
                  <a:lnTo>
                    <a:pt x="726865" y="164039"/>
                  </a:lnTo>
                  <a:lnTo>
                    <a:pt x="734281" y="209888"/>
                  </a:lnTo>
                  <a:lnTo>
                    <a:pt x="734281" y="1236841"/>
                  </a:lnTo>
                  <a:lnTo>
                    <a:pt x="798949" y="1236841"/>
                  </a:lnTo>
                  <a:lnTo>
                    <a:pt x="798949" y="209888"/>
                  </a:lnTo>
                  <a:lnTo>
                    <a:pt x="793397" y="161821"/>
                  </a:lnTo>
                  <a:lnTo>
                    <a:pt x="777588" y="117665"/>
                  </a:lnTo>
                  <a:lnTo>
                    <a:pt x="752789" y="78691"/>
                  </a:lnTo>
                  <a:lnTo>
                    <a:pt x="720270" y="46168"/>
                  </a:lnTo>
                  <a:lnTo>
                    <a:pt x="681300" y="21365"/>
                  </a:lnTo>
                  <a:lnTo>
                    <a:pt x="637148" y="5552"/>
                  </a:lnTo>
                  <a:lnTo>
                    <a:pt x="58908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7669963" y="5604227"/>
              <a:ext cx="548640" cy="117475"/>
            </a:xfrm>
            <a:custGeom>
              <a:avLst/>
              <a:gdLst/>
              <a:ahLst/>
              <a:cxnLst/>
              <a:rect l="l" t="t" r="r" b="b"/>
              <a:pathLst>
                <a:path w="548640" h="117475">
                  <a:moveTo>
                    <a:pt x="548025" y="0"/>
                  </a:moveTo>
                  <a:lnTo>
                    <a:pt x="0" y="0"/>
                  </a:lnTo>
                  <a:lnTo>
                    <a:pt x="0" y="117221"/>
                  </a:lnTo>
                  <a:lnTo>
                    <a:pt x="548025" y="117221"/>
                  </a:lnTo>
                  <a:lnTo>
                    <a:pt x="548025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4" name="object 30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8283672" y="6638970"/>
              <a:ext cx="250599" cy="440502"/>
            </a:xfrm>
            <a:prstGeom prst="rect">
              <a:avLst/>
            </a:prstGeom>
          </p:spPr>
        </p:pic>
        <p:sp>
          <p:nvSpPr>
            <p:cNvPr id="305" name="object 305" descr=""/>
            <p:cNvSpPr/>
            <p:nvPr/>
          </p:nvSpPr>
          <p:spPr>
            <a:xfrm>
              <a:off x="18411172" y="6183920"/>
              <a:ext cx="444500" cy="700405"/>
            </a:xfrm>
            <a:custGeom>
              <a:avLst/>
              <a:gdLst/>
              <a:ahLst/>
              <a:cxnLst/>
              <a:rect l="l" t="t" r="r" b="b"/>
              <a:pathLst>
                <a:path w="444500" h="700404">
                  <a:moveTo>
                    <a:pt x="27601" y="0"/>
                  </a:moveTo>
                  <a:lnTo>
                    <a:pt x="0" y="16837"/>
                  </a:lnTo>
                  <a:lnTo>
                    <a:pt x="416322" y="699905"/>
                  </a:lnTo>
                  <a:lnTo>
                    <a:pt x="443923" y="683110"/>
                  </a:lnTo>
                  <a:lnTo>
                    <a:pt x="276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6661333" y="5137397"/>
              <a:ext cx="1196975" cy="1094105"/>
            </a:xfrm>
            <a:custGeom>
              <a:avLst/>
              <a:gdLst/>
              <a:ahLst/>
              <a:cxnLst/>
              <a:rect l="l" t="t" r="r" b="b"/>
              <a:pathLst>
                <a:path w="1196975" h="1094104">
                  <a:moveTo>
                    <a:pt x="1196416" y="1018565"/>
                  </a:moveTo>
                  <a:lnTo>
                    <a:pt x="905395" y="0"/>
                  </a:lnTo>
                  <a:lnTo>
                    <a:pt x="0" y="0"/>
                  </a:lnTo>
                  <a:lnTo>
                    <a:pt x="289471" y="1013180"/>
                  </a:lnTo>
                  <a:lnTo>
                    <a:pt x="274840" y="1013180"/>
                  </a:lnTo>
                  <a:lnTo>
                    <a:pt x="274840" y="1094016"/>
                  </a:lnTo>
                  <a:lnTo>
                    <a:pt x="999134" y="1094016"/>
                  </a:lnTo>
                  <a:lnTo>
                    <a:pt x="999134" y="1018565"/>
                  </a:lnTo>
                  <a:lnTo>
                    <a:pt x="1196416" y="1018565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7660477" y="6150576"/>
              <a:ext cx="866140" cy="81280"/>
            </a:xfrm>
            <a:custGeom>
              <a:avLst/>
              <a:gdLst/>
              <a:ahLst/>
              <a:cxnLst/>
              <a:rect l="l" t="t" r="r" b="b"/>
              <a:pathLst>
                <a:path w="866140" h="81279">
                  <a:moveTo>
                    <a:pt x="865795" y="0"/>
                  </a:moveTo>
                  <a:lnTo>
                    <a:pt x="0" y="0"/>
                  </a:lnTo>
                  <a:lnTo>
                    <a:pt x="0" y="80835"/>
                  </a:lnTo>
                  <a:lnTo>
                    <a:pt x="865795" y="80835"/>
                  </a:lnTo>
                  <a:lnTo>
                    <a:pt x="865795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6897114" y="5630500"/>
              <a:ext cx="799465" cy="1236980"/>
            </a:xfrm>
            <a:custGeom>
              <a:avLst/>
              <a:gdLst/>
              <a:ahLst/>
              <a:cxnLst/>
              <a:rect l="l" t="t" r="r" b="b"/>
              <a:pathLst>
                <a:path w="799465" h="1236979">
                  <a:moveTo>
                    <a:pt x="589081" y="0"/>
                  </a:moveTo>
                  <a:lnTo>
                    <a:pt x="0" y="0"/>
                  </a:lnTo>
                  <a:lnTo>
                    <a:pt x="0" y="335487"/>
                  </a:lnTo>
                  <a:lnTo>
                    <a:pt x="64668" y="335487"/>
                  </a:lnTo>
                  <a:lnTo>
                    <a:pt x="64668" y="64678"/>
                  </a:lnTo>
                  <a:lnTo>
                    <a:pt x="589081" y="64678"/>
                  </a:lnTo>
                  <a:lnTo>
                    <a:pt x="634921" y="72093"/>
                  </a:lnTo>
                  <a:lnTo>
                    <a:pt x="674773" y="92732"/>
                  </a:lnTo>
                  <a:lnTo>
                    <a:pt x="706225" y="124184"/>
                  </a:lnTo>
                  <a:lnTo>
                    <a:pt x="726865" y="164039"/>
                  </a:lnTo>
                  <a:lnTo>
                    <a:pt x="734281" y="209888"/>
                  </a:lnTo>
                  <a:lnTo>
                    <a:pt x="734281" y="1236841"/>
                  </a:lnTo>
                  <a:lnTo>
                    <a:pt x="798949" y="1236841"/>
                  </a:lnTo>
                  <a:lnTo>
                    <a:pt x="798949" y="209888"/>
                  </a:lnTo>
                  <a:lnTo>
                    <a:pt x="793397" y="161821"/>
                  </a:lnTo>
                  <a:lnTo>
                    <a:pt x="777588" y="117665"/>
                  </a:lnTo>
                  <a:lnTo>
                    <a:pt x="752789" y="78691"/>
                  </a:lnTo>
                  <a:lnTo>
                    <a:pt x="720270" y="46168"/>
                  </a:lnTo>
                  <a:lnTo>
                    <a:pt x="681300" y="21365"/>
                  </a:lnTo>
                  <a:lnTo>
                    <a:pt x="637148" y="5552"/>
                  </a:lnTo>
                  <a:lnTo>
                    <a:pt x="58908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6990089" y="5604227"/>
              <a:ext cx="483870" cy="117475"/>
            </a:xfrm>
            <a:custGeom>
              <a:avLst/>
              <a:gdLst/>
              <a:ahLst/>
              <a:cxnLst/>
              <a:rect l="l" t="t" r="r" b="b"/>
              <a:pathLst>
                <a:path w="483869" h="117475">
                  <a:moveTo>
                    <a:pt x="483346" y="0"/>
                  </a:moveTo>
                  <a:lnTo>
                    <a:pt x="0" y="0"/>
                  </a:lnTo>
                  <a:lnTo>
                    <a:pt x="0" y="117221"/>
                  </a:lnTo>
                  <a:lnTo>
                    <a:pt x="483346" y="117221"/>
                  </a:lnTo>
                  <a:lnTo>
                    <a:pt x="483346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0" name="object 31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539113" y="6638970"/>
              <a:ext cx="250599" cy="440502"/>
            </a:xfrm>
            <a:prstGeom prst="rect">
              <a:avLst/>
            </a:prstGeom>
          </p:spPr>
        </p:pic>
        <p:sp>
          <p:nvSpPr>
            <p:cNvPr id="311" name="object 311" descr=""/>
            <p:cNvSpPr/>
            <p:nvPr/>
          </p:nvSpPr>
          <p:spPr>
            <a:xfrm>
              <a:off x="16340290" y="5907296"/>
              <a:ext cx="1172210" cy="1172210"/>
            </a:xfrm>
            <a:custGeom>
              <a:avLst/>
              <a:gdLst/>
              <a:ahLst/>
              <a:cxnLst/>
              <a:rect l="l" t="t" r="r" b="b"/>
              <a:pathLst>
                <a:path w="1172209" h="1172209">
                  <a:moveTo>
                    <a:pt x="1172171" y="586079"/>
                  </a:moveTo>
                  <a:lnTo>
                    <a:pt x="1170228" y="538086"/>
                  </a:lnTo>
                  <a:lnTo>
                    <a:pt x="1164488" y="491134"/>
                  </a:lnTo>
                  <a:lnTo>
                    <a:pt x="1155115" y="445401"/>
                  </a:lnTo>
                  <a:lnTo>
                    <a:pt x="1142250" y="401027"/>
                  </a:lnTo>
                  <a:lnTo>
                    <a:pt x="1126045" y="358165"/>
                  </a:lnTo>
                  <a:lnTo>
                    <a:pt x="1106652" y="316966"/>
                  </a:lnTo>
                  <a:lnTo>
                    <a:pt x="1084237" y="277583"/>
                  </a:lnTo>
                  <a:lnTo>
                    <a:pt x="1074178" y="262712"/>
                  </a:lnTo>
                  <a:lnTo>
                    <a:pt x="1074178" y="565658"/>
                  </a:lnTo>
                  <a:lnTo>
                    <a:pt x="1074178" y="606526"/>
                  </a:lnTo>
                  <a:lnTo>
                    <a:pt x="1066330" y="678903"/>
                  </a:lnTo>
                  <a:lnTo>
                    <a:pt x="1055598" y="723226"/>
                  </a:lnTo>
                  <a:lnTo>
                    <a:pt x="1040930" y="765898"/>
                  </a:lnTo>
                  <a:lnTo>
                    <a:pt x="1022527" y="806691"/>
                  </a:lnTo>
                  <a:lnTo>
                    <a:pt x="1000607" y="845400"/>
                  </a:lnTo>
                  <a:lnTo>
                    <a:pt x="975372" y="881837"/>
                  </a:lnTo>
                  <a:lnTo>
                    <a:pt x="947026" y="915784"/>
                  </a:lnTo>
                  <a:lnTo>
                    <a:pt x="945857" y="916965"/>
                  </a:lnTo>
                  <a:lnTo>
                    <a:pt x="916952" y="888072"/>
                  </a:lnTo>
                  <a:lnTo>
                    <a:pt x="916952" y="945870"/>
                  </a:lnTo>
                  <a:lnTo>
                    <a:pt x="881837" y="975385"/>
                  </a:lnTo>
                  <a:lnTo>
                    <a:pt x="845400" y="1000620"/>
                  </a:lnTo>
                  <a:lnTo>
                    <a:pt x="806691" y="1022540"/>
                  </a:lnTo>
                  <a:lnTo>
                    <a:pt x="765898" y="1040930"/>
                  </a:lnTo>
                  <a:lnTo>
                    <a:pt x="723226" y="1055611"/>
                  </a:lnTo>
                  <a:lnTo>
                    <a:pt x="678903" y="1066342"/>
                  </a:lnTo>
                  <a:lnTo>
                    <a:pt x="633120" y="1072934"/>
                  </a:lnTo>
                  <a:lnTo>
                    <a:pt x="606526" y="1074204"/>
                  </a:lnTo>
                  <a:lnTo>
                    <a:pt x="606526" y="944448"/>
                  </a:lnTo>
                  <a:lnTo>
                    <a:pt x="634847" y="942530"/>
                  </a:lnTo>
                  <a:lnTo>
                    <a:pt x="681634" y="932954"/>
                  </a:lnTo>
                  <a:lnTo>
                    <a:pt x="725995" y="917511"/>
                  </a:lnTo>
                  <a:lnTo>
                    <a:pt x="734009" y="913485"/>
                  </a:lnTo>
                  <a:lnTo>
                    <a:pt x="767537" y="896645"/>
                  </a:lnTo>
                  <a:lnTo>
                    <a:pt x="805802" y="870775"/>
                  </a:lnTo>
                  <a:lnTo>
                    <a:pt x="824966" y="853897"/>
                  </a:lnTo>
                  <a:lnTo>
                    <a:pt x="916952" y="945870"/>
                  </a:lnTo>
                  <a:lnTo>
                    <a:pt x="916952" y="888072"/>
                  </a:lnTo>
                  <a:lnTo>
                    <a:pt x="853871" y="824992"/>
                  </a:lnTo>
                  <a:lnTo>
                    <a:pt x="870788" y="805776"/>
                  </a:lnTo>
                  <a:lnTo>
                    <a:pt x="896658" y="767524"/>
                  </a:lnTo>
                  <a:lnTo>
                    <a:pt x="917524" y="725982"/>
                  </a:lnTo>
                  <a:lnTo>
                    <a:pt x="932967" y="681609"/>
                  </a:lnTo>
                  <a:lnTo>
                    <a:pt x="942555" y="634834"/>
                  </a:lnTo>
                  <a:lnTo>
                    <a:pt x="944460" y="606526"/>
                  </a:lnTo>
                  <a:lnTo>
                    <a:pt x="1074178" y="606526"/>
                  </a:lnTo>
                  <a:lnTo>
                    <a:pt x="1074178" y="565658"/>
                  </a:lnTo>
                  <a:lnTo>
                    <a:pt x="944460" y="565658"/>
                  </a:lnTo>
                  <a:lnTo>
                    <a:pt x="942555" y="537337"/>
                  </a:lnTo>
                  <a:lnTo>
                    <a:pt x="932967" y="490562"/>
                  </a:lnTo>
                  <a:lnTo>
                    <a:pt x="917524" y="446201"/>
                  </a:lnTo>
                  <a:lnTo>
                    <a:pt x="911987" y="435178"/>
                  </a:lnTo>
                  <a:lnTo>
                    <a:pt x="911987" y="565658"/>
                  </a:lnTo>
                  <a:lnTo>
                    <a:pt x="911987" y="606526"/>
                  </a:lnTo>
                  <a:lnTo>
                    <a:pt x="899617" y="680542"/>
                  </a:lnTo>
                  <a:lnTo>
                    <a:pt x="883018" y="723988"/>
                  </a:lnTo>
                  <a:lnTo>
                    <a:pt x="860679" y="764235"/>
                  </a:lnTo>
                  <a:lnTo>
                    <a:pt x="833094" y="800773"/>
                  </a:lnTo>
                  <a:lnTo>
                    <a:pt x="831380" y="802487"/>
                  </a:lnTo>
                  <a:lnTo>
                    <a:pt x="802474" y="773582"/>
                  </a:lnTo>
                  <a:lnTo>
                    <a:pt x="802474" y="831392"/>
                  </a:lnTo>
                  <a:lnTo>
                    <a:pt x="764247" y="860666"/>
                  </a:lnTo>
                  <a:lnTo>
                    <a:pt x="724001" y="883005"/>
                  </a:lnTo>
                  <a:lnTo>
                    <a:pt x="680554" y="899604"/>
                  </a:lnTo>
                  <a:lnTo>
                    <a:pt x="634415" y="909929"/>
                  </a:lnTo>
                  <a:lnTo>
                    <a:pt x="606526" y="911987"/>
                  </a:lnTo>
                  <a:lnTo>
                    <a:pt x="606526" y="711314"/>
                  </a:lnTo>
                  <a:lnTo>
                    <a:pt x="636435" y="705269"/>
                  </a:lnTo>
                  <a:lnTo>
                    <a:pt x="660273" y="689190"/>
                  </a:lnTo>
                  <a:lnTo>
                    <a:pt x="802474" y="831392"/>
                  </a:lnTo>
                  <a:lnTo>
                    <a:pt x="802474" y="773582"/>
                  </a:lnTo>
                  <a:lnTo>
                    <a:pt x="689178" y="660285"/>
                  </a:lnTo>
                  <a:lnTo>
                    <a:pt x="705269" y="636435"/>
                  </a:lnTo>
                  <a:lnTo>
                    <a:pt x="711301" y="606526"/>
                  </a:lnTo>
                  <a:lnTo>
                    <a:pt x="911987" y="606526"/>
                  </a:lnTo>
                  <a:lnTo>
                    <a:pt x="911987" y="565658"/>
                  </a:lnTo>
                  <a:lnTo>
                    <a:pt x="711301" y="565658"/>
                  </a:lnTo>
                  <a:lnTo>
                    <a:pt x="705269" y="535749"/>
                  </a:lnTo>
                  <a:lnTo>
                    <a:pt x="689178" y="511911"/>
                  </a:lnTo>
                  <a:lnTo>
                    <a:pt x="831380" y="369709"/>
                  </a:lnTo>
                  <a:lnTo>
                    <a:pt x="833094" y="371411"/>
                  </a:lnTo>
                  <a:lnTo>
                    <a:pt x="860679" y="407936"/>
                  </a:lnTo>
                  <a:lnTo>
                    <a:pt x="883018" y="448183"/>
                  </a:lnTo>
                  <a:lnTo>
                    <a:pt x="899617" y="491629"/>
                  </a:lnTo>
                  <a:lnTo>
                    <a:pt x="909942" y="537768"/>
                  </a:lnTo>
                  <a:lnTo>
                    <a:pt x="911987" y="565658"/>
                  </a:lnTo>
                  <a:lnTo>
                    <a:pt x="911987" y="435178"/>
                  </a:lnTo>
                  <a:lnTo>
                    <a:pt x="896658" y="404660"/>
                  </a:lnTo>
                  <a:lnTo>
                    <a:pt x="870788" y="366407"/>
                  </a:lnTo>
                  <a:lnTo>
                    <a:pt x="853884" y="347205"/>
                  </a:lnTo>
                  <a:lnTo>
                    <a:pt x="945857" y="255231"/>
                  </a:lnTo>
                  <a:lnTo>
                    <a:pt x="975372" y="290334"/>
                  </a:lnTo>
                  <a:lnTo>
                    <a:pt x="1000607" y="326771"/>
                  </a:lnTo>
                  <a:lnTo>
                    <a:pt x="1022527" y="365480"/>
                  </a:lnTo>
                  <a:lnTo>
                    <a:pt x="1040930" y="406273"/>
                  </a:lnTo>
                  <a:lnTo>
                    <a:pt x="1055598" y="448945"/>
                  </a:lnTo>
                  <a:lnTo>
                    <a:pt x="1066330" y="493268"/>
                  </a:lnTo>
                  <a:lnTo>
                    <a:pt x="1072921" y="539051"/>
                  </a:lnTo>
                  <a:lnTo>
                    <a:pt x="1074178" y="565658"/>
                  </a:lnTo>
                  <a:lnTo>
                    <a:pt x="1074178" y="262712"/>
                  </a:lnTo>
                  <a:lnTo>
                    <a:pt x="1030922" y="204876"/>
                  </a:lnTo>
                  <a:lnTo>
                    <a:pt x="1000315" y="171856"/>
                  </a:lnTo>
                  <a:lnTo>
                    <a:pt x="967295" y="141249"/>
                  </a:lnTo>
                  <a:lnTo>
                    <a:pt x="932002" y="113233"/>
                  </a:lnTo>
                  <a:lnTo>
                    <a:pt x="916952" y="103060"/>
                  </a:lnTo>
                  <a:lnTo>
                    <a:pt x="916952" y="226326"/>
                  </a:lnTo>
                  <a:lnTo>
                    <a:pt x="824979" y="318300"/>
                  </a:lnTo>
                  <a:lnTo>
                    <a:pt x="805802" y="301409"/>
                  </a:lnTo>
                  <a:lnTo>
                    <a:pt x="802474" y="299161"/>
                  </a:lnTo>
                  <a:lnTo>
                    <a:pt x="802474" y="340804"/>
                  </a:lnTo>
                  <a:lnTo>
                    <a:pt x="660285" y="482993"/>
                  </a:lnTo>
                  <a:lnTo>
                    <a:pt x="636435" y="466915"/>
                  </a:lnTo>
                  <a:lnTo>
                    <a:pt x="606526" y="460883"/>
                  </a:lnTo>
                  <a:lnTo>
                    <a:pt x="606526" y="260197"/>
                  </a:lnTo>
                  <a:lnTo>
                    <a:pt x="680554" y="272580"/>
                  </a:lnTo>
                  <a:lnTo>
                    <a:pt x="724001" y="289166"/>
                  </a:lnTo>
                  <a:lnTo>
                    <a:pt x="764247" y="311505"/>
                  </a:lnTo>
                  <a:lnTo>
                    <a:pt x="800785" y="339090"/>
                  </a:lnTo>
                  <a:lnTo>
                    <a:pt x="802474" y="340804"/>
                  </a:lnTo>
                  <a:lnTo>
                    <a:pt x="802474" y="299161"/>
                  </a:lnTo>
                  <a:lnTo>
                    <a:pt x="767537" y="275539"/>
                  </a:lnTo>
                  <a:lnTo>
                    <a:pt x="725995" y="254673"/>
                  </a:lnTo>
                  <a:lnTo>
                    <a:pt x="681634" y="239229"/>
                  </a:lnTo>
                  <a:lnTo>
                    <a:pt x="634847" y="229641"/>
                  </a:lnTo>
                  <a:lnTo>
                    <a:pt x="606526" y="227736"/>
                  </a:lnTo>
                  <a:lnTo>
                    <a:pt x="606526" y="97980"/>
                  </a:lnTo>
                  <a:lnTo>
                    <a:pt x="678903" y="105841"/>
                  </a:lnTo>
                  <a:lnTo>
                    <a:pt x="723226" y="116573"/>
                  </a:lnTo>
                  <a:lnTo>
                    <a:pt x="765898" y="131241"/>
                  </a:lnTo>
                  <a:lnTo>
                    <a:pt x="806691" y="149644"/>
                  </a:lnTo>
                  <a:lnTo>
                    <a:pt x="845400" y="171564"/>
                  </a:lnTo>
                  <a:lnTo>
                    <a:pt x="881837" y="196799"/>
                  </a:lnTo>
                  <a:lnTo>
                    <a:pt x="915784" y="225145"/>
                  </a:lnTo>
                  <a:lnTo>
                    <a:pt x="916952" y="226326"/>
                  </a:lnTo>
                  <a:lnTo>
                    <a:pt x="916952" y="103060"/>
                  </a:lnTo>
                  <a:lnTo>
                    <a:pt x="855192" y="65519"/>
                  </a:lnTo>
                  <a:lnTo>
                    <a:pt x="813993" y="46126"/>
                  </a:lnTo>
                  <a:lnTo>
                    <a:pt x="771131" y="29933"/>
                  </a:lnTo>
                  <a:lnTo>
                    <a:pt x="726757" y="17068"/>
                  </a:lnTo>
                  <a:lnTo>
                    <a:pt x="681024" y="7683"/>
                  </a:lnTo>
                  <a:lnTo>
                    <a:pt x="634085" y="1943"/>
                  </a:lnTo>
                  <a:lnTo>
                    <a:pt x="586092" y="0"/>
                  </a:lnTo>
                  <a:lnTo>
                    <a:pt x="565645" y="838"/>
                  </a:lnTo>
                  <a:lnTo>
                    <a:pt x="565645" y="97980"/>
                  </a:lnTo>
                  <a:lnTo>
                    <a:pt x="565645" y="227736"/>
                  </a:lnTo>
                  <a:lnTo>
                    <a:pt x="565645" y="1074204"/>
                  </a:lnTo>
                  <a:lnTo>
                    <a:pt x="539051" y="1072934"/>
                  </a:lnTo>
                  <a:lnTo>
                    <a:pt x="493268" y="1066342"/>
                  </a:lnTo>
                  <a:lnTo>
                    <a:pt x="448945" y="1055611"/>
                  </a:lnTo>
                  <a:lnTo>
                    <a:pt x="406285" y="1040930"/>
                  </a:lnTo>
                  <a:lnTo>
                    <a:pt x="365493" y="1022540"/>
                  </a:lnTo>
                  <a:lnTo>
                    <a:pt x="326771" y="1000620"/>
                  </a:lnTo>
                  <a:lnTo>
                    <a:pt x="290334" y="975385"/>
                  </a:lnTo>
                  <a:lnTo>
                    <a:pt x="256400" y="947039"/>
                  </a:lnTo>
                  <a:lnTo>
                    <a:pt x="255219" y="945870"/>
                  </a:lnTo>
                  <a:lnTo>
                    <a:pt x="347205" y="853884"/>
                  </a:lnTo>
                  <a:lnTo>
                    <a:pt x="366407" y="870775"/>
                  </a:lnTo>
                  <a:lnTo>
                    <a:pt x="404672" y="896645"/>
                  </a:lnTo>
                  <a:lnTo>
                    <a:pt x="446201" y="917511"/>
                  </a:lnTo>
                  <a:lnTo>
                    <a:pt x="490575" y="932954"/>
                  </a:lnTo>
                  <a:lnTo>
                    <a:pt x="537349" y="942530"/>
                  </a:lnTo>
                  <a:lnTo>
                    <a:pt x="565645" y="944448"/>
                  </a:lnTo>
                  <a:lnTo>
                    <a:pt x="565645" y="911987"/>
                  </a:lnTo>
                  <a:lnTo>
                    <a:pt x="537794" y="909929"/>
                  </a:lnTo>
                  <a:lnTo>
                    <a:pt x="491655" y="899604"/>
                  </a:lnTo>
                  <a:lnTo>
                    <a:pt x="448208" y="883005"/>
                  </a:lnTo>
                  <a:lnTo>
                    <a:pt x="407962" y="860666"/>
                  </a:lnTo>
                  <a:lnTo>
                    <a:pt x="371424" y="833081"/>
                  </a:lnTo>
                  <a:lnTo>
                    <a:pt x="369709" y="831380"/>
                  </a:lnTo>
                  <a:lnTo>
                    <a:pt x="511886" y="689203"/>
                  </a:lnTo>
                  <a:lnTo>
                    <a:pt x="535736" y="705269"/>
                  </a:lnTo>
                  <a:lnTo>
                    <a:pt x="565645" y="711314"/>
                  </a:lnTo>
                  <a:lnTo>
                    <a:pt x="565645" y="460883"/>
                  </a:lnTo>
                  <a:lnTo>
                    <a:pt x="535736" y="466915"/>
                  </a:lnTo>
                  <a:lnTo>
                    <a:pt x="511886" y="482993"/>
                  </a:lnTo>
                  <a:lnTo>
                    <a:pt x="482981" y="454101"/>
                  </a:lnTo>
                  <a:lnTo>
                    <a:pt x="482981" y="511898"/>
                  </a:lnTo>
                  <a:lnTo>
                    <a:pt x="482981" y="660273"/>
                  </a:lnTo>
                  <a:lnTo>
                    <a:pt x="340791" y="802462"/>
                  </a:lnTo>
                  <a:lnTo>
                    <a:pt x="339115" y="800773"/>
                  </a:lnTo>
                  <a:lnTo>
                    <a:pt x="318287" y="773188"/>
                  </a:lnTo>
                  <a:lnTo>
                    <a:pt x="318287" y="824966"/>
                  </a:lnTo>
                  <a:lnTo>
                    <a:pt x="226301" y="916952"/>
                  </a:lnTo>
                  <a:lnTo>
                    <a:pt x="225145" y="915784"/>
                  </a:lnTo>
                  <a:lnTo>
                    <a:pt x="196799" y="881837"/>
                  </a:lnTo>
                  <a:lnTo>
                    <a:pt x="171564" y="845400"/>
                  </a:lnTo>
                  <a:lnTo>
                    <a:pt x="149644" y="806691"/>
                  </a:lnTo>
                  <a:lnTo>
                    <a:pt x="131254" y="765898"/>
                  </a:lnTo>
                  <a:lnTo>
                    <a:pt x="116586" y="723226"/>
                  </a:lnTo>
                  <a:lnTo>
                    <a:pt x="105854" y="678903"/>
                  </a:lnTo>
                  <a:lnTo>
                    <a:pt x="99250" y="633120"/>
                  </a:lnTo>
                  <a:lnTo>
                    <a:pt x="97980" y="606526"/>
                  </a:lnTo>
                  <a:lnTo>
                    <a:pt x="227736" y="606526"/>
                  </a:lnTo>
                  <a:lnTo>
                    <a:pt x="229654" y="634834"/>
                  </a:lnTo>
                  <a:lnTo>
                    <a:pt x="239242" y="681609"/>
                  </a:lnTo>
                  <a:lnTo>
                    <a:pt x="254673" y="725982"/>
                  </a:lnTo>
                  <a:lnTo>
                    <a:pt x="275551" y="767524"/>
                  </a:lnTo>
                  <a:lnTo>
                    <a:pt x="301409" y="805776"/>
                  </a:lnTo>
                  <a:lnTo>
                    <a:pt x="318287" y="824966"/>
                  </a:lnTo>
                  <a:lnTo>
                    <a:pt x="318287" y="773188"/>
                  </a:lnTo>
                  <a:lnTo>
                    <a:pt x="311531" y="764235"/>
                  </a:lnTo>
                  <a:lnTo>
                    <a:pt x="289191" y="723988"/>
                  </a:lnTo>
                  <a:lnTo>
                    <a:pt x="272592" y="680542"/>
                  </a:lnTo>
                  <a:lnTo>
                    <a:pt x="262267" y="634403"/>
                  </a:lnTo>
                  <a:lnTo>
                    <a:pt x="260210" y="606526"/>
                  </a:lnTo>
                  <a:lnTo>
                    <a:pt x="460870" y="606526"/>
                  </a:lnTo>
                  <a:lnTo>
                    <a:pt x="466915" y="636435"/>
                  </a:lnTo>
                  <a:lnTo>
                    <a:pt x="482981" y="660273"/>
                  </a:lnTo>
                  <a:lnTo>
                    <a:pt x="482981" y="511898"/>
                  </a:lnTo>
                  <a:lnTo>
                    <a:pt x="466915" y="535749"/>
                  </a:lnTo>
                  <a:lnTo>
                    <a:pt x="460870" y="565658"/>
                  </a:lnTo>
                  <a:lnTo>
                    <a:pt x="260210" y="565658"/>
                  </a:lnTo>
                  <a:lnTo>
                    <a:pt x="272592" y="491629"/>
                  </a:lnTo>
                  <a:lnTo>
                    <a:pt x="289191" y="448183"/>
                  </a:lnTo>
                  <a:lnTo>
                    <a:pt x="311531" y="407936"/>
                  </a:lnTo>
                  <a:lnTo>
                    <a:pt x="339115" y="371411"/>
                  </a:lnTo>
                  <a:lnTo>
                    <a:pt x="340804" y="369722"/>
                  </a:lnTo>
                  <a:lnTo>
                    <a:pt x="482981" y="511898"/>
                  </a:lnTo>
                  <a:lnTo>
                    <a:pt x="482981" y="454101"/>
                  </a:lnTo>
                  <a:lnTo>
                    <a:pt x="369697" y="340817"/>
                  </a:lnTo>
                  <a:lnTo>
                    <a:pt x="371424" y="339090"/>
                  </a:lnTo>
                  <a:lnTo>
                    <a:pt x="407962" y="311505"/>
                  </a:lnTo>
                  <a:lnTo>
                    <a:pt x="448208" y="289166"/>
                  </a:lnTo>
                  <a:lnTo>
                    <a:pt x="491655" y="272580"/>
                  </a:lnTo>
                  <a:lnTo>
                    <a:pt x="537794" y="262242"/>
                  </a:lnTo>
                  <a:lnTo>
                    <a:pt x="565645" y="260197"/>
                  </a:lnTo>
                  <a:lnTo>
                    <a:pt x="565645" y="227736"/>
                  </a:lnTo>
                  <a:lnTo>
                    <a:pt x="490575" y="239229"/>
                  </a:lnTo>
                  <a:lnTo>
                    <a:pt x="446201" y="254673"/>
                  </a:lnTo>
                  <a:lnTo>
                    <a:pt x="404672" y="275539"/>
                  </a:lnTo>
                  <a:lnTo>
                    <a:pt x="366407" y="301409"/>
                  </a:lnTo>
                  <a:lnTo>
                    <a:pt x="347205" y="318325"/>
                  </a:lnTo>
                  <a:lnTo>
                    <a:pt x="318300" y="289420"/>
                  </a:lnTo>
                  <a:lnTo>
                    <a:pt x="318300" y="347218"/>
                  </a:lnTo>
                  <a:lnTo>
                    <a:pt x="301409" y="366407"/>
                  </a:lnTo>
                  <a:lnTo>
                    <a:pt x="275551" y="404660"/>
                  </a:lnTo>
                  <a:lnTo>
                    <a:pt x="254673" y="446201"/>
                  </a:lnTo>
                  <a:lnTo>
                    <a:pt x="239242" y="490562"/>
                  </a:lnTo>
                  <a:lnTo>
                    <a:pt x="229654" y="537337"/>
                  </a:lnTo>
                  <a:lnTo>
                    <a:pt x="227736" y="565658"/>
                  </a:lnTo>
                  <a:lnTo>
                    <a:pt x="97980" y="565658"/>
                  </a:lnTo>
                  <a:lnTo>
                    <a:pt x="105854" y="493268"/>
                  </a:lnTo>
                  <a:lnTo>
                    <a:pt x="116586" y="448945"/>
                  </a:lnTo>
                  <a:lnTo>
                    <a:pt x="131254" y="406273"/>
                  </a:lnTo>
                  <a:lnTo>
                    <a:pt x="149644" y="365480"/>
                  </a:lnTo>
                  <a:lnTo>
                    <a:pt x="171564" y="326771"/>
                  </a:lnTo>
                  <a:lnTo>
                    <a:pt x="196799" y="290334"/>
                  </a:lnTo>
                  <a:lnTo>
                    <a:pt x="225145" y="256387"/>
                  </a:lnTo>
                  <a:lnTo>
                    <a:pt x="226314" y="255219"/>
                  </a:lnTo>
                  <a:lnTo>
                    <a:pt x="318300" y="347218"/>
                  </a:lnTo>
                  <a:lnTo>
                    <a:pt x="318300" y="289420"/>
                  </a:lnTo>
                  <a:lnTo>
                    <a:pt x="255219" y="226326"/>
                  </a:lnTo>
                  <a:lnTo>
                    <a:pt x="256400" y="225145"/>
                  </a:lnTo>
                  <a:lnTo>
                    <a:pt x="290334" y="196799"/>
                  </a:lnTo>
                  <a:lnTo>
                    <a:pt x="326771" y="171564"/>
                  </a:lnTo>
                  <a:lnTo>
                    <a:pt x="365493" y="149644"/>
                  </a:lnTo>
                  <a:lnTo>
                    <a:pt x="406285" y="131241"/>
                  </a:lnTo>
                  <a:lnTo>
                    <a:pt x="448945" y="116573"/>
                  </a:lnTo>
                  <a:lnTo>
                    <a:pt x="493268" y="105841"/>
                  </a:lnTo>
                  <a:lnTo>
                    <a:pt x="539051" y="99250"/>
                  </a:lnTo>
                  <a:lnTo>
                    <a:pt x="565645" y="97980"/>
                  </a:lnTo>
                  <a:lnTo>
                    <a:pt x="565645" y="838"/>
                  </a:lnTo>
                  <a:lnTo>
                    <a:pt x="491147" y="7683"/>
                  </a:lnTo>
                  <a:lnTo>
                    <a:pt x="445414" y="17068"/>
                  </a:lnTo>
                  <a:lnTo>
                    <a:pt x="401040" y="29933"/>
                  </a:lnTo>
                  <a:lnTo>
                    <a:pt x="358178" y="46126"/>
                  </a:lnTo>
                  <a:lnTo>
                    <a:pt x="316979" y="65519"/>
                  </a:lnTo>
                  <a:lnTo>
                    <a:pt x="277596" y="87934"/>
                  </a:lnTo>
                  <a:lnTo>
                    <a:pt x="240182" y="113233"/>
                  </a:lnTo>
                  <a:lnTo>
                    <a:pt x="204889" y="141249"/>
                  </a:lnTo>
                  <a:lnTo>
                    <a:pt x="171856" y="171856"/>
                  </a:lnTo>
                  <a:lnTo>
                    <a:pt x="141262" y="204876"/>
                  </a:lnTo>
                  <a:lnTo>
                    <a:pt x="113233" y="240169"/>
                  </a:lnTo>
                  <a:lnTo>
                    <a:pt x="87934" y="277583"/>
                  </a:lnTo>
                  <a:lnTo>
                    <a:pt x="65519" y="316966"/>
                  </a:lnTo>
                  <a:lnTo>
                    <a:pt x="46126" y="358165"/>
                  </a:lnTo>
                  <a:lnTo>
                    <a:pt x="29933" y="401027"/>
                  </a:lnTo>
                  <a:lnTo>
                    <a:pt x="17068" y="445401"/>
                  </a:lnTo>
                  <a:lnTo>
                    <a:pt x="7683" y="491134"/>
                  </a:lnTo>
                  <a:lnTo>
                    <a:pt x="1943" y="538086"/>
                  </a:lnTo>
                  <a:lnTo>
                    <a:pt x="0" y="586079"/>
                  </a:lnTo>
                  <a:lnTo>
                    <a:pt x="1943" y="634085"/>
                  </a:lnTo>
                  <a:lnTo>
                    <a:pt x="7683" y="681024"/>
                  </a:lnTo>
                  <a:lnTo>
                    <a:pt x="17068" y="726757"/>
                  </a:lnTo>
                  <a:lnTo>
                    <a:pt x="29933" y="771131"/>
                  </a:lnTo>
                  <a:lnTo>
                    <a:pt x="46126" y="813993"/>
                  </a:lnTo>
                  <a:lnTo>
                    <a:pt x="65519" y="855205"/>
                  </a:lnTo>
                  <a:lnTo>
                    <a:pt x="87934" y="894588"/>
                  </a:lnTo>
                  <a:lnTo>
                    <a:pt x="113233" y="932002"/>
                  </a:lnTo>
                  <a:lnTo>
                    <a:pt x="141262" y="967295"/>
                  </a:lnTo>
                  <a:lnTo>
                    <a:pt x="171856" y="1000315"/>
                  </a:lnTo>
                  <a:lnTo>
                    <a:pt x="204889" y="1030922"/>
                  </a:lnTo>
                  <a:lnTo>
                    <a:pt x="240182" y="1058951"/>
                  </a:lnTo>
                  <a:lnTo>
                    <a:pt x="277596" y="1084249"/>
                  </a:lnTo>
                  <a:lnTo>
                    <a:pt x="316979" y="1106665"/>
                  </a:lnTo>
                  <a:lnTo>
                    <a:pt x="358178" y="1126045"/>
                  </a:lnTo>
                  <a:lnTo>
                    <a:pt x="401040" y="1142250"/>
                  </a:lnTo>
                  <a:lnTo>
                    <a:pt x="445414" y="1155115"/>
                  </a:lnTo>
                  <a:lnTo>
                    <a:pt x="491147" y="1164488"/>
                  </a:lnTo>
                  <a:lnTo>
                    <a:pt x="538086" y="1170228"/>
                  </a:lnTo>
                  <a:lnTo>
                    <a:pt x="586092" y="1172171"/>
                  </a:lnTo>
                  <a:lnTo>
                    <a:pt x="634085" y="1170228"/>
                  </a:lnTo>
                  <a:lnTo>
                    <a:pt x="681024" y="1164488"/>
                  </a:lnTo>
                  <a:lnTo>
                    <a:pt x="726757" y="1155115"/>
                  </a:lnTo>
                  <a:lnTo>
                    <a:pt x="771131" y="1142250"/>
                  </a:lnTo>
                  <a:lnTo>
                    <a:pt x="813993" y="1126045"/>
                  </a:lnTo>
                  <a:lnTo>
                    <a:pt x="855192" y="1106665"/>
                  </a:lnTo>
                  <a:lnTo>
                    <a:pt x="894575" y="1084249"/>
                  </a:lnTo>
                  <a:lnTo>
                    <a:pt x="907999" y="1075169"/>
                  </a:lnTo>
                  <a:lnTo>
                    <a:pt x="932002" y="1058951"/>
                  </a:lnTo>
                  <a:lnTo>
                    <a:pt x="967295" y="1030922"/>
                  </a:lnTo>
                  <a:lnTo>
                    <a:pt x="1000315" y="1000315"/>
                  </a:lnTo>
                  <a:lnTo>
                    <a:pt x="1030922" y="967295"/>
                  </a:lnTo>
                  <a:lnTo>
                    <a:pt x="1058938" y="932002"/>
                  </a:lnTo>
                  <a:lnTo>
                    <a:pt x="1084237" y="894588"/>
                  </a:lnTo>
                  <a:lnTo>
                    <a:pt x="1106652" y="855205"/>
                  </a:lnTo>
                  <a:lnTo>
                    <a:pt x="1126045" y="813993"/>
                  </a:lnTo>
                  <a:lnTo>
                    <a:pt x="1142250" y="771131"/>
                  </a:lnTo>
                  <a:lnTo>
                    <a:pt x="1155115" y="726757"/>
                  </a:lnTo>
                  <a:lnTo>
                    <a:pt x="1164488" y="681024"/>
                  </a:lnTo>
                  <a:lnTo>
                    <a:pt x="1170228" y="634085"/>
                  </a:lnTo>
                  <a:lnTo>
                    <a:pt x="1172171" y="586079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7667453" y="6183920"/>
              <a:ext cx="444500" cy="700405"/>
            </a:xfrm>
            <a:custGeom>
              <a:avLst/>
              <a:gdLst/>
              <a:ahLst/>
              <a:cxnLst/>
              <a:rect l="l" t="t" r="r" b="b"/>
              <a:pathLst>
                <a:path w="444500" h="700404">
                  <a:moveTo>
                    <a:pt x="27601" y="0"/>
                  </a:moveTo>
                  <a:lnTo>
                    <a:pt x="0" y="16837"/>
                  </a:lnTo>
                  <a:lnTo>
                    <a:pt x="416322" y="699905"/>
                  </a:lnTo>
                  <a:lnTo>
                    <a:pt x="443923" y="683110"/>
                  </a:lnTo>
                  <a:lnTo>
                    <a:pt x="276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7758054" y="6382314"/>
              <a:ext cx="1209040" cy="505459"/>
            </a:xfrm>
            <a:custGeom>
              <a:avLst/>
              <a:gdLst/>
              <a:ahLst/>
              <a:cxnLst/>
              <a:rect l="l" t="t" r="r" b="b"/>
              <a:pathLst>
                <a:path w="1209040" h="505459">
                  <a:moveTo>
                    <a:pt x="994308" y="274853"/>
                  </a:moveTo>
                  <a:lnTo>
                    <a:pt x="832624" y="0"/>
                  </a:lnTo>
                  <a:lnTo>
                    <a:pt x="0" y="0"/>
                  </a:lnTo>
                  <a:lnTo>
                    <a:pt x="161671" y="274853"/>
                  </a:lnTo>
                  <a:lnTo>
                    <a:pt x="994308" y="274853"/>
                  </a:lnTo>
                  <a:close/>
                </a:path>
                <a:path w="1209040" h="505459">
                  <a:moveTo>
                    <a:pt x="1208557" y="401942"/>
                  </a:moveTo>
                  <a:lnTo>
                    <a:pt x="1207757" y="393471"/>
                  </a:lnTo>
                  <a:lnTo>
                    <a:pt x="1202537" y="386740"/>
                  </a:lnTo>
                  <a:lnTo>
                    <a:pt x="1193800" y="383997"/>
                  </a:lnTo>
                  <a:lnTo>
                    <a:pt x="479107" y="383997"/>
                  </a:lnTo>
                  <a:lnTo>
                    <a:pt x="433412" y="402056"/>
                  </a:lnTo>
                  <a:lnTo>
                    <a:pt x="323342" y="505244"/>
                  </a:lnTo>
                  <a:lnTo>
                    <a:pt x="1102385" y="505244"/>
                  </a:lnTo>
                  <a:lnTo>
                    <a:pt x="1204061" y="409917"/>
                  </a:lnTo>
                  <a:lnTo>
                    <a:pt x="1208557" y="401942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4" name="object 314" descr=""/>
          <p:cNvGrpSpPr/>
          <p:nvPr/>
        </p:nvGrpSpPr>
        <p:grpSpPr>
          <a:xfrm>
            <a:off x="10083200" y="7612533"/>
            <a:ext cx="863600" cy="1095375"/>
            <a:chOff x="10083200" y="7612533"/>
            <a:chExt cx="863600" cy="1095375"/>
          </a:xfrm>
        </p:grpSpPr>
        <p:sp>
          <p:nvSpPr>
            <p:cNvPr id="315" name="object 315" descr=""/>
            <p:cNvSpPr/>
            <p:nvPr/>
          </p:nvSpPr>
          <p:spPr>
            <a:xfrm>
              <a:off x="10140958" y="7612533"/>
              <a:ext cx="748030" cy="624205"/>
            </a:xfrm>
            <a:custGeom>
              <a:avLst/>
              <a:gdLst/>
              <a:ahLst/>
              <a:cxnLst/>
              <a:rect l="l" t="t" r="r" b="b"/>
              <a:pathLst>
                <a:path w="748029" h="624204">
                  <a:moveTo>
                    <a:pt x="0" y="624148"/>
                  </a:moveTo>
                  <a:lnTo>
                    <a:pt x="747746" y="624148"/>
                  </a:lnTo>
                  <a:lnTo>
                    <a:pt x="747746" y="0"/>
                  </a:lnTo>
                  <a:lnTo>
                    <a:pt x="0" y="0"/>
                  </a:lnTo>
                  <a:lnTo>
                    <a:pt x="0" y="62414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0254148" y="7676991"/>
              <a:ext cx="521970" cy="397510"/>
            </a:xfrm>
            <a:custGeom>
              <a:avLst/>
              <a:gdLst/>
              <a:ahLst/>
              <a:cxnLst/>
              <a:rect l="l" t="t" r="r" b="b"/>
              <a:pathLst>
                <a:path w="521970" h="397509">
                  <a:moveTo>
                    <a:pt x="521366" y="0"/>
                  </a:moveTo>
                  <a:lnTo>
                    <a:pt x="0" y="0"/>
                  </a:lnTo>
                  <a:lnTo>
                    <a:pt x="0" y="397066"/>
                  </a:lnTo>
                  <a:lnTo>
                    <a:pt x="521366" y="397066"/>
                  </a:lnTo>
                  <a:lnTo>
                    <a:pt x="521366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0299014" y="7708347"/>
              <a:ext cx="431800" cy="427355"/>
            </a:xfrm>
            <a:custGeom>
              <a:avLst/>
              <a:gdLst/>
              <a:ahLst/>
              <a:cxnLst/>
              <a:rect l="l" t="t" r="r" b="b"/>
              <a:pathLst>
                <a:path w="431800" h="427354">
                  <a:moveTo>
                    <a:pt x="363232" y="405739"/>
                  </a:moveTo>
                  <a:lnTo>
                    <a:pt x="68389" y="405739"/>
                  </a:lnTo>
                  <a:lnTo>
                    <a:pt x="68389" y="427012"/>
                  </a:lnTo>
                  <a:lnTo>
                    <a:pt x="363232" y="427012"/>
                  </a:lnTo>
                  <a:lnTo>
                    <a:pt x="363232" y="405739"/>
                  </a:lnTo>
                  <a:close/>
                </a:path>
                <a:path w="431800" h="427354">
                  <a:moveTo>
                    <a:pt x="431622" y="0"/>
                  </a:moveTo>
                  <a:lnTo>
                    <a:pt x="0" y="0"/>
                  </a:lnTo>
                  <a:lnTo>
                    <a:pt x="0" y="334352"/>
                  </a:lnTo>
                  <a:lnTo>
                    <a:pt x="431622" y="334352"/>
                  </a:lnTo>
                  <a:lnTo>
                    <a:pt x="4316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0329050" y="8167528"/>
              <a:ext cx="372110" cy="38735"/>
            </a:xfrm>
            <a:custGeom>
              <a:avLst/>
              <a:gdLst/>
              <a:ahLst/>
              <a:cxnLst/>
              <a:rect l="l" t="t" r="r" b="b"/>
              <a:pathLst>
                <a:path w="372109" h="38734">
                  <a:moveTo>
                    <a:pt x="38493" y="19253"/>
                  </a:moveTo>
                  <a:lnTo>
                    <a:pt x="36982" y="11760"/>
                  </a:lnTo>
                  <a:lnTo>
                    <a:pt x="32854" y="5638"/>
                  </a:lnTo>
                  <a:lnTo>
                    <a:pt x="26746" y="1511"/>
                  </a:lnTo>
                  <a:lnTo>
                    <a:pt x="19253" y="0"/>
                  </a:lnTo>
                  <a:lnTo>
                    <a:pt x="11747" y="1511"/>
                  </a:lnTo>
                  <a:lnTo>
                    <a:pt x="5638" y="5638"/>
                  </a:lnTo>
                  <a:lnTo>
                    <a:pt x="1511" y="11760"/>
                  </a:lnTo>
                  <a:lnTo>
                    <a:pt x="0" y="19253"/>
                  </a:lnTo>
                  <a:lnTo>
                    <a:pt x="1511" y="26733"/>
                  </a:lnTo>
                  <a:lnTo>
                    <a:pt x="5638" y="32854"/>
                  </a:lnTo>
                  <a:lnTo>
                    <a:pt x="11747" y="36982"/>
                  </a:lnTo>
                  <a:lnTo>
                    <a:pt x="19253" y="38493"/>
                  </a:lnTo>
                  <a:lnTo>
                    <a:pt x="26746" y="36982"/>
                  </a:lnTo>
                  <a:lnTo>
                    <a:pt x="32854" y="32854"/>
                  </a:lnTo>
                  <a:lnTo>
                    <a:pt x="36982" y="26733"/>
                  </a:lnTo>
                  <a:lnTo>
                    <a:pt x="38493" y="19253"/>
                  </a:lnTo>
                  <a:close/>
                </a:path>
                <a:path w="372109" h="38734">
                  <a:moveTo>
                    <a:pt x="149517" y="19253"/>
                  </a:moveTo>
                  <a:lnTo>
                    <a:pt x="148005" y="11760"/>
                  </a:lnTo>
                  <a:lnTo>
                    <a:pt x="143878" y="5638"/>
                  </a:lnTo>
                  <a:lnTo>
                    <a:pt x="137756" y="1511"/>
                  </a:lnTo>
                  <a:lnTo>
                    <a:pt x="130263" y="0"/>
                  </a:lnTo>
                  <a:lnTo>
                    <a:pt x="122770" y="1511"/>
                  </a:lnTo>
                  <a:lnTo>
                    <a:pt x="116649" y="5638"/>
                  </a:lnTo>
                  <a:lnTo>
                    <a:pt x="112522" y="11760"/>
                  </a:lnTo>
                  <a:lnTo>
                    <a:pt x="111010" y="19253"/>
                  </a:lnTo>
                  <a:lnTo>
                    <a:pt x="112522" y="26733"/>
                  </a:lnTo>
                  <a:lnTo>
                    <a:pt x="116649" y="32854"/>
                  </a:lnTo>
                  <a:lnTo>
                    <a:pt x="122770" y="36982"/>
                  </a:lnTo>
                  <a:lnTo>
                    <a:pt x="130263" y="38493"/>
                  </a:lnTo>
                  <a:lnTo>
                    <a:pt x="137756" y="36982"/>
                  </a:lnTo>
                  <a:lnTo>
                    <a:pt x="143878" y="32854"/>
                  </a:lnTo>
                  <a:lnTo>
                    <a:pt x="148005" y="26733"/>
                  </a:lnTo>
                  <a:lnTo>
                    <a:pt x="149517" y="19253"/>
                  </a:lnTo>
                  <a:close/>
                </a:path>
                <a:path w="372109" h="38734">
                  <a:moveTo>
                    <a:pt x="260540" y="19253"/>
                  </a:moveTo>
                  <a:lnTo>
                    <a:pt x="259016" y="11760"/>
                  </a:lnTo>
                  <a:lnTo>
                    <a:pt x="254901" y="5638"/>
                  </a:lnTo>
                  <a:lnTo>
                    <a:pt x="248780" y="1511"/>
                  </a:lnTo>
                  <a:lnTo>
                    <a:pt x="241274" y="0"/>
                  </a:lnTo>
                  <a:lnTo>
                    <a:pt x="233781" y="1511"/>
                  </a:lnTo>
                  <a:lnTo>
                    <a:pt x="227672" y="5638"/>
                  </a:lnTo>
                  <a:lnTo>
                    <a:pt x="223545" y="11760"/>
                  </a:lnTo>
                  <a:lnTo>
                    <a:pt x="222034" y="19253"/>
                  </a:lnTo>
                  <a:lnTo>
                    <a:pt x="223545" y="26733"/>
                  </a:lnTo>
                  <a:lnTo>
                    <a:pt x="227672" y="32854"/>
                  </a:lnTo>
                  <a:lnTo>
                    <a:pt x="233781" y="36982"/>
                  </a:lnTo>
                  <a:lnTo>
                    <a:pt x="241274" y="38493"/>
                  </a:lnTo>
                  <a:lnTo>
                    <a:pt x="248780" y="36982"/>
                  </a:lnTo>
                  <a:lnTo>
                    <a:pt x="254901" y="32854"/>
                  </a:lnTo>
                  <a:lnTo>
                    <a:pt x="259016" y="26733"/>
                  </a:lnTo>
                  <a:lnTo>
                    <a:pt x="260540" y="19253"/>
                  </a:lnTo>
                  <a:close/>
                </a:path>
                <a:path w="372109" h="38734">
                  <a:moveTo>
                    <a:pt x="371551" y="19253"/>
                  </a:moveTo>
                  <a:lnTo>
                    <a:pt x="370039" y="11760"/>
                  </a:lnTo>
                  <a:lnTo>
                    <a:pt x="365912" y="5638"/>
                  </a:lnTo>
                  <a:lnTo>
                    <a:pt x="359791" y="1511"/>
                  </a:lnTo>
                  <a:lnTo>
                    <a:pt x="352298" y="0"/>
                  </a:lnTo>
                  <a:lnTo>
                    <a:pt x="344805" y="1511"/>
                  </a:lnTo>
                  <a:lnTo>
                    <a:pt x="338696" y="5638"/>
                  </a:lnTo>
                  <a:lnTo>
                    <a:pt x="334568" y="11760"/>
                  </a:lnTo>
                  <a:lnTo>
                    <a:pt x="333057" y="19253"/>
                  </a:lnTo>
                  <a:lnTo>
                    <a:pt x="334568" y="26733"/>
                  </a:lnTo>
                  <a:lnTo>
                    <a:pt x="338696" y="32854"/>
                  </a:lnTo>
                  <a:lnTo>
                    <a:pt x="344805" y="36982"/>
                  </a:lnTo>
                  <a:lnTo>
                    <a:pt x="352298" y="38493"/>
                  </a:lnTo>
                  <a:lnTo>
                    <a:pt x="359791" y="36982"/>
                  </a:lnTo>
                  <a:lnTo>
                    <a:pt x="365912" y="32854"/>
                  </a:lnTo>
                  <a:lnTo>
                    <a:pt x="370039" y="26733"/>
                  </a:lnTo>
                  <a:lnTo>
                    <a:pt x="371551" y="19253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0810405" y="7678667"/>
              <a:ext cx="44450" cy="113030"/>
            </a:xfrm>
            <a:custGeom>
              <a:avLst/>
              <a:gdLst/>
              <a:ahLst/>
              <a:cxnLst/>
              <a:rect l="l" t="t" r="r" b="b"/>
              <a:pathLst>
                <a:path w="44450" h="113029">
                  <a:moveTo>
                    <a:pt x="44069" y="68376"/>
                  </a:moveTo>
                  <a:lnTo>
                    <a:pt x="0" y="68376"/>
                  </a:lnTo>
                  <a:lnTo>
                    <a:pt x="0" y="112458"/>
                  </a:lnTo>
                  <a:lnTo>
                    <a:pt x="44069" y="112458"/>
                  </a:lnTo>
                  <a:lnTo>
                    <a:pt x="44069" y="68376"/>
                  </a:lnTo>
                  <a:close/>
                </a:path>
                <a:path w="44450" h="113029">
                  <a:moveTo>
                    <a:pt x="44069" y="0"/>
                  </a:moveTo>
                  <a:lnTo>
                    <a:pt x="0" y="0"/>
                  </a:lnTo>
                  <a:lnTo>
                    <a:pt x="0" y="44069"/>
                  </a:lnTo>
                  <a:lnTo>
                    <a:pt x="44069" y="44069"/>
                  </a:lnTo>
                  <a:lnTo>
                    <a:pt x="440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0083200" y="8236681"/>
              <a:ext cx="863600" cy="101600"/>
            </a:xfrm>
            <a:custGeom>
              <a:avLst/>
              <a:gdLst/>
              <a:ahLst/>
              <a:cxnLst/>
              <a:rect l="l" t="t" r="r" b="b"/>
              <a:pathLst>
                <a:path w="863600" h="101600">
                  <a:moveTo>
                    <a:pt x="863251" y="0"/>
                  </a:moveTo>
                  <a:lnTo>
                    <a:pt x="0" y="0"/>
                  </a:lnTo>
                  <a:lnTo>
                    <a:pt x="0" y="101316"/>
                  </a:lnTo>
                  <a:lnTo>
                    <a:pt x="863251" y="101316"/>
                  </a:lnTo>
                  <a:lnTo>
                    <a:pt x="86325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0142283" y="8268087"/>
              <a:ext cx="747395" cy="38735"/>
            </a:xfrm>
            <a:custGeom>
              <a:avLst/>
              <a:gdLst/>
              <a:ahLst/>
              <a:cxnLst/>
              <a:rect l="l" t="t" r="r" b="b"/>
              <a:pathLst>
                <a:path w="747395" h="38734">
                  <a:moveTo>
                    <a:pt x="113487" y="0"/>
                  </a:moveTo>
                  <a:lnTo>
                    <a:pt x="0" y="0"/>
                  </a:lnTo>
                  <a:lnTo>
                    <a:pt x="0" y="38506"/>
                  </a:lnTo>
                  <a:lnTo>
                    <a:pt x="113487" y="38506"/>
                  </a:lnTo>
                  <a:lnTo>
                    <a:pt x="113487" y="0"/>
                  </a:lnTo>
                  <a:close/>
                </a:path>
                <a:path w="747395" h="38734">
                  <a:moveTo>
                    <a:pt x="189903" y="0"/>
                  </a:moveTo>
                  <a:lnTo>
                    <a:pt x="138823" y="0"/>
                  </a:lnTo>
                  <a:lnTo>
                    <a:pt x="138823" y="38506"/>
                  </a:lnTo>
                  <a:lnTo>
                    <a:pt x="189903" y="38506"/>
                  </a:lnTo>
                  <a:lnTo>
                    <a:pt x="189903" y="0"/>
                  </a:lnTo>
                  <a:close/>
                </a:path>
                <a:path w="747395" h="38734">
                  <a:moveTo>
                    <a:pt x="608342" y="0"/>
                  </a:moveTo>
                  <a:lnTo>
                    <a:pt x="557263" y="0"/>
                  </a:lnTo>
                  <a:lnTo>
                    <a:pt x="557263" y="38506"/>
                  </a:lnTo>
                  <a:lnTo>
                    <a:pt x="608342" y="38506"/>
                  </a:lnTo>
                  <a:lnTo>
                    <a:pt x="608342" y="0"/>
                  </a:lnTo>
                  <a:close/>
                </a:path>
                <a:path w="747395" h="38734">
                  <a:moveTo>
                    <a:pt x="747153" y="0"/>
                  </a:moveTo>
                  <a:lnTo>
                    <a:pt x="633679" y="0"/>
                  </a:lnTo>
                  <a:lnTo>
                    <a:pt x="633679" y="38506"/>
                  </a:lnTo>
                  <a:lnTo>
                    <a:pt x="747153" y="38506"/>
                  </a:lnTo>
                  <a:lnTo>
                    <a:pt x="7471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0211879" y="8315712"/>
              <a:ext cx="606425" cy="392430"/>
            </a:xfrm>
            <a:custGeom>
              <a:avLst/>
              <a:gdLst/>
              <a:ahLst/>
              <a:cxnLst/>
              <a:rect l="l" t="t" r="r" b="b"/>
              <a:pathLst>
                <a:path w="606425" h="392429">
                  <a:moveTo>
                    <a:pt x="111455" y="4038"/>
                  </a:moveTo>
                  <a:lnTo>
                    <a:pt x="93218" y="4038"/>
                  </a:lnTo>
                  <a:lnTo>
                    <a:pt x="93218" y="336372"/>
                  </a:lnTo>
                  <a:lnTo>
                    <a:pt x="90258" y="350964"/>
                  </a:lnTo>
                  <a:lnTo>
                    <a:pt x="82219" y="362877"/>
                  </a:lnTo>
                  <a:lnTo>
                    <a:pt x="70294" y="370916"/>
                  </a:lnTo>
                  <a:lnTo>
                    <a:pt x="55714" y="373875"/>
                  </a:lnTo>
                  <a:lnTo>
                    <a:pt x="41148" y="370916"/>
                  </a:lnTo>
                  <a:lnTo>
                    <a:pt x="29222" y="362877"/>
                  </a:lnTo>
                  <a:lnTo>
                    <a:pt x="21183" y="350964"/>
                  </a:lnTo>
                  <a:lnTo>
                    <a:pt x="18237" y="336372"/>
                  </a:lnTo>
                  <a:lnTo>
                    <a:pt x="18237" y="0"/>
                  </a:lnTo>
                  <a:lnTo>
                    <a:pt x="0" y="0"/>
                  </a:lnTo>
                  <a:lnTo>
                    <a:pt x="0" y="336372"/>
                  </a:lnTo>
                  <a:lnTo>
                    <a:pt x="4381" y="358051"/>
                  </a:lnTo>
                  <a:lnTo>
                    <a:pt x="16332" y="375767"/>
                  </a:lnTo>
                  <a:lnTo>
                    <a:pt x="34048" y="387718"/>
                  </a:lnTo>
                  <a:lnTo>
                    <a:pt x="55714" y="392112"/>
                  </a:lnTo>
                  <a:lnTo>
                    <a:pt x="77393" y="387718"/>
                  </a:lnTo>
                  <a:lnTo>
                    <a:pt x="95110" y="375767"/>
                  </a:lnTo>
                  <a:lnTo>
                    <a:pt x="107073" y="358051"/>
                  </a:lnTo>
                  <a:lnTo>
                    <a:pt x="111455" y="336372"/>
                  </a:lnTo>
                  <a:lnTo>
                    <a:pt x="111455" y="4038"/>
                  </a:lnTo>
                  <a:close/>
                </a:path>
                <a:path w="606425" h="392429">
                  <a:moveTo>
                    <a:pt x="605891" y="4038"/>
                  </a:moveTo>
                  <a:lnTo>
                    <a:pt x="587654" y="4038"/>
                  </a:lnTo>
                  <a:lnTo>
                    <a:pt x="587654" y="336372"/>
                  </a:lnTo>
                  <a:lnTo>
                    <a:pt x="584708" y="350964"/>
                  </a:lnTo>
                  <a:lnTo>
                    <a:pt x="576656" y="362877"/>
                  </a:lnTo>
                  <a:lnTo>
                    <a:pt x="564743" y="370916"/>
                  </a:lnTo>
                  <a:lnTo>
                    <a:pt x="550164" y="373875"/>
                  </a:lnTo>
                  <a:lnTo>
                    <a:pt x="535584" y="370916"/>
                  </a:lnTo>
                  <a:lnTo>
                    <a:pt x="523671" y="362877"/>
                  </a:lnTo>
                  <a:lnTo>
                    <a:pt x="515632" y="350964"/>
                  </a:lnTo>
                  <a:lnTo>
                    <a:pt x="512686" y="336372"/>
                  </a:lnTo>
                  <a:lnTo>
                    <a:pt x="512686" y="0"/>
                  </a:lnTo>
                  <a:lnTo>
                    <a:pt x="494436" y="0"/>
                  </a:lnTo>
                  <a:lnTo>
                    <a:pt x="494436" y="336372"/>
                  </a:lnTo>
                  <a:lnTo>
                    <a:pt x="498830" y="358051"/>
                  </a:lnTo>
                  <a:lnTo>
                    <a:pt x="510781" y="375767"/>
                  </a:lnTo>
                  <a:lnTo>
                    <a:pt x="528497" y="387718"/>
                  </a:lnTo>
                  <a:lnTo>
                    <a:pt x="550164" y="392112"/>
                  </a:lnTo>
                  <a:lnTo>
                    <a:pt x="571842" y="387718"/>
                  </a:lnTo>
                  <a:lnTo>
                    <a:pt x="589559" y="375767"/>
                  </a:lnTo>
                  <a:lnTo>
                    <a:pt x="601510" y="358051"/>
                  </a:lnTo>
                  <a:lnTo>
                    <a:pt x="605891" y="336372"/>
                  </a:lnTo>
                  <a:lnTo>
                    <a:pt x="605891" y="4038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3" name="object 323" descr=""/>
          <p:cNvGrpSpPr/>
          <p:nvPr/>
        </p:nvGrpSpPr>
        <p:grpSpPr>
          <a:xfrm>
            <a:off x="8083771" y="7577204"/>
            <a:ext cx="280035" cy="1181735"/>
            <a:chOff x="8083771" y="7577204"/>
            <a:chExt cx="280035" cy="1181735"/>
          </a:xfrm>
        </p:grpSpPr>
        <p:sp>
          <p:nvSpPr>
            <p:cNvPr id="324" name="object 324" descr=""/>
            <p:cNvSpPr/>
            <p:nvPr/>
          </p:nvSpPr>
          <p:spPr>
            <a:xfrm>
              <a:off x="8206367" y="8086466"/>
              <a:ext cx="34925" cy="52069"/>
            </a:xfrm>
            <a:custGeom>
              <a:avLst/>
              <a:gdLst/>
              <a:ahLst/>
              <a:cxnLst/>
              <a:rect l="l" t="t" r="r" b="b"/>
              <a:pathLst>
                <a:path w="34925" h="52070">
                  <a:moveTo>
                    <a:pt x="34449" y="0"/>
                  </a:moveTo>
                  <a:lnTo>
                    <a:pt x="0" y="0"/>
                  </a:lnTo>
                  <a:lnTo>
                    <a:pt x="0" y="51673"/>
                  </a:lnTo>
                  <a:lnTo>
                    <a:pt x="34449" y="51673"/>
                  </a:lnTo>
                  <a:lnTo>
                    <a:pt x="3444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8083766" y="7644707"/>
              <a:ext cx="280035" cy="456565"/>
            </a:xfrm>
            <a:custGeom>
              <a:avLst/>
              <a:gdLst/>
              <a:ahLst/>
              <a:cxnLst/>
              <a:rect l="l" t="t" r="r" b="b"/>
              <a:pathLst>
                <a:path w="280034" h="456565">
                  <a:moveTo>
                    <a:pt x="279641" y="92024"/>
                  </a:moveTo>
                  <a:lnTo>
                    <a:pt x="277037" y="79082"/>
                  </a:lnTo>
                  <a:lnTo>
                    <a:pt x="269900" y="68516"/>
                  </a:lnTo>
                  <a:lnTo>
                    <a:pt x="259334" y="61391"/>
                  </a:lnTo>
                  <a:lnTo>
                    <a:pt x="246392" y="58775"/>
                  </a:lnTo>
                  <a:lnTo>
                    <a:pt x="181622" y="58775"/>
                  </a:lnTo>
                  <a:lnTo>
                    <a:pt x="181622" y="50152"/>
                  </a:lnTo>
                  <a:lnTo>
                    <a:pt x="181622" y="40398"/>
                  </a:lnTo>
                  <a:lnTo>
                    <a:pt x="178447" y="24676"/>
                  </a:lnTo>
                  <a:lnTo>
                    <a:pt x="172402" y="15709"/>
                  </a:lnTo>
                  <a:lnTo>
                    <a:pt x="169786" y="11836"/>
                  </a:lnTo>
                  <a:lnTo>
                    <a:pt x="157048" y="3251"/>
                  </a:lnTo>
                  <a:lnTo>
                    <a:pt x="157048" y="23431"/>
                  </a:lnTo>
                  <a:lnTo>
                    <a:pt x="157048" y="42456"/>
                  </a:lnTo>
                  <a:lnTo>
                    <a:pt x="149339" y="50152"/>
                  </a:lnTo>
                  <a:lnTo>
                    <a:pt x="130302" y="50152"/>
                  </a:lnTo>
                  <a:lnTo>
                    <a:pt x="122593" y="42456"/>
                  </a:lnTo>
                  <a:lnTo>
                    <a:pt x="122593" y="23431"/>
                  </a:lnTo>
                  <a:lnTo>
                    <a:pt x="130302" y="15709"/>
                  </a:lnTo>
                  <a:lnTo>
                    <a:pt x="149339" y="15709"/>
                  </a:lnTo>
                  <a:lnTo>
                    <a:pt x="157048" y="23431"/>
                  </a:lnTo>
                  <a:lnTo>
                    <a:pt x="157048" y="3251"/>
                  </a:lnTo>
                  <a:lnTo>
                    <a:pt x="141224" y="0"/>
                  </a:lnTo>
                  <a:lnTo>
                    <a:pt x="138417" y="0"/>
                  </a:lnTo>
                  <a:lnTo>
                    <a:pt x="122694" y="3175"/>
                  </a:lnTo>
                  <a:lnTo>
                    <a:pt x="109855" y="11836"/>
                  </a:lnTo>
                  <a:lnTo>
                    <a:pt x="101193" y="24676"/>
                  </a:lnTo>
                  <a:lnTo>
                    <a:pt x="98018" y="40398"/>
                  </a:lnTo>
                  <a:lnTo>
                    <a:pt x="98018" y="58775"/>
                  </a:lnTo>
                  <a:lnTo>
                    <a:pt x="33248" y="58775"/>
                  </a:lnTo>
                  <a:lnTo>
                    <a:pt x="20307" y="61391"/>
                  </a:lnTo>
                  <a:lnTo>
                    <a:pt x="9740" y="68516"/>
                  </a:lnTo>
                  <a:lnTo>
                    <a:pt x="2616" y="79082"/>
                  </a:lnTo>
                  <a:lnTo>
                    <a:pt x="0" y="92024"/>
                  </a:lnTo>
                  <a:lnTo>
                    <a:pt x="0" y="422694"/>
                  </a:lnTo>
                  <a:lnTo>
                    <a:pt x="2616" y="435635"/>
                  </a:lnTo>
                  <a:lnTo>
                    <a:pt x="9740" y="446201"/>
                  </a:lnTo>
                  <a:lnTo>
                    <a:pt x="20307" y="453339"/>
                  </a:lnTo>
                  <a:lnTo>
                    <a:pt x="33248" y="455942"/>
                  </a:lnTo>
                  <a:lnTo>
                    <a:pt x="246392" y="455942"/>
                  </a:lnTo>
                  <a:lnTo>
                    <a:pt x="259334" y="453339"/>
                  </a:lnTo>
                  <a:lnTo>
                    <a:pt x="269900" y="446201"/>
                  </a:lnTo>
                  <a:lnTo>
                    <a:pt x="277037" y="435635"/>
                  </a:lnTo>
                  <a:lnTo>
                    <a:pt x="279641" y="422694"/>
                  </a:lnTo>
                  <a:lnTo>
                    <a:pt x="279641" y="92024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8125485" y="7577207"/>
              <a:ext cx="198755" cy="1181735"/>
            </a:xfrm>
            <a:custGeom>
              <a:avLst/>
              <a:gdLst/>
              <a:ahLst/>
              <a:cxnLst/>
              <a:rect l="l" t="t" r="r" b="b"/>
              <a:pathLst>
                <a:path w="198754" h="1181734">
                  <a:moveTo>
                    <a:pt x="84747" y="441629"/>
                  </a:moveTo>
                  <a:lnTo>
                    <a:pt x="0" y="441629"/>
                  </a:lnTo>
                  <a:lnTo>
                    <a:pt x="0" y="455307"/>
                  </a:lnTo>
                  <a:lnTo>
                    <a:pt x="84747" y="455307"/>
                  </a:lnTo>
                  <a:lnTo>
                    <a:pt x="84747" y="441629"/>
                  </a:lnTo>
                  <a:close/>
                </a:path>
                <a:path w="198754" h="1181734">
                  <a:moveTo>
                    <a:pt x="84747" y="403174"/>
                  </a:moveTo>
                  <a:lnTo>
                    <a:pt x="0" y="403174"/>
                  </a:lnTo>
                  <a:lnTo>
                    <a:pt x="0" y="416852"/>
                  </a:lnTo>
                  <a:lnTo>
                    <a:pt x="84747" y="416852"/>
                  </a:lnTo>
                  <a:lnTo>
                    <a:pt x="84747" y="403174"/>
                  </a:lnTo>
                  <a:close/>
                </a:path>
                <a:path w="198754" h="1181734">
                  <a:moveTo>
                    <a:pt x="84747" y="364718"/>
                  </a:moveTo>
                  <a:lnTo>
                    <a:pt x="0" y="364718"/>
                  </a:lnTo>
                  <a:lnTo>
                    <a:pt x="0" y="378383"/>
                  </a:lnTo>
                  <a:lnTo>
                    <a:pt x="84747" y="378383"/>
                  </a:lnTo>
                  <a:lnTo>
                    <a:pt x="84747" y="364718"/>
                  </a:lnTo>
                  <a:close/>
                </a:path>
                <a:path w="198754" h="1181734">
                  <a:moveTo>
                    <a:pt x="84747" y="326250"/>
                  </a:moveTo>
                  <a:lnTo>
                    <a:pt x="0" y="326250"/>
                  </a:lnTo>
                  <a:lnTo>
                    <a:pt x="0" y="339928"/>
                  </a:lnTo>
                  <a:lnTo>
                    <a:pt x="84747" y="339928"/>
                  </a:lnTo>
                  <a:lnTo>
                    <a:pt x="84747" y="326250"/>
                  </a:lnTo>
                  <a:close/>
                </a:path>
                <a:path w="198754" h="1181734">
                  <a:moveTo>
                    <a:pt x="84747" y="287794"/>
                  </a:moveTo>
                  <a:lnTo>
                    <a:pt x="0" y="287794"/>
                  </a:lnTo>
                  <a:lnTo>
                    <a:pt x="0" y="301472"/>
                  </a:lnTo>
                  <a:lnTo>
                    <a:pt x="84747" y="301472"/>
                  </a:lnTo>
                  <a:lnTo>
                    <a:pt x="84747" y="287794"/>
                  </a:lnTo>
                  <a:close/>
                </a:path>
                <a:path w="198754" h="1181734">
                  <a:moveTo>
                    <a:pt x="84747" y="249339"/>
                  </a:moveTo>
                  <a:lnTo>
                    <a:pt x="0" y="249339"/>
                  </a:lnTo>
                  <a:lnTo>
                    <a:pt x="0" y="263004"/>
                  </a:lnTo>
                  <a:lnTo>
                    <a:pt x="84747" y="263004"/>
                  </a:lnTo>
                  <a:lnTo>
                    <a:pt x="84747" y="249339"/>
                  </a:lnTo>
                  <a:close/>
                </a:path>
                <a:path w="198754" h="1181734">
                  <a:moveTo>
                    <a:pt x="84747" y="210870"/>
                  </a:moveTo>
                  <a:lnTo>
                    <a:pt x="0" y="210870"/>
                  </a:lnTo>
                  <a:lnTo>
                    <a:pt x="0" y="224548"/>
                  </a:lnTo>
                  <a:lnTo>
                    <a:pt x="84747" y="224548"/>
                  </a:lnTo>
                  <a:lnTo>
                    <a:pt x="84747" y="210870"/>
                  </a:lnTo>
                  <a:close/>
                </a:path>
                <a:path w="198754" h="1181734">
                  <a:moveTo>
                    <a:pt x="104559" y="551192"/>
                  </a:moveTo>
                  <a:lnTo>
                    <a:pt x="91643" y="551192"/>
                  </a:lnTo>
                  <a:lnTo>
                    <a:pt x="91643" y="1181125"/>
                  </a:lnTo>
                  <a:lnTo>
                    <a:pt x="104559" y="1181125"/>
                  </a:lnTo>
                  <a:lnTo>
                    <a:pt x="104559" y="551192"/>
                  </a:lnTo>
                  <a:close/>
                </a:path>
                <a:path w="198754" h="1181734">
                  <a:moveTo>
                    <a:pt x="104559" y="0"/>
                  </a:moveTo>
                  <a:lnTo>
                    <a:pt x="91643" y="0"/>
                  </a:lnTo>
                  <a:lnTo>
                    <a:pt x="91643" y="87566"/>
                  </a:lnTo>
                  <a:lnTo>
                    <a:pt x="104559" y="87566"/>
                  </a:lnTo>
                  <a:lnTo>
                    <a:pt x="104559" y="0"/>
                  </a:lnTo>
                  <a:close/>
                </a:path>
                <a:path w="198754" h="1181734">
                  <a:moveTo>
                    <a:pt x="198234" y="441629"/>
                  </a:moveTo>
                  <a:lnTo>
                    <a:pt x="162115" y="441629"/>
                  </a:lnTo>
                  <a:lnTo>
                    <a:pt x="162115" y="455307"/>
                  </a:lnTo>
                  <a:lnTo>
                    <a:pt x="198234" y="455307"/>
                  </a:lnTo>
                  <a:lnTo>
                    <a:pt x="198234" y="441629"/>
                  </a:lnTo>
                  <a:close/>
                </a:path>
                <a:path w="198754" h="1181734">
                  <a:moveTo>
                    <a:pt x="198234" y="403174"/>
                  </a:moveTo>
                  <a:lnTo>
                    <a:pt x="162115" y="403174"/>
                  </a:lnTo>
                  <a:lnTo>
                    <a:pt x="162115" y="416852"/>
                  </a:lnTo>
                  <a:lnTo>
                    <a:pt x="198234" y="416852"/>
                  </a:lnTo>
                  <a:lnTo>
                    <a:pt x="198234" y="403174"/>
                  </a:lnTo>
                  <a:close/>
                </a:path>
                <a:path w="198754" h="1181734">
                  <a:moveTo>
                    <a:pt x="198234" y="364718"/>
                  </a:moveTo>
                  <a:lnTo>
                    <a:pt x="162115" y="364718"/>
                  </a:lnTo>
                  <a:lnTo>
                    <a:pt x="162115" y="378383"/>
                  </a:lnTo>
                  <a:lnTo>
                    <a:pt x="198234" y="378383"/>
                  </a:lnTo>
                  <a:lnTo>
                    <a:pt x="198234" y="364718"/>
                  </a:lnTo>
                  <a:close/>
                </a:path>
                <a:path w="198754" h="1181734">
                  <a:moveTo>
                    <a:pt x="198234" y="326250"/>
                  </a:moveTo>
                  <a:lnTo>
                    <a:pt x="162115" y="326250"/>
                  </a:lnTo>
                  <a:lnTo>
                    <a:pt x="162115" y="339928"/>
                  </a:lnTo>
                  <a:lnTo>
                    <a:pt x="198234" y="339928"/>
                  </a:lnTo>
                  <a:lnTo>
                    <a:pt x="198234" y="326250"/>
                  </a:lnTo>
                  <a:close/>
                </a:path>
                <a:path w="198754" h="1181734">
                  <a:moveTo>
                    <a:pt x="198234" y="287794"/>
                  </a:moveTo>
                  <a:lnTo>
                    <a:pt x="162115" y="287794"/>
                  </a:lnTo>
                  <a:lnTo>
                    <a:pt x="162115" y="301472"/>
                  </a:lnTo>
                  <a:lnTo>
                    <a:pt x="198234" y="301472"/>
                  </a:lnTo>
                  <a:lnTo>
                    <a:pt x="198234" y="287794"/>
                  </a:lnTo>
                  <a:close/>
                </a:path>
                <a:path w="198754" h="1181734">
                  <a:moveTo>
                    <a:pt x="198234" y="249339"/>
                  </a:moveTo>
                  <a:lnTo>
                    <a:pt x="162115" y="249339"/>
                  </a:lnTo>
                  <a:lnTo>
                    <a:pt x="162115" y="263004"/>
                  </a:lnTo>
                  <a:lnTo>
                    <a:pt x="198234" y="263004"/>
                  </a:lnTo>
                  <a:lnTo>
                    <a:pt x="198234" y="249339"/>
                  </a:lnTo>
                  <a:close/>
                </a:path>
                <a:path w="198754" h="1181734">
                  <a:moveTo>
                    <a:pt x="198234" y="210870"/>
                  </a:moveTo>
                  <a:lnTo>
                    <a:pt x="162115" y="210870"/>
                  </a:lnTo>
                  <a:lnTo>
                    <a:pt x="162115" y="224548"/>
                  </a:lnTo>
                  <a:lnTo>
                    <a:pt x="198234" y="224548"/>
                  </a:lnTo>
                  <a:lnTo>
                    <a:pt x="198234" y="21087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7" name="object 327" descr=""/>
          <p:cNvGrpSpPr/>
          <p:nvPr/>
        </p:nvGrpSpPr>
        <p:grpSpPr>
          <a:xfrm>
            <a:off x="8060532" y="7577204"/>
            <a:ext cx="1102995" cy="1448435"/>
            <a:chOff x="8060532" y="7577204"/>
            <a:chExt cx="1102995" cy="1448435"/>
          </a:xfrm>
        </p:grpSpPr>
        <p:sp>
          <p:nvSpPr>
            <p:cNvPr id="328" name="object 328" descr=""/>
            <p:cNvSpPr/>
            <p:nvPr/>
          </p:nvSpPr>
          <p:spPr>
            <a:xfrm>
              <a:off x="8615706" y="8086466"/>
              <a:ext cx="34925" cy="52069"/>
            </a:xfrm>
            <a:custGeom>
              <a:avLst/>
              <a:gdLst/>
              <a:ahLst/>
              <a:cxnLst/>
              <a:rect l="l" t="t" r="r" b="b"/>
              <a:pathLst>
                <a:path w="34925" h="52070">
                  <a:moveTo>
                    <a:pt x="34449" y="0"/>
                  </a:moveTo>
                  <a:lnTo>
                    <a:pt x="0" y="0"/>
                  </a:lnTo>
                  <a:lnTo>
                    <a:pt x="0" y="51673"/>
                  </a:lnTo>
                  <a:lnTo>
                    <a:pt x="34449" y="51673"/>
                  </a:lnTo>
                  <a:lnTo>
                    <a:pt x="3444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8493100" y="7644707"/>
              <a:ext cx="280035" cy="456565"/>
            </a:xfrm>
            <a:custGeom>
              <a:avLst/>
              <a:gdLst/>
              <a:ahLst/>
              <a:cxnLst/>
              <a:rect l="l" t="t" r="r" b="b"/>
              <a:pathLst>
                <a:path w="280034" h="456565">
                  <a:moveTo>
                    <a:pt x="279641" y="92024"/>
                  </a:moveTo>
                  <a:lnTo>
                    <a:pt x="277025" y="79082"/>
                  </a:lnTo>
                  <a:lnTo>
                    <a:pt x="269900" y="68516"/>
                  </a:lnTo>
                  <a:lnTo>
                    <a:pt x="259334" y="61391"/>
                  </a:lnTo>
                  <a:lnTo>
                    <a:pt x="246392" y="58775"/>
                  </a:lnTo>
                  <a:lnTo>
                    <a:pt x="181622" y="58775"/>
                  </a:lnTo>
                  <a:lnTo>
                    <a:pt x="181622" y="50152"/>
                  </a:lnTo>
                  <a:lnTo>
                    <a:pt x="181622" y="40398"/>
                  </a:lnTo>
                  <a:lnTo>
                    <a:pt x="178447" y="24676"/>
                  </a:lnTo>
                  <a:lnTo>
                    <a:pt x="172402" y="15709"/>
                  </a:lnTo>
                  <a:lnTo>
                    <a:pt x="169786" y="11836"/>
                  </a:lnTo>
                  <a:lnTo>
                    <a:pt x="157048" y="3251"/>
                  </a:lnTo>
                  <a:lnTo>
                    <a:pt x="157048" y="23431"/>
                  </a:lnTo>
                  <a:lnTo>
                    <a:pt x="157048" y="42456"/>
                  </a:lnTo>
                  <a:lnTo>
                    <a:pt x="149326" y="50152"/>
                  </a:lnTo>
                  <a:lnTo>
                    <a:pt x="130302" y="50152"/>
                  </a:lnTo>
                  <a:lnTo>
                    <a:pt x="122593" y="42456"/>
                  </a:lnTo>
                  <a:lnTo>
                    <a:pt x="122593" y="23431"/>
                  </a:lnTo>
                  <a:lnTo>
                    <a:pt x="130302" y="15709"/>
                  </a:lnTo>
                  <a:lnTo>
                    <a:pt x="149326" y="15709"/>
                  </a:lnTo>
                  <a:lnTo>
                    <a:pt x="157048" y="23431"/>
                  </a:lnTo>
                  <a:lnTo>
                    <a:pt x="157048" y="3251"/>
                  </a:lnTo>
                  <a:lnTo>
                    <a:pt x="141224" y="0"/>
                  </a:lnTo>
                  <a:lnTo>
                    <a:pt x="138417" y="0"/>
                  </a:lnTo>
                  <a:lnTo>
                    <a:pt x="122694" y="3175"/>
                  </a:lnTo>
                  <a:lnTo>
                    <a:pt x="109855" y="11836"/>
                  </a:lnTo>
                  <a:lnTo>
                    <a:pt x="101193" y="24676"/>
                  </a:lnTo>
                  <a:lnTo>
                    <a:pt x="98018" y="40398"/>
                  </a:lnTo>
                  <a:lnTo>
                    <a:pt x="98018" y="58775"/>
                  </a:lnTo>
                  <a:lnTo>
                    <a:pt x="33248" y="58775"/>
                  </a:lnTo>
                  <a:lnTo>
                    <a:pt x="20307" y="61391"/>
                  </a:lnTo>
                  <a:lnTo>
                    <a:pt x="9740" y="68516"/>
                  </a:lnTo>
                  <a:lnTo>
                    <a:pt x="2616" y="79082"/>
                  </a:lnTo>
                  <a:lnTo>
                    <a:pt x="0" y="92024"/>
                  </a:lnTo>
                  <a:lnTo>
                    <a:pt x="0" y="422694"/>
                  </a:lnTo>
                  <a:lnTo>
                    <a:pt x="2616" y="435635"/>
                  </a:lnTo>
                  <a:lnTo>
                    <a:pt x="9740" y="446201"/>
                  </a:lnTo>
                  <a:lnTo>
                    <a:pt x="20307" y="453339"/>
                  </a:lnTo>
                  <a:lnTo>
                    <a:pt x="33248" y="455942"/>
                  </a:lnTo>
                  <a:lnTo>
                    <a:pt x="246392" y="455942"/>
                  </a:lnTo>
                  <a:lnTo>
                    <a:pt x="259334" y="453339"/>
                  </a:lnTo>
                  <a:lnTo>
                    <a:pt x="269900" y="446201"/>
                  </a:lnTo>
                  <a:lnTo>
                    <a:pt x="277025" y="435635"/>
                  </a:lnTo>
                  <a:lnTo>
                    <a:pt x="279641" y="422694"/>
                  </a:lnTo>
                  <a:lnTo>
                    <a:pt x="279641" y="92024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8534819" y="7577207"/>
              <a:ext cx="198755" cy="1181735"/>
            </a:xfrm>
            <a:custGeom>
              <a:avLst/>
              <a:gdLst/>
              <a:ahLst/>
              <a:cxnLst/>
              <a:rect l="l" t="t" r="r" b="b"/>
              <a:pathLst>
                <a:path w="198754" h="1181734">
                  <a:moveTo>
                    <a:pt x="84759" y="441629"/>
                  </a:moveTo>
                  <a:lnTo>
                    <a:pt x="0" y="441629"/>
                  </a:lnTo>
                  <a:lnTo>
                    <a:pt x="0" y="455307"/>
                  </a:lnTo>
                  <a:lnTo>
                    <a:pt x="84759" y="455307"/>
                  </a:lnTo>
                  <a:lnTo>
                    <a:pt x="84759" y="441629"/>
                  </a:lnTo>
                  <a:close/>
                </a:path>
                <a:path w="198754" h="1181734">
                  <a:moveTo>
                    <a:pt x="84759" y="403174"/>
                  </a:moveTo>
                  <a:lnTo>
                    <a:pt x="0" y="403174"/>
                  </a:lnTo>
                  <a:lnTo>
                    <a:pt x="0" y="416852"/>
                  </a:lnTo>
                  <a:lnTo>
                    <a:pt x="84759" y="416852"/>
                  </a:lnTo>
                  <a:lnTo>
                    <a:pt x="84759" y="403174"/>
                  </a:lnTo>
                  <a:close/>
                </a:path>
                <a:path w="198754" h="1181734">
                  <a:moveTo>
                    <a:pt x="84759" y="364718"/>
                  </a:moveTo>
                  <a:lnTo>
                    <a:pt x="0" y="364718"/>
                  </a:lnTo>
                  <a:lnTo>
                    <a:pt x="0" y="378383"/>
                  </a:lnTo>
                  <a:lnTo>
                    <a:pt x="84759" y="378383"/>
                  </a:lnTo>
                  <a:lnTo>
                    <a:pt x="84759" y="364718"/>
                  </a:lnTo>
                  <a:close/>
                </a:path>
                <a:path w="198754" h="1181734">
                  <a:moveTo>
                    <a:pt x="84759" y="326250"/>
                  </a:moveTo>
                  <a:lnTo>
                    <a:pt x="0" y="326250"/>
                  </a:lnTo>
                  <a:lnTo>
                    <a:pt x="0" y="339928"/>
                  </a:lnTo>
                  <a:lnTo>
                    <a:pt x="84759" y="339928"/>
                  </a:lnTo>
                  <a:lnTo>
                    <a:pt x="84759" y="326250"/>
                  </a:lnTo>
                  <a:close/>
                </a:path>
                <a:path w="198754" h="1181734">
                  <a:moveTo>
                    <a:pt x="84759" y="287794"/>
                  </a:moveTo>
                  <a:lnTo>
                    <a:pt x="0" y="287794"/>
                  </a:lnTo>
                  <a:lnTo>
                    <a:pt x="0" y="301472"/>
                  </a:lnTo>
                  <a:lnTo>
                    <a:pt x="84759" y="301472"/>
                  </a:lnTo>
                  <a:lnTo>
                    <a:pt x="84759" y="287794"/>
                  </a:lnTo>
                  <a:close/>
                </a:path>
                <a:path w="198754" h="1181734">
                  <a:moveTo>
                    <a:pt x="84759" y="249339"/>
                  </a:moveTo>
                  <a:lnTo>
                    <a:pt x="0" y="249339"/>
                  </a:lnTo>
                  <a:lnTo>
                    <a:pt x="0" y="263004"/>
                  </a:lnTo>
                  <a:lnTo>
                    <a:pt x="84759" y="263004"/>
                  </a:lnTo>
                  <a:lnTo>
                    <a:pt x="84759" y="249339"/>
                  </a:lnTo>
                  <a:close/>
                </a:path>
                <a:path w="198754" h="1181734">
                  <a:moveTo>
                    <a:pt x="84759" y="210870"/>
                  </a:moveTo>
                  <a:lnTo>
                    <a:pt x="0" y="210870"/>
                  </a:lnTo>
                  <a:lnTo>
                    <a:pt x="0" y="224548"/>
                  </a:lnTo>
                  <a:lnTo>
                    <a:pt x="84759" y="224548"/>
                  </a:lnTo>
                  <a:lnTo>
                    <a:pt x="84759" y="210870"/>
                  </a:lnTo>
                  <a:close/>
                </a:path>
                <a:path w="198754" h="1181734">
                  <a:moveTo>
                    <a:pt x="104559" y="551192"/>
                  </a:moveTo>
                  <a:lnTo>
                    <a:pt x="91630" y="551192"/>
                  </a:lnTo>
                  <a:lnTo>
                    <a:pt x="91630" y="1181125"/>
                  </a:lnTo>
                  <a:lnTo>
                    <a:pt x="104559" y="1181125"/>
                  </a:lnTo>
                  <a:lnTo>
                    <a:pt x="104559" y="551192"/>
                  </a:lnTo>
                  <a:close/>
                </a:path>
                <a:path w="198754" h="1181734">
                  <a:moveTo>
                    <a:pt x="104559" y="0"/>
                  </a:moveTo>
                  <a:lnTo>
                    <a:pt x="91630" y="0"/>
                  </a:lnTo>
                  <a:lnTo>
                    <a:pt x="91630" y="87566"/>
                  </a:lnTo>
                  <a:lnTo>
                    <a:pt x="104559" y="87566"/>
                  </a:lnTo>
                  <a:lnTo>
                    <a:pt x="104559" y="0"/>
                  </a:lnTo>
                  <a:close/>
                </a:path>
                <a:path w="198754" h="1181734">
                  <a:moveTo>
                    <a:pt x="198234" y="441629"/>
                  </a:moveTo>
                  <a:lnTo>
                    <a:pt x="162115" y="441629"/>
                  </a:lnTo>
                  <a:lnTo>
                    <a:pt x="162115" y="455307"/>
                  </a:lnTo>
                  <a:lnTo>
                    <a:pt x="198234" y="455307"/>
                  </a:lnTo>
                  <a:lnTo>
                    <a:pt x="198234" y="441629"/>
                  </a:lnTo>
                  <a:close/>
                </a:path>
                <a:path w="198754" h="1181734">
                  <a:moveTo>
                    <a:pt x="198234" y="403174"/>
                  </a:moveTo>
                  <a:lnTo>
                    <a:pt x="162115" y="403174"/>
                  </a:lnTo>
                  <a:lnTo>
                    <a:pt x="162115" y="416852"/>
                  </a:lnTo>
                  <a:lnTo>
                    <a:pt x="198234" y="416852"/>
                  </a:lnTo>
                  <a:lnTo>
                    <a:pt x="198234" y="403174"/>
                  </a:lnTo>
                  <a:close/>
                </a:path>
                <a:path w="198754" h="1181734">
                  <a:moveTo>
                    <a:pt x="198234" y="364718"/>
                  </a:moveTo>
                  <a:lnTo>
                    <a:pt x="162115" y="364718"/>
                  </a:lnTo>
                  <a:lnTo>
                    <a:pt x="162115" y="378383"/>
                  </a:lnTo>
                  <a:lnTo>
                    <a:pt x="198234" y="378383"/>
                  </a:lnTo>
                  <a:lnTo>
                    <a:pt x="198234" y="364718"/>
                  </a:lnTo>
                  <a:close/>
                </a:path>
                <a:path w="198754" h="1181734">
                  <a:moveTo>
                    <a:pt x="198234" y="326250"/>
                  </a:moveTo>
                  <a:lnTo>
                    <a:pt x="162115" y="326250"/>
                  </a:lnTo>
                  <a:lnTo>
                    <a:pt x="162115" y="339928"/>
                  </a:lnTo>
                  <a:lnTo>
                    <a:pt x="198234" y="339928"/>
                  </a:lnTo>
                  <a:lnTo>
                    <a:pt x="198234" y="326250"/>
                  </a:lnTo>
                  <a:close/>
                </a:path>
                <a:path w="198754" h="1181734">
                  <a:moveTo>
                    <a:pt x="198234" y="287794"/>
                  </a:moveTo>
                  <a:lnTo>
                    <a:pt x="162115" y="287794"/>
                  </a:lnTo>
                  <a:lnTo>
                    <a:pt x="162115" y="301472"/>
                  </a:lnTo>
                  <a:lnTo>
                    <a:pt x="198234" y="301472"/>
                  </a:lnTo>
                  <a:lnTo>
                    <a:pt x="198234" y="287794"/>
                  </a:lnTo>
                  <a:close/>
                </a:path>
                <a:path w="198754" h="1181734">
                  <a:moveTo>
                    <a:pt x="198234" y="249339"/>
                  </a:moveTo>
                  <a:lnTo>
                    <a:pt x="162115" y="249339"/>
                  </a:lnTo>
                  <a:lnTo>
                    <a:pt x="162115" y="263004"/>
                  </a:lnTo>
                  <a:lnTo>
                    <a:pt x="198234" y="263004"/>
                  </a:lnTo>
                  <a:lnTo>
                    <a:pt x="198234" y="249339"/>
                  </a:lnTo>
                  <a:close/>
                </a:path>
                <a:path w="198754" h="1181734">
                  <a:moveTo>
                    <a:pt x="198234" y="210870"/>
                  </a:moveTo>
                  <a:lnTo>
                    <a:pt x="162115" y="210870"/>
                  </a:lnTo>
                  <a:lnTo>
                    <a:pt x="162115" y="224548"/>
                  </a:lnTo>
                  <a:lnTo>
                    <a:pt x="198234" y="224548"/>
                  </a:lnTo>
                  <a:lnTo>
                    <a:pt x="198234" y="21087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8060532" y="8549157"/>
              <a:ext cx="1102995" cy="476884"/>
            </a:xfrm>
            <a:custGeom>
              <a:avLst/>
              <a:gdLst/>
              <a:ahLst/>
              <a:cxnLst/>
              <a:rect l="l" t="t" r="r" b="b"/>
              <a:pathLst>
                <a:path w="1102995" h="476884">
                  <a:moveTo>
                    <a:pt x="166930" y="0"/>
                  </a:moveTo>
                  <a:lnTo>
                    <a:pt x="124204" y="2715"/>
                  </a:lnTo>
                  <a:lnTo>
                    <a:pt x="84144" y="16076"/>
                  </a:lnTo>
                  <a:lnTo>
                    <a:pt x="48753" y="39117"/>
                  </a:lnTo>
                  <a:lnTo>
                    <a:pt x="20037" y="70870"/>
                  </a:lnTo>
                  <a:lnTo>
                    <a:pt x="0" y="110370"/>
                  </a:lnTo>
                  <a:lnTo>
                    <a:pt x="1048418" y="476380"/>
                  </a:lnTo>
                  <a:lnTo>
                    <a:pt x="1102846" y="320489"/>
                  </a:lnTo>
                  <a:lnTo>
                    <a:pt x="210318" y="8897"/>
                  </a:lnTo>
                  <a:lnTo>
                    <a:pt x="16693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2" name="object 332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836412" y="9846736"/>
            <a:ext cx="190842" cy="335465"/>
          </a:xfrm>
          <a:prstGeom prst="rect">
            <a:avLst/>
          </a:prstGeom>
        </p:spPr>
      </p:pic>
      <p:pic>
        <p:nvPicPr>
          <p:cNvPr id="333" name="object 333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528522" y="9846736"/>
            <a:ext cx="190842" cy="335465"/>
          </a:xfrm>
          <a:prstGeom prst="rect">
            <a:avLst/>
          </a:prstGeom>
        </p:spPr>
      </p:pic>
      <p:grpSp>
        <p:nvGrpSpPr>
          <p:cNvPr id="334" name="object 334" descr=""/>
          <p:cNvGrpSpPr/>
          <p:nvPr/>
        </p:nvGrpSpPr>
        <p:grpSpPr>
          <a:xfrm>
            <a:off x="7967333" y="8634166"/>
            <a:ext cx="3670300" cy="515620"/>
            <a:chOff x="7967333" y="8634166"/>
            <a:chExt cx="3670300" cy="515620"/>
          </a:xfrm>
        </p:grpSpPr>
        <p:sp>
          <p:nvSpPr>
            <p:cNvPr id="335" name="object 335" descr=""/>
            <p:cNvSpPr/>
            <p:nvPr/>
          </p:nvSpPr>
          <p:spPr>
            <a:xfrm>
              <a:off x="7988364" y="8710519"/>
              <a:ext cx="1109980" cy="439420"/>
            </a:xfrm>
            <a:custGeom>
              <a:avLst/>
              <a:gdLst/>
              <a:ahLst/>
              <a:cxnLst/>
              <a:rect l="l" t="t" r="r" b="b"/>
              <a:pathLst>
                <a:path w="1109979" h="439420">
                  <a:moveTo>
                    <a:pt x="27119" y="0"/>
                  </a:moveTo>
                  <a:lnTo>
                    <a:pt x="0" y="82280"/>
                  </a:lnTo>
                  <a:lnTo>
                    <a:pt x="1082480" y="439117"/>
                  </a:lnTo>
                  <a:lnTo>
                    <a:pt x="1109599" y="356837"/>
                  </a:lnTo>
                  <a:lnTo>
                    <a:pt x="271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7967333" y="8634166"/>
              <a:ext cx="3670300" cy="455930"/>
            </a:xfrm>
            <a:custGeom>
              <a:avLst/>
              <a:gdLst/>
              <a:ahLst/>
              <a:cxnLst/>
              <a:rect l="l" t="t" r="r" b="b"/>
              <a:pathLst>
                <a:path w="3670300" h="455929">
                  <a:moveTo>
                    <a:pt x="44133" y="0"/>
                  </a:moveTo>
                  <a:lnTo>
                    <a:pt x="28615" y="2736"/>
                  </a:lnTo>
                  <a:lnTo>
                    <a:pt x="15083" y="10407"/>
                  </a:lnTo>
                  <a:lnTo>
                    <a:pt x="5134" y="22724"/>
                  </a:lnTo>
                  <a:lnTo>
                    <a:pt x="0" y="41709"/>
                  </a:lnTo>
                  <a:lnTo>
                    <a:pt x="3232" y="60025"/>
                  </a:lnTo>
                  <a:lnTo>
                    <a:pt x="1093959" y="439779"/>
                  </a:lnTo>
                  <a:lnTo>
                    <a:pt x="1142717" y="451776"/>
                  </a:lnTo>
                  <a:lnTo>
                    <a:pt x="1192762" y="455810"/>
                  </a:lnTo>
                  <a:lnTo>
                    <a:pt x="3624165" y="455810"/>
                  </a:lnTo>
                  <a:lnTo>
                    <a:pt x="3640048" y="453135"/>
                  </a:lnTo>
                  <a:lnTo>
                    <a:pt x="3653909" y="445629"/>
                  </a:lnTo>
                  <a:lnTo>
                    <a:pt x="3664323" y="434072"/>
                  </a:lnTo>
                  <a:lnTo>
                    <a:pt x="3669870" y="419246"/>
                  </a:lnTo>
                  <a:lnTo>
                    <a:pt x="3668741" y="399607"/>
                  </a:lnTo>
                  <a:lnTo>
                    <a:pt x="3659885" y="383250"/>
                  </a:lnTo>
                  <a:lnTo>
                    <a:pt x="3645184" y="372056"/>
                  </a:lnTo>
                  <a:lnTo>
                    <a:pt x="3626521" y="367907"/>
                  </a:lnTo>
                  <a:lnTo>
                    <a:pt x="1207034" y="367907"/>
                  </a:lnTo>
                  <a:lnTo>
                    <a:pt x="1181910" y="366896"/>
                  </a:lnTo>
                  <a:lnTo>
                    <a:pt x="1156989" y="363873"/>
                  </a:lnTo>
                  <a:lnTo>
                    <a:pt x="1132389" y="358860"/>
                  </a:lnTo>
                  <a:lnTo>
                    <a:pt x="1108231" y="351876"/>
                  </a:lnTo>
                  <a:lnTo>
                    <a:pt x="60043" y="2484"/>
                  </a:lnTo>
                  <a:lnTo>
                    <a:pt x="44133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37" name="object 337" descr=""/>
          <p:cNvGraphicFramePr>
            <a:graphicFrameLocks noGrp="1"/>
          </p:cNvGraphicFramePr>
          <p:nvPr/>
        </p:nvGraphicFramePr>
        <p:xfrm>
          <a:off x="7765481" y="9155239"/>
          <a:ext cx="4024629" cy="735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275"/>
                <a:gridCol w="3688079"/>
                <a:gridCol w="168275"/>
              </a:tblGrid>
              <a:tr h="602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7150">
                      <a:solidFill>
                        <a:srgbClr val="F1F1F1"/>
                      </a:solidFill>
                      <a:prstDash val="solid"/>
                    </a:lnR>
                    <a:lnT w="76200">
                      <a:solidFill>
                        <a:srgbClr val="F1F1F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F1F1F1"/>
                      </a:solidFill>
                      <a:prstDash val="solid"/>
                    </a:lnL>
                    <a:lnR w="57150">
                      <a:solidFill>
                        <a:srgbClr val="F1F1F1"/>
                      </a:solidFill>
                      <a:prstDash val="solid"/>
                    </a:lnR>
                    <a:lnT w="76200">
                      <a:solidFill>
                        <a:srgbClr val="F1F1F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F1F1F1"/>
                      </a:solidFill>
                      <a:prstDash val="solid"/>
                    </a:lnL>
                    <a:lnT w="76200">
                      <a:solidFill>
                        <a:srgbClr val="F1F1F1"/>
                      </a:solidFill>
                      <a:prstDash val="solid"/>
                    </a:lnT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338" name="object 338" descr=""/>
          <p:cNvSpPr/>
          <p:nvPr/>
        </p:nvSpPr>
        <p:spPr>
          <a:xfrm>
            <a:off x="7844003" y="8435053"/>
            <a:ext cx="74295" cy="784860"/>
          </a:xfrm>
          <a:custGeom>
            <a:avLst/>
            <a:gdLst/>
            <a:ahLst/>
            <a:cxnLst/>
            <a:rect l="l" t="t" r="r" b="b"/>
            <a:pathLst>
              <a:path w="74295" h="784859">
                <a:moveTo>
                  <a:pt x="36983" y="0"/>
                </a:moveTo>
                <a:lnTo>
                  <a:pt x="22586" y="2907"/>
                </a:lnTo>
                <a:lnTo>
                  <a:pt x="10830" y="10834"/>
                </a:lnTo>
                <a:lnTo>
                  <a:pt x="2905" y="22590"/>
                </a:lnTo>
                <a:lnTo>
                  <a:pt x="0" y="36983"/>
                </a:lnTo>
                <a:lnTo>
                  <a:pt x="0" y="784415"/>
                </a:lnTo>
                <a:lnTo>
                  <a:pt x="73976" y="784415"/>
                </a:lnTo>
                <a:lnTo>
                  <a:pt x="73976" y="36983"/>
                </a:lnTo>
                <a:lnTo>
                  <a:pt x="71069" y="22590"/>
                </a:lnTo>
                <a:lnTo>
                  <a:pt x="63140" y="10834"/>
                </a:lnTo>
                <a:lnTo>
                  <a:pt x="51381" y="2907"/>
                </a:lnTo>
                <a:lnTo>
                  <a:pt x="3698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9" name="object 339" descr=""/>
          <p:cNvSpPr/>
          <p:nvPr/>
        </p:nvSpPr>
        <p:spPr>
          <a:xfrm>
            <a:off x="11667831" y="8786872"/>
            <a:ext cx="74295" cy="412750"/>
          </a:xfrm>
          <a:custGeom>
            <a:avLst/>
            <a:gdLst/>
            <a:ahLst/>
            <a:cxnLst/>
            <a:rect l="l" t="t" r="r" b="b"/>
            <a:pathLst>
              <a:path w="74295" h="412750">
                <a:moveTo>
                  <a:pt x="36983" y="0"/>
                </a:moveTo>
                <a:lnTo>
                  <a:pt x="22586" y="2905"/>
                </a:lnTo>
                <a:lnTo>
                  <a:pt x="10830" y="10830"/>
                </a:lnTo>
                <a:lnTo>
                  <a:pt x="2905" y="22586"/>
                </a:lnTo>
                <a:lnTo>
                  <a:pt x="0" y="36983"/>
                </a:lnTo>
                <a:lnTo>
                  <a:pt x="0" y="412332"/>
                </a:lnTo>
                <a:lnTo>
                  <a:pt x="73976" y="412332"/>
                </a:lnTo>
                <a:lnTo>
                  <a:pt x="73976" y="36983"/>
                </a:lnTo>
                <a:lnTo>
                  <a:pt x="71069" y="22586"/>
                </a:lnTo>
                <a:lnTo>
                  <a:pt x="63140" y="10830"/>
                </a:lnTo>
                <a:lnTo>
                  <a:pt x="51381" y="2905"/>
                </a:lnTo>
                <a:lnTo>
                  <a:pt x="3698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 descr=""/>
          <p:cNvSpPr/>
          <p:nvPr/>
        </p:nvSpPr>
        <p:spPr>
          <a:xfrm>
            <a:off x="9084855" y="8816227"/>
            <a:ext cx="2480945" cy="225425"/>
          </a:xfrm>
          <a:custGeom>
            <a:avLst/>
            <a:gdLst/>
            <a:ahLst/>
            <a:cxnLst/>
            <a:rect l="l" t="t" r="r" b="b"/>
            <a:pathLst>
              <a:path w="2480945" h="225425">
                <a:moveTo>
                  <a:pt x="2403487" y="0"/>
                </a:moveTo>
                <a:lnTo>
                  <a:pt x="0" y="0"/>
                </a:lnTo>
                <a:lnTo>
                  <a:pt x="0" y="224925"/>
                </a:lnTo>
                <a:lnTo>
                  <a:pt x="2480322" y="224925"/>
                </a:lnTo>
                <a:lnTo>
                  <a:pt x="2480322" y="76835"/>
                </a:lnTo>
                <a:lnTo>
                  <a:pt x="2474284" y="46926"/>
                </a:lnTo>
                <a:lnTo>
                  <a:pt x="2457819" y="22503"/>
                </a:lnTo>
                <a:lnTo>
                  <a:pt x="2433396" y="6037"/>
                </a:lnTo>
                <a:lnTo>
                  <a:pt x="2403487" y="0"/>
                </a:lnTo>
                <a:close/>
              </a:path>
            </a:pathLst>
          </a:custGeom>
          <a:solidFill>
            <a:srgbClr val="B7D58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1" name="object 341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2466510" y="9846736"/>
            <a:ext cx="190842" cy="335465"/>
          </a:xfrm>
          <a:prstGeom prst="rect">
            <a:avLst/>
          </a:prstGeom>
        </p:spPr>
      </p:pic>
      <p:pic>
        <p:nvPicPr>
          <p:cNvPr id="342" name="object 342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5277157" y="9846736"/>
            <a:ext cx="190842" cy="335465"/>
          </a:xfrm>
          <a:prstGeom prst="rect">
            <a:avLst/>
          </a:prstGeom>
        </p:spPr>
      </p:pic>
      <p:sp>
        <p:nvSpPr>
          <p:cNvPr id="343" name="object 343" descr=""/>
          <p:cNvSpPr/>
          <p:nvPr/>
        </p:nvSpPr>
        <p:spPr>
          <a:xfrm>
            <a:off x="16990837" y="9846742"/>
            <a:ext cx="191135" cy="335915"/>
          </a:xfrm>
          <a:custGeom>
            <a:avLst/>
            <a:gdLst/>
            <a:ahLst/>
            <a:cxnLst/>
            <a:rect l="l" t="t" r="r" b="b"/>
            <a:pathLst>
              <a:path w="191134" h="335915">
                <a:moveTo>
                  <a:pt x="122100" y="0"/>
                </a:moveTo>
                <a:lnTo>
                  <a:pt x="68228" y="0"/>
                </a:lnTo>
                <a:lnTo>
                  <a:pt x="68228" y="149021"/>
                </a:lnTo>
                <a:lnTo>
                  <a:pt x="40967" y="162135"/>
                </a:lnTo>
                <a:lnTo>
                  <a:pt x="19358" y="182748"/>
                </a:lnTo>
                <a:lnTo>
                  <a:pt x="5127" y="209251"/>
                </a:lnTo>
                <a:lnTo>
                  <a:pt x="0" y="240034"/>
                </a:lnTo>
                <a:lnTo>
                  <a:pt x="7498" y="277176"/>
                </a:lnTo>
                <a:lnTo>
                  <a:pt x="27948" y="307507"/>
                </a:lnTo>
                <a:lnTo>
                  <a:pt x="58278" y="327957"/>
                </a:lnTo>
                <a:lnTo>
                  <a:pt x="95421" y="335455"/>
                </a:lnTo>
                <a:lnTo>
                  <a:pt x="132563" y="327957"/>
                </a:lnTo>
                <a:lnTo>
                  <a:pt x="162894" y="307507"/>
                </a:lnTo>
                <a:lnTo>
                  <a:pt x="183343" y="277176"/>
                </a:lnTo>
                <a:lnTo>
                  <a:pt x="190842" y="240034"/>
                </a:lnTo>
                <a:lnTo>
                  <a:pt x="185673" y="209123"/>
                </a:lnTo>
                <a:lnTo>
                  <a:pt x="171329" y="182536"/>
                </a:lnTo>
                <a:lnTo>
                  <a:pt x="149557" y="161905"/>
                </a:lnTo>
                <a:lnTo>
                  <a:pt x="122100" y="148864"/>
                </a:lnTo>
                <a:lnTo>
                  <a:pt x="122100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4" name="object 344" descr=""/>
          <p:cNvGrpSpPr/>
          <p:nvPr/>
        </p:nvGrpSpPr>
        <p:grpSpPr>
          <a:xfrm>
            <a:off x="14186441" y="9184892"/>
            <a:ext cx="191135" cy="997585"/>
            <a:chOff x="14186441" y="9184892"/>
            <a:chExt cx="191135" cy="997585"/>
          </a:xfrm>
        </p:grpSpPr>
        <p:sp>
          <p:nvSpPr>
            <p:cNvPr id="345" name="object 345" descr=""/>
            <p:cNvSpPr/>
            <p:nvPr/>
          </p:nvSpPr>
          <p:spPr>
            <a:xfrm>
              <a:off x="14186441" y="9846741"/>
              <a:ext cx="191135" cy="335915"/>
            </a:xfrm>
            <a:custGeom>
              <a:avLst/>
              <a:gdLst/>
              <a:ahLst/>
              <a:cxnLst/>
              <a:rect l="l" t="t" r="r" b="b"/>
              <a:pathLst>
                <a:path w="191134" h="335915">
                  <a:moveTo>
                    <a:pt x="122100" y="0"/>
                  </a:moveTo>
                  <a:lnTo>
                    <a:pt x="68238" y="0"/>
                  </a:lnTo>
                  <a:lnTo>
                    <a:pt x="68238" y="149021"/>
                  </a:lnTo>
                  <a:lnTo>
                    <a:pt x="40971" y="162135"/>
                  </a:lnTo>
                  <a:lnTo>
                    <a:pt x="19359" y="182748"/>
                  </a:lnTo>
                  <a:lnTo>
                    <a:pt x="5127" y="209251"/>
                  </a:lnTo>
                  <a:lnTo>
                    <a:pt x="0" y="240034"/>
                  </a:lnTo>
                  <a:lnTo>
                    <a:pt x="7498" y="277176"/>
                  </a:lnTo>
                  <a:lnTo>
                    <a:pt x="27948" y="307507"/>
                  </a:lnTo>
                  <a:lnTo>
                    <a:pt x="58278" y="327957"/>
                  </a:lnTo>
                  <a:lnTo>
                    <a:pt x="95421" y="335455"/>
                  </a:lnTo>
                  <a:lnTo>
                    <a:pt x="132563" y="327957"/>
                  </a:lnTo>
                  <a:lnTo>
                    <a:pt x="162894" y="307507"/>
                  </a:lnTo>
                  <a:lnTo>
                    <a:pt x="183343" y="277176"/>
                  </a:lnTo>
                  <a:lnTo>
                    <a:pt x="190842" y="240034"/>
                  </a:lnTo>
                  <a:lnTo>
                    <a:pt x="185673" y="209123"/>
                  </a:lnTo>
                  <a:lnTo>
                    <a:pt x="171329" y="182536"/>
                  </a:lnTo>
                  <a:lnTo>
                    <a:pt x="149557" y="161905"/>
                  </a:lnTo>
                  <a:lnTo>
                    <a:pt x="122100" y="148864"/>
                  </a:lnTo>
                  <a:lnTo>
                    <a:pt x="12210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4258371" y="9184892"/>
              <a:ext cx="49530" cy="624205"/>
            </a:xfrm>
            <a:custGeom>
              <a:avLst/>
              <a:gdLst/>
              <a:ahLst/>
              <a:cxnLst/>
              <a:rect l="l" t="t" r="r" b="b"/>
              <a:pathLst>
                <a:path w="49530" h="624204">
                  <a:moveTo>
                    <a:pt x="0" y="623792"/>
                  </a:moveTo>
                  <a:lnTo>
                    <a:pt x="49024" y="623792"/>
                  </a:lnTo>
                  <a:lnTo>
                    <a:pt x="49024" y="0"/>
                  </a:lnTo>
                  <a:lnTo>
                    <a:pt x="0" y="0"/>
                  </a:lnTo>
                  <a:lnTo>
                    <a:pt x="0" y="623792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7" name="object 347" descr=""/>
          <p:cNvSpPr/>
          <p:nvPr/>
        </p:nvSpPr>
        <p:spPr>
          <a:xfrm>
            <a:off x="14258371" y="9017202"/>
            <a:ext cx="49530" cy="64769"/>
          </a:xfrm>
          <a:custGeom>
            <a:avLst/>
            <a:gdLst/>
            <a:ahLst/>
            <a:cxnLst/>
            <a:rect l="l" t="t" r="r" b="b"/>
            <a:pathLst>
              <a:path w="49530" h="64770">
                <a:moveTo>
                  <a:pt x="0" y="64333"/>
                </a:moveTo>
                <a:lnTo>
                  <a:pt x="49024" y="64333"/>
                </a:lnTo>
                <a:lnTo>
                  <a:pt x="49024" y="0"/>
                </a:lnTo>
                <a:lnTo>
                  <a:pt x="0" y="0"/>
                </a:lnTo>
                <a:lnTo>
                  <a:pt x="0" y="64333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8" name="object 348" descr=""/>
          <p:cNvGrpSpPr/>
          <p:nvPr/>
        </p:nvGrpSpPr>
        <p:grpSpPr>
          <a:xfrm>
            <a:off x="14127650" y="8386057"/>
            <a:ext cx="2984500" cy="799465"/>
            <a:chOff x="14127650" y="8386057"/>
            <a:chExt cx="2984500" cy="799465"/>
          </a:xfrm>
        </p:grpSpPr>
        <p:sp>
          <p:nvSpPr>
            <p:cNvPr id="349" name="object 349" descr=""/>
            <p:cNvSpPr/>
            <p:nvPr/>
          </p:nvSpPr>
          <p:spPr>
            <a:xfrm>
              <a:off x="15342956" y="9081535"/>
              <a:ext cx="1769110" cy="103505"/>
            </a:xfrm>
            <a:custGeom>
              <a:avLst/>
              <a:gdLst/>
              <a:ahLst/>
              <a:cxnLst/>
              <a:rect l="l" t="t" r="r" b="b"/>
              <a:pathLst>
                <a:path w="1769109" h="103504">
                  <a:moveTo>
                    <a:pt x="0" y="103358"/>
                  </a:moveTo>
                  <a:lnTo>
                    <a:pt x="1768836" y="103358"/>
                  </a:lnTo>
                  <a:lnTo>
                    <a:pt x="1768836" y="0"/>
                  </a:lnTo>
                  <a:lnTo>
                    <a:pt x="0" y="0"/>
                  </a:lnTo>
                  <a:lnTo>
                    <a:pt x="0" y="103358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4127645" y="8386057"/>
              <a:ext cx="1323975" cy="711200"/>
            </a:xfrm>
            <a:custGeom>
              <a:avLst/>
              <a:gdLst/>
              <a:ahLst/>
              <a:cxnLst/>
              <a:rect l="l" t="t" r="r" b="b"/>
              <a:pathLst>
                <a:path w="1323975" h="711200">
                  <a:moveTo>
                    <a:pt x="1323555" y="171335"/>
                  </a:moveTo>
                  <a:lnTo>
                    <a:pt x="1317434" y="125844"/>
                  </a:lnTo>
                  <a:lnTo>
                    <a:pt x="1300137" y="84924"/>
                  </a:lnTo>
                  <a:lnTo>
                    <a:pt x="1274546" y="51828"/>
                  </a:lnTo>
                  <a:lnTo>
                    <a:pt x="1274546" y="171335"/>
                  </a:lnTo>
                  <a:lnTo>
                    <a:pt x="1274546" y="337019"/>
                  </a:lnTo>
                  <a:lnTo>
                    <a:pt x="1274546" y="386041"/>
                  </a:lnTo>
                  <a:lnTo>
                    <a:pt x="1274546" y="661784"/>
                  </a:lnTo>
                  <a:lnTo>
                    <a:pt x="49022" y="661784"/>
                  </a:lnTo>
                  <a:lnTo>
                    <a:pt x="49022" y="386041"/>
                  </a:lnTo>
                  <a:lnTo>
                    <a:pt x="1274546" y="386041"/>
                  </a:lnTo>
                  <a:lnTo>
                    <a:pt x="1274546" y="337019"/>
                  </a:lnTo>
                  <a:lnTo>
                    <a:pt x="49022" y="337019"/>
                  </a:lnTo>
                  <a:lnTo>
                    <a:pt x="49022" y="171335"/>
                  </a:lnTo>
                  <a:lnTo>
                    <a:pt x="58648" y="123774"/>
                  </a:lnTo>
                  <a:lnTo>
                    <a:pt x="84886" y="84886"/>
                  </a:lnTo>
                  <a:lnTo>
                    <a:pt x="123761" y="58661"/>
                  </a:lnTo>
                  <a:lnTo>
                    <a:pt x="171335" y="49034"/>
                  </a:lnTo>
                  <a:lnTo>
                    <a:pt x="1152232" y="49034"/>
                  </a:lnTo>
                  <a:lnTo>
                    <a:pt x="1199794" y="58661"/>
                  </a:lnTo>
                  <a:lnTo>
                    <a:pt x="1238681" y="84886"/>
                  </a:lnTo>
                  <a:lnTo>
                    <a:pt x="1264920" y="123774"/>
                  </a:lnTo>
                  <a:lnTo>
                    <a:pt x="1274546" y="171335"/>
                  </a:lnTo>
                  <a:lnTo>
                    <a:pt x="1274546" y="51828"/>
                  </a:lnTo>
                  <a:lnTo>
                    <a:pt x="1273327" y="50241"/>
                  </a:lnTo>
                  <a:lnTo>
                    <a:pt x="1271752" y="49034"/>
                  </a:lnTo>
                  <a:lnTo>
                    <a:pt x="1238643" y="23431"/>
                  </a:lnTo>
                  <a:lnTo>
                    <a:pt x="1197724" y="6134"/>
                  </a:lnTo>
                  <a:lnTo>
                    <a:pt x="1152232" y="0"/>
                  </a:lnTo>
                  <a:lnTo>
                    <a:pt x="171335" y="0"/>
                  </a:lnTo>
                  <a:lnTo>
                    <a:pt x="125844" y="6134"/>
                  </a:lnTo>
                  <a:lnTo>
                    <a:pt x="84924" y="23431"/>
                  </a:lnTo>
                  <a:lnTo>
                    <a:pt x="50241" y="50241"/>
                  </a:lnTo>
                  <a:lnTo>
                    <a:pt x="23418" y="84924"/>
                  </a:lnTo>
                  <a:lnTo>
                    <a:pt x="6134" y="125844"/>
                  </a:lnTo>
                  <a:lnTo>
                    <a:pt x="0" y="171335"/>
                  </a:lnTo>
                  <a:lnTo>
                    <a:pt x="0" y="710806"/>
                  </a:lnTo>
                  <a:lnTo>
                    <a:pt x="1323555" y="710806"/>
                  </a:lnTo>
                  <a:lnTo>
                    <a:pt x="1323555" y="661784"/>
                  </a:lnTo>
                  <a:lnTo>
                    <a:pt x="1323555" y="171335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1" name="object 351" descr=""/>
          <p:cNvGrpSpPr/>
          <p:nvPr/>
        </p:nvGrpSpPr>
        <p:grpSpPr>
          <a:xfrm>
            <a:off x="12228792" y="8150144"/>
            <a:ext cx="4940300" cy="1781175"/>
            <a:chOff x="12228792" y="8150144"/>
            <a:chExt cx="4940300" cy="1781175"/>
          </a:xfrm>
        </p:grpSpPr>
        <p:sp>
          <p:nvSpPr>
            <p:cNvPr id="352" name="object 352" descr=""/>
            <p:cNvSpPr/>
            <p:nvPr/>
          </p:nvSpPr>
          <p:spPr>
            <a:xfrm>
              <a:off x="12232943" y="8150144"/>
              <a:ext cx="1299845" cy="784860"/>
            </a:xfrm>
            <a:custGeom>
              <a:avLst/>
              <a:gdLst/>
              <a:ahLst/>
              <a:cxnLst/>
              <a:rect l="l" t="t" r="r" b="b"/>
              <a:pathLst>
                <a:path w="1299844" h="784859">
                  <a:moveTo>
                    <a:pt x="760084" y="0"/>
                  </a:moveTo>
                  <a:lnTo>
                    <a:pt x="141202" y="7664"/>
                  </a:lnTo>
                  <a:lnTo>
                    <a:pt x="36996" y="87002"/>
                  </a:lnTo>
                  <a:lnTo>
                    <a:pt x="12209" y="114870"/>
                  </a:lnTo>
                  <a:lnTo>
                    <a:pt x="0" y="148818"/>
                  </a:lnTo>
                  <a:lnTo>
                    <a:pt x="1003" y="184881"/>
                  </a:lnTo>
                  <a:lnTo>
                    <a:pt x="370431" y="734543"/>
                  </a:lnTo>
                  <a:lnTo>
                    <a:pt x="411630" y="771127"/>
                  </a:lnTo>
                  <a:lnTo>
                    <a:pt x="465119" y="784332"/>
                  </a:lnTo>
                  <a:lnTo>
                    <a:pt x="1299313" y="784332"/>
                  </a:lnTo>
                  <a:lnTo>
                    <a:pt x="76008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2363780" y="8150144"/>
              <a:ext cx="1381125" cy="784860"/>
            </a:xfrm>
            <a:custGeom>
              <a:avLst/>
              <a:gdLst/>
              <a:ahLst/>
              <a:cxnLst/>
              <a:rect l="l" t="t" r="r" b="b"/>
              <a:pathLst>
                <a:path w="1381125" h="784859">
                  <a:moveTo>
                    <a:pt x="852797" y="0"/>
                  </a:moveTo>
                  <a:lnTo>
                    <a:pt x="29366" y="0"/>
                  </a:lnTo>
                  <a:lnTo>
                    <a:pt x="13741" y="4443"/>
                  </a:lnTo>
                  <a:lnTo>
                    <a:pt x="3401" y="15678"/>
                  </a:lnTo>
                  <a:lnTo>
                    <a:pt x="0" y="30564"/>
                  </a:lnTo>
                  <a:lnTo>
                    <a:pt x="5189" y="45956"/>
                  </a:lnTo>
                  <a:lnTo>
                    <a:pt x="504085" y="771620"/>
                  </a:lnTo>
                  <a:lnTo>
                    <a:pt x="528252" y="784332"/>
                  </a:lnTo>
                  <a:lnTo>
                    <a:pt x="1351682" y="784332"/>
                  </a:lnTo>
                  <a:lnTo>
                    <a:pt x="1367307" y="779888"/>
                  </a:lnTo>
                  <a:lnTo>
                    <a:pt x="1377647" y="768653"/>
                  </a:lnTo>
                  <a:lnTo>
                    <a:pt x="1381049" y="753768"/>
                  </a:lnTo>
                  <a:lnTo>
                    <a:pt x="1375859" y="738375"/>
                  </a:lnTo>
                  <a:lnTo>
                    <a:pt x="876964" y="12711"/>
                  </a:lnTo>
                  <a:lnTo>
                    <a:pt x="85279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2606991" y="8821278"/>
              <a:ext cx="2239010" cy="196215"/>
            </a:xfrm>
            <a:custGeom>
              <a:avLst/>
              <a:gdLst/>
              <a:ahLst/>
              <a:cxnLst/>
              <a:rect l="l" t="t" r="r" b="b"/>
              <a:pathLst>
                <a:path w="2239009" h="196215">
                  <a:moveTo>
                    <a:pt x="2238612" y="0"/>
                  </a:moveTo>
                  <a:lnTo>
                    <a:pt x="0" y="0"/>
                  </a:lnTo>
                  <a:lnTo>
                    <a:pt x="98038" y="195920"/>
                  </a:lnTo>
                  <a:lnTo>
                    <a:pt x="2238612" y="195920"/>
                  </a:lnTo>
                  <a:lnTo>
                    <a:pt x="2238612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2228792" y="8355085"/>
              <a:ext cx="2874645" cy="683895"/>
            </a:xfrm>
            <a:custGeom>
              <a:avLst/>
              <a:gdLst/>
              <a:ahLst/>
              <a:cxnLst/>
              <a:rect l="l" t="t" r="r" b="b"/>
              <a:pathLst>
                <a:path w="2874644" h="683895">
                  <a:moveTo>
                    <a:pt x="40019" y="0"/>
                  </a:moveTo>
                  <a:lnTo>
                    <a:pt x="0" y="28292"/>
                  </a:lnTo>
                  <a:lnTo>
                    <a:pt x="463556" y="683560"/>
                  </a:lnTo>
                  <a:lnTo>
                    <a:pt x="2874163" y="683560"/>
                  </a:lnTo>
                  <a:lnTo>
                    <a:pt x="2874163" y="634535"/>
                  </a:lnTo>
                  <a:lnTo>
                    <a:pt x="488927" y="634535"/>
                  </a:lnTo>
                  <a:lnTo>
                    <a:pt x="40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3419922" y="8574380"/>
              <a:ext cx="2729230" cy="462915"/>
            </a:xfrm>
            <a:custGeom>
              <a:avLst/>
              <a:gdLst/>
              <a:ahLst/>
              <a:cxnLst/>
              <a:rect l="l" t="t" r="r" b="b"/>
              <a:pathLst>
                <a:path w="2729230" h="462915">
                  <a:moveTo>
                    <a:pt x="2728817" y="0"/>
                  </a:moveTo>
                  <a:lnTo>
                    <a:pt x="109378" y="0"/>
                  </a:lnTo>
                  <a:lnTo>
                    <a:pt x="66799" y="8595"/>
                  </a:lnTo>
                  <a:lnTo>
                    <a:pt x="32033" y="32036"/>
                  </a:lnTo>
                  <a:lnTo>
                    <a:pt x="8594" y="66804"/>
                  </a:lnTo>
                  <a:lnTo>
                    <a:pt x="0" y="109378"/>
                  </a:lnTo>
                  <a:lnTo>
                    <a:pt x="0" y="462875"/>
                  </a:lnTo>
                  <a:lnTo>
                    <a:pt x="2728817" y="462875"/>
                  </a:lnTo>
                  <a:lnTo>
                    <a:pt x="2728817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2299696" y="8166499"/>
              <a:ext cx="4803775" cy="944244"/>
            </a:xfrm>
            <a:custGeom>
              <a:avLst/>
              <a:gdLst/>
              <a:ahLst/>
              <a:cxnLst/>
              <a:rect l="l" t="t" r="r" b="b"/>
              <a:pathLst>
                <a:path w="4803775" h="944245">
                  <a:moveTo>
                    <a:pt x="4803660" y="49326"/>
                  </a:moveTo>
                  <a:lnTo>
                    <a:pt x="4799787" y="30124"/>
                  </a:lnTo>
                  <a:lnTo>
                    <a:pt x="4789221" y="14439"/>
                  </a:lnTo>
                  <a:lnTo>
                    <a:pt x="4773536" y="3873"/>
                  </a:lnTo>
                  <a:lnTo>
                    <a:pt x="4754334" y="0"/>
                  </a:lnTo>
                  <a:lnTo>
                    <a:pt x="3039224" y="0"/>
                  </a:lnTo>
                  <a:lnTo>
                    <a:pt x="3020022" y="3873"/>
                  </a:lnTo>
                  <a:lnTo>
                    <a:pt x="3004350" y="14439"/>
                  </a:lnTo>
                  <a:lnTo>
                    <a:pt x="2993771" y="30124"/>
                  </a:lnTo>
                  <a:lnTo>
                    <a:pt x="2989897" y="49326"/>
                  </a:lnTo>
                  <a:lnTo>
                    <a:pt x="2989897" y="870115"/>
                  </a:lnTo>
                  <a:lnTo>
                    <a:pt x="0" y="870115"/>
                  </a:lnTo>
                  <a:lnTo>
                    <a:pt x="0" y="943635"/>
                  </a:lnTo>
                  <a:lnTo>
                    <a:pt x="2989897" y="943635"/>
                  </a:lnTo>
                  <a:lnTo>
                    <a:pt x="3934815" y="943635"/>
                  </a:lnTo>
                  <a:lnTo>
                    <a:pt x="4803660" y="943635"/>
                  </a:lnTo>
                  <a:lnTo>
                    <a:pt x="4803660" y="4932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5342708" y="8166488"/>
              <a:ext cx="1814195" cy="944244"/>
            </a:xfrm>
            <a:custGeom>
              <a:avLst/>
              <a:gdLst/>
              <a:ahLst/>
              <a:cxnLst/>
              <a:rect l="l" t="t" r="r" b="b"/>
              <a:pathLst>
                <a:path w="1814194" h="944245">
                  <a:moveTo>
                    <a:pt x="1764438" y="0"/>
                  </a:moveTo>
                  <a:lnTo>
                    <a:pt x="49328" y="0"/>
                  </a:lnTo>
                  <a:lnTo>
                    <a:pt x="30126" y="3876"/>
                  </a:lnTo>
                  <a:lnTo>
                    <a:pt x="14447" y="14447"/>
                  </a:lnTo>
                  <a:lnTo>
                    <a:pt x="3876" y="30126"/>
                  </a:lnTo>
                  <a:lnTo>
                    <a:pt x="0" y="49328"/>
                  </a:lnTo>
                  <a:lnTo>
                    <a:pt x="0" y="943646"/>
                  </a:lnTo>
                  <a:lnTo>
                    <a:pt x="1813766" y="943646"/>
                  </a:lnTo>
                  <a:lnTo>
                    <a:pt x="1813766" y="49328"/>
                  </a:lnTo>
                  <a:lnTo>
                    <a:pt x="1809890" y="30126"/>
                  </a:lnTo>
                  <a:lnTo>
                    <a:pt x="1799319" y="14447"/>
                  </a:lnTo>
                  <a:lnTo>
                    <a:pt x="1783640" y="3876"/>
                  </a:lnTo>
                  <a:lnTo>
                    <a:pt x="176443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5538794" y="8347756"/>
              <a:ext cx="1421765" cy="539750"/>
            </a:xfrm>
            <a:custGeom>
              <a:avLst/>
              <a:gdLst/>
              <a:ahLst/>
              <a:cxnLst/>
              <a:rect l="l" t="t" r="r" b="b"/>
              <a:pathLst>
                <a:path w="1421765" h="539750">
                  <a:moveTo>
                    <a:pt x="1421600" y="0"/>
                  </a:moveTo>
                  <a:lnTo>
                    <a:pt x="0" y="0"/>
                  </a:lnTo>
                  <a:lnTo>
                    <a:pt x="0" y="539229"/>
                  </a:lnTo>
                  <a:lnTo>
                    <a:pt x="1421600" y="539229"/>
                  </a:lnTo>
                  <a:lnTo>
                    <a:pt x="1421600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15538780" y="8347766"/>
              <a:ext cx="1421765" cy="539750"/>
            </a:xfrm>
            <a:custGeom>
              <a:avLst/>
              <a:gdLst/>
              <a:ahLst/>
              <a:cxnLst/>
              <a:rect l="l" t="t" r="r" b="b"/>
              <a:pathLst>
                <a:path w="1421765" h="539750">
                  <a:moveTo>
                    <a:pt x="1421599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1384833" y="31750"/>
                  </a:lnTo>
                  <a:lnTo>
                    <a:pt x="1384833" y="539750"/>
                  </a:lnTo>
                  <a:lnTo>
                    <a:pt x="1421599" y="539750"/>
                  </a:lnTo>
                  <a:lnTo>
                    <a:pt x="1421599" y="31750"/>
                  </a:lnTo>
                  <a:lnTo>
                    <a:pt x="1421599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13682371" y="8386057"/>
              <a:ext cx="1323975" cy="711200"/>
            </a:xfrm>
            <a:custGeom>
              <a:avLst/>
              <a:gdLst/>
              <a:ahLst/>
              <a:cxnLst/>
              <a:rect l="l" t="t" r="r" b="b"/>
              <a:pathLst>
                <a:path w="1323975" h="711200">
                  <a:moveTo>
                    <a:pt x="1323568" y="171335"/>
                  </a:moveTo>
                  <a:lnTo>
                    <a:pt x="1317434" y="125844"/>
                  </a:lnTo>
                  <a:lnTo>
                    <a:pt x="1300137" y="84924"/>
                  </a:lnTo>
                  <a:lnTo>
                    <a:pt x="1274546" y="51828"/>
                  </a:lnTo>
                  <a:lnTo>
                    <a:pt x="1274546" y="171335"/>
                  </a:lnTo>
                  <a:lnTo>
                    <a:pt x="1274546" y="337019"/>
                  </a:lnTo>
                  <a:lnTo>
                    <a:pt x="1274546" y="386041"/>
                  </a:lnTo>
                  <a:lnTo>
                    <a:pt x="1274546" y="661784"/>
                  </a:lnTo>
                  <a:lnTo>
                    <a:pt x="49022" y="661784"/>
                  </a:lnTo>
                  <a:lnTo>
                    <a:pt x="49022" y="386041"/>
                  </a:lnTo>
                  <a:lnTo>
                    <a:pt x="1274546" y="386041"/>
                  </a:lnTo>
                  <a:lnTo>
                    <a:pt x="1274546" y="337019"/>
                  </a:lnTo>
                  <a:lnTo>
                    <a:pt x="49022" y="337019"/>
                  </a:lnTo>
                  <a:lnTo>
                    <a:pt x="49022" y="171335"/>
                  </a:lnTo>
                  <a:lnTo>
                    <a:pt x="58648" y="123774"/>
                  </a:lnTo>
                  <a:lnTo>
                    <a:pt x="84886" y="84886"/>
                  </a:lnTo>
                  <a:lnTo>
                    <a:pt x="123774" y="58661"/>
                  </a:lnTo>
                  <a:lnTo>
                    <a:pt x="171335" y="49034"/>
                  </a:lnTo>
                  <a:lnTo>
                    <a:pt x="1152232" y="49034"/>
                  </a:lnTo>
                  <a:lnTo>
                    <a:pt x="1199794" y="58661"/>
                  </a:lnTo>
                  <a:lnTo>
                    <a:pt x="1238681" y="84886"/>
                  </a:lnTo>
                  <a:lnTo>
                    <a:pt x="1264920" y="123774"/>
                  </a:lnTo>
                  <a:lnTo>
                    <a:pt x="1274546" y="171335"/>
                  </a:lnTo>
                  <a:lnTo>
                    <a:pt x="1274546" y="51828"/>
                  </a:lnTo>
                  <a:lnTo>
                    <a:pt x="1273327" y="50241"/>
                  </a:lnTo>
                  <a:lnTo>
                    <a:pt x="1271752" y="49034"/>
                  </a:lnTo>
                  <a:lnTo>
                    <a:pt x="1238643" y="23431"/>
                  </a:lnTo>
                  <a:lnTo>
                    <a:pt x="1197724" y="6134"/>
                  </a:lnTo>
                  <a:lnTo>
                    <a:pt x="1152232" y="0"/>
                  </a:lnTo>
                  <a:lnTo>
                    <a:pt x="171335" y="0"/>
                  </a:lnTo>
                  <a:lnTo>
                    <a:pt x="125844" y="6134"/>
                  </a:lnTo>
                  <a:lnTo>
                    <a:pt x="84924" y="23431"/>
                  </a:lnTo>
                  <a:lnTo>
                    <a:pt x="50241" y="50241"/>
                  </a:lnTo>
                  <a:lnTo>
                    <a:pt x="23431" y="84924"/>
                  </a:lnTo>
                  <a:lnTo>
                    <a:pt x="6134" y="125844"/>
                  </a:lnTo>
                  <a:lnTo>
                    <a:pt x="0" y="171335"/>
                  </a:lnTo>
                  <a:lnTo>
                    <a:pt x="0" y="710806"/>
                  </a:lnTo>
                  <a:lnTo>
                    <a:pt x="1323568" y="710806"/>
                  </a:lnTo>
                  <a:lnTo>
                    <a:pt x="1323568" y="661784"/>
                  </a:lnTo>
                  <a:lnTo>
                    <a:pt x="1323568" y="17133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15342947" y="9018733"/>
              <a:ext cx="1771014" cy="852169"/>
            </a:xfrm>
            <a:custGeom>
              <a:avLst/>
              <a:gdLst/>
              <a:ahLst/>
              <a:cxnLst/>
              <a:rect l="l" t="t" r="r" b="b"/>
              <a:pathLst>
                <a:path w="1771015" h="852170">
                  <a:moveTo>
                    <a:pt x="49034" y="0"/>
                  </a:moveTo>
                  <a:lnTo>
                    <a:pt x="0" y="0"/>
                  </a:lnTo>
                  <a:lnTo>
                    <a:pt x="0" y="851738"/>
                  </a:lnTo>
                  <a:lnTo>
                    <a:pt x="49034" y="851738"/>
                  </a:lnTo>
                  <a:lnTo>
                    <a:pt x="49034" y="0"/>
                  </a:lnTo>
                  <a:close/>
                </a:path>
                <a:path w="1771015" h="852170">
                  <a:moveTo>
                    <a:pt x="1770888" y="0"/>
                  </a:moveTo>
                  <a:lnTo>
                    <a:pt x="1721853" y="0"/>
                  </a:lnTo>
                  <a:lnTo>
                    <a:pt x="1721853" y="851738"/>
                  </a:lnTo>
                  <a:lnTo>
                    <a:pt x="1770888" y="851738"/>
                  </a:lnTo>
                  <a:lnTo>
                    <a:pt x="177088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12466270" y="9071755"/>
              <a:ext cx="2877185" cy="859790"/>
            </a:xfrm>
            <a:custGeom>
              <a:avLst/>
              <a:gdLst/>
              <a:ahLst/>
              <a:cxnLst/>
              <a:rect l="l" t="t" r="r" b="b"/>
              <a:pathLst>
                <a:path w="2877184" h="859790">
                  <a:moveTo>
                    <a:pt x="2876740" y="736930"/>
                  </a:moveTo>
                  <a:lnTo>
                    <a:pt x="119265" y="736930"/>
                  </a:lnTo>
                  <a:lnTo>
                    <a:pt x="119265" y="0"/>
                  </a:lnTo>
                  <a:lnTo>
                    <a:pt x="70243" y="0"/>
                  </a:lnTo>
                  <a:lnTo>
                    <a:pt x="70243" y="736930"/>
                  </a:lnTo>
                  <a:lnTo>
                    <a:pt x="0" y="736930"/>
                  </a:lnTo>
                  <a:lnTo>
                    <a:pt x="0" y="859485"/>
                  </a:lnTo>
                  <a:lnTo>
                    <a:pt x="2876740" y="859485"/>
                  </a:lnTo>
                  <a:lnTo>
                    <a:pt x="2876740" y="73693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15342967" y="9808685"/>
              <a:ext cx="1826260" cy="122555"/>
            </a:xfrm>
            <a:custGeom>
              <a:avLst/>
              <a:gdLst/>
              <a:ahLst/>
              <a:cxnLst/>
              <a:rect l="l" t="t" r="r" b="b"/>
              <a:pathLst>
                <a:path w="1826259" h="122554">
                  <a:moveTo>
                    <a:pt x="1825682" y="0"/>
                  </a:moveTo>
                  <a:lnTo>
                    <a:pt x="0" y="0"/>
                  </a:lnTo>
                  <a:lnTo>
                    <a:pt x="0" y="122551"/>
                  </a:lnTo>
                  <a:lnTo>
                    <a:pt x="1825682" y="122551"/>
                  </a:lnTo>
                  <a:lnTo>
                    <a:pt x="1825682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65" name="object 365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7772504" y="10012662"/>
            <a:ext cx="96457" cy="169544"/>
          </a:xfrm>
          <a:prstGeom prst="rect">
            <a:avLst/>
          </a:prstGeom>
        </p:spPr>
      </p:pic>
      <p:pic>
        <p:nvPicPr>
          <p:cNvPr id="366" name="object 366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8051310" y="10012658"/>
            <a:ext cx="137818" cy="169548"/>
          </a:xfrm>
          <a:prstGeom prst="rect">
            <a:avLst/>
          </a:prstGeom>
        </p:spPr>
      </p:pic>
      <p:pic>
        <p:nvPicPr>
          <p:cNvPr id="367" name="object 367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8371478" y="10012658"/>
            <a:ext cx="96457" cy="169545"/>
          </a:xfrm>
          <a:prstGeom prst="rect">
            <a:avLst/>
          </a:prstGeom>
        </p:spPr>
      </p:pic>
      <p:grpSp>
        <p:nvGrpSpPr>
          <p:cNvPr id="368" name="object 368" descr=""/>
          <p:cNvGrpSpPr/>
          <p:nvPr/>
        </p:nvGrpSpPr>
        <p:grpSpPr>
          <a:xfrm>
            <a:off x="17658212" y="7585161"/>
            <a:ext cx="1080135" cy="2529205"/>
            <a:chOff x="17658212" y="7585161"/>
            <a:chExt cx="1080135" cy="2529205"/>
          </a:xfrm>
        </p:grpSpPr>
        <p:sp>
          <p:nvSpPr>
            <p:cNvPr id="369" name="object 369" descr=""/>
            <p:cNvSpPr/>
            <p:nvPr/>
          </p:nvSpPr>
          <p:spPr>
            <a:xfrm>
              <a:off x="18241769" y="8335023"/>
              <a:ext cx="88265" cy="1610360"/>
            </a:xfrm>
            <a:custGeom>
              <a:avLst/>
              <a:gdLst/>
              <a:ahLst/>
              <a:cxnLst/>
              <a:rect l="l" t="t" r="r" b="b"/>
              <a:pathLst>
                <a:path w="88265" h="1610359">
                  <a:moveTo>
                    <a:pt x="0" y="1609972"/>
                  </a:moveTo>
                  <a:lnTo>
                    <a:pt x="88175" y="1609972"/>
                  </a:lnTo>
                  <a:lnTo>
                    <a:pt x="88175" y="0"/>
                  </a:lnTo>
                  <a:lnTo>
                    <a:pt x="0" y="0"/>
                  </a:lnTo>
                  <a:lnTo>
                    <a:pt x="0" y="160997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17874717" y="7585728"/>
              <a:ext cx="863600" cy="2359660"/>
            </a:xfrm>
            <a:custGeom>
              <a:avLst/>
              <a:gdLst/>
              <a:ahLst/>
              <a:cxnLst/>
              <a:rect l="l" t="t" r="r" b="b"/>
              <a:pathLst>
                <a:path w="863600" h="2359659">
                  <a:moveTo>
                    <a:pt x="863257" y="623570"/>
                  </a:moveTo>
                  <a:lnTo>
                    <a:pt x="805497" y="623570"/>
                  </a:lnTo>
                  <a:lnTo>
                    <a:pt x="805497" y="0"/>
                  </a:lnTo>
                  <a:lnTo>
                    <a:pt x="662520" y="0"/>
                  </a:lnTo>
                  <a:lnTo>
                    <a:pt x="662520" y="623570"/>
                  </a:lnTo>
                  <a:lnTo>
                    <a:pt x="0" y="623570"/>
                  </a:lnTo>
                  <a:lnTo>
                    <a:pt x="0" y="643839"/>
                  </a:lnTo>
                  <a:lnTo>
                    <a:pt x="0" y="749300"/>
                  </a:lnTo>
                  <a:lnTo>
                    <a:pt x="204482" y="749300"/>
                  </a:lnTo>
                  <a:lnTo>
                    <a:pt x="204482" y="2359279"/>
                  </a:lnTo>
                  <a:lnTo>
                    <a:pt x="367042" y="2359279"/>
                  </a:lnTo>
                  <a:lnTo>
                    <a:pt x="367042" y="749300"/>
                  </a:lnTo>
                  <a:lnTo>
                    <a:pt x="863257" y="749300"/>
                  </a:lnTo>
                  <a:lnTo>
                    <a:pt x="863257" y="643839"/>
                  </a:lnTo>
                  <a:lnTo>
                    <a:pt x="863257" y="62357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7789500" y="7585161"/>
              <a:ext cx="748030" cy="644525"/>
            </a:xfrm>
            <a:custGeom>
              <a:avLst/>
              <a:gdLst/>
              <a:ahLst/>
              <a:cxnLst/>
              <a:rect l="l" t="t" r="r" b="b"/>
              <a:pathLst>
                <a:path w="748030" h="644525">
                  <a:moveTo>
                    <a:pt x="747746" y="0"/>
                  </a:moveTo>
                  <a:lnTo>
                    <a:pt x="0" y="0"/>
                  </a:lnTo>
                  <a:lnTo>
                    <a:pt x="0" y="644399"/>
                  </a:lnTo>
                  <a:lnTo>
                    <a:pt x="747746" y="644399"/>
                  </a:lnTo>
                  <a:lnTo>
                    <a:pt x="74774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17902679" y="7649610"/>
              <a:ext cx="521970" cy="397510"/>
            </a:xfrm>
            <a:custGeom>
              <a:avLst/>
              <a:gdLst/>
              <a:ahLst/>
              <a:cxnLst/>
              <a:rect l="l" t="t" r="r" b="b"/>
              <a:pathLst>
                <a:path w="521969" h="397509">
                  <a:moveTo>
                    <a:pt x="521376" y="0"/>
                  </a:moveTo>
                  <a:lnTo>
                    <a:pt x="0" y="0"/>
                  </a:lnTo>
                  <a:lnTo>
                    <a:pt x="0" y="397066"/>
                  </a:lnTo>
                  <a:lnTo>
                    <a:pt x="521376" y="397066"/>
                  </a:lnTo>
                  <a:lnTo>
                    <a:pt x="521376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17947551" y="7680978"/>
              <a:ext cx="431800" cy="427355"/>
            </a:xfrm>
            <a:custGeom>
              <a:avLst/>
              <a:gdLst/>
              <a:ahLst/>
              <a:cxnLst/>
              <a:rect l="l" t="t" r="r" b="b"/>
              <a:pathLst>
                <a:path w="431800" h="427354">
                  <a:moveTo>
                    <a:pt x="363232" y="405726"/>
                  </a:moveTo>
                  <a:lnTo>
                    <a:pt x="68402" y="405726"/>
                  </a:lnTo>
                  <a:lnTo>
                    <a:pt x="68402" y="426999"/>
                  </a:lnTo>
                  <a:lnTo>
                    <a:pt x="363232" y="426999"/>
                  </a:lnTo>
                  <a:lnTo>
                    <a:pt x="363232" y="405726"/>
                  </a:lnTo>
                  <a:close/>
                </a:path>
                <a:path w="431800" h="427354">
                  <a:moveTo>
                    <a:pt x="431634" y="0"/>
                  </a:moveTo>
                  <a:lnTo>
                    <a:pt x="0" y="0"/>
                  </a:lnTo>
                  <a:lnTo>
                    <a:pt x="0" y="334352"/>
                  </a:lnTo>
                  <a:lnTo>
                    <a:pt x="431634" y="334352"/>
                  </a:lnTo>
                  <a:lnTo>
                    <a:pt x="4316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17977587" y="8140147"/>
              <a:ext cx="372110" cy="38735"/>
            </a:xfrm>
            <a:custGeom>
              <a:avLst/>
              <a:gdLst/>
              <a:ahLst/>
              <a:cxnLst/>
              <a:rect l="l" t="t" r="r" b="b"/>
              <a:pathLst>
                <a:path w="372109" h="38734">
                  <a:moveTo>
                    <a:pt x="38493" y="19253"/>
                  </a:moveTo>
                  <a:lnTo>
                    <a:pt x="36982" y="11760"/>
                  </a:lnTo>
                  <a:lnTo>
                    <a:pt x="32854" y="5638"/>
                  </a:lnTo>
                  <a:lnTo>
                    <a:pt x="26733" y="1524"/>
                  </a:lnTo>
                  <a:lnTo>
                    <a:pt x="19240" y="0"/>
                  </a:lnTo>
                  <a:lnTo>
                    <a:pt x="11747" y="1524"/>
                  </a:lnTo>
                  <a:lnTo>
                    <a:pt x="5638" y="5638"/>
                  </a:lnTo>
                  <a:lnTo>
                    <a:pt x="1511" y="11760"/>
                  </a:lnTo>
                  <a:lnTo>
                    <a:pt x="0" y="19253"/>
                  </a:lnTo>
                  <a:lnTo>
                    <a:pt x="1511" y="26746"/>
                  </a:lnTo>
                  <a:lnTo>
                    <a:pt x="5638" y="32854"/>
                  </a:lnTo>
                  <a:lnTo>
                    <a:pt x="11747" y="36982"/>
                  </a:lnTo>
                  <a:lnTo>
                    <a:pt x="19240" y="38493"/>
                  </a:lnTo>
                  <a:lnTo>
                    <a:pt x="26733" y="36982"/>
                  </a:lnTo>
                  <a:lnTo>
                    <a:pt x="32854" y="32854"/>
                  </a:lnTo>
                  <a:lnTo>
                    <a:pt x="36982" y="26746"/>
                  </a:lnTo>
                  <a:lnTo>
                    <a:pt x="38493" y="19253"/>
                  </a:lnTo>
                  <a:close/>
                </a:path>
                <a:path w="372109" h="38734">
                  <a:moveTo>
                    <a:pt x="149517" y="19253"/>
                  </a:moveTo>
                  <a:lnTo>
                    <a:pt x="148005" y="11760"/>
                  </a:lnTo>
                  <a:lnTo>
                    <a:pt x="143878" y="5638"/>
                  </a:lnTo>
                  <a:lnTo>
                    <a:pt x="137756" y="1524"/>
                  </a:lnTo>
                  <a:lnTo>
                    <a:pt x="130263" y="0"/>
                  </a:lnTo>
                  <a:lnTo>
                    <a:pt x="122770" y="1524"/>
                  </a:lnTo>
                  <a:lnTo>
                    <a:pt x="116649" y="5638"/>
                  </a:lnTo>
                  <a:lnTo>
                    <a:pt x="112534" y="11760"/>
                  </a:lnTo>
                  <a:lnTo>
                    <a:pt x="111023" y="19253"/>
                  </a:lnTo>
                  <a:lnTo>
                    <a:pt x="112534" y="26746"/>
                  </a:lnTo>
                  <a:lnTo>
                    <a:pt x="116649" y="32854"/>
                  </a:lnTo>
                  <a:lnTo>
                    <a:pt x="122770" y="36982"/>
                  </a:lnTo>
                  <a:lnTo>
                    <a:pt x="130263" y="38493"/>
                  </a:lnTo>
                  <a:lnTo>
                    <a:pt x="137756" y="36982"/>
                  </a:lnTo>
                  <a:lnTo>
                    <a:pt x="143878" y="32854"/>
                  </a:lnTo>
                  <a:lnTo>
                    <a:pt x="148005" y="26746"/>
                  </a:lnTo>
                  <a:lnTo>
                    <a:pt x="149517" y="19253"/>
                  </a:lnTo>
                  <a:close/>
                </a:path>
                <a:path w="372109" h="38734">
                  <a:moveTo>
                    <a:pt x="260540" y="19253"/>
                  </a:moveTo>
                  <a:lnTo>
                    <a:pt x="259029" y="11760"/>
                  </a:lnTo>
                  <a:lnTo>
                    <a:pt x="254901" y="5638"/>
                  </a:lnTo>
                  <a:lnTo>
                    <a:pt x="248780" y="1524"/>
                  </a:lnTo>
                  <a:lnTo>
                    <a:pt x="241287" y="0"/>
                  </a:lnTo>
                  <a:lnTo>
                    <a:pt x="233794" y="1524"/>
                  </a:lnTo>
                  <a:lnTo>
                    <a:pt x="227672" y="5638"/>
                  </a:lnTo>
                  <a:lnTo>
                    <a:pt x="223545" y="11760"/>
                  </a:lnTo>
                  <a:lnTo>
                    <a:pt x="222034" y="19253"/>
                  </a:lnTo>
                  <a:lnTo>
                    <a:pt x="223545" y="26746"/>
                  </a:lnTo>
                  <a:lnTo>
                    <a:pt x="227672" y="32854"/>
                  </a:lnTo>
                  <a:lnTo>
                    <a:pt x="233794" y="36982"/>
                  </a:lnTo>
                  <a:lnTo>
                    <a:pt x="241287" y="38493"/>
                  </a:lnTo>
                  <a:lnTo>
                    <a:pt x="248780" y="36982"/>
                  </a:lnTo>
                  <a:lnTo>
                    <a:pt x="254901" y="32854"/>
                  </a:lnTo>
                  <a:lnTo>
                    <a:pt x="259029" y="26746"/>
                  </a:lnTo>
                  <a:lnTo>
                    <a:pt x="260540" y="19253"/>
                  </a:lnTo>
                  <a:close/>
                </a:path>
                <a:path w="372109" h="38734">
                  <a:moveTo>
                    <a:pt x="371551" y="19253"/>
                  </a:moveTo>
                  <a:lnTo>
                    <a:pt x="370039" y="11760"/>
                  </a:lnTo>
                  <a:lnTo>
                    <a:pt x="365925" y="5638"/>
                  </a:lnTo>
                  <a:lnTo>
                    <a:pt x="359803" y="1524"/>
                  </a:lnTo>
                  <a:lnTo>
                    <a:pt x="352310" y="0"/>
                  </a:lnTo>
                  <a:lnTo>
                    <a:pt x="344817" y="1524"/>
                  </a:lnTo>
                  <a:lnTo>
                    <a:pt x="338696" y="5638"/>
                  </a:lnTo>
                  <a:lnTo>
                    <a:pt x="334568" y="11760"/>
                  </a:lnTo>
                  <a:lnTo>
                    <a:pt x="333057" y="19253"/>
                  </a:lnTo>
                  <a:lnTo>
                    <a:pt x="334568" y="26746"/>
                  </a:lnTo>
                  <a:lnTo>
                    <a:pt x="338696" y="32854"/>
                  </a:lnTo>
                  <a:lnTo>
                    <a:pt x="344817" y="36982"/>
                  </a:lnTo>
                  <a:lnTo>
                    <a:pt x="352310" y="38493"/>
                  </a:lnTo>
                  <a:lnTo>
                    <a:pt x="359803" y="36982"/>
                  </a:lnTo>
                  <a:lnTo>
                    <a:pt x="365925" y="32854"/>
                  </a:lnTo>
                  <a:lnTo>
                    <a:pt x="370039" y="26746"/>
                  </a:lnTo>
                  <a:lnTo>
                    <a:pt x="371551" y="19253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8458955" y="7651286"/>
              <a:ext cx="44450" cy="113030"/>
            </a:xfrm>
            <a:custGeom>
              <a:avLst/>
              <a:gdLst/>
              <a:ahLst/>
              <a:cxnLst/>
              <a:rect l="l" t="t" r="r" b="b"/>
              <a:pathLst>
                <a:path w="44450" h="113029">
                  <a:moveTo>
                    <a:pt x="44069" y="68376"/>
                  </a:moveTo>
                  <a:lnTo>
                    <a:pt x="0" y="68376"/>
                  </a:lnTo>
                  <a:lnTo>
                    <a:pt x="0" y="112445"/>
                  </a:lnTo>
                  <a:lnTo>
                    <a:pt x="44069" y="112445"/>
                  </a:lnTo>
                  <a:lnTo>
                    <a:pt x="44069" y="68376"/>
                  </a:lnTo>
                  <a:close/>
                </a:path>
                <a:path w="44450" h="113029">
                  <a:moveTo>
                    <a:pt x="44069" y="0"/>
                  </a:moveTo>
                  <a:lnTo>
                    <a:pt x="0" y="0"/>
                  </a:lnTo>
                  <a:lnTo>
                    <a:pt x="0" y="44069"/>
                  </a:lnTo>
                  <a:lnTo>
                    <a:pt x="44069" y="44069"/>
                  </a:lnTo>
                  <a:lnTo>
                    <a:pt x="440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7658212" y="8209293"/>
              <a:ext cx="937260" cy="126364"/>
            </a:xfrm>
            <a:custGeom>
              <a:avLst/>
              <a:gdLst/>
              <a:ahLst/>
              <a:cxnLst/>
              <a:rect l="l" t="t" r="r" b="b"/>
              <a:pathLst>
                <a:path w="937259" h="126365">
                  <a:moveTo>
                    <a:pt x="936777" y="0"/>
                  </a:moveTo>
                  <a:lnTo>
                    <a:pt x="73537" y="0"/>
                  </a:lnTo>
                  <a:lnTo>
                    <a:pt x="0" y="125828"/>
                  </a:lnTo>
                  <a:lnTo>
                    <a:pt x="863251" y="125828"/>
                  </a:lnTo>
                  <a:lnTo>
                    <a:pt x="936777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7790833" y="8240706"/>
              <a:ext cx="747395" cy="38735"/>
            </a:xfrm>
            <a:custGeom>
              <a:avLst/>
              <a:gdLst/>
              <a:ahLst/>
              <a:cxnLst/>
              <a:rect l="l" t="t" r="r" b="b"/>
              <a:pathLst>
                <a:path w="747394" h="38734">
                  <a:moveTo>
                    <a:pt x="113474" y="0"/>
                  </a:moveTo>
                  <a:lnTo>
                    <a:pt x="0" y="0"/>
                  </a:lnTo>
                  <a:lnTo>
                    <a:pt x="0" y="38506"/>
                  </a:lnTo>
                  <a:lnTo>
                    <a:pt x="113474" y="38506"/>
                  </a:lnTo>
                  <a:lnTo>
                    <a:pt x="113474" y="0"/>
                  </a:lnTo>
                  <a:close/>
                </a:path>
                <a:path w="747394" h="38734">
                  <a:moveTo>
                    <a:pt x="189890" y="0"/>
                  </a:moveTo>
                  <a:lnTo>
                    <a:pt x="138811" y="0"/>
                  </a:lnTo>
                  <a:lnTo>
                    <a:pt x="138811" y="38506"/>
                  </a:lnTo>
                  <a:lnTo>
                    <a:pt x="189890" y="38506"/>
                  </a:lnTo>
                  <a:lnTo>
                    <a:pt x="189890" y="0"/>
                  </a:lnTo>
                  <a:close/>
                </a:path>
                <a:path w="747394" h="38734">
                  <a:moveTo>
                    <a:pt x="608342" y="0"/>
                  </a:moveTo>
                  <a:lnTo>
                    <a:pt x="557263" y="0"/>
                  </a:lnTo>
                  <a:lnTo>
                    <a:pt x="557263" y="38506"/>
                  </a:lnTo>
                  <a:lnTo>
                    <a:pt x="608342" y="38506"/>
                  </a:lnTo>
                  <a:lnTo>
                    <a:pt x="608342" y="0"/>
                  </a:lnTo>
                  <a:close/>
                </a:path>
                <a:path w="747394" h="38734">
                  <a:moveTo>
                    <a:pt x="747153" y="0"/>
                  </a:moveTo>
                  <a:lnTo>
                    <a:pt x="633666" y="0"/>
                  </a:lnTo>
                  <a:lnTo>
                    <a:pt x="633666" y="38506"/>
                  </a:lnTo>
                  <a:lnTo>
                    <a:pt x="747153" y="38506"/>
                  </a:lnTo>
                  <a:lnTo>
                    <a:pt x="7471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7860417" y="8288331"/>
              <a:ext cx="606425" cy="392430"/>
            </a:xfrm>
            <a:custGeom>
              <a:avLst/>
              <a:gdLst/>
              <a:ahLst/>
              <a:cxnLst/>
              <a:rect l="l" t="t" r="r" b="b"/>
              <a:pathLst>
                <a:path w="606425" h="392429">
                  <a:moveTo>
                    <a:pt x="111455" y="4038"/>
                  </a:moveTo>
                  <a:lnTo>
                    <a:pt x="93218" y="4038"/>
                  </a:lnTo>
                  <a:lnTo>
                    <a:pt x="93218" y="336372"/>
                  </a:lnTo>
                  <a:lnTo>
                    <a:pt x="90271" y="350964"/>
                  </a:lnTo>
                  <a:lnTo>
                    <a:pt x="82219" y="362889"/>
                  </a:lnTo>
                  <a:lnTo>
                    <a:pt x="70307" y="370928"/>
                  </a:lnTo>
                  <a:lnTo>
                    <a:pt x="55727" y="373875"/>
                  </a:lnTo>
                  <a:lnTo>
                    <a:pt x="41148" y="370928"/>
                  </a:lnTo>
                  <a:lnTo>
                    <a:pt x="29235" y="362889"/>
                  </a:lnTo>
                  <a:lnTo>
                    <a:pt x="21183" y="350964"/>
                  </a:lnTo>
                  <a:lnTo>
                    <a:pt x="18237" y="336372"/>
                  </a:lnTo>
                  <a:lnTo>
                    <a:pt x="18237" y="0"/>
                  </a:lnTo>
                  <a:lnTo>
                    <a:pt x="0" y="0"/>
                  </a:lnTo>
                  <a:lnTo>
                    <a:pt x="0" y="336372"/>
                  </a:lnTo>
                  <a:lnTo>
                    <a:pt x="4381" y="358051"/>
                  </a:lnTo>
                  <a:lnTo>
                    <a:pt x="16332" y="375767"/>
                  </a:lnTo>
                  <a:lnTo>
                    <a:pt x="34048" y="387731"/>
                  </a:lnTo>
                  <a:lnTo>
                    <a:pt x="55727" y="392112"/>
                  </a:lnTo>
                  <a:lnTo>
                    <a:pt x="77393" y="387731"/>
                  </a:lnTo>
                  <a:lnTo>
                    <a:pt x="95123" y="375767"/>
                  </a:lnTo>
                  <a:lnTo>
                    <a:pt x="107073" y="358051"/>
                  </a:lnTo>
                  <a:lnTo>
                    <a:pt x="111455" y="336372"/>
                  </a:lnTo>
                  <a:lnTo>
                    <a:pt x="111455" y="4038"/>
                  </a:lnTo>
                  <a:close/>
                </a:path>
                <a:path w="606425" h="392429">
                  <a:moveTo>
                    <a:pt x="605904" y="4038"/>
                  </a:moveTo>
                  <a:lnTo>
                    <a:pt x="587654" y="4038"/>
                  </a:lnTo>
                  <a:lnTo>
                    <a:pt x="587654" y="336372"/>
                  </a:lnTo>
                  <a:lnTo>
                    <a:pt x="584708" y="350964"/>
                  </a:lnTo>
                  <a:lnTo>
                    <a:pt x="576668" y="362889"/>
                  </a:lnTo>
                  <a:lnTo>
                    <a:pt x="564743" y="370928"/>
                  </a:lnTo>
                  <a:lnTo>
                    <a:pt x="550176" y="373875"/>
                  </a:lnTo>
                  <a:lnTo>
                    <a:pt x="535597" y="370928"/>
                  </a:lnTo>
                  <a:lnTo>
                    <a:pt x="523684" y="362889"/>
                  </a:lnTo>
                  <a:lnTo>
                    <a:pt x="515632" y="350964"/>
                  </a:lnTo>
                  <a:lnTo>
                    <a:pt x="512686" y="336372"/>
                  </a:lnTo>
                  <a:lnTo>
                    <a:pt x="512686" y="0"/>
                  </a:lnTo>
                  <a:lnTo>
                    <a:pt x="494449" y="0"/>
                  </a:lnTo>
                  <a:lnTo>
                    <a:pt x="494449" y="336372"/>
                  </a:lnTo>
                  <a:lnTo>
                    <a:pt x="498830" y="358051"/>
                  </a:lnTo>
                  <a:lnTo>
                    <a:pt x="510781" y="375767"/>
                  </a:lnTo>
                  <a:lnTo>
                    <a:pt x="528497" y="387731"/>
                  </a:lnTo>
                  <a:lnTo>
                    <a:pt x="550176" y="392112"/>
                  </a:lnTo>
                  <a:lnTo>
                    <a:pt x="571842" y="387731"/>
                  </a:lnTo>
                  <a:lnTo>
                    <a:pt x="589559" y="375767"/>
                  </a:lnTo>
                  <a:lnTo>
                    <a:pt x="601510" y="358051"/>
                  </a:lnTo>
                  <a:lnTo>
                    <a:pt x="605904" y="336372"/>
                  </a:lnTo>
                  <a:lnTo>
                    <a:pt x="605904" y="4038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17658247" y="8334981"/>
              <a:ext cx="886460" cy="34290"/>
            </a:xfrm>
            <a:custGeom>
              <a:avLst/>
              <a:gdLst/>
              <a:ahLst/>
              <a:cxnLst/>
              <a:rect l="l" t="t" r="r" b="b"/>
              <a:pathLst>
                <a:path w="886459" h="34290">
                  <a:moveTo>
                    <a:pt x="886465" y="0"/>
                  </a:moveTo>
                  <a:lnTo>
                    <a:pt x="0" y="0"/>
                  </a:lnTo>
                  <a:lnTo>
                    <a:pt x="0" y="33705"/>
                  </a:lnTo>
                  <a:lnTo>
                    <a:pt x="886465" y="33705"/>
                  </a:lnTo>
                  <a:lnTo>
                    <a:pt x="886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18544587" y="8334981"/>
              <a:ext cx="193675" cy="34290"/>
            </a:xfrm>
            <a:custGeom>
              <a:avLst/>
              <a:gdLst/>
              <a:ahLst/>
              <a:cxnLst/>
              <a:rect l="l" t="t" r="r" b="b"/>
              <a:pathLst>
                <a:path w="193675" h="34290">
                  <a:moveTo>
                    <a:pt x="193491" y="0"/>
                  </a:moveTo>
                  <a:lnTo>
                    <a:pt x="0" y="0"/>
                  </a:lnTo>
                  <a:lnTo>
                    <a:pt x="0" y="33705"/>
                  </a:lnTo>
                  <a:lnTo>
                    <a:pt x="193491" y="33705"/>
                  </a:lnTo>
                  <a:lnTo>
                    <a:pt x="19349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17751641" y="9934251"/>
              <a:ext cx="417195" cy="180340"/>
            </a:xfrm>
            <a:custGeom>
              <a:avLst/>
              <a:gdLst/>
              <a:ahLst/>
              <a:cxnLst/>
              <a:rect l="l" t="t" r="r" b="b"/>
              <a:pathLst>
                <a:path w="417194" h="180340">
                  <a:moveTo>
                    <a:pt x="416678" y="0"/>
                  </a:moveTo>
                  <a:lnTo>
                    <a:pt x="55663" y="0"/>
                  </a:lnTo>
                  <a:lnTo>
                    <a:pt x="33996" y="4374"/>
                  </a:lnTo>
                  <a:lnTo>
                    <a:pt x="16303" y="16303"/>
                  </a:lnTo>
                  <a:lnTo>
                    <a:pt x="4374" y="33996"/>
                  </a:lnTo>
                  <a:lnTo>
                    <a:pt x="0" y="55663"/>
                  </a:lnTo>
                  <a:lnTo>
                    <a:pt x="0" y="179743"/>
                  </a:lnTo>
                  <a:lnTo>
                    <a:pt x="416678" y="179743"/>
                  </a:lnTo>
                  <a:lnTo>
                    <a:pt x="41667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18054958" y="9934251"/>
              <a:ext cx="417195" cy="180340"/>
            </a:xfrm>
            <a:custGeom>
              <a:avLst/>
              <a:gdLst/>
              <a:ahLst/>
              <a:cxnLst/>
              <a:rect l="l" t="t" r="r" b="b"/>
              <a:pathLst>
                <a:path w="417194" h="180340">
                  <a:moveTo>
                    <a:pt x="416678" y="0"/>
                  </a:moveTo>
                  <a:lnTo>
                    <a:pt x="55663" y="0"/>
                  </a:lnTo>
                  <a:lnTo>
                    <a:pt x="33996" y="4374"/>
                  </a:lnTo>
                  <a:lnTo>
                    <a:pt x="16303" y="16303"/>
                  </a:lnTo>
                  <a:lnTo>
                    <a:pt x="4374" y="33996"/>
                  </a:lnTo>
                  <a:lnTo>
                    <a:pt x="0" y="55663"/>
                  </a:lnTo>
                  <a:lnTo>
                    <a:pt x="0" y="179743"/>
                  </a:lnTo>
                  <a:lnTo>
                    <a:pt x="416678" y="179743"/>
                  </a:lnTo>
                  <a:lnTo>
                    <a:pt x="41667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3" name="object 383" descr=""/>
          <p:cNvSpPr txBox="1"/>
          <p:nvPr/>
        </p:nvSpPr>
        <p:spPr>
          <a:xfrm>
            <a:off x="624158" y="728636"/>
            <a:ext cx="179387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Medical</a:t>
            </a:r>
            <a:r>
              <a:rPr dirty="0" sz="1700" spc="6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furniture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185482" y="8097945"/>
            <a:ext cx="776605" cy="689610"/>
          </a:xfrm>
          <a:custGeom>
            <a:avLst/>
            <a:gdLst/>
            <a:ahLst/>
            <a:cxnLst/>
            <a:rect l="l" t="t" r="r" b="b"/>
            <a:pathLst>
              <a:path w="776604" h="689609">
                <a:moveTo>
                  <a:pt x="776046" y="375818"/>
                </a:moveTo>
                <a:lnTo>
                  <a:pt x="614362" y="225755"/>
                </a:lnTo>
                <a:lnTo>
                  <a:pt x="570661" y="207149"/>
                </a:lnTo>
                <a:lnTo>
                  <a:pt x="546874" y="206260"/>
                </a:lnTo>
                <a:lnTo>
                  <a:pt x="523367" y="211213"/>
                </a:lnTo>
                <a:lnTo>
                  <a:pt x="337591" y="248729"/>
                </a:lnTo>
                <a:lnTo>
                  <a:pt x="129260" y="0"/>
                </a:lnTo>
                <a:lnTo>
                  <a:pt x="112610" y="3263"/>
                </a:lnTo>
                <a:lnTo>
                  <a:pt x="301955" y="255930"/>
                </a:lnTo>
                <a:lnTo>
                  <a:pt x="222021" y="272059"/>
                </a:lnTo>
                <a:lnTo>
                  <a:pt x="203568" y="279146"/>
                </a:lnTo>
                <a:lnTo>
                  <a:pt x="191071" y="291007"/>
                </a:lnTo>
                <a:lnTo>
                  <a:pt x="184289" y="307225"/>
                </a:lnTo>
                <a:lnTo>
                  <a:pt x="183007" y="327342"/>
                </a:lnTo>
                <a:lnTo>
                  <a:pt x="185039" y="364769"/>
                </a:lnTo>
                <a:lnTo>
                  <a:pt x="660" y="178015"/>
                </a:lnTo>
                <a:lnTo>
                  <a:pt x="0" y="200291"/>
                </a:lnTo>
                <a:lnTo>
                  <a:pt x="187401" y="408012"/>
                </a:lnTo>
                <a:lnTo>
                  <a:pt x="188976" y="436867"/>
                </a:lnTo>
                <a:lnTo>
                  <a:pt x="196557" y="485051"/>
                </a:lnTo>
                <a:lnTo>
                  <a:pt x="213512" y="530733"/>
                </a:lnTo>
                <a:lnTo>
                  <a:pt x="239115" y="572668"/>
                </a:lnTo>
                <a:lnTo>
                  <a:pt x="272656" y="609600"/>
                </a:lnTo>
                <a:lnTo>
                  <a:pt x="313410" y="640245"/>
                </a:lnTo>
                <a:lnTo>
                  <a:pt x="360667" y="663359"/>
                </a:lnTo>
                <a:lnTo>
                  <a:pt x="408978" y="678548"/>
                </a:lnTo>
                <a:lnTo>
                  <a:pt x="460438" y="689419"/>
                </a:lnTo>
                <a:lnTo>
                  <a:pt x="524167" y="687527"/>
                </a:lnTo>
                <a:lnTo>
                  <a:pt x="572389" y="675792"/>
                </a:lnTo>
                <a:lnTo>
                  <a:pt x="611212" y="652881"/>
                </a:lnTo>
                <a:lnTo>
                  <a:pt x="646785" y="617486"/>
                </a:lnTo>
                <a:lnTo>
                  <a:pt x="689914" y="559536"/>
                </a:lnTo>
                <a:lnTo>
                  <a:pt x="725411" y="497243"/>
                </a:lnTo>
                <a:lnTo>
                  <a:pt x="769162" y="409790"/>
                </a:lnTo>
                <a:lnTo>
                  <a:pt x="775030" y="392201"/>
                </a:lnTo>
                <a:lnTo>
                  <a:pt x="776046" y="375818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694" y="4382212"/>
            <a:ext cx="3827156" cy="300534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4040" y="8146320"/>
            <a:ext cx="2582283" cy="224554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58176" y="5847183"/>
            <a:ext cx="3604540" cy="151880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982814" y="1853179"/>
            <a:ext cx="4665345" cy="2099945"/>
            <a:chOff x="982814" y="1853179"/>
            <a:chExt cx="4665345" cy="2099945"/>
          </a:xfrm>
        </p:grpSpPr>
        <p:sp>
          <p:nvSpPr>
            <p:cNvPr id="7" name="object 7" descr=""/>
            <p:cNvSpPr/>
            <p:nvPr/>
          </p:nvSpPr>
          <p:spPr>
            <a:xfrm>
              <a:off x="1018310" y="1853671"/>
              <a:ext cx="1482090" cy="2099310"/>
            </a:xfrm>
            <a:custGeom>
              <a:avLst/>
              <a:gdLst/>
              <a:ahLst/>
              <a:cxnLst/>
              <a:rect l="l" t="t" r="r" b="b"/>
              <a:pathLst>
                <a:path w="1482089" h="2099310">
                  <a:moveTo>
                    <a:pt x="1481818" y="0"/>
                  </a:moveTo>
                  <a:lnTo>
                    <a:pt x="1351722" y="1634"/>
                  </a:lnTo>
                  <a:lnTo>
                    <a:pt x="1045096" y="12816"/>
                  </a:lnTo>
                  <a:lnTo>
                    <a:pt x="687436" y="42963"/>
                  </a:lnTo>
                  <a:lnTo>
                    <a:pt x="404239" y="101494"/>
                  </a:lnTo>
                  <a:lnTo>
                    <a:pt x="244821" y="165233"/>
                  </a:lnTo>
                  <a:lnTo>
                    <a:pt x="149573" y="232135"/>
                  </a:lnTo>
                  <a:lnTo>
                    <a:pt x="80599" y="343292"/>
                  </a:lnTo>
                  <a:lnTo>
                    <a:pt x="0" y="539795"/>
                  </a:lnTo>
                  <a:lnTo>
                    <a:pt x="0" y="2099150"/>
                  </a:lnTo>
                  <a:lnTo>
                    <a:pt x="623174" y="2099150"/>
                  </a:lnTo>
                  <a:lnTo>
                    <a:pt x="1441401" y="2099150"/>
                  </a:lnTo>
                  <a:lnTo>
                    <a:pt x="148181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12824" y="1853189"/>
              <a:ext cx="2146300" cy="2099945"/>
            </a:xfrm>
            <a:custGeom>
              <a:avLst/>
              <a:gdLst/>
              <a:ahLst/>
              <a:cxnLst/>
              <a:rect l="l" t="t" r="r" b="b"/>
              <a:pathLst>
                <a:path w="2146300" h="2099945">
                  <a:moveTo>
                    <a:pt x="270738" y="596696"/>
                  </a:moveTo>
                  <a:lnTo>
                    <a:pt x="263842" y="553910"/>
                  </a:lnTo>
                  <a:lnTo>
                    <a:pt x="244627" y="516750"/>
                  </a:lnTo>
                  <a:lnTo>
                    <a:pt x="215315" y="487438"/>
                  </a:lnTo>
                  <a:lnTo>
                    <a:pt x="178155" y="468223"/>
                  </a:lnTo>
                  <a:lnTo>
                    <a:pt x="135369" y="461327"/>
                  </a:lnTo>
                  <a:lnTo>
                    <a:pt x="92583" y="468223"/>
                  </a:lnTo>
                  <a:lnTo>
                    <a:pt x="55422" y="487451"/>
                  </a:lnTo>
                  <a:lnTo>
                    <a:pt x="26123" y="516750"/>
                  </a:lnTo>
                  <a:lnTo>
                    <a:pt x="6908" y="553910"/>
                  </a:lnTo>
                  <a:lnTo>
                    <a:pt x="0" y="596696"/>
                  </a:lnTo>
                  <a:lnTo>
                    <a:pt x="0" y="2042769"/>
                  </a:lnTo>
                  <a:lnTo>
                    <a:pt x="270738" y="2042769"/>
                  </a:lnTo>
                  <a:lnTo>
                    <a:pt x="270738" y="596696"/>
                  </a:lnTo>
                  <a:close/>
                </a:path>
                <a:path w="2146300" h="2099945">
                  <a:moveTo>
                    <a:pt x="2145957" y="523430"/>
                  </a:moveTo>
                  <a:lnTo>
                    <a:pt x="2067115" y="220814"/>
                  </a:lnTo>
                  <a:lnTo>
                    <a:pt x="1947189" y="65417"/>
                  </a:lnTo>
                  <a:lnTo>
                    <a:pt x="1701863" y="8178"/>
                  </a:lnTo>
                  <a:lnTo>
                    <a:pt x="1246886" y="0"/>
                  </a:lnTo>
                  <a:lnTo>
                    <a:pt x="863612" y="83096"/>
                  </a:lnTo>
                  <a:lnTo>
                    <a:pt x="617004" y="265925"/>
                  </a:lnTo>
                  <a:lnTo>
                    <a:pt x="485114" y="448754"/>
                  </a:lnTo>
                  <a:lnTo>
                    <a:pt x="446024" y="531850"/>
                  </a:lnTo>
                  <a:lnTo>
                    <a:pt x="428650" y="2099640"/>
                  </a:lnTo>
                  <a:lnTo>
                    <a:pt x="2145957" y="2099640"/>
                  </a:lnTo>
                  <a:lnTo>
                    <a:pt x="2145957" y="52343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01224" y="2090154"/>
              <a:ext cx="1263015" cy="1626870"/>
            </a:xfrm>
            <a:custGeom>
              <a:avLst/>
              <a:gdLst/>
              <a:ahLst/>
              <a:cxnLst/>
              <a:rect l="l" t="t" r="r" b="b"/>
              <a:pathLst>
                <a:path w="1263014" h="1626870">
                  <a:moveTo>
                    <a:pt x="631446" y="0"/>
                  </a:moveTo>
                  <a:lnTo>
                    <a:pt x="589929" y="1729"/>
                  </a:lnTo>
                  <a:lnTo>
                    <a:pt x="549129" y="6847"/>
                  </a:lnTo>
                  <a:lnTo>
                    <a:pt x="509129" y="15246"/>
                  </a:lnTo>
                  <a:lnTo>
                    <a:pt x="470012" y="26818"/>
                  </a:lnTo>
                  <a:lnTo>
                    <a:pt x="431862" y="41457"/>
                  </a:lnTo>
                  <a:lnTo>
                    <a:pt x="394762" y="59055"/>
                  </a:lnTo>
                  <a:lnTo>
                    <a:pt x="358795" y="79506"/>
                  </a:lnTo>
                  <a:lnTo>
                    <a:pt x="324044" y="102702"/>
                  </a:lnTo>
                  <a:lnTo>
                    <a:pt x="290593" y="128535"/>
                  </a:lnTo>
                  <a:lnTo>
                    <a:pt x="258524" y="156900"/>
                  </a:lnTo>
                  <a:lnTo>
                    <a:pt x="227922" y="187688"/>
                  </a:lnTo>
                  <a:lnTo>
                    <a:pt x="198868" y="220792"/>
                  </a:lnTo>
                  <a:lnTo>
                    <a:pt x="171447" y="256106"/>
                  </a:lnTo>
                  <a:lnTo>
                    <a:pt x="145741" y="293522"/>
                  </a:lnTo>
                  <a:lnTo>
                    <a:pt x="121834" y="332932"/>
                  </a:lnTo>
                  <a:lnTo>
                    <a:pt x="99809" y="374231"/>
                  </a:lnTo>
                  <a:lnTo>
                    <a:pt x="79749" y="417310"/>
                  </a:lnTo>
                  <a:lnTo>
                    <a:pt x="61737" y="462063"/>
                  </a:lnTo>
                  <a:lnTo>
                    <a:pt x="45857" y="508382"/>
                  </a:lnTo>
                  <a:lnTo>
                    <a:pt x="32192" y="556161"/>
                  </a:lnTo>
                  <a:lnTo>
                    <a:pt x="20824" y="605291"/>
                  </a:lnTo>
                  <a:lnTo>
                    <a:pt x="11838" y="655666"/>
                  </a:lnTo>
                  <a:lnTo>
                    <a:pt x="5317" y="707179"/>
                  </a:lnTo>
                  <a:lnTo>
                    <a:pt x="1343" y="759723"/>
                  </a:lnTo>
                  <a:lnTo>
                    <a:pt x="0" y="813189"/>
                  </a:lnTo>
                  <a:lnTo>
                    <a:pt x="1343" y="866657"/>
                  </a:lnTo>
                  <a:lnTo>
                    <a:pt x="5317" y="919202"/>
                  </a:lnTo>
                  <a:lnTo>
                    <a:pt x="11838" y="970716"/>
                  </a:lnTo>
                  <a:lnTo>
                    <a:pt x="20824" y="1021091"/>
                  </a:lnTo>
                  <a:lnTo>
                    <a:pt x="32192" y="1070222"/>
                  </a:lnTo>
                  <a:lnTo>
                    <a:pt x="45857" y="1118001"/>
                  </a:lnTo>
                  <a:lnTo>
                    <a:pt x="61737" y="1164320"/>
                  </a:lnTo>
                  <a:lnTo>
                    <a:pt x="79749" y="1209073"/>
                  </a:lnTo>
                  <a:lnTo>
                    <a:pt x="99809" y="1252152"/>
                  </a:lnTo>
                  <a:lnTo>
                    <a:pt x="121834" y="1293451"/>
                  </a:lnTo>
                  <a:lnTo>
                    <a:pt x="145741" y="1332862"/>
                  </a:lnTo>
                  <a:lnTo>
                    <a:pt x="171447" y="1370277"/>
                  </a:lnTo>
                  <a:lnTo>
                    <a:pt x="198868" y="1405591"/>
                  </a:lnTo>
                  <a:lnTo>
                    <a:pt x="227922" y="1438695"/>
                  </a:lnTo>
                  <a:lnTo>
                    <a:pt x="258524" y="1469482"/>
                  </a:lnTo>
                  <a:lnTo>
                    <a:pt x="290593" y="1497846"/>
                  </a:lnTo>
                  <a:lnTo>
                    <a:pt x="324044" y="1523679"/>
                  </a:lnTo>
                  <a:lnTo>
                    <a:pt x="358795" y="1546875"/>
                  </a:lnTo>
                  <a:lnTo>
                    <a:pt x="394762" y="1567325"/>
                  </a:lnTo>
                  <a:lnTo>
                    <a:pt x="431862" y="1584923"/>
                  </a:lnTo>
                  <a:lnTo>
                    <a:pt x="470012" y="1599561"/>
                  </a:lnTo>
                  <a:lnTo>
                    <a:pt x="509129" y="1611134"/>
                  </a:lnTo>
                  <a:lnTo>
                    <a:pt x="549129" y="1619532"/>
                  </a:lnTo>
                  <a:lnTo>
                    <a:pt x="589929" y="1624650"/>
                  </a:lnTo>
                  <a:lnTo>
                    <a:pt x="631446" y="1626379"/>
                  </a:lnTo>
                  <a:lnTo>
                    <a:pt x="672965" y="1624650"/>
                  </a:lnTo>
                  <a:lnTo>
                    <a:pt x="713766" y="1619532"/>
                  </a:lnTo>
                  <a:lnTo>
                    <a:pt x="753767" y="1611134"/>
                  </a:lnTo>
                  <a:lnTo>
                    <a:pt x="792884" y="1599561"/>
                  </a:lnTo>
                  <a:lnTo>
                    <a:pt x="831034" y="1584923"/>
                  </a:lnTo>
                  <a:lnTo>
                    <a:pt x="868135" y="1567325"/>
                  </a:lnTo>
                  <a:lnTo>
                    <a:pt x="904102" y="1546875"/>
                  </a:lnTo>
                  <a:lnTo>
                    <a:pt x="938853" y="1523679"/>
                  </a:lnTo>
                  <a:lnTo>
                    <a:pt x="972304" y="1497846"/>
                  </a:lnTo>
                  <a:lnTo>
                    <a:pt x="1004373" y="1469482"/>
                  </a:lnTo>
                  <a:lnTo>
                    <a:pt x="1034975" y="1438695"/>
                  </a:lnTo>
                  <a:lnTo>
                    <a:pt x="1064029" y="1405591"/>
                  </a:lnTo>
                  <a:lnTo>
                    <a:pt x="1091450" y="1370277"/>
                  </a:lnTo>
                  <a:lnTo>
                    <a:pt x="1117155" y="1332862"/>
                  </a:lnTo>
                  <a:lnTo>
                    <a:pt x="1141062" y="1293451"/>
                  </a:lnTo>
                  <a:lnTo>
                    <a:pt x="1163087" y="1252152"/>
                  </a:lnTo>
                  <a:lnTo>
                    <a:pt x="1183146" y="1209073"/>
                  </a:lnTo>
                  <a:lnTo>
                    <a:pt x="1201157" y="1164320"/>
                  </a:lnTo>
                  <a:lnTo>
                    <a:pt x="1217037" y="1118001"/>
                  </a:lnTo>
                  <a:lnTo>
                    <a:pt x="1230702" y="1070222"/>
                  </a:lnTo>
                  <a:lnTo>
                    <a:pt x="1242069" y="1021091"/>
                  </a:lnTo>
                  <a:lnTo>
                    <a:pt x="1251055" y="970716"/>
                  </a:lnTo>
                  <a:lnTo>
                    <a:pt x="1257576" y="919202"/>
                  </a:lnTo>
                  <a:lnTo>
                    <a:pt x="1261550" y="866657"/>
                  </a:lnTo>
                  <a:lnTo>
                    <a:pt x="1262893" y="813189"/>
                  </a:lnTo>
                  <a:lnTo>
                    <a:pt x="1261550" y="759723"/>
                  </a:lnTo>
                  <a:lnTo>
                    <a:pt x="1257576" y="707179"/>
                  </a:lnTo>
                  <a:lnTo>
                    <a:pt x="1251055" y="655666"/>
                  </a:lnTo>
                  <a:lnTo>
                    <a:pt x="1242069" y="605291"/>
                  </a:lnTo>
                  <a:lnTo>
                    <a:pt x="1230702" y="556161"/>
                  </a:lnTo>
                  <a:lnTo>
                    <a:pt x="1217037" y="508382"/>
                  </a:lnTo>
                  <a:lnTo>
                    <a:pt x="1201157" y="462063"/>
                  </a:lnTo>
                  <a:lnTo>
                    <a:pt x="1183146" y="417310"/>
                  </a:lnTo>
                  <a:lnTo>
                    <a:pt x="1163087" y="374231"/>
                  </a:lnTo>
                  <a:lnTo>
                    <a:pt x="1141062" y="332932"/>
                  </a:lnTo>
                  <a:lnTo>
                    <a:pt x="1117155" y="293522"/>
                  </a:lnTo>
                  <a:lnTo>
                    <a:pt x="1091450" y="256106"/>
                  </a:lnTo>
                  <a:lnTo>
                    <a:pt x="1064029" y="220792"/>
                  </a:lnTo>
                  <a:lnTo>
                    <a:pt x="1034975" y="187688"/>
                  </a:lnTo>
                  <a:lnTo>
                    <a:pt x="1004373" y="156900"/>
                  </a:lnTo>
                  <a:lnTo>
                    <a:pt x="972304" y="128535"/>
                  </a:lnTo>
                  <a:lnTo>
                    <a:pt x="938853" y="102702"/>
                  </a:lnTo>
                  <a:lnTo>
                    <a:pt x="904102" y="79506"/>
                  </a:lnTo>
                  <a:lnTo>
                    <a:pt x="868135" y="59055"/>
                  </a:lnTo>
                  <a:lnTo>
                    <a:pt x="831034" y="41457"/>
                  </a:lnTo>
                  <a:lnTo>
                    <a:pt x="792884" y="26818"/>
                  </a:lnTo>
                  <a:lnTo>
                    <a:pt x="753767" y="15246"/>
                  </a:lnTo>
                  <a:lnTo>
                    <a:pt x="713766" y="6847"/>
                  </a:lnTo>
                  <a:lnTo>
                    <a:pt x="672965" y="1729"/>
                  </a:lnTo>
                  <a:lnTo>
                    <a:pt x="63144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130507" y="2346499"/>
              <a:ext cx="814705" cy="1049020"/>
            </a:xfrm>
            <a:custGeom>
              <a:avLst/>
              <a:gdLst/>
              <a:ahLst/>
              <a:cxnLst/>
              <a:rect l="l" t="t" r="r" b="b"/>
              <a:pathLst>
                <a:path w="814705" h="1049020">
                  <a:moveTo>
                    <a:pt x="407244" y="0"/>
                  </a:moveTo>
                  <a:lnTo>
                    <a:pt x="365605" y="2707"/>
                  </a:lnTo>
                  <a:lnTo>
                    <a:pt x="325170" y="10655"/>
                  </a:lnTo>
                  <a:lnTo>
                    <a:pt x="286142" y="23578"/>
                  </a:lnTo>
                  <a:lnTo>
                    <a:pt x="248726" y="41214"/>
                  </a:lnTo>
                  <a:lnTo>
                    <a:pt x="213127" y="63299"/>
                  </a:lnTo>
                  <a:lnTo>
                    <a:pt x="179550" y="89570"/>
                  </a:lnTo>
                  <a:lnTo>
                    <a:pt x="148199" y="119761"/>
                  </a:lnTo>
                  <a:lnTo>
                    <a:pt x="119279" y="153611"/>
                  </a:lnTo>
                  <a:lnTo>
                    <a:pt x="92994" y="190856"/>
                  </a:lnTo>
                  <a:lnTo>
                    <a:pt x="69550" y="231231"/>
                  </a:lnTo>
                  <a:lnTo>
                    <a:pt x="49152" y="274473"/>
                  </a:lnTo>
                  <a:lnTo>
                    <a:pt x="32003" y="320319"/>
                  </a:lnTo>
                  <a:lnTo>
                    <a:pt x="18308" y="368505"/>
                  </a:lnTo>
                  <a:lnTo>
                    <a:pt x="8273" y="418767"/>
                  </a:lnTo>
                  <a:lnTo>
                    <a:pt x="2102" y="470841"/>
                  </a:lnTo>
                  <a:lnTo>
                    <a:pt x="0" y="524465"/>
                  </a:lnTo>
                  <a:lnTo>
                    <a:pt x="2102" y="578089"/>
                  </a:lnTo>
                  <a:lnTo>
                    <a:pt x="8273" y="630164"/>
                  </a:lnTo>
                  <a:lnTo>
                    <a:pt x="18308" y="680426"/>
                  </a:lnTo>
                  <a:lnTo>
                    <a:pt x="32003" y="728612"/>
                  </a:lnTo>
                  <a:lnTo>
                    <a:pt x="49152" y="774457"/>
                  </a:lnTo>
                  <a:lnTo>
                    <a:pt x="69550" y="817700"/>
                  </a:lnTo>
                  <a:lnTo>
                    <a:pt x="92994" y="858075"/>
                  </a:lnTo>
                  <a:lnTo>
                    <a:pt x="119279" y="895319"/>
                  </a:lnTo>
                  <a:lnTo>
                    <a:pt x="148199" y="929169"/>
                  </a:lnTo>
                  <a:lnTo>
                    <a:pt x="179550" y="959361"/>
                  </a:lnTo>
                  <a:lnTo>
                    <a:pt x="213127" y="985631"/>
                  </a:lnTo>
                  <a:lnTo>
                    <a:pt x="248726" y="1007716"/>
                  </a:lnTo>
                  <a:lnTo>
                    <a:pt x="286142" y="1025352"/>
                  </a:lnTo>
                  <a:lnTo>
                    <a:pt x="325170" y="1038276"/>
                  </a:lnTo>
                  <a:lnTo>
                    <a:pt x="365605" y="1046223"/>
                  </a:lnTo>
                  <a:lnTo>
                    <a:pt x="407244" y="1048931"/>
                  </a:lnTo>
                  <a:lnTo>
                    <a:pt x="448884" y="1046223"/>
                  </a:lnTo>
                  <a:lnTo>
                    <a:pt x="489321" y="1038276"/>
                  </a:lnTo>
                  <a:lnTo>
                    <a:pt x="528350" y="1025352"/>
                  </a:lnTo>
                  <a:lnTo>
                    <a:pt x="565767" y="1007716"/>
                  </a:lnTo>
                  <a:lnTo>
                    <a:pt x="601367" y="985631"/>
                  </a:lnTo>
                  <a:lnTo>
                    <a:pt x="634946" y="959361"/>
                  </a:lnTo>
                  <a:lnTo>
                    <a:pt x="666297" y="929169"/>
                  </a:lnTo>
                  <a:lnTo>
                    <a:pt x="695218" y="895319"/>
                  </a:lnTo>
                  <a:lnTo>
                    <a:pt x="721503" y="858075"/>
                  </a:lnTo>
                  <a:lnTo>
                    <a:pt x="744947" y="817700"/>
                  </a:lnTo>
                  <a:lnTo>
                    <a:pt x="765346" y="774457"/>
                  </a:lnTo>
                  <a:lnTo>
                    <a:pt x="782495" y="728612"/>
                  </a:lnTo>
                  <a:lnTo>
                    <a:pt x="796189" y="680426"/>
                  </a:lnTo>
                  <a:lnTo>
                    <a:pt x="806224" y="630164"/>
                  </a:lnTo>
                  <a:lnTo>
                    <a:pt x="812396" y="578089"/>
                  </a:lnTo>
                  <a:lnTo>
                    <a:pt x="814498" y="524465"/>
                  </a:lnTo>
                  <a:lnTo>
                    <a:pt x="812396" y="470841"/>
                  </a:lnTo>
                  <a:lnTo>
                    <a:pt x="806224" y="418767"/>
                  </a:lnTo>
                  <a:lnTo>
                    <a:pt x="796189" y="368505"/>
                  </a:lnTo>
                  <a:lnTo>
                    <a:pt x="782495" y="320319"/>
                  </a:lnTo>
                  <a:lnTo>
                    <a:pt x="765346" y="274473"/>
                  </a:lnTo>
                  <a:lnTo>
                    <a:pt x="744947" y="231231"/>
                  </a:lnTo>
                  <a:lnTo>
                    <a:pt x="721503" y="190856"/>
                  </a:lnTo>
                  <a:lnTo>
                    <a:pt x="695218" y="153611"/>
                  </a:lnTo>
                  <a:lnTo>
                    <a:pt x="666297" y="119761"/>
                  </a:lnTo>
                  <a:lnTo>
                    <a:pt x="634946" y="89570"/>
                  </a:lnTo>
                  <a:lnTo>
                    <a:pt x="601367" y="63299"/>
                  </a:lnTo>
                  <a:lnTo>
                    <a:pt x="565767" y="41214"/>
                  </a:lnTo>
                  <a:lnTo>
                    <a:pt x="528350" y="23578"/>
                  </a:lnTo>
                  <a:lnTo>
                    <a:pt x="489321" y="10655"/>
                  </a:lnTo>
                  <a:lnTo>
                    <a:pt x="448884" y="2707"/>
                  </a:lnTo>
                  <a:lnTo>
                    <a:pt x="407244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127796" y="2391276"/>
              <a:ext cx="3520440" cy="1343660"/>
            </a:xfrm>
            <a:custGeom>
              <a:avLst/>
              <a:gdLst/>
              <a:ahLst/>
              <a:cxnLst/>
              <a:rect l="l" t="t" r="r" b="b"/>
              <a:pathLst>
                <a:path w="3520440" h="1343660">
                  <a:moveTo>
                    <a:pt x="484847" y="479704"/>
                  </a:moveTo>
                  <a:lnTo>
                    <a:pt x="482803" y="426847"/>
                  </a:lnTo>
                  <a:lnTo>
                    <a:pt x="476796" y="375488"/>
                  </a:lnTo>
                  <a:lnTo>
                    <a:pt x="467042" y="325882"/>
                  </a:lnTo>
                  <a:lnTo>
                    <a:pt x="453720" y="278282"/>
                  </a:lnTo>
                  <a:lnTo>
                    <a:pt x="437045" y="232956"/>
                  </a:lnTo>
                  <a:lnTo>
                    <a:pt x="417182" y="190119"/>
                  </a:lnTo>
                  <a:lnTo>
                    <a:pt x="394347" y="150063"/>
                  </a:lnTo>
                  <a:lnTo>
                    <a:pt x="368731" y="113004"/>
                  </a:lnTo>
                  <a:lnTo>
                    <a:pt x="340537" y="79222"/>
                  </a:lnTo>
                  <a:lnTo>
                    <a:pt x="309956" y="48958"/>
                  </a:lnTo>
                  <a:lnTo>
                    <a:pt x="277190" y="22466"/>
                  </a:lnTo>
                  <a:lnTo>
                    <a:pt x="242417" y="0"/>
                  </a:lnTo>
                  <a:lnTo>
                    <a:pt x="207657" y="22466"/>
                  </a:lnTo>
                  <a:lnTo>
                    <a:pt x="174879" y="48958"/>
                  </a:lnTo>
                  <a:lnTo>
                    <a:pt x="144297" y="79222"/>
                  </a:lnTo>
                  <a:lnTo>
                    <a:pt x="116103" y="113004"/>
                  </a:lnTo>
                  <a:lnTo>
                    <a:pt x="90500" y="150063"/>
                  </a:lnTo>
                  <a:lnTo>
                    <a:pt x="67665" y="190119"/>
                  </a:lnTo>
                  <a:lnTo>
                    <a:pt x="47802" y="232956"/>
                  </a:lnTo>
                  <a:lnTo>
                    <a:pt x="31115" y="278282"/>
                  </a:lnTo>
                  <a:lnTo>
                    <a:pt x="17792" y="325882"/>
                  </a:lnTo>
                  <a:lnTo>
                    <a:pt x="8039" y="375488"/>
                  </a:lnTo>
                  <a:lnTo>
                    <a:pt x="2044" y="426847"/>
                  </a:lnTo>
                  <a:lnTo>
                    <a:pt x="0" y="479704"/>
                  </a:lnTo>
                  <a:lnTo>
                    <a:pt x="2044" y="532549"/>
                  </a:lnTo>
                  <a:lnTo>
                    <a:pt x="8039" y="583907"/>
                  </a:lnTo>
                  <a:lnTo>
                    <a:pt x="17792" y="633514"/>
                  </a:lnTo>
                  <a:lnTo>
                    <a:pt x="31115" y="681101"/>
                  </a:lnTo>
                  <a:lnTo>
                    <a:pt x="47802" y="726440"/>
                  </a:lnTo>
                  <a:lnTo>
                    <a:pt x="67665" y="769264"/>
                  </a:lnTo>
                  <a:lnTo>
                    <a:pt x="90500" y="809332"/>
                  </a:lnTo>
                  <a:lnTo>
                    <a:pt x="116103" y="846378"/>
                  </a:lnTo>
                  <a:lnTo>
                    <a:pt x="144297" y="880160"/>
                  </a:lnTo>
                  <a:lnTo>
                    <a:pt x="174879" y="910424"/>
                  </a:lnTo>
                  <a:lnTo>
                    <a:pt x="207657" y="936917"/>
                  </a:lnTo>
                  <a:lnTo>
                    <a:pt x="242417" y="959396"/>
                  </a:lnTo>
                  <a:lnTo>
                    <a:pt x="277190" y="936917"/>
                  </a:lnTo>
                  <a:lnTo>
                    <a:pt x="309956" y="910424"/>
                  </a:lnTo>
                  <a:lnTo>
                    <a:pt x="340537" y="880160"/>
                  </a:lnTo>
                  <a:lnTo>
                    <a:pt x="368731" y="846378"/>
                  </a:lnTo>
                  <a:lnTo>
                    <a:pt x="394347" y="809332"/>
                  </a:lnTo>
                  <a:lnTo>
                    <a:pt x="417182" y="769264"/>
                  </a:lnTo>
                  <a:lnTo>
                    <a:pt x="437045" y="726440"/>
                  </a:lnTo>
                  <a:lnTo>
                    <a:pt x="453720" y="681101"/>
                  </a:lnTo>
                  <a:lnTo>
                    <a:pt x="467042" y="633514"/>
                  </a:lnTo>
                  <a:lnTo>
                    <a:pt x="476796" y="583907"/>
                  </a:lnTo>
                  <a:lnTo>
                    <a:pt x="482803" y="532549"/>
                  </a:lnTo>
                  <a:lnTo>
                    <a:pt x="484847" y="479704"/>
                  </a:lnTo>
                  <a:close/>
                </a:path>
                <a:path w="3520440" h="1343660">
                  <a:moveTo>
                    <a:pt x="3520173" y="1109611"/>
                  </a:moveTo>
                  <a:lnTo>
                    <a:pt x="3502520" y="1038225"/>
                  </a:lnTo>
                  <a:lnTo>
                    <a:pt x="921042" y="1038225"/>
                  </a:lnTo>
                  <a:lnTo>
                    <a:pt x="343319" y="1181023"/>
                  </a:lnTo>
                  <a:lnTo>
                    <a:pt x="729361" y="1224991"/>
                  </a:lnTo>
                  <a:lnTo>
                    <a:pt x="1618678" y="1304988"/>
                  </a:lnTo>
                  <a:lnTo>
                    <a:pt x="2608072" y="1343139"/>
                  </a:lnTo>
                  <a:lnTo>
                    <a:pt x="3294329" y="1261554"/>
                  </a:lnTo>
                  <a:lnTo>
                    <a:pt x="3435604" y="1200340"/>
                  </a:lnTo>
                  <a:lnTo>
                    <a:pt x="3504374" y="1156677"/>
                  </a:lnTo>
                  <a:lnTo>
                    <a:pt x="3520173" y="1109611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471129" y="3429497"/>
              <a:ext cx="2597785" cy="257175"/>
            </a:xfrm>
            <a:custGeom>
              <a:avLst/>
              <a:gdLst/>
              <a:ahLst/>
              <a:cxnLst/>
              <a:rect l="l" t="t" r="r" b="b"/>
              <a:pathLst>
                <a:path w="2597785" h="257175">
                  <a:moveTo>
                    <a:pt x="2581471" y="0"/>
                  </a:moveTo>
                  <a:lnTo>
                    <a:pt x="0" y="0"/>
                  </a:lnTo>
                  <a:lnTo>
                    <a:pt x="0" y="142791"/>
                  </a:lnTo>
                  <a:lnTo>
                    <a:pt x="336760" y="170810"/>
                  </a:lnTo>
                  <a:lnTo>
                    <a:pt x="1095803" y="224219"/>
                  </a:lnTo>
                  <a:lnTo>
                    <a:pt x="1900265" y="257047"/>
                  </a:lnTo>
                  <a:lnTo>
                    <a:pt x="2373288" y="223323"/>
                  </a:lnTo>
                  <a:lnTo>
                    <a:pt x="2512809" y="158090"/>
                  </a:lnTo>
                  <a:lnTo>
                    <a:pt x="2581002" y="113082"/>
                  </a:lnTo>
                  <a:lnTo>
                    <a:pt x="2597383" y="67365"/>
                  </a:lnTo>
                  <a:lnTo>
                    <a:pt x="2581471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471129" y="3572287"/>
              <a:ext cx="2120265" cy="381000"/>
            </a:xfrm>
            <a:custGeom>
              <a:avLst/>
              <a:gdLst/>
              <a:ahLst/>
              <a:cxnLst/>
              <a:rect l="l" t="t" r="r" b="b"/>
              <a:pathLst>
                <a:path w="2120265" h="381000">
                  <a:moveTo>
                    <a:pt x="0" y="0"/>
                  </a:moveTo>
                  <a:lnTo>
                    <a:pt x="0" y="380532"/>
                  </a:lnTo>
                  <a:lnTo>
                    <a:pt x="2119788" y="380532"/>
                  </a:lnTo>
                  <a:lnTo>
                    <a:pt x="2071109" y="1442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471128" y="3716546"/>
              <a:ext cx="2120265" cy="236854"/>
            </a:xfrm>
            <a:custGeom>
              <a:avLst/>
              <a:gdLst/>
              <a:ahLst/>
              <a:cxnLst/>
              <a:rect l="l" t="t" r="r" b="b"/>
              <a:pathLst>
                <a:path w="2120265" h="236854">
                  <a:moveTo>
                    <a:pt x="2119795" y="236283"/>
                  </a:moveTo>
                  <a:lnTo>
                    <a:pt x="2074862" y="18199"/>
                  </a:lnTo>
                  <a:lnTo>
                    <a:pt x="1552321" y="0"/>
                  </a:lnTo>
                  <a:lnTo>
                    <a:pt x="1560423" y="45821"/>
                  </a:lnTo>
                  <a:lnTo>
                    <a:pt x="0" y="18199"/>
                  </a:lnTo>
                  <a:lnTo>
                    <a:pt x="0" y="57569"/>
                  </a:lnTo>
                  <a:lnTo>
                    <a:pt x="1567116" y="83578"/>
                  </a:lnTo>
                  <a:lnTo>
                    <a:pt x="1594167" y="236283"/>
                  </a:lnTo>
                  <a:lnTo>
                    <a:pt x="2119795" y="236283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82814" y="3716535"/>
              <a:ext cx="659130" cy="236854"/>
            </a:xfrm>
            <a:custGeom>
              <a:avLst/>
              <a:gdLst/>
              <a:ahLst/>
              <a:cxnLst/>
              <a:rect l="l" t="t" r="r" b="b"/>
              <a:pathLst>
                <a:path w="659130" h="236854">
                  <a:moveTo>
                    <a:pt x="658671" y="0"/>
                  </a:moveTo>
                  <a:lnTo>
                    <a:pt x="143932" y="0"/>
                  </a:lnTo>
                  <a:lnTo>
                    <a:pt x="98441" y="7337"/>
                  </a:lnTo>
                  <a:lnTo>
                    <a:pt x="58931" y="27769"/>
                  </a:lnTo>
                  <a:lnTo>
                    <a:pt x="27772" y="58926"/>
                  </a:lnTo>
                  <a:lnTo>
                    <a:pt x="7338" y="98437"/>
                  </a:lnTo>
                  <a:lnTo>
                    <a:pt x="0" y="143932"/>
                  </a:lnTo>
                  <a:lnTo>
                    <a:pt x="0" y="236285"/>
                  </a:lnTo>
                  <a:lnTo>
                    <a:pt x="658671" y="236285"/>
                  </a:lnTo>
                  <a:lnTo>
                    <a:pt x="658671" y="0"/>
                  </a:lnTo>
                  <a:close/>
                </a:path>
              </a:pathLst>
            </a:custGeom>
            <a:solidFill>
              <a:srgbClr val="67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97875" y="2141606"/>
              <a:ext cx="549275" cy="535305"/>
            </a:xfrm>
            <a:custGeom>
              <a:avLst/>
              <a:gdLst/>
              <a:ahLst/>
              <a:cxnLst/>
              <a:rect l="l" t="t" r="r" b="b"/>
              <a:pathLst>
                <a:path w="549275" h="535305">
                  <a:moveTo>
                    <a:pt x="338162" y="86982"/>
                  </a:moveTo>
                  <a:lnTo>
                    <a:pt x="337845" y="76758"/>
                  </a:lnTo>
                  <a:lnTo>
                    <a:pt x="330822" y="68033"/>
                  </a:lnTo>
                  <a:lnTo>
                    <a:pt x="319582" y="64757"/>
                  </a:lnTo>
                  <a:lnTo>
                    <a:pt x="306476" y="65620"/>
                  </a:lnTo>
                  <a:lnTo>
                    <a:pt x="248678" y="91782"/>
                  </a:lnTo>
                  <a:lnTo>
                    <a:pt x="207073" y="120053"/>
                  </a:lnTo>
                  <a:lnTo>
                    <a:pt x="168960" y="153289"/>
                  </a:lnTo>
                  <a:lnTo>
                    <a:pt x="134302" y="190627"/>
                  </a:lnTo>
                  <a:lnTo>
                    <a:pt x="103022" y="231165"/>
                  </a:lnTo>
                  <a:lnTo>
                    <a:pt x="75069" y="274040"/>
                  </a:lnTo>
                  <a:lnTo>
                    <a:pt x="50380" y="318363"/>
                  </a:lnTo>
                  <a:lnTo>
                    <a:pt x="28905" y="363283"/>
                  </a:lnTo>
                  <a:lnTo>
                    <a:pt x="5753" y="428510"/>
                  </a:lnTo>
                  <a:lnTo>
                    <a:pt x="0" y="462318"/>
                  </a:lnTo>
                  <a:lnTo>
                    <a:pt x="127" y="496519"/>
                  </a:lnTo>
                  <a:lnTo>
                    <a:pt x="17437" y="531914"/>
                  </a:lnTo>
                  <a:lnTo>
                    <a:pt x="26924" y="535228"/>
                  </a:lnTo>
                  <a:lnTo>
                    <a:pt x="37045" y="535012"/>
                  </a:lnTo>
                  <a:lnTo>
                    <a:pt x="68808" y="510590"/>
                  </a:lnTo>
                  <a:lnTo>
                    <a:pt x="97840" y="444817"/>
                  </a:lnTo>
                  <a:lnTo>
                    <a:pt x="133654" y="348691"/>
                  </a:lnTo>
                  <a:lnTo>
                    <a:pt x="153466" y="301586"/>
                  </a:lnTo>
                  <a:lnTo>
                    <a:pt x="176911" y="256260"/>
                  </a:lnTo>
                  <a:lnTo>
                    <a:pt x="204952" y="214249"/>
                  </a:lnTo>
                  <a:lnTo>
                    <a:pt x="237680" y="175780"/>
                  </a:lnTo>
                  <a:lnTo>
                    <a:pt x="274612" y="141351"/>
                  </a:lnTo>
                  <a:lnTo>
                    <a:pt x="324802" y="104571"/>
                  </a:lnTo>
                  <a:lnTo>
                    <a:pt x="333121" y="96329"/>
                  </a:lnTo>
                  <a:lnTo>
                    <a:pt x="338162" y="86982"/>
                  </a:lnTo>
                  <a:close/>
                </a:path>
                <a:path w="549275" h="535305">
                  <a:moveTo>
                    <a:pt x="548703" y="26212"/>
                  </a:moveTo>
                  <a:lnTo>
                    <a:pt x="547141" y="11074"/>
                  </a:lnTo>
                  <a:lnTo>
                    <a:pt x="540791" y="5105"/>
                  </a:lnTo>
                  <a:lnTo>
                    <a:pt x="526643" y="0"/>
                  </a:lnTo>
                  <a:lnTo>
                    <a:pt x="485508" y="1549"/>
                  </a:lnTo>
                  <a:lnTo>
                    <a:pt x="430707" y="6845"/>
                  </a:lnTo>
                  <a:lnTo>
                    <a:pt x="393890" y="21539"/>
                  </a:lnTo>
                  <a:lnTo>
                    <a:pt x="375386" y="46621"/>
                  </a:lnTo>
                  <a:lnTo>
                    <a:pt x="382422" y="58940"/>
                  </a:lnTo>
                  <a:lnTo>
                    <a:pt x="388010" y="62776"/>
                  </a:lnTo>
                  <a:lnTo>
                    <a:pt x="395439" y="61912"/>
                  </a:lnTo>
                  <a:lnTo>
                    <a:pt x="530174" y="41287"/>
                  </a:lnTo>
                  <a:lnTo>
                    <a:pt x="543433" y="33477"/>
                  </a:lnTo>
                  <a:lnTo>
                    <a:pt x="548703" y="26212"/>
                  </a:lnTo>
                  <a:close/>
                </a:path>
              </a:pathLst>
            </a:custGeom>
            <a:solidFill>
              <a:srgbClr val="FFFFFF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701177" y="2391276"/>
              <a:ext cx="190500" cy="247650"/>
            </a:xfrm>
            <a:custGeom>
              <a:avLst/>
              <a:gdLst/>
              <a:ahLst/>
              <a:cxnLst/>
              <a:rect l="l" t="t" r="r" b="b"/>
              <a:pathLst>
                <a:path w="190500" h="247650">
                  <a:moveTo>
                    <a:pt x="69900" y="150291"/>
                  </a:moveTo>
                  <a:lnTo>
                    <a:pt x="0" y="150291"/>
                  </a:lnTo>
                  <a:lnTo>
                    <a:pt x="0" y="247230"/>
                  </a:lnTo>
                  <a:lnTo>
                    <a:pt x="69900" y="247230"/>
                  </a:lnTo>
                  <a:lnTo>
                    <a:pt x="69900" y="150291"/>
                  </a:lnTo>
                  <a:close/>
                </a:path>
                <a:path w="190500" h="247650">
                  <a:moveTo>
                    <a:pt x="69900" y="0"/>
                  </a:moveTo>
                  <a:lnTo>
                    <a:pt x="0" y="0"/>
                  </a:lnTo>
                  <a:lnTo>
                    <a:pt x="0" y="96939"/>
                  </a:lnTo>
                  <a:lnTo>
                    <a:pt x="69900" y="96939"/>
                  </a:lnTo>
                  <a:lnTo>
                    <a:pt x="69900" y="0"/>
                  </a:lnTo>
                  <a:close/>
                </a:path>
                <a:path w="190500" h="247650">
                  <a:moveTo>
                    <a:pt x="190487" y="0"/>
                  </a:moveTo>
                  <a:lnTo>
                    <a:pt x="120586" y="0"/>
                  </a:lnTo>
                  <a:lnTo>
                    <a:pt x="120586" y="96939"/>
                  </a:lnTo>
                  <a:lnTo>
                    <a:pt x="190487" y="96939"/>
                  </a:lnTo>
                  <a:lnTo>
                    <a:pt x="19048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02486" y="2869215"/>
              <a:ext cx="1756410" cy="1083945"/>
            </a:xfrm>
            <a:custGeom>
              <a:avLst/>
              <a:gdLst/>
              <a:ahLst/>
              <a:cxnLst/>
              <a:rect l="l" t="t" r="r" b="b"/>
              <a:pathLst>
                <a:path w="1756410" h="1083945">
                  <a:moveTo>
                    <a:pt x="298742" y="14338"/>
                  </a:moveTo>
                  <a:lnTo>
                    <a:pt x="50838" y="14338"/>
                  </a:lnTo>
                  <a:lnTo>
                    <a:pt x="50838" y="81915"/>
                  </a:lnTo>
                  <a:lnTo>
                    <a:pt x="298742" y="81915"/>
                  </a:lnTo>
                  <a:lnTo>
                    <a:pt x="298742" y="14338"/>
                  </a:lnTo>
                  <a:close/>
                </a:path>
                <a:path w="1756410" h="1083945">
                  <a:moveTo>
                    <a:pt x="868641" y="847331"/>
                  </a:moveTo>
                  <a:lnTo>
                    <a:pt x="170624" y="847331"/>
                  </a:lnTo>
                  <a:lnTo>
                    <a:pt x="125272" y="853427"/>
                  </a:lnTo>
                  <a:lnTo>
                    <a:pt x="84518" y="870623"/>
                  </a:lnTo>
                  <a:lnTo>
                    <a:pt x="49974" y="897293"/>
                  </a:lnTo>
                  <a:lnTo>
                    <a:pt x="23304" y="931824"/>
                  </a:lnTo>
                  <a:lnTo>
                    <a:pt x="6096" y="972591"/>
                  </a:lnTo>
                  <a:lnTo>
                    <a:pt x="0" y="1017955"/>
                  </a:lnTo>
                  <a:lnTo>
                    <a:pt x="0" y="1083614"/>
                  </a:lnTo>
                  <a:lnTo>
                    <a:pt x="868641" y="1083614"/>
                  </a:lnTo>
                  <a:lnTo>
                    <a:pt x="868641" y="847331"/>
                  </a:lnTo>
                  <a:close/>
                </a:path>
                <a:path w="1756410" h="1083945">
                  <a:moveTo>
                    <a:pt x="1756283" y="0"/>
                  </a:moveTo>
                  <a:lnTo>
                    <a:pt x="1561617" y="0"/>
                  </a:lnTo>
                  <a:lnTo>
                    <a:pt x="1561617" y="67576"/>
                  </a:lnTo>
                  <a:lnTo>
                    <a:pt x="1756283" y="67576"/>
                  </a:lnTo>
                  <a:lnTo>
                    <a:pt x="1756283" y="0"/>
                  </a:lnTo>
                  <a:close/>
                </a:path>
              </a:pathLst>
            </a:custGeom>
            <a:solidFill>
              <a:srgbClr val="868E9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6161748" y="2984963"/>
            <a:ext cx="544830" cy="1202690"/>
          </a:xfrm>
          <a:custGeom>
            <a:avLst/>
            <a:gdLst/>
            <a:ahLst/>
            <a:cxnLst/>
            <a:rect l="l" t="t" r="r" b="b"/>
            <a:pathLst>
              <a:path w="544829" h="1202689">
                <a:moveTo>
                  <a:pt x="544779" y="895210"/>
                </a:moveTo>
                <a:lnTo>
                  <a:pt x="521182" y="893127"/>
                </a:lnTo>
                <a:lnTo>
                  <a:pt x="477926" y="891857"/>
                </a:lnTo>
                <a:lnTo>
                  <a:pt x="423697" y="895045"/>
                </a:lnTo>
                <a:lnTo>
                  <a:pt x="367207" y="906360"/>
                </a:lnTo>
                <a:lnTo>
                  <a:pt x="317169" y="929424"/>
                </a:lnTo>
                <a:lnTo>
                  <a:pt x="282270" y="967917"/>
                </a:lnTo>
                <a:lnTo>
                  <a:pt x="266814" y="1003985"/>
                </a:lnTo>
                <a:lnTo>
                  <a:pt x="243001" y="1074686"/>
                </a:lnTo>
                <a:lnTo>
                  <a:pt x="230936" y="1104506"/>
                </a:lnTo>
                <a:lnTo>
                  <a:pt x="216623" y="1128649"/>
                </a:lnTo>
                <a:lnTo>
                  <a:pt x="199021" y="1144028"/>
                </a:lnTo>
                <a:lnTo>
                  <a:pt x="189191" y="1147470"/>
                </a:lnTo>
                <a:lnTo>
                  <a:pt x="177888" y="1148486"/>
                </a:lnTo>
                <a:lnTo>
                  <a:pt x="165049" y="1147089"/>
                </a:lnTo>
                <a:lnTo>
                  <a:pt x="128676" y="1113561"/>
                </a:lnTo>
                <a:lnTo>
                  <a:pt x="111328" y="1059827"/>
                </a:lnTo>
                <a:lnTo>
                  <a:pt x="102400" y="1017892"/>
                </a:lnTo>
                <a:lnTo>
                  <a:pt x="93814" y="963853"/>
                </a:lnTo>
                <a:lnTo>
                  <a:pt x="85953" y="896200"/>
                </a:lnTo>
                <a:lnTo>
                  <a:pt x="79209" y="813396"/>
                </a:lnTo>
                <a:lnTo>
                  <a:pt x="73952" y="713905"/>
                </a:lnTo>
                <a:lnTo>
                  <a:pt x="70586" y="596201"/>
                </a:lnTo>
                <a:lnTo>
                  <a:pt x="69672" y="523430"/>
                </a:lnTo>
                <a:lnTo>
                  <a:pt x="69494" y="451929"/>
                </a:lnTo>
                <a:lnTo>
                  <a:pt x="69913" y="382892"/>
                </a:lnTo>
                <a:lnTo>
                  <a:pt x="70802" y="317487"/>
                </a:lnTo>
                <a:lnTo>
                  <a:pt x="72009" y="256882"/>
                </a:lnTo>
                <a:lnTo>
                  <a:pt x="73406" y="202272"/>
                </a:lnTo>
                <a:lnTo>
                  <a:pt x="76238" y="115697"/>
                </a:lnTo>
                <a:lnTo>
                  <a:pt x="77266" y="90678"/>
                </a:lnTo>
                <a:lnTo>
                  <a:pt x="503923" y="90678"/>
                </a:lnTo>
                <a:lnTo>
                  <a:pt x="503923" y="0"/>
                </a:lnTo>
                <a:lnTo>
                  <a:pt x="0" y="0"/>
                </a:lnTo>
                <a:lnTo>
                  <a:pt x="0" y="90678"/>
                </a:lnTo>
                <a:lnTo>
                  <a:pt x="23050" y="90678"/>
                </a:lnTo>
                <a:lnTo>
                  <a:pt x="22110" y="113411"/>
                </a:lnTo>
                <a:lnTo>
                  <a:pt x="19265" y="200507"/>
                </a:lnTo>
                <a:lnTo>
                  <a:pt x="17856" y="255460"/>
                </a:lnTo>
                <a:lnTo>
                  <a:pt x="16649" y="316433"/>
                </a:lnTo>
                <a:lnTo>
                  <a:pt x="15760" y="382257"/>
                </a:lnTo>
                <a:lnTo>
                  <a:pt x="15341" y="451739"/>
                </a:lnTo>
                <a:lnTo>
                  <a:pt x="15519" y="523697"/>
                </a:lnTo>
                <a:lnTo>
                  <a:pt x="16433" y="596938"/>
                </a:lnTo>
                <a:lnTo>
                  <a:pt x="19354" y="704811"/>
                </a:lnTo>
                <a:lnTo>
                  <a:pt x="23876" y="798868"/>
                </a:lnTo>
                <a:lnTo>
                  <a:pt x="29832" y="880059"/>
                </a:lnTo>
                <a:lnTo>
                  <a:pt x="37071" y="949350"/>
                </a:lnTo>
                <a:lnTo>
                  <a:pt x="45440" y="1007694"/>
                </a:lnTo>
                <a:lnTo>
                  <a:pt x="54762" y="1056030"/>
                </a:lnTo>
                <a:lnTo>
                  <a:pt x="64897" y="1095336"/>
                </a:lnTo>
                <a:lnTo>
                  <a:pt x="86931" y="1150632"/>
                </a:lnTo>
                <a:lnTo>
                  <a:pt x="110299" y="1181227"/>
                </a:lnTo>
                <a:lnTo>
                  <a:pt x="145554" y="1198194"/>
                </a:lnTo>
                <a:lnTo>
                  <a:pt x="178968" y="1202613"/>
                </a:lnTo>
                <a:lnTo>
                  <a:pt x="190868" y="1201978"/>
                </a:lnTo>
                <a:lnTo>
                  <a:pt x="253352" y="1169187"/>
                </a:lnTo>
                <a:lnTo>
                  <a:pt x="275209" y="1137119"/>
                </a:lnTo>
                <a:lnTo>
                  <a:pt x="291680" y="1099337"/>
                </a:lnTo>
                <a:lnTo>
                  <a:pt x="305358" y="1059027"/>
                </a:lnTo>
                <a:lnTo>
                  <a:pt x="311289" y="1040930"/>
                </a:lnTo>
                <a:lnTo>
                  <a:pt x="317296" y="1023645"/>
                </a:lnTo>
                <a:lnTo>
                  <a:pt x="354787" y="969505"/>
                </a:lnTo>
                <a:lnTo>
                  <a:pt x="394550" y="954925"/>
                </a:lnTo>
                <a:lnTo>
                  <a:pt x="442925" y="947572"/>
                </a:lnTo>
                <a:lnTo>
                  <a:pt x="493153" y="946061"/>
                </a:lnTo>
                <a:lnTo>
                  <a:pt x="538480" y="949007"/>
                </a:lnTo>
                <a:lnTo>
                  <a:pt x="544779" y="89521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6665681" y="3803601"/>
            <a:ext cx="377825" cy="641985"/>
          </a:xfrm>
          <a:custGeom>
            <a:avLst/>
            <a:gdLst/>
            <a:ahLst/>
            <a:cxnLst/>
            <a:rect l="l" t="t" r="r" b="b"/>
            <a:pathLst>
              <a:path w="377825" h="641985">
                <a:moveTo>
                  <a:pt x="0" y="641802"/>
                </a:moveTo>
                <a:lnTo>
                  <a:pt x="377559" y="641802"/>
                </a:lnTo>
                <a:lnTo>
                  <a:pt x="377559" y="0"/>
                </a:lnTo>
                <a:lnTo>
                  <a:pt x="0" y="0"/>
                </a:lnTo>
                <a:lnTo>
                  <a:pt x="0" y="641802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6665681" y="2940570"/>
            <a:ext cx="377825" cy="699770"/>
          </a:xfrm>
          <a:custGeom>
            <a:avLst/>
            <a:gdLst/>
            <a:ahLst/>
            <a:cxnLst/>
            <a:rect l="l" t="t" r="r" b="b"/>
            <a:pathLst>
              <a:path w="377825" h="699770">
                <a:moveTo>
                  <a:pt x="0" y="699392"/>
                </a:moveTo>
                <a:lnTo>
                  <a:pt x="377559" y="699392"/>
                </a:lnTo>
                <a:lnTo>
                  <a:pt x="377559" y="0"/>
                </a:lnTo>
                <a:lnTo>
                  <a:pt x="0" y="0"/>
                </a:lnTo>
                <a:lnTo>
                  <a:pt x="0" y="699392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6665681" y="4755090"/>
            <a:ext cx="377825" cy="723265"/>
          </a:xfrm>
          <a:custGeom>
            <a:avLst/>
            <a:gdLst/>
            <a:ahLst/>
            <a:cxnLst/>
            <a:rect l="l" t="t" r="r" b="b"/>
            <a:pathLst>
              <a:path w="377825" h="723264">
                <a:moveTo>
                  <a:pt x="0" y="723025"/>
                </a:moveTo>
                <a:lnTo>
                  <a:pt x="377559" y="723025"/>
                </a:lnTo>
                <a:lnTo>
                  <a:pt x="377559" y="0"/>
                </a:lnTo>
                <a:lnTo>
                  <a:pt x="0" y="0"/>
                </a:lnTo>
                <a:lnTo>
                  <a:pt x="0" y="723025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5461551" y="4445403"/>
            <a:ext cx="2818765" cy="1194435"/>
            <a:chOff x="5461551" y="4445403"/>
            <a:chExt cx="2818765" cy="1194435"/>
          </a:xfrm>
        </p:grpSpPr>
        <p:sp>
          <p:nvSpPr>
            <p:cNvPr id="24" name="object 24" descr=""/>
            <p:cNvSpPr/>
            <p:nvPr/>
          </p:nvSpPr>
          <p:spPr>
            <a:xfrm>
              <a:off x="5461551" y="4445403"/>
              <a:ext cx="2818765" cy="71755"/>
            </a:xfrm>
            <a:custGeom>
              <a:avLst/>
              <a:gdLst/>
              <a:ahLst/>
              <a:cxnLst/>
              <a:rect l="l" t="t" r="r" b="b"/>
              <a:pathLst>
                <a:path w="2818765" h="71754">
                  <a:moveTo>
                    <a:pt x="2818353" y="0"/>
                  </a:moveTo>
                  <a:lnTo>
                    <a:pt x="0" y="0"/>
                  </a:lnTo>
                  <a:lnTo>
                    <a:pt x="0" y="71610"/>
                  </a:lnTo>
                  <a:lnTo>
                    <a:pt x="2818353" y="71610"/>
                  </a:lnTo>
                  <a:lnTo>
                    <a:pt x="2818353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814949" y="4517014"/>
              <a:ext cx="2120265" cy="238125"/>
            </a:xfrm>
            <a:custGeom>
              <a:avLst/>
              <a:gdLst/>
              <a:ahLst/>
              <a:cxnLst/>
              <a:rect l="l" t="t" r="r" b="b"/>
              <a:pathLst>
                <a:path w="2120265" h="238125">
                  <a:moveTo>
                    <a:pt x="469620" y="0"/>
                  </a:moveTo>
                  <a:lnTo>
                    <a:pt x="0" y="0"/>
                  </a:lnTo>
                  <a:lnTo>
                    <a:pt x="0" y="238086"/>
                  </a:lnTo>
                  <a:lnTo>
                    <a:pt x="469620" y="238086"/>
                  </a:lnTo>
                  <a:lnTo>
                    <a:pt x="469620" y="0"/>
                  </a:lnTo>
                  <a:close/>
                </a:path>
                <a:path w="2120265" h="238125">
                  <a:moveTo>
                    <a:pt x="2119896" y="0"/>
                  </a:moveTo>
                  <a:lnTo>
                    <a:pt x="1666278" y="0"/>
                  </a:lnTo>
                  <a:lnTo>
                    <a:pt x="1666278" y="238086"/>
                  </a:lnTo>
                  <a:lnTo>
                    <a:pt x="2119896" y="238086"/>
                  </a:lnTo>
                  <a:lnTo>
                    <a:pt x="2119896" y="0"/>
                  </a:lnTo>
                  <a:close/>
                </a:path>
              </a:pathLst>
            </a:custGeom>
            <a:solidFill>
              <a:srgbClr val="8086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563197" y="4517014"/>
              <a:ext cx="2623820" cy="238125"/>
            </a:xfrm>
            <a:custGeom>
              <a:avLst/>
              <a:gdLst/>
              <a:ahLst/>
              <a:cxnLst/>
              <a:rect l="l" t="t" r="r" b="b"/>
              <a:pathLst>
                <a:path w="2623820" h="238125">
                  <a:moveTo>
                    <a:pt x="251752" y="0"/>
                  </a:moveTo>
                  <a:lnTo>
                    <a:pt x="0" y="0"/>
                  </a:lnTo>
                  <a:lnTo>
                    <a:pt x="0" y="238086"/>
                  </a:lnTo>
                  <a:lnTo>
                    <a:pt x="251752" y="238086"/>
                  </a:lnTo>
                  <a:lnTo>
                    <a:pt x="251752" y="0"/>
                  </a:lnTo>
                  <a:close/>
                </a:path>
                <a:path w="2623820" h="238125">
                  <a:moveTo>
                    <a:pt x="2623401" y="0"/>
                  </a:moveTo>
                  <a:lnTo>
                    <a:pt x="2371648" y="0"/>
                  </a:lnTo>
                  <a:lnTo>
                    <a:pt x="2371648" y="238086"/>
                  </a:lnTo>
                  <a:lnTo>
                    <a:pt x="2623401" y="238086"/>
                  </a:lnTo>
                  <a:lnTo>
                    <a:pt x="2623401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485984" y="4755088"/>
              <a:ext cx="2767965" cy="723265"/>
            </a:xfrm>
            <a:custGeom>
              <a:avLst/>
              <a:gdLst/>
              <a:ahLst/>
              <a:cxnLst/>
              <a:rect l="l" t="t" r="r" b="b"/>
              <a:pathLst>
                <a:path w="2767965" h="723264">
                  <a:moveTo>
                    <a:pt x="2767936" y="0"/>
                  </a:moveTo>
                  <a:lnTo>
                    <a:pt x="0" y="0"/>
                  </a:lnTo>
                  <a:lnTo>
                    <a:pt x="0" y="374114"/>
                  </a:lnTo>
                  <a:lnTo>
                    <a:pt x="3185" y="421458"/>
                  </a:lnTo>
                  <a:lnTo>
                    <a:pt x="12463" y="466867"/>
                  </a:lnTo>
                  <a:lnTo>
                    <a:pt x="27419" y="509925"/>
                  </a:lnTo>
                  <a:lnTo>
                    <a:pt x="47637" y="550215"/>
                  </a:lnTo>
                  <a:lnTo>
                    <a:pt x="72701" y="587322"/>
                  </a:lnTo>
                  <a:lnTo>
                    <a:pt x="102195" y="620830"/>
                  </a:lnTo>
                  <a:lnTo>
                    <a:pt x="135704" y="650324"/>
                  </a:lnTo>
                  <a:lnTo>
                    <a:pt x="172813" y="675388"/>
                  </a:lnTo>
                  <a:lnTo>
                    <a:pt x="213104" y="695605"/>
                  </a:lnTo>
                  <a:lnTo>
                    <a:pt x="256163" y="710561"/>
                  </a:lnTo>
                  <a:lnTo>
                    <a:pt x="301574" y="719839"/>
                  </a:lnTo>
                  <a:lnTo>
                    <a:pt x="348921" y="723025"/>
                  </a:lnTo>
                  <a:lnTo>
                    <a:pt x="2419025" y="723025"/>
                  </a:lnTo>
                  <a:lnTo>
                    <a:pt x="2466370" y="719839"/>
                  </a:lnTo>
                  <a:lnTo>
                    <a:pt x="2511779" y="710561"/>
                  </a:lnTo>
                  <a:lnTo>
                    <a:pt x="2554836" y="695605"/>
                  </a:lnTo>
                  <a:lnTo>
                    <a:pt x="2595126" y="675388"/>
                  </a:lnTo>
                  <a:lnTo>
                    <a:pt x="2632233" y="650324"/>
                  </a:lnTo>
                  <a:lnTo>
                    <a:pt x="2665742" y="620830"/>
                  </a:lnTo>
                  <a:lnTo>
                    <a:pt x="2695235" y="587322"/>
                  </a:lnTo>
                  <a:lnTo>
                    <a:pt x="2720299" y="550215"/>
                  </a:lnTo>
                  <a:lnTo>
                    <a:pt x="2740517" y="509925"/>
                  </a:lnTo>
                  <a:lnTo>
                    <a:pt x="2755473" y="466867"/>
                  </a:lnTo>
                  <a:lnTo>
                    <a:pt x="2764751" y="421458"/>
                  </a:lnTo>
                  <a:lnTo>
                    <a:pt x="2767936" y="374114"/>
                  </a:lnTo>
                  <a:lnTo>
                    <a:pt x="2767936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588992" y="5478115"/>
              <a:ext cx="2555875" cy="161290"/>
            </a:xfrm>
            <a:custGeom>
              <a:avLst/>
              <a:gdLst/>
              <a:ahLst/>
              <a:cxnLst/>
              <a:rect l="l" t="t" r="r" b="b"/>
              <a:pathLst>
                <a:path w="2555875" h="161289">
                  <a:moveTo>
                    <a:pt x="2555786" y="0"/>
                  </a:moveTo>
                  <a:lnTo>
                    <a:pt x="0" y="0"/>
                  </a:lnTo>
                  <a:lnTo>
                    <a:pt x="0" y="161136"/>
                  </a:lnTo>
                  <a:lnTo>
                    <a:pt x="2555786" y="161136"/>
                  </a:lnTo>
                  <a:lnTo>
                    <a:pt x="2555786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284573" y="4517014"/>
              <a:ext cx="1196975" cy="238125"/>
            </a:xfrm>
            <a:custGeom>
              <a:avLst/>
              <a:gdLst/>
              <a:ahLst/>
              <a:cxnLst/>
              <a:rect l="l" t="t" r="r" b="b"/>
              <a:pathLst>
                <a:path w="1196975" h="238125">
                  <a:moveTo>
                    <a:pt x="1196654" y="0"/>
                  </a:moveTo>
                  <a:lnTo>
                    <a:pt x="0" y="0"/>
                  </a:lnTo>
                  <a:lnTo>
                    <a:pt x="0" y="238076"/>
                  </a:lnTo>
                  <a:lnTo>
                    <a:pt x="1196654" y="238076"/>
                  </a:lnTo>
                  <a:lnTo>
                    <a:pt x="1196654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6446560" y="3131075"/>
            <a:ext cx="815975" cy="922655"/>
            <a:chOff x="6446560" y="3131075"/>
            <a:chExt cx="815975" cy="922655"/>
          </a:xfrm>
        </p:grpSpPr>
        <p:sp>
          <p:nvSpPr>
            <p:cNvPr id="31" name="object 31" descr=""/>
            <p:cNvSpPr/>
            <p:nvPr/>
          </p:nvSpPr>
          <p:spPr>
            <a:xfrm>
              <a:off x="6446560" y="3131075"/>
              <a:ext cx="815975" cy="514984"/>
            </a:xfrm>
            <a:custGeom>
              <a:avLst/>
              <a:gdLst/>
              <a:ahLst/>
              <a:cxnLst/>
              <a:rect l="l" t="t" r="r" b="b"/>
              <a:pathLst>
                <a:path w="815975" h="514985">
                  <a:moveTo>
                    <a:pt x="558370" y="0"/>
                  </a:moveTo>
                  <a:lnTo>
                    <a:pt x="257426" y="0"/>
                  </a:lnTo>
                  <a:lnTo>
                    <a:pt x="211153" y="4147"/>
                  </a:lnTo>
                  <a:lnTo>
                    <a:pt x="167601" y="16105"/>
                  </a:lnTo>
                  <a:lnTo>
                    <a:pt x="127498" y="35146"/>
                  </a:lnTo>
                  <a:lnTo>
                    <a:pt x="91569" y="60543"/>
                  </a:lnTo>
                  <a:lnTo>
                    <a:pt x="60543" y="91569"/>
                  </a:lnTo>
                  <a:lnTo>
                    <a:pt x="35146" y="127498"/>
                  </a:lnTo>
                  <a:lnTo>
                    <a:pt x="16105" y="167601"/>
                  </a:lnTo>
                  <a:lnTo>
                    <a:pt x="4147" y="211153"/>
                  </a:lnTo>
                  <a:lnTo>
                    <a:pt x="0" y="257426"/>
                  </a:lnTo>
                  <a:lnTo>
                    <a:pt x="4147" y="303702"/>
                  </a:lnTo>
                  <a:lnTo>
                    <a:pt x="16105" y="347257"/>
                  </a:lnTo>
                  <a:lnTo>
                    <a:pt x="35146" y="387362"/>
                  </a:lnTo>
                  <a:lnTo>
                    <a:pt x="60544" y="423292"/>
                  </a:lnTo>
                  <a:lnTo>
                    <a:pt x="91571" y="454319"/>
                  </a:lnTo>
                  <a:lnTo>
                    <a:pt x="127501" y="479717"/>
                  </a:lnTo>
                  <a:lnTo>
                    <a:pt x="167606" y="498758"/>
                  </a:lnTo>
                  <a:lnTo>
                    <a:pt x="211161" y="510716"/>
                  </a:lnTo>
                  <a:lnTo>
                    <a:pt x="257437" y="514863"/>
                  </a:lnTo>
                  <a:lnTo>
                    <a:pt x="558370" y="514863"/>
                  </a:lnTo>
                  <a:lnTo>
                    <a:pt x="604643" y="510716"/>
                  </a:lnTo>
                  <a:lnTo>
                    <a:pt x="648195" y="498758"/>
                  </a:lnTo>
                  <a:lnTo>
                    <a:pt x="688298" y="479717"/>
                  </a:lnTo>
                  <a:lnTo>
                    <a:pt x="724227" y="454320"/>
                  </a:lnTo>
                  <a:lnTo>
                    <a:pt x="755253" y="423294"/>
                  </a:lnTo>
                  <a:lnTo>
                    <a:pt x="780651" y="387365"/>
                  </a:lnTo>
                  <a:lnTo>
                    <a:pt x="799691" y="347262"/>
                  </a:lnTo>
                  <a:lnTo>
                    <a:pt x="811649" y="303710"/>
                  </a:lnTo>
                  <a:lnTo>
                    <a:pt x="815797" y="257426"/>
                  </a:lnTo>
                  <a:lnTo>
                    <a:pt x="811649" y="211153"/>
                  </a:lnTo>
                  <a:lnTo>
                    <a:pt x="799691" y="167601"/>
                  </a:lnTo>
                  <a:lnTo>
                    <a:pt x="780651" y="127498"/>
                  </a:lnTo>
                  <a:lnTo>
                    <a:pt x="755253" y="91569"/>
                  </a:lnTo>
                  <a:lnTo>
                    <a:pt x="724227" y="60543"/>
                  </a:lnTo>
                  <a:lnTo>
                    <a:pt x="688298" y="35146"/>
                  </a:lnTo>
                  <a:lnTo>
                    <a:pt x="648195" y="16105"/>
                  </a:lnTo>
                  <a:lnTo>
                    <a:pt x="604643" y="4147"/>
                  </a:lnTo>
                  <a:lnTo>
                    <a:pt x="55837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556304" y="3220699"/>
              <a:ext cx="596900" cy="335915"/>
            </a:xfrm>
            <a:custGeom>
              <a:avLst/>
              <a:gdLst/>
              <a:ahLst/>
              <a:cxnLst/>
              <a:rect l="l" t="t" r="r" b="b"/>
              <a:pathLst>
                <a:path w="596900" h="335914">
                  <a:moveTo>
                    <a:pt x="428510" y="0"/>
                  </a:moveTo>
                  <a:lnTo>
                    <a:pt x="167806" y="0"/>
                  </a:lnTo>
                  <a:lnTo>
                    <a:pt x="123196" y="5994"/>
                  </a:lnTo>
                  <a:lnTo>
                    <a:pt x="83110" y="22910"/>
                  </a:lnTo>
                  <a:lnTo>
                    <a:pt x="49149" y="49149"/>
                  </a:lnTo>
                  <a:lnTo>
                    <a:pt x="22910" y="83110"/>
                  </a:lnTo>
                  <a:lnTo>
                    <a:pt x="5994" y="123196"/>
                  </a:lnTo>
                  <a:lnTo>
                    <a:pt x="0" y="167806"/>
                  </a:lnTo>
                  <a:lnTo>
                    <a:pt x="5994" y="212416"/>
                  </a:lnTo>
                  <a:lnTo>
                    <a:pt x="22910" y="252501"/>
                  </a:lnTo>
                  <a:lnTo>
                    <a:pt x="49149" y="286463"/>
                  </a:lnTo>
                  <a:lnTo>
                    <a:pt x="83110" y="312702"/>
                  </a:lnTo>
                  <a:lnTo>
                    <a:pt x="123196" y="329618"/>
                  </a:lnTo>
                  <a:lnTo>
                    <a:pt x="167806" y="335612"/>
                  </a:lnTo>
                  <a:lnTo>
                    <a:pt x="428510" y="335612"/>
                  </a:lnTo>
                  <a:lnTo>
                    <a:pt x="473120" y="329618"/>
                  </a:lnTo>
                  <a:lnTo>
                    <a:pt x="513206" y="312702"/>
                  </a:lnTo>
                  <a:lnTo>
                    <a:pt x="547167" y="286463"/>
                  </a:lnTo>
                  <a:lnTo>
                    <a:pt x="573406" y="252501"/>
                  </a:lnTo>
                  <a:lnTo>
                    <a:pt x="590322" y="212416"/>
                  </a:lnTo>
                  <a:lnTo>
                    <a:pt x="596316" y="167806"/>
                  </a:lnTo>
                  <a:lnTo>
                    <a:pt x="590322" y="123196"/>
                  </a:lnTo>
                  <a:lnTo>
                    <a:pt x="573406" y="83110"/>
                  </a:lnTo>
                  <a:lnTo>
                    <a:pt x="547167" y="49149"/>
                  </a:lnTo>
                  <a:lnTo>
                    <a:pt x="513206" y="22910"/>
                  </a:lnTo>
                  <a:lnTo>
                    <a:pt x="473120" y="5994"/>
                  </a:lnTo>
                  <a:lnTo>
                    <a:pt x="428510" y="0"/>
                  </a:lnTo>
                  <a:close/>
                </a:path>
              </a:pathLst>
            </a:custGeom>
            <a:solidFill>
              <a:srgbClr val="8086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557290" y="3220696"/>
              <a:ext cx="594360" cy="328930"/>
            </a:xfrm>
            <a:custGeom>
              <a:avLst/>
              <a:gdLst/>
              <a:ahLst/>
              <a:cxnLst/>
              <a:rect l="l" t="t" r="r" b="b"/>
              <a:pathLst>
                <a:path w="594359" h="328929">
                  <a:moveTo>
                    <a:pt x="524978" y="0"/>
                  </a:moveTo>
                  <a:lnTo>
                    <a:pt x="71327" y="0"/>
                  </a:lnTo>
                  <a:lnTo>
                    <a:pt x="43564" y="5605"/>
                  </a:lnTo>
                  <a:lnTo>
                    <a:pt x="20892" y="20893"/>
                  </a:lnTo>
                  <a:lnTo>
                    <a:pt x="5605" y="43568"/>
                  </a:lnTo>
                  <a:lnTo>
                    <a:pt x="0" y="71338"/>
                  </a:lnTo>
                  <a:lnTo>
                    <a:pt x="0" y="264285"/>
                  </a:lnTo>
                  <a:lnTo>
                    <a:pt x="2992" y="284790"/>
                  </a:lnTo>
                  <a:lnTo>
                    <a:pt x="11388" y="302959"/>
                  </a:lnTo>
                  <a:lnTo>
                    <a:pt x="24317" y="317924"/>
                  </a:lnTo>
                  <a:lnTo>
                    <a:pt x="40909" y="328817"/>
                  </a:lnTo>
                  <a:lnTo>
                    <a:pt x="39642" y="323487"/>
                  </a:lnTo>
                  <a:lnTo>
                    <a:pt x="38951" y="317937"/>
                  </a:lnTo>
                  <a:lnTo>
                    <a:pt x="38951" y="312231"/>
                  </a:lnTo>
                  <a:lnTo>
                    <a:pt x="38951" y="119273"/>
                  </a:lnTo>
                  <a:lnTo>
                    <a:pt x="44557" y="91510"/>
                  </a:lnTo>
                  <a:lnTo>
                    <a:pt x="59843" y="68838"/>
                  </a:lnTo>
                  <a:lnTo>
                    <a:pt x="82516" y="53551"/>
                  </a:lnTo>
                  <a:lnTo>
                    <a:pt x="110279" y="47946"/>
                  </a:lnTo>
                  <a:lnTo>
                    <a:pt x="563930" y="47946"/>
                  </a:lnTo>
                  <a:lnTo>
                    <a:pt x="571975" y="48397"/>
                  </a:lnTo>
                  <a:lnTo>
                    <a:pt x="579759" y="49715"/>
                  </a:lnTo>
                  <a:lnTo>
                    <a:pt x="587233" y="51851"/>
                  </a:lnTo>
                  <a:lnTo>
                    <a:pt x="594348" y="54752"/>
                  </a:lnTo>
                  <a:lnTo>
                    <a:pt x="585092" y="32953"/>
                  </a:lnTo>
                  <a:lnTo>
                    <a:pt x="569491" y="15604"/>
                  </a:lnTo>
                  <a:lnTo>
                    <a:pt x="548977" y="4140"/>
                  </a:lnTo>
                  <a:lnTo>
                    <a:pt x="524978" y="0"/>
                  </a:lnTo>
                  <a:close/>
                </a:path>
              </a:pathLst>
            </a:custGeom>
            <a:solidFill>
              <a:srgbClr val="6F76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613348" y="3639962"/>
              <a:ext cx="482600" cy="163830"/>
            </a:xfrm>
            <a:custGeom>
              <a:avLst/>
              <a:gdLst/>
              <a:ahLst/>
              <a:cxnLst/>
              <a:rect l="l" t="t" r="r" b="b"/>
              <a:pathLst>
                <a:path w="482600" h="163829">
                  <a:moveTo>
                    <a:pt x="482226" y="0"/>
                  </a:moveTo>
                  <a:lnTo>
                    <a:pt x="0" y="0"/>
                  </a:lnTo>
                  <a:lnTo>
                    <a:pt x="0" y="163638"/>
                  </a:lnTo>
                  <a:lnTo>
                    <a:pt x="482226" y="163638"/>
                  </a:lnTo>
                  <a:lnTo>
                    <a:pt x="482226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736027" y="3803600"/>
              <a:ext cx="237490" cy="207010"/>
            </a:xfrm>
            <a:custGeom>
              <a:avLst/>
              <a:gdLst/>
              <a:ahLst/>
              <a:cxnLst/>
              <a:rect l="l" t="t" r="r" b="b"/>
              <a:pathLst>
                <a:path w="237490" h="207010">
                  <a:moveTo>
                    <a:pt x="236872" y="0"/>
                  </a:moveTo>
                  <a:lnTo>
                    <a:pt x="118436" y="0"/>
                  </a:lnTo>
                  <a:lnTo>
                    <a:pt x="0" y="0"/>
                  </a:lnTo>
                  <a:lnTo>
                    <a:pt x="49988" y="206925"/>
                  </a:lnTo>
                  <a:lnTo>
                    <a:pt x="186884" y="206925"/>
                  </a:lnTo>
                  <a:lnTo>
                    <a:pt x="2368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673884" y="3688209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39621" y="0"/>
                  </a:moveTo>
                  <a:lnTo>
                    <a:pt x="24198" y="3113"/>
                  </a:lnTo>
                  <a:lnTo>
                    <a:pt x="11604" y="11604"/>
                  </a:lnTo>
                  <a:lnTo>
                    <a:pt x="3113" y="24198"/>
                  </a:lnTo>
                  <a:lnTo>
                    <a:pt x="0" y="39621"/>
                  </a:lnTo>
                  <a:lnTo>
                    <a:pt x="3113" y="55045"/>
                  </a:lnTo>
                  <a:lnTo>
                    <a:pt x="11604" y="67639"/>
                  </a:lnTo>
                  <a:lnTo>
                    <a:pt x="24198" y="76130"/>
                  </a:lnTo>
                  <a:lnTo>
                    <a:pt x="39621" y="79243"/>
                  </a:lnTo>
                  <a:lnTo>
                    <a:pt x="55045" y="76130"/>
                  </a:lnTo>
                  <a:lnTo>
                    <a:pt x="67639" y="67639"/>
                  </a:lnTo>
                  <a:lnTo>
                    <a:pt x="76130" y="55045"/>
                  </a:lnTo>
                  <a:lnTo>
                    <a:pt x="79243" y="39621"/>
                  </a:lnTo>
                  <a:lnTo>
                    <a:pt x="76130" y="24198"/>
                  </a:lnTo>
                  <a:lnTo>
                    <a:pt x="67639" y="11604"/>
                  </a:lnTo>
                  <a:lnTo>
                    <a:pt x="55045" y="3113"/>
                  </a:lnTo>
                  <a:lnTo>
                    <a:pt x="39621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666014" y="3688213"/>
              <a:ext cx="360045" cy="62865"/>
            </a:xfrm>
            <a:custGeom>
              <a:avLst/>
              <a:gdLst/>
              <a:ahLst/>
              <a:cxnLst/>
              <a:rect l="l" t="t" r="r" b="b"/>
              <a:pathLst>
                <a:path w="360045" h="62864">
                  <a:moveTo>
                    <a:pt x="96189" y="15951"/>
                  </a:moveTo>
                  <a:lnTo>
                    <a:pt x="0" y="44119"/>
                  </a:lnTo>
                  <a:lnTo>
                    <a:pt x="7861" y="62738"/>
                  </a:lnTo>
                  <a:lnTo>
                    <a:pt x="96189" y="15951"/>
                  </a:lnTo>
                  <a:close/>
                </a:path>
                <a:path w="360045" h="62864">
                  <a:moveTo>
                    <a:pt x="193306" y="0"/>
                  </a:moveTo>
                  <a:lnTo>
                    <a:pt x="151079" y="0"/>
                  </a:lnTo>
                  <a:lnTo>
                    <a:pt x="151079" y="42227"/>
                  </a:lnTo>
                  <a:lnTo>
                    <a:pt x="193306" y="42227"/>
                  </a:lnTo>
                  <a:lnTo>
                    <a:pt x="193306" y="0"/>
                  </a:lnTo>
                  <a:close/>
                </a:path>
                <a:path w="360045" h="62864">
                  <a:moveTo>
                    <a:pt x="270471" y="0"/>
                  </a:moveTo>
                  <a:lnTo>
                    <a:pt x="228244" y="0"/>
                  </a:lnTo>
                  <a:lnTo>
                    <a:pt x="228244" y="42227"/>
                  </a:lnTo>
                  <a:lnTo>
                    <a:pt x="270471" y="42227"/>
                  </a:lnTo>
                  <a:lnTo>
                    <a:pt x="270471" y="0"/>
                  </a:lnTo>
                  <a:close/>
                </a:path>
                <a:path w="360045" h="62864">
                  <a:moveTo>
                    <a:pt x="359613" y="0"/>
                  </a:moveTo>
                  <a:lnTo>
                    <a:pt x="317385" y="0"/>
                  </a:lnTo>
                  <a:lnTo>
                    <a:pt x="317385" y="42227"/>
                  </a:lnTo>
                  <a:lnTo>
                    <a:pt x="359613" y="42227"/>
                  </a:lnTo>
                  <a:lnTo>
                    <a:pt x="35961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613349" y="3639960"/>
              <a:ext cx="482600" cy="29209"/>
            </a:xfrm>
            <a:custGeom>
              <a:avLst/>
              <a:gdLst/>
              <a:ahLst/>
              <a:cxnLst/>
              <a:rect l="l" t="t" r="r" b="b"/>
              <a:pathLst>
                <a:path w="482600" h="29210">
                  <a:moveTo>
                    <a:pt x="482226" y="0"/>
                  </a:moveTo>
                  <a:lnTo>
                    <a:pt x="0" y="0"/>
                  </a:lnTo>
                  <a:lnTo>
                    <a:pt x="0" y="14512"/>
                  </a:lnTo>
                  <a:lnTo>
                    <a:pt x="482226" y="29025"/>
                  </a:lnTo>
                  <a:lnTo>
                    <a:pt x="482226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786013" y="4010527"/>
              <a:ext cx="138430" cy="43180"/>
            </a:xfrm>
            <a:custGeom>
              <a:avLst/>
              <a:gdLst/>
              <a:ahLst/>
              <a:cxnLst/>
              <a:rect l="l" t="t" r="r" b="b"/>
              <a:pathLst>
                <a:path w="138429" h="43179">
                  <a:moveTo>
                    <a:pt x="137880" y="0"/>
                  </a:moveTo>
                  <a:lnTo>
                    <a:pt x="0" y="0"/>
                  </a:lnTo>
                  <a:lnTo>
                    <a:pt x="0" y="43056"/>
                  </a:lnTo>
                  <a:lnTo>
                    <a:pt x="137880" y="43056"/>
                  </a:lnTo>
                  <a:lnTo>
                    <a:pt x="13788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736023" y="3803600"/>
              <a:ext cx="237490" cy="52069"/>
            </a:xfrm>
            <a:custGeom>
              <a:avLst/>
              <a:gdLst/>
              <a:ahLst/>
              <a:cxnLst/>
              <a:rect l="l" t="t" r="r" b="b"/>
              <a:pathLst>
                <a:path w="237490" h="52070">
                  <a:moveTo>
                    <a:pt x="236882" y="0"/>
                  </a:moveTo>
                  <a:lnTo>
                    <a:pt x="0" y="0"/>
                  </a:lnTo>
                  <a:lnTo>
                    <a:pt x="3926" y="16282"/>
                  </a:lnTo>
                  <a:lnTo>
                    <a:pt x="224370" y="51788"/>
                  </a:lnTo>
                  <a:lnTo>
                    <a:pt x="23688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/>
          <p:nvPr/>
        </p:nvSpPr>
        <p:spPr>
          <a:xfrm>
            <a:off x="5485989" y="4849056"/>
            <a:ext cx="2767965" cy="36195"/>
          </a:xfrm>
          <a:custGeom>
            <a:avLst/>
            <a:gdLst/>
            <a:ahLst/>
            <a:cxnLst/>
            <a:rect l="l" t="t" r="r" b="b"/>
            <a:pathLst>
              <a:path w="2767965" h="36195">
                <a:moveTo>
                  <a:pt x="2767936" y="0"/>
                </a:moveTo>
                <a:lnTo>
                  <a:pt x="0" y="0"/>
                </a:lnTo>
                <a:lnTo>
                  <a:pt x="0" y="35957"/>
                </a:lnTo>
                <a:lnTo>
                  <a:pt x="2767936" y="35957"/>
                </a:lnTo>
                <a:lnTo>
                  <a:pt x="276793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6479445" y="3155078"/>
            <a:ext cx="641985" cy="306705"/>
            <a:chOff x="6479445" y="3155078"/>
            <a:chExt cx="641985" cy="306705"/>
          </a:xfrm>
        </p:grpSpPr>
        <p:sp>
          <p:nvSpPr>
            <p:cNvPr id="43" name="object 43" descr=""/>
            <p:cNvSpPr/>
            <p:nvPr/>
          </p:nvSpPr>
          <p:spPr>
            <a:xfrm>
              <a:off x="6594173" y="3384448"/>
              <a:ext cx="266700" cy="74295"/>
            </a:xfrm>
            <a:custGeom>
              <a:avLst/>
              <a:gdLst/>
              <a:ahLst/>
              <a:cxnLst/>
              <a:rect l="l" t="t" r="r" b="b"/>
              <a:pathLst>
                <a:path w="266700" h="74295">
                  <a:moveTo>
                    <a:pt x="249250" y="0"/>
                  </a:moveTo>
                  <a:lnTo>
                    <a:pt x="235629" y="414"/>
                  </a:lnTo>
                  <a:lnTo>
                    <a:pt x="222172" y="2929"/>
                  </a:lnTo>
                  <a:lnTo>
                    <a:pt x="195534" y="10397"/>
                  </a:lnTo>
                  <a:lnTo>
                    <a:pt x="170032" y="15863"/>
                  </a:lnTo>
                  <a:lnTo>
                    <a:pt x="144159" y="18880"/>
                  </a:lnTo>
                  <a:lnTo>
                    <a:pt x="118097" y="19849"/>
                  </a:lnTo>
                  <a:lnTo>
                    <a:pt x="92029" y="19172"/>
                  </a:lnTo>
                  <a:lnTo>
                    <a:pt x="73475" y="16920"/>
                  </a:lnTo>
                  <a:lnTo>
                    <a:pt x="53271" y="13945"/>
                  </a:lnTo>
                  <a:lnTo>
                    <a:pt x="33390" y="13230"/>
                  </a:lnTo>
                  <a:lnTo>
                    <a:pt x="15801" y="17758"/>
                  </a:lnTo>
                  <a:lnTo>
                    <a:pt x="5751" y="24559"/>
                  </a:lnTo>
                  <a:lnTo>
                    <a:pt x="0" y="32095"/>
                  </a:lnTo>
                  <a:lnTo>
                    <a:pt x="1361" y="38505"/>
                  </a:lnTo>
                  <a:lnTo>
                    <a:pt x="12650" y="41925"/>
                  </a:lnTo>
                  <a:lnTo>
                    <a:pt x="61553" y="44909"/>
                  </a:lnTo>
                  <a:lnTo>
                    <a:pt x="110590" y="46872"/>
                  </a:lnTo>
                  <a:lnTo>
                    <a:pt x="159654" y="48427"/>
                  </a:lnTo>
                  <a:lnTo>
                    <a:pt x="218423" y="50626"/>
                  </a:lnTo>
                  <a:lnTo>
                    <a:pt x="222779" y="52689"/>
                  </a:lnTo>
                  <a:lnTo>
                    <a:pt x="229621" y="57664"/>
                  </a:lnTo>
                  <a:lnTo>
                    <a:pt x="235585" y="64022"/>
                  </a:lnTo>
                  <a:lnTo>
                    <a:pt x="241730" y="69774"/>
                  </a:lnTo>
                  <a:lnTo>
                    <a:pt x="249114" y="72929"/>
                  </a:lnTo>
                  <a:lnTo>
                    <a:pt x="257836" y="74186"/>
                  </a:lnTo>
                  <a:lnTo>
                    <a:pt x="266056" y="66008"/>
                  </a:lnTo>
                  <a:lnTo>
                    <a:pt x="266663" y="57212"/>
                  </a:lnTo>
                  <a:lnTo>
                    <a:pt x="266030" y="50749"/>
                  </a:lnTo>
                  <a:lnTo>
                    <a:pt x="249344" y="32334"/>
                  </a:lnTo>
                  <a:lnTo>
                    <a:pt x="248192" y="29810"/>
                  </a:lnTo>
                  <a:lnTo>
                    <a:pt x="248702" y="23044"/>
                  </a:lnTo>
                  <a:lnTo>
                    <a:pt x="258012" y="9923"/>
                  </a:lnTo>
                  <a:lnTo>
                    <a:pt x="257763" y="3581"/>
                  </a:lnTo>
                  <a:lnTo>
                    <a:pt x="255993" y="921"/>
                  </a:lnTo>
                  <a:lnTo>
                    <a:pt x="252433" y="219"/>
                  </a:lnTo>
                  <a:lnTo>
                    <a:pt x="249250" y="0"/>
                  </a:lnTo>
                  <a:close/>
                </a:path>
              </a:pathLst>
            </a:custGeom>
            <a:solidFill>
              <a:srgbClr val="F4F4F4">
                <a:alpha val="5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2923" y="3384572"/>
              <a:ext cx="268257" cy="76664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9445" y="3156515"/>
              <a:ext cx="153398" cy="223146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6658331" y="3155078"/>
              <a:ext cx="127000" cy="29209"/>
            </a:xfrm>
            <a:custGeom>
              <a:avLst/>
              <a:gdLst/>
              <a:ahLst/>
              <a:cxnLst/>
              <a:rect l="l" t="t" r="r" b="b"/>
              <a:pathLst>
                <a:path w="127000" h="29210">
                  <a:moveTo>
                    <a:pt x="111420" y="0"/>
                  </a:moveTo>
                  <a:lnTo>
                    <a:pt x="88816" y="304"/>
                  </a:lnTo>
                  <a:lnTo>
                    <a:pt x="74344" y="763"/>
                  </a:lnTo>
                  <a:lnTo>
                    <a:pt x="59882" y="1447"/>
                  </a:lnTo>
                  <a:lnTo>
                    <a:pt x="45433" y="2355"/>
                  </a:lnTo>
                  <a:lnTo>
                    <a:pt x="23282" y="1926"/>
                  </a:lnTo>
                  <a:lnTo>
                    <a:pt x="11251" y="2794"/>
                  </a:lnTo>
                  <a:lnTo>
                    <a:pt x="3455" y="6272"/>
                  </a:lnTo>
                  <a:lnTo>
                    <a:pt x="0" y="10345"/>
                  </a:lnTo>
                  <a:lnTo>
                    <a:pt x="10" y="16941"/>
                  </a:lnTo>
                  <a:lnTo>
                    <a:pt x="39518" y="27736"/>
                  </a:lnTo>
                  <a:lnTo>
                    <a:pt x="78730" y="28599"/>
                  </a:lnTo>
                  <a:lnTo>
                    <a:pt x="104750" y="28271"/>
                  </a:lnTo>
                  <a:lnTo>
                    <a:pt x="111431" y="27999"/>
                  </a:lnTo>
                  <a:lnTo>
                    <a:pt x="122603" y="21758"/>
                  </a:lnTo>
                  <a:lnTo>
                    <a:pt x="126624" y="14847"/>
                  </a:lnTo>
                  <a:lnTo>
                    <a:pt x="121451" y="1277"/>
                  </a:lnTo>
                  <a:lnTo>
                    <a:pt x="111420" y="0"/>
                  </a:lnTo>
                  <a:close/>
                </a:path>
              </a:pathLst>
            </a:custGeom>
            <a:solidFill>
              <a:srgbClr val="FFFFFF">
                <a:alpha val="67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/>
          <p:nvPr/>
        </p:nvSpPr>
        <p:spPr>
          <a:xfrm>
            <a:off x="6781588" y="3842775"/>
            <a:ext cx="53975" cy="151765"/>
          </a:xfrm>
          <a:custGeom>
            <a:avLst/>
            <a:gdLst/>
            <a:ahLst/>
            <a:cxnLst/>
            <a:rect l="l" t="t" r="r" b="b"/>
            <a:pathLst>
              <a:path w="53975" h="151764">
                <a:moveTo>
                  <a:pt x="19559" y="0"/>
                </a:moveTo>
                <a:lnTo>
                  <a:pt x="2878" y="6738"/>
                </a:lnTo>
                <a:lnTo>
                  <a:pt x="0" y="28971"/>
                </a:lnTo>
                <a:lnTo>
                  <a:pt x="28711" y="140842"/>
                </a:lnTo>
                <a:lnTo>
                  <a:pt x="37977" y="150036"/>
                </a:lnTo>
                <a:lnTo>
                  <a:pt x="46427" y="151439"/>
                </a:lnTo>
                <a:lnTo>
                  <a:pt x="53799" y="143261"/>
                </a:lnTo>
                <a:lnTo>
                  <a:pt x="53883" y="133837"/>
                </a:lnTo>
                <a:lnTo>
                  <a:pt x="53337" y="106921"/>
                </a:lnTo>
                <a:lnTo>
                  <a:pt x="50855" y="53141"/>
                </a:lnTo>
                <a:lnTo>
                  <a:pt x="38690" y="7077"/>
                </a:lnTo>
                <a:lnTo>
                  <a:pt x="19559" y="0"/>
                </a:lnTo>
                <a:close/>
              </a:path>
            </a:pathLst>
          </a:custGeom>
          <a:solidFill>
            <a:srgbClr val="FFFFFF">
              <a:alpha val="67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" name="object 48" descr=""/>
          <p:cNvGrpSpPr/>
          <p:nvPr/>
        </p:nvGrpSpPr>
        <p:grpSpPr>
          <a:xfrm>
            <a:off x="1101870" y="9148869"/>
            <a:ext cx="301625" cy="831215"/>
            <a:chOff x="1101870" y="9148869"/>
            <a:chExt cx="301625" cy="831215"/>
          </a:xfrm>
        </p:grpSpPr>
        <p:sp>
          <p:nvSpPr>
            <p:cNvPr id="49" name="object 49" descr=""/>
            <p:cNvSpPr/>
            <p:nvPr/>
          </p:nvSpPr>
          <p:spPr>
            <a:xfrm>
              <a:off x="1199954" y="9473114"/>
              <a:ext cx="203835" cy="507365"/>
            </a:xfrm>
            <a:custGeom>
              <a:avLst/>
              <a:gdLst/>
              <a:ahLst/>
              <a:cxnLst/>
              <a:rect l="l" t="t" r="r" b="b"/>
              <a:pathLst>
                <a:path w="203834" h="507365">
                  <a:moveTo>
                    <a:pt x="14664" y="0"/>
                  </a:moveTo>
                  <a:lnTo>
                    <a:pt x="8854" y="67589"/>
                  </a:lnTo>
                  <a:lnTo>
                    <a:pt x="4264" y="137201"/>
                  </a:lnTo>
                  <a:lnTo>
                    <a:pt x="821" y="218516"/>
                  </a:lnTo>
                  <a:lnTo>
                    <a:pt x="0" y="290665"/>
                  </a:lnTo>
                  <a:lnTo>
                    <a:pt x="1788" y="352144"/>
                  </a:lnTo>
                  <a:lnTo>
                    <a:pt x="6203" y="403096"/>
                  </a:lnTo>
                  <a:lnTo>
                    <a:pt x="13264" y="443663"/>
                  </a:lnTo>
                  <a:lnTo>
                    <a:pt x="35396" y="494215"/>
                  </a:lnTo>
                  <a:lnTo>
                    <a:pt x="61835" y="506843"/>
                  </a:lnTo>
                  <a:lnTo>
                    <a:pt x="68970" y="506140"/>
                  </a:lnTo>
                  <a:lnTo>
                    <a:pt x="100362" y="471200"/>
                  </a:lnTo>
                  <a:lnTo>
                    <a:pt x="107169" y="396321"/>
                  </a:lnTo>
                  <a:lnTo>
                    <a:pt x="105044" y="336988"/>
                  </a:lnTo>
                  <a:lnTo>
                    <a:pt x="104650" y="321000"/>
                  </a:lnTo>
                  <a:lnTo>
                    <a:pt x="121143" y="278890"/>
                  </a:lnTo>
                  <a:lnTo>
                    <a:pt x="179093" y="261004"/>
                  </a:lnTo>
                  <a:lnTo>
                    <a:pt x="203537" y="259384"/>
                  </a:lnTo>
                  <a:lnTo>
                    <a:pt x="203537" y="237741"/>
                  </a:lnTo>
                  <a:lnTo>
                    <a:pt x="145236" y="245276"/>
                  </a:lnTo>
                  <a:lnTo>
                    <a:pt x="107633" y="261856"/>
                  </a:lnTo>
                  <a:lnTo>
                    <a:pt x="85017" y="293341"/>
                  </a:lnTo>
                  <a:lnTo>
                    <a:pt x="82995" y="318579"/>
                  </a:lnTo>
                  <a:lnTo>
                    <a:pt x="83346" y="335781"/>
                  </a:lnTo>
                  <a:lnTo>
                    <a:pt x="85369" y="390684"/>
                  </a:lnTo>
                  <a:lnTo>
                    <a:pt x="84989" y="427598"/>
                  </a:lnTo>
                  <a:lnTo>
                    <a:pt x="71531" y="481042"/>
                  </a:lnTo>
                  <a:lnTo>
                    <a:pt x="59500" y="485210"/>
                  </a:lnTo>
                  <a:lnTo>
                    <a:pt x="55908" y="484634"/>
                  </a:lnTo>
                  <a:lnTo>
                    <a:pt x="30616" y="421036"/>
                  </a:lnTo>
                  <a:lnTo>
                    <a:pt x="25122" y="375284"/>
                  </a:lnTo>
                  <a:lnTo>
                    <a:pt x="22306" y="322209"/>
                  </a:lnTo>
                  <a:lnTo>
                    <a:pt x="21714" y="264529"/>
                  </a:lnTo>
                  <a:lnTo>
                    <a:pt x="22891" y="204964"/>
                  </a:lnTo>
                  <a:lnTo>
                    <a:pt x="25382" y="146230"/>
                  </a:lnTo>
                  <a:lnTo>
                    <a:pt x="28733" y="91046"/>
                  </a:lnTo>
                  <a:lnTo>
                    <a:pt x="32487" y="42129"/>
                  </a:lnTo>
                  <a:lnTo>
                    <a:pt x="36192" y="2198"/>
                  </a:lnTo>
                  <a:lnTo>
                    <a:pt x="14664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101870" y="9148869"/>
              <a:ext cx="247015" cy="341630"/>
            </a:xfrm>
            <a:custGeom>
              <a:avLst/>
              <a:gdLst/>
              <a:ahLst/>
              <a:cxnLst/>
              <a:rect l="l" t="t" r="r" b="b"/>
              <a:pathLst>
                <a:path w="247015" h="341629">
                  <a:moveTo>
                    <a:pt x="123378" y="0"/>
                  </a:moveTo>
                  <a:lnTo>
                    <a:pt x="81611" y="3644"/>
                  </a:lnTo>
                  <a:lnTo>
                    <a:pt x="38881" y="16600"/>
                  </a:lnTo>
                  <a:lnTo>
                    <a:pt x="0" y="34857"/>
                  </a:lnTo>
                  <a:lnTo>
                    <a:pt x="0" y="103693"/>
                  </a:lnTo>
                  <a:lnTo>
                    <a:pt x="27545" y="108147"/>
                  </a:lnTo>
                  <a:lnTo>
                    <a:pt x="42804" y="112662"/>
                  </a:lnTo>
                  <a:lnTo>
                    <a:pt x="51247" y="119968"/>
                  </a:lnTo>
                  <a:lnTo>
                    <a:pt x="58343" y="132791"/>
                  </a:lnTo>
                  <a:lnTo>
                    <a:pt x="63463" y="169688"/>
                  </a:lnTo>
                  <a:lnTo>
                    <a:pt x="64420" y="230496"/>
                  </a:lnTo>
                  <a:lnTo>
                    <a:pt x="64347" y="289893"/>
                  </a:lnTo>
                  <a:lnTo>
                    <a:pt x="66374" y="322555"/>
                  </a:lnTo>
                  <a:lnTo>
                    <a:pt x="77612" y="331593"/>
                  </a:lnTo>
                  <a:lnTo>
                    <a:pt x="96974" y="337357"/>
                  </a:lnTo>
                  <a:lnTo>
                    <a:pt x="115306" y="340406"/>
                  </a:lnTo>
                  <a:lnTo>
                    <a:pt x="123451" y="341298"/>
                  </a:lnTo>
                  <a:lnTo>
                    <a:pt x="123409" y="90196"/>
                  </a:lnTo>
                  <a:lnTo>
                    <a:pt x="123514" y="341298"/>
                  </a:lnTo>
                  <a:lnTo>
                    <a:pt x="169332" y="335731"/>
                  </a:lnTo>
                  <a:lnTo>
                    <a:pt x="182589" y="289857"/>
                  </a:lnTo>
                  <a:lnTo>
                    <a:pt x="182481" y="230460"/>
                  </a:lnTo>
                  <a:lnTo>
                    <a:pt x="183402" y="169651"/>
                  </a:lnTo>
                  <a:lnTo>
                    <a:pt x="202239" y="118915"/>
                  </a:lnTo>
                  <a:lnTo>
                    <a:pt x="239249" y="105068"/>
                  </a:lnTo>
                  <a:lnTo>
                    <a:pt x="246819" y="103609"/>
                  </a:lnTo>
                  <a:lnTo>
                    <a:pt x="246777" y="34784"/>
                  </a:lnTo>
                  <a:lnTo>
                    <a:pt x="203362" y="14135"/>
                  </a:lnTo>
                  <a:lnTo>
                    <a:pt x="165145" y="3617"/>
                  </a:lnTo>
                  <a:lnTo>
                    <a:pt x="129488" y="115"/>
                  </a:lnTo>
                  <a:lnTo>
                    <a:pt x="123378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101885" y="9148875"/>
              <a:ext cx="247015" cy="61594"/>
            </a:xfrm>
            <a:custGeom>
              <a:avLst/>
              <a:gdLst/>
              <a:ahLst/>
              <a:cxnLst/>
              <a:rect l="l" t="t" r="r" b="b"/>
              <a:pathLst>
                <a:path w="247015" h="61595">
                  <a:moveTo>
                    <a:pt x="123378" y="0"/>
                  </a:moveTo>
                  <a:lnTo>
                    <a:pt x="81611" y="3639"/>
                  </a:lnTo>
                  <a:lnTo>
                    <a:pt x="38877" y="16596"/>
                  </a:lnTo>
                  <a:lnTo>
                    <a:pt x="0" y="34857"/>
                  </a:lnTo>
                  <a:lnTo>
                    <a:pt x="0" y="60176"/>
                  </a:lnTo>
                  <a:lnTo>
                    <a:pt x="9329" y="54521"/>
                  </a:lnTo>
                  <a:lnTo>
                    <a:pt x="12135" y="53495"/>
                  </a:lnTo>
                  <a:lnTo>
                    <a:pt x="66483" y="42352"/>
                  </a:lnTo>
                  <a:lnTo>
                    <a:pt x="108656" y="39076"/>
                  </a:lnTo>
                  <a:lnTo>
                    <a:pt x="132418" y="38090"/>
                  </a:lnTo>
                  <a:lnTo>
                    <a:pt x="156139" y="38404"/>
                  </a:lnTo>
                  <a:lnTo>
                    <a:pt x="197046" y="43781"/>
                  </a:lnTo>
                  <a:lnTo>
                    <a:pt x="246788" y="61181"/>
                  </a:lnTo>
                  <a:lnTo>
                    <a:pt x="246777" y="34773"/>
                  </a:lnTo>
                  <a:lnTo>
                    <a:pt x="203362" y="14125"/>
                  </a:lnTo>
                  <a:lnTo>
                    <a:pt x="165139" y="3613"/>
                  </a:lnTo>
                  <a:lnTo>
                    <a:pt x="129482" y="115"/>
                  </a:lnTo>
                  <a:lnTo>
                    <a:pt x="123378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160216" y="9326648"/>
              <a:ext cx="130810" cy="78740"/>
            </a:xfrm>
            <a:custGeom>
              <a:avLst/>
              <a:gdLst/>
              <a:ahLst/>
              <a:cxnLst/>
              <a:rect l="l" t="t" r="r" b="b"/>
              <a:pathLst>
                <a:path w="130809" h="78740">
                  <a:moveTo>
                    <a:pt x="130205" y="0"/>
                  </a:moveTo>
                  <a:lnTo>
                    <a:pt x="0" y="0"/>
                  </a:lnTo>
                  <a:lnTo>
                    <a:pt x="0" y="78353"/>
                  </a:lnTo>
                  <a:lnTo>
                    <a:pt x="130205" y="78353"/>
                  </a:lnTo>
                  <a:lnTo>
                    <a:pt x="13020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143137" y="9281759"/>
              <a:ext cx="237490" cy="32384"/>
            </a:xfrm>
            <a:custGeom>
              <a:avLst/>
              <a:gdLst/>
              <a:ahLst/>
              <a:cxnLst/>
              <a:rect l="l" t="t" r="r" b="b"/>
              <a:pathLst>
                <a:path w="237490" h="32384">
                  <a:moveTo>
                    <a:pt x="237291" y="0"/>
                  </a:moveTo>
                  <a:lnTo>
                    <a:pt x="0" y="0"/>
                  </a:lnTo>
                  <a:lnTo>
                    <a:pt x="0" y="31988"/>
                  </a:lnTo>
                  <a:lnTo>
                    <a:pt x="237291" y="31988"/>
                  </a:lnTo>
                  <a:lnTo>
                    <a:pt x="237291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1340690" y="8442843"/>
            <a:ext cx="1515110" cy="1778635"/>
            <a:chOff x="1340690" y="8442843"/>
            <a:chExt cx="1515110" cy="1778635"/>
          </a:xfrm>
        </p:grpSpPr>
        <p:sp>
          <p:nvSpPr>
            <p:cNvPr id="55" name="object 55" descr=""/>
            <p:cNvSpPr/>
            <p:nvPr/>
          </p:nvSpPr>
          <p:spPr>
            <a:xfrm>
              <a:off x="2212394" y="8442843"/>
              <a:ext cx="416559" cy="477520"/>
            </a:xfrm>
            <a:custGeom>
              <a:avLst/>
              <a:gdLst/>
              <a:ahLst/>
              <a:cxnLst/>
              <a:rect l="l" t="t" r="r" b="b"/>
              <a:pathLst>
                <a:path w="416560" h="477520">
                  <a:moveTo>
                    <a:pt x="293426" y="474122"/>
                  </a:moveTo>
                  <a:lnTo>
                    <a:pt x="197258" y="474122"/>
                  </a:lnTo>
                  <a:lnTo>
                    <a:pt x="235931" y="474524"/>
                  </a:lnTo>
                  <a:lnTo>
                    <a:pt x="274307" y="476332"/>
                  </a:lnTo>
                  <a:lnTo>
                    <a:pt x="291697" y="477409"/>
                  </a:lnTo>
                  <a:lnTo>
                    <a:pt x="293426" y="474122"/>
                  </a:lnTo>
                  <a:close/>
                </a:path>
                <a:path w="416560" h="477520">
                  <a:moveTo>
                    <a:pt x="179893" y="477105"/>
                  </a:moveTo>
                  <a:lnTo>
                    <a:pt x="178978" y="477262"/>
                  </a:lnTo>
                  <a:lnTo>
                    <a:pt x="179850" y="477207"/>
                  </a:lnTo>
                  <a:close/>
                </a:path>
                <a:path w="416560" h="477520">
                  <a:moveTo>
                    <a:pt x="188580" y="0"/>
                  </a:moveTo>
                  <a:lnTo>
                    <a:pt x="0" y="20208"/>
                  </a:lnTo>
                  <a:lnTo>
                    <a:pt x="291697" y="203428"/>
                  </a:lnTo>
                  <a:lnTo>
                    <a:pt x="225642" y="365962"/>
                  </a:lnTo>
                  <a:lnTo>
                    <a:pt x="191882" y="448664"/>
                  </a:lnTo>
                  <a:lnTo>
                    <a:pt x="179893" y="477105"/>
                  </a:lnTo>
                  <a:lnTo>
                    <a:pt x="197258" y="474122"/>
                  </a:lnTo>
                  <a:lnTo>
                    <a:pt x="293426" y="474122"/>
                  </a:lnTo>
                  <a:lnTo>
                    <a:pt x="416039" y="240997"/>
                  </a:lnTo>
                  <a:lnTo>
                    <a:pt x="188580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340690" y="8861450"/>
              <a:ext cx="1515110" cy="1360170"/>
            </a:xfrm>
            <a:custGeom>
              <a:avLst/>
              <a:gdLst/>
              <a:ahLst/>
              <a:cxnLst/>
              <a:rect l="l" t="t" r="r" b="b"/>
              <a:pathLst>
                <a:path w="1515110" h="1360170">
                  <a:moveTo>
                    <a:pt x="1276010" y="0"/>
                  </a:moveTo>
                  <a:lnTo>
                    <a:pt x="1085031" y="792"/>
                  </a:lnTo>
                  <a:lnTo>
                    <a:pt x="941803" y="21153"/>
                  </a:lnTo>
                  <a:lnTo>
                    <a:pt x="129325" y="309197"/>
                  </a:lnTo>
                  <a:lnTo>
                    <a:pt x="86081" y="330821"/>
                  </a:lnTo>
                  <a:lnTo>
                    <a:pt x="50284" y="361522"/>
                  </a:lnTo>
                  <a:lnTo>
                    <a:pt x="23177" y="399556"/>
                  </a:lnTo>
                  <a:lnTo>
                    <a:pt x="6001" y="443179"/>
                  </a:lnTo>
                  <a:lnTo>
                    <a:pt x="0" y="490647"/>
                  </a:lnTo>
                  <a:lnTo>
                    <a:pt x="0" y="1359584"/>
                  </a:lnTo>
                  <a:lnTo>
                    <a:pt x="1203251" y="1359584"/>
                  </a:lnTo>
                  <a:lnTo>
                    <a:pt x="1514739" y="12693"/>
                  </a:lnTo>
                  <a:lnTo>
                    <a:pt x="1443120" y="7668"/>
                  </a:lnTo>
                  <a:lnTo>
                    <a:pt x="127601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7" name="object 5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59648" y="10167302"/>
            <a:ext cx="205208" cy="279525"/>
          </a:xfrm>
          <a:prstGeom prst="rect">
            <a:avLst/>
          </a:prstGeom>
        </p:spPr>
      </p:pic>
      <p:grpSp>
        <p:nvGrpSpPr>
          <p:cNvPr id="58" name="object 58" descr=""/>
          <p:cNvGrpSpPr/>
          <p:nvPr/>
        </p:nvGrpSpPr>
        <p:grpSpPr>
          <a:xfrm>
            <a:off x="1834794" y="10006993"/>
            <a:ext cx="205740" cy="434340"/>
            <a:chOff x="1834794" y="10006993"/>
            <a:chExt cx="205740" cy="434340"/>
          </a:xfrm>
        </p:grpSpPr>
        <p:sp>
          <p:nvSpPr>
            <p:cNvPr id="59" name="object 59" descr=""/>
            <p:cNvSpPr/>
            <p:nvPr/>
          </p:nvSpPr>
          <p:spPr>
            <a:xfrm>
              <a:off x="1921815" y="10006993"/>
              <a:ext cx="31750" cy="345440"/>
            </a:xfrm>
            <a:custGeom>
              <a:avLst/>
              <a:gdLst/>
              <a:ahLst/>
              <a:cxnLst/>
              <a:rect l="l" t="t" r="r" b="b"/>
              <a:pathLst>
                <a:path w="31750" h="345440">
                  <a:moveTo>
                    <a:pt x="31161" y="0"/>
                  </a:moveTo>
                  <a:lnTo>
                    <a:pt x="0" y="0"/>
                  </a:lnTo>
                  <a:lnTo>
                    <a:pt x="0" y="344858"/>
                  </a:lnTo>
                  <a:lnTo>
                    <a:pt x="31161" y="344858"/>
                  </a:lnTo>
                  <a:lnTo>
                    <a:pt x="31161" y="0"/>
                  </a:lnTo>
                  <a:close/>
                </a:path>
              </a:pathLst>
            </a:custGeom>
            <a:solidFill>
              <a:srgbClr val="80868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34794" y="10235909"/>
              <a:ext cx="205208" cy="205218"/>
            </a:xfrm>
            <a:prstGeom prst="rect">
              <a:avLst/>
            </a:prstGeom>
          </p:spPr>
        </p:pic>
      </p:grpSp>
      <p:pic>
        <p:nvPicPr>
          <p:cNvPr id="61" name="object 6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5302" y="10151491"/>
            <a:ext cx="205208" cy="289636"/>
          </a:xfrm>
          <a:prstGeom prst="rect">
            <a:avLst/>
          </a:prstGeom>
        </p:spPr>
      </p:pic>
      <p:grpSp>
        <p:nvGrpSpPr>
          <p:cNvPr id="62" name="object 62" descr=""/>
          <p:cNvGrpSpPr/>
          <p:nvPr/>
        </p:nvGrpSpPr>
        <p:grpSpPr>
          <a:xfrm>
            <a:off x="1274597" y="8542456"/>
            <a:ext cx="1863725" cy="1929764"/>
            <a:chOff x="1274597" y="8542456"/>
            <a:chExt cx="1863725" cy="1929764"/>
          </a:xfrm>
        </p:grpSpPr>
        <p:sp>
          <p:nvSpPr>
            <p:cNvPr id="63" name="object 63" descr=""/>
            <p:cNvSpPr/>
            <p:nvPr/>
          </p:nvSpPr>
          <p:spPr>
            <a:xfrm>
              <a:off x="2561440" y="10037757"/>
              <a:ext cx="31750" cy="345440"/>
            </a:xfrm>
            <a:custGeom>
              <a:avLst/>
              <a:gdLst/>
              <a:ahLst/>
              <a:cxnLst/>
              <a:rect l="l" t="t" r="r" b="b"/>
              <a:pathLst>
                <a:path w="31750" h="345440">
                  <a:moveTo>
                    <a:pt x="31161" y="0"/>
                  </a:moveTo>
                  <a:lnTo>
                    <a:pt x="0" y="0"/>
                  </a:lnTo>
                  <a:lnTo>
                    <a:pt x="0" y="344858"/>
                  </a:lnTo>
                  <a:lnTo>
                    <a:pt x="31161" y="344858"/>
                  </a:lnTo>
                  <a:lnTo>
                    <a:pt x="31161" y="0"/>
                  </a:lnTo>
                  <a:close/>
                </a:path>
              </a:pathLst>
            </a:custGeom>
            <a:solidFill>
              <a:srgbClr val="80868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74418" y="10266669"/>
              <a:ext cx="205208" cy="205208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1826730" y="8871968"/>
              <a:ext cx="1187450" cy="1349375"/>
            </a:xfrm>
            <a:custGeom>
              <a:avLst/>
              <a:gdLst/>
              <a:ahLst/>
              <a:cxnLst/>
              <a:rect l="l" t="t" r="r" b="b"/>
              <a:pathLst>
                <a:path w="1187450" h="1349375">
                  <a:moveTo>
                    <a:pt x="976526" y="0"/>
                  </a:moveTo>
                  <a:lnTo>
                    <a:pt x="929374" y="10635"/>
                  </a:lnTo>
                  <a:lnTo>
                    <a:pt x="127619" y="298678"/>
                  </a:lnTo>
                  <a:lnTo>
                    <a:pt x="84946" y="320302"/>
                  </a:lnTo>
                  <a:lnTo>
                    <a:pt x="49621" y="351004"/>
                  </a:lnTo>
                  <a:lnTo>
                    <a:pt x="22871" y="389038"/>
                  </a:lnTo>
                  <a:lnTo>
                    <a:pt x="5922" y="432660"/>
                  </a:lnTo>
                  <a:lnTo>
                    <a:pt x="0" y="480128"/>
                  </a:lnTo>
                  <a:lnTo>
                    <a:pt x="0" y="1349065"/>
                  </a:lnTo>
                  <a:lnTo>
                    <a:pt x="1187366" y="1349065"/>
                  </a:lnTo>
                  <a:lnTo>
                    <a:pt x="1187366" y="192085"/>
                  </a:lnTo>
                  <a:lnTo>
                    <a:pt x="1181433" y="144113"/>
                  </a:lnTo>
                  <a:lnTo>
                    <a:pt x="1164720" y="101074"/>
                  </a:lnTo>
                  <a:lnTo>
                    <a:pt x="1138858" y="64114"/>
                  </a:lnTo>
                  <a:lnTo>
                    <a:pt x="1105478" y="34380"/>
                  </a:lnTo>
                  <a:lnTo>
                    <a:pt x="1066208" y="13019"/>
                  </a:lnTo>
                  <a:lnTo>
                    <a:pt x="1022681" y="1176"/>
                  </a:lnTo>
                  <a:lnTo>
                    <a:pt x="976526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315331" y="10130686"/>
              <a:ext cx="543560" cy="90805"/>
            </a:xfrm>
            <a:custGeom>
              <a:avLst/>
              <a:gdLst/>
              <a:ahLst/>
              <a:cxnLst/>
              <a:rect l="l" t="t" r="r" b="b"/>
              <a:pathLst>
                <a:path w="543560" h="90804">
                  <a:moveTo>
                    <a:pt x="0" y="90353"/>
                  </a:moveTo>
                  <a:lnTo>
                    <a:pt x="543072" y="90353"/>
                  </a:lnTo>
                  <a:lnTo>
                    <a:pt x="543072" y="0"/>
                  </a:lnTo>
                  <a:lnTo>
                    <a:pt x="0" y="0"/>
                  </a:lnTo>
                  <a:lnTo>
                    <a:pt x="0" y="90353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858404" y="10130686"/>
              <a:ext cx="1280160" cy="90805"/>
            </a:xfrm>
            <a:custGeom>
              <a:avLst/>
              <a:gdLst/>
              <a:ahLst/>
              <a:cxnLst/>
              <a:rect l="l" t="t" r="r" b="b"/>
              <a:pathLst>
                <a:path w="1280160" h="90804">
                  <a:moveTo>
                    <a:pt x="1279584" y="0"/>
                  </a:moveTo>
                  <a:lnTo>
                    <a:pt x="0" y="0"/>
                  </a:lnTo>
                  <a:lnTo>
                    <a:pt x="0" y="90353"/>
                  </a:lnTo>
                  <a:lnTo>
                    <a:pt x="1279584" y="90353"/>
                  </a:lnTo>
                  <a:lnTo>
                    <a:pt x="1279584" y="0"/>
                  </a:lnTo>
                  <a:close/>
                </a:path>
              </a:pathLst>
            </a:custGeom>
            <a:solidFill>
              <a:srgbClr val="8086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603906" y="9362598"/>
              <a:ext cx="410209" cy="564515"/>
            </a:xfrm>
            <a:custGeom>
              <a:avLst/>
              <a:gdLst/>
              <a:ahLst/>
              <a:cxnLst/>
              <a:rect l="l" t="t" r="r" b="b"/>
              <a:pathLst>
                <a:path w="410210" h="564515">
                  <a:moveTo>
                    <a:pt x="410184" y="424700"/>
                  </a:moveTo>
                  <a:lnTo>
                    <a:pt x="69672" y="424700"/>
                  </a:lnTo>
                  <a:lnTo>
                    <a:pt x="42557" y="430187"/>
                  </a:lnTo>
                  <a:lnTo>
                    <a:pt x="20408" y="445109"/>
                  </a:lnTo>
                  <a:lnTo>
                    <a:pt x="5473" y="467258"/>
                  </a:lnTo>
                  <a:lnTo>
                    <a:pt x="0" y="494385"/>
                  </a:lnTo>
                  <a:lnTo>
                    <a:pt x="5473" y="521500"/>
                  </a:lnTo>
                  <a:lnTo>
                    <a:pt x="20408" y="543648"/>
                  </a:lnTo>
                  <a:lnTo>
                    <a:pt x="42557" y="558584"/>
                  </a:lnTo>
                  <a:lnTo>
                    <a:pt x="69672" y="564057"/>
                  </a:lnTo>
                  <a:lnTo>
                    <a:pt x="410184" y="564057"/>
                  </a:lnTo>
                  <a:lnTo>
                    <a:pt x="410184" y="424700"/>
                  </a:lnTo>
                  <a:close/>
                </a:path>
                <a:path w="410210" h="564515">
                  <a:moveTo>
                    <a:pt x="410184" y="196659"/>
                  </a:moveTo>
                  <a:lnTo>
                    <a:pt x="69672" y="196659"/>
                  </a:lnTo>
                  <a:lnTo>
                    <a:pt x="42557" y="202133"/>
                  </a:lnTo>
                  <a:lnTo>
                    <a:pt x="20408" y="217068"/>
                  </a:lnTo>
                  <a:lnTo>
                    <a:pt x="5473" y="239217"/>
                  </a:lnTo>
                  <a:lnTo>
                    <a:pt x="0" y="266331"/>
                  </a:lnTo>
                  <a:lnTo>
                    <a:pt x="5473" y="293458"/>
                  </a:lnTo>
                  <a:lnTo>
                    <a:pt x="20408" y="315595"/>
                  </a:lnTo>
                  <a:lnTo>
                    <a:pt x="42557" y="330530"/>
                  </a:lnTo>
                  <a:lnTo>
                    <a:pt x="69672" y="336003"/>
                  </a:lnTo>
                  <a:lnTo>
                    <a:pt x="410184" y="336003"/>
                  </a:lnTo>
                  <a:lnTo>
                    <a:pt x="410184" y="196659"/>
                  </a:lnTo>
                  <a:close/>
                </a:path>
                <a:path w="410210" h="564515">
                  <a:moveTo>
                    <a:pt x="410184" y="0"/>
                  </a:moveTo>
                  <a:lnTo>
                    <a:pt x="69672" y="0"/>
                  </a:lnTo>
                  <a:lnTo>
                    <a:pt x="42557" y="5473"/>
                  </a:lnTo>
                  <a:lnTo>
                    <a:pt x="20408" y="20396"/>
                  </a:lnTo>
                  <a:lnTo>
                    <a:pt x="5473" y="42545"/>
                  </a:lnTo>
                  <a:lnTo>
                    <a:pt x="0" y="69672"/>
                  </a:lnTo>
                  <a:lnTo>
                    <a:pt x="5473" y="96786"/>
                  </a:lnTo>
                  <a:lnTo>
                    <a:pt x="20408" y="118935"/>
                  </a:lnTo>
                  <a:lnTo>
                    <a:pt x="42557" y="133870"/>
                  </a:lnTo>
                  <a:lnTo>
                    <a:pt x="69672" y="139344"/>
                  </a:lnTo>
                  <a:lnTo>
                    <a:pt x="410184" y="139344"/>
                  </a:lnTo>
                  <a:lnTo>
                    <a:pt x="41018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616979" y="8768130"/>
              <a:ext cx="758825" cy="360045"/>
            </a:xfrm>
            <a:custGeom>
              <a:avLst/>
              <a:gdLst/>
              <a:ahLst/>
              <a:cxnLst/>
              <a:rect l="l" t="t" r="r" b="b"/>
              <a:pathLst>
                <a:path w="758825" h="360045">
                  <a:moveTo>
                    <a:pt x="732469" y="0"/>
                  </a:moveTo>
                  <a:lnTo>
                    <a:pt x="0" y="144927"/>
                  </a:lnTo>
                  <a:lnTo>
                    <a:pt x="6240" y="348198"/>
                  </a:lnTo>
                  <a:lnTo>
                    <a:pt x="358428" y="360009"/>
                  </a:lnTo>
                  <a:lnTo>
                    <a:pt x="758667" y="212150"/>
                  </a:lnTo>
                  <a:lnTo>
                    <a:pt x="732469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012826" y="8542456"/>
              <a:ext cx="631825" cy="502920"/>
            </a:xfrm>
            <a:custGeom>
              <a:avLst/>
              <a:gdLst/>
              <a:ahLst/>
              <a:cxnLst/>
              <a:rect l="l" t="t" r="r" b="b"/>
              <a:pathLst>
                <a:path w="631825" h="502920">
                  <a:moveTo>
                    <a:pt x="569270" y="0"/>
                  </a:moveTo>
                  <a:lnTo>
                    <a:pt x="391652" y="286776"/>
                  </a:lnTo>
                  <a:lnTo>
                    <a:pt x="0" y="437829"/>
                  </a:lnTo>
                  <a:lnTo>
                    <a:pt x="27339" y="502571"/>
                  </a:lnTo>
                  <a:lnTo>
                    <a:pt x="444991" y="348261"/>
                  </a:lnTo>
                  <a:lnTo>
                    <a:pt x="631300" y="60312"/>
                  </a:lnTo>
                  <a:lnTo>
                    <a:pt x="569270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274597" y="8542456"/>
              <a:ext cx="1308100" cy="438150"/>
            </a:xfrm>
            <a:custGeom>
              <a:avLst/>
              <a:gdLst/>
              <a:ahLst/>
              <a:cxnLst/>
              <a:rect l="l" t="t" r="r" b="b"/>
              <a:pathLst>
                <a:path w="1308100" h="438150">
                  <a:moveTo>
                    <a:pt x="1307499" y="0"/>
                  </a:moveTo>
                  <a:lnTo>
                    <a:pt x="614044" y="0"/>
                  </a:lnTo>
                  <a:lnTo>
                    <a:pt x="453012" y="220851"/>
                  </a:lnTo>
                  <a:lnTo>
                    <a:pt x="0" y="428562"/>
                  </a:lnTo>
                  <a:lnTo>
                    <a:pt x="738228" y="437829"/>
                  </a:lnTo>
                  <a:lnTo>
                    <a:pt x="1129881" y="286776"/>
                  </a:lnTo>
                  <a:lnTo>
                    <a:pt x="1307499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274599" y="8971025"/>
              <a:ext cx="765810" cy="74295"/>
            </a:xfrm>
            <a:custGeom>
              <a:avLst/>
              <a:gdLst/>
              <a:ahLst/>
              <a:cxnLst/>
              <a:rect l="l" t="t" r="r" b="b"/>
              <a:pathLst>
                <a:path w="765810" h="74295">
                  <a:moveTo>
                    <a:pt x="765557" y="0"/>
                  </a:moveTo>
                  <a:lnTo>
                    <a:pt x="0" y="0"/>
                  </a:lnTo>
                  <a:lnTo>
                    <a:pt x="0" y="74008"/>
                  </a:lnTo>
                  <a:lnTo>
                    <a:pt x="765557" y="74008"/>
                  </a:lnTo>
                  <a:lnTo>
                    <a:pt x="765557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456969" y="8580443"/>
              <a:ext cx="1036319" cy="344805"/>
            </a:xfrm>
            <a:custGeom>
              <a:avLst/>
              <a:gdLst/>
              <a:ahLst/>
              <a:cxnLst/>
              <a:rect l="l" t="t" r="r" b="b"/>
              <a:pathLst>
                <a:path w="1036319" h="344804">
                  <a:moveTo>
                    <a:pt x="83172" y="314909"/>
                  </a:moveTo>
                  <a:lnTo>
                    <a:pt x="43776" y="314909"/>
                  </a:lnTo>
                  <a:lnTo>
                    <a:pt x="0" y="344462"/>
                  </a:lnTo>
                  <a:lnTo>
                    <a:pt x="41579" y="344462"/>
                  </a:lnTo>
                  <a:lnTo>
                    <a:pt x="83172" y="314909"/>
                  </a:lnTo>
                  <a:close/>
                </a:path>
                <a:path w="1036319" h="344804">
                  <a:moveTo>
                    <a:pt x="157594" y="314909"/>
                  </a:moveTo>
                  <a:lnTo>
                    <a:pt x="118198" y="314909"/>
                  </a:lnTo>
                  <a:lnTo>
                    <a:pt x="74422" y="344462"/>
                  </a:lnTo>
                  <a:lnTo>
                    <a:pt x="116001" y="344462"/>
                  </a:lnTo>
                  <a:lnTo>
                    <a:pt x="157594" y="314909"/>
                  </a:lnTo>
                  <a:close/>
                </a:path>
                <a:path w="1036319" h="344804">
                  <a:moveTo>
                    <a:pt x="186639" y="261099"/>
                  </a:moveTo>
                  <a:lnTo>
                    <a:pt x="147231" y="261099"/>
                  </a:lnTo>
                  <a:lnTo>
                    <a:pt x="103466" y="290639"/>
                  </a:lnTo>
                  <a:lnTo>
                    <a:pt x="145046" y="290639"/>
                  </a:lnTo>
                  <a:lnTo>
                    <a:pt x="186639" y="261099"/>
                  </a:lnTo>
                  <a:close/>
                </a:path>
                <a:path w="1036319" h="344804">
                  <a:moveTo>
                    <a:pt x="220306" y="314909"/>
                  </a:moveTo>
                  <a:lnTo>
                    <a:pt x="180911" y="314909"/>
                  </a:lnTo>
                  <a:lnTo>
                    <a:pt x="137134" y="344462"/>
                  </a:lnTo>
                  <a:lnTo>
                    <a:pt x="178727" y="344462"/>
                  </a:lnTo>
                  <a:lnTo>
                    <a:pt x="220306" y="314909"/>
                  </a:lnTo>
                  <a:close/>
                </a:path>
                <a:path w="1036319" h="344804">
                  <a:moveTo>
                    <a:pt x="261048" y="261099"/>
                  </a:moveTo>
                  <a:lnTo>
                    <a:pt x="221653" y="261099"/>
                  </a:lnTo>
                  <a:lnTo>
                    <a:pt x="177876" y="290639"/>
                  </a:lnTo>
                  <a:lnTo>
                    <a:pt x="219468" y="290639"/>
                  </a:lnTo>
                  <a:lnTo>
                    <a:pt x="261048" y="261099"/>
                  </a:lnTo>
                  <a:close/>
                </a:path>
                <a:path w="1036319" h="344804">
                  <a:moveTo>
                    <a:pt x="299097" y="314909"/>
                  </a:moveTo>
                  <a:lnTo>
                    <a:pt x="259702" y="314909"/>
                  </a:lnTo>
                  <a:lnTo>
                    <a:pt x="215925" y="344462"/>
                  </a:lnTo>
                  <a:lnTo>
                    <a:pt x="257517" y="344462"/>
                  </a:lnTo>
                  <a:lnTo>
                    <a:pt x="299097" y="314909"/>
                  </a:lnTo>
                  <a:close/>
                </a:path>
                <a:path w="1036319" h="344804">
                  <a:moveTo>
                    <a:pt x="308216" y="213309"/>
                  </a:moveTo>
                  <a:lnTo>
                    <a:pt x="268820" y="213309"/>
                  </a:lnTo>
                  <a:lnTo>
                    <a:pt x="225044" y="242849"/>
                  </a:lnTo>
                  <a:lnTo>
                    <a:pt x="266636" y="242849"/>
                  </a:lnTo>
                  <a:lnTo>
                    <a:pt x="308216" y="213309"/>
                  </a:lnTo>
                  <a:close/>
                </a:path>
                <a:path w="1036319" h="344804">
                  <a:moveTo>
                    <a:pt x="323761" y="261099"/>
                  </a:moveTo>
                  <a:lnTo>
                    <a:pt x="284365" y="261099"/>
                  </a:lnTo>
                  <a:lnTo>
                    <a:pt x="240601" y="290639"/>
                  </a:lnTo>
                  <a:lnTo>
                    <a:pt x="282181" y="290639"/>
                  </a:lnTo>
                  <a:lnTo>
                    <a:pt x="323761" y="261099"/>
                  </a:lnTo>
                  <a:close/>
                </a:path>
                <a:path w="1036319" h="344804">
                  <a:moveTo>
                    <a:pt x="382257" y="314909"/>
                  </a:moveTo>
                  <a:lnTo>
                    <a:pt x="342874" y="314909"/>
                  </a:lnTo>
                  <a:lnTo>
                    <a:pt x="299097" y="344462"/>
                  </a:lnTo>
                  <a:lnTo>
                    <a:pt x="340677" y="344462"/>
                  </a:lnTo>
                  <a:lnTo>
                    <a:pt x="382257" y="314909"/>
                  </a:lnTo>
                  <a:close/>
                </a:path>
                <a:path w="1036319" h="344804">
                  <a:moveTo>
                    <a:pt x="382638" y="213309"/>
                  </a:moveTo>
                  <a:lnTo>
                    <a:pt x="343230" y="213309"/>
                  </a:lnTo>
                  <a:lnTo>
                    <a:pt x="299466" y="242849"/>
                  </a:lnTo>
                  <a:lnTo>
                    <a:pt x="341045" y="242849"/>
                  </a:lnTo>
                  <a:lnTo>
                    <a:pt x="382638" y="213309"/>
                  </a:lnTo>
                  <a:close/>
                </a:path>
                <a:path w="1036319" h="344804">
                  <a:moveTo>
                    <a:pt x="402564" y="261099"/>
                  </a:moveTo>
                  <a:lnTo>
                    <a:pt x="363169" y="261099"/>
                  </a:lnTo>
                  <a:lnTo>
                    <a:pt x="319392" y="290639"/>
                  </a:lnTo>
                  <a:lnTo>
                    <a:pt x="360972" y="290639"/>
                  </a:lnTo>
                  <a:lnTo>
                    <a:pt x="402564" y="261099"/>
                  </a:lnTo>
                  <a:close/>
                </a:path>
                <a:path w="1036319" h="344804">
                  <a:moveTo>
                    <a:pt x="445350" y="213309"/>
                  </a:moveTo>
                  <a:lnTo>
                    <a:pt x="405955" y="213309"/>
                  </a:lnTo>
                  <a:lnTo>
                    <a:pt x="362178" y="242849"/>
                  </a:lnTo>
                  <a:lnTo>
                    <a:pt x="403758" y="242849"/>
                  </a:lnTo>
                  <a:lnTo>
                    <a:pt x="445350" y="213309"/>
                  </a:lnTo>
                  <a:close/>
                </a:path>
                <a:path w="1036319" h="344804">
                  <a:moveTo>
                    <a:pt x="474751" y="314909"/>
                  </a:moveTo>
                  <a:lnTo>
                    <a:pt x="435343" y="314909"/>
                  </a:lnTo>
                  <a:lnTo>
                    <a:pt x="391579" y="344462"/>
                  </a:lnTo>
                  <a:lnTo>
                    <a:pt x="433158" y="344462"/>
                  </a:lnTo>
                  <a:lnTo>
                    <a:pt x="474751" y="314909"/>
                  </a:lnTo>
                  <a:close/>
                </a:path>
                <a:path w="1036319" h="344804">
                  <a:moveTo>
                    <a:pt x="485724" y="261099"/>
                  </a:moveTo>
                  <a:lnTo>
                    <a:pt x="446328" y="261099"/>
                  </a:lnTo>
                  <a:lnTo>
                    <a:pt x="402551" y="290639"/>
                  </a:lnTo>
                  <a:lnTo>
                    <a:pt x="444144" y="290639"/>
                  </a:lnTo>
                  <a:lnTo>
                    <a:pt x="485724" y="261099"/>
                  </a:lnTo>
                  <a:close/>
                </a:path>
                <a:path w="1036319" h="344804">
                  <a:moveTo>
                    <a:pt x="524141" y="213309"/>
                  </a:moveTo>
                  <a:lnTo>
                    <a:pt x="484733" y="213309"/>
                  </a:lnTo>
                  <a:lnTo>
                    <a:pt x="440969" y="242849"/>
                  </a:lnTo>
                  <a:lnTo>
                    <a:pt x="482549" y="242849"/>
                  </a:lnTo>
                  <a:lnTo>
                    <a:pt x="524141" y="213309"/>
                  </a:lnTo>
                  <a:close/>
                </a:path>
                <a:path w="1036319" h="344804">
                  <a:moveTo>
                    <a:pt x="578205" y="314909"/>
                  </a:moveTo>
                  <a:lnTo>
                    <a:pt x="538810" y="314909"/>
                  </a:lnTo>
                  <a:lnTo>
                    <a:pt x="495033" y="344462"/>
                  </a:lnTo>
                  <a:lnTo>
                    <a:pt x="536613" y="344462"/>
                  </a:lnTo>
                  <a:lnTo>
                    <a:pt x="578205" y="314909"/>
                  </a:lnTo>
                  <a:close/>
                </a:path>
                <a:path w="1036319" h="344804">
                  <a:moveTo>
                    <a:pt x="578205" y="261099"/>
                  </a:moveTo>
                  <a:lnTo>
                    <a:pt x="538810" y="261099"/>
                  </a:lnTo>
                  <a:lnTo>
                    <a:pt x="495033" y="290639"/>
                  </a:lnTo>
                  <a:lnTo>
                    <a:pt x="536613" y="290639"/>
                  </a:lnTo>
                  <a:lnTo>
                    <a:pt x="578205" y="261099"/>
                  </a:lnTo>
                  <a:close/>
                </a:path>
                <a:path w="1036319" h="344804">
                  <a:moveTo>
                    <a:pt x="607301" y="213309"/>
                  </a:moveTo>
                  <a:lnTo>
                    <a:pt x="567918" y="213309"/>
                  </a:lnTo>
                  <a:lnTo>
                    <a:pt x="524141" y="242849"/>
                  </a:lnTo>
                  <a:lnTo>
                    <a:pt x="565721" y="242849"/>
                  </a:lnTo>
                  <a:lnTo>
                    <a:pt x="607301" y="213309"/>
                  </a:lnTo>
                  <a:close/>
                </a:path>
                <a:path w="1036319" h="344804">
                  <a:moveTo>
                    <a:pt x="681672" y="261099"/>
                  </a:moveTo>
                  <a:lnTo>
                    <a:pt x="642277" y="261099"/>
                  </a:lnTo>
                  <a:lnTo>
                    <a:pt x="598500" y="290639"/>
                  </a:lnTo>
                  <a:lnTo>
                    <a:pt x="640080" y="290639"/>
                  </a:lnTo>
                  <a:lnTo>
                    <a:pt x="681672" y="261099"/>
                  </a:lnTo>
                  <a:close/>
                </a:path>
                <a:path w="1036319" h="344804">
                  <a:moveTo>
                    <a:pt x="699782" y="213309"/>
                  </a:moveTo>
                  <a:lnTo>
                    <a:pt x="660387" y="213309"/>
                  </a:lnTo>
                  <a:lnTo>
                    <a:pt x="616623" y="242849"/>
                  </a:lnTo>
                  <a:lnTo>
                    <a:pt x="658202" y="242849"/>
                  </a:lnTo>
                  <a:lnTo>
                    <a:pt x="699782" y="213309"/>
                  </a:lnTo>
                  <a:close/>
                </a:path>
                <a:path w="1036319" h="344804">
                  <a:moveTo>
                    <a:pt x="803249" y="213309"/>
                  </a:moveTo>
                  <a:lnTo>
                    <a:pt x="763854" y="213309"/>
                  </a:lnTo>
                  <a:lnTo>
                    <a:pt x="720077" y="242849"/>
                  </a:lnTo>
                  <a:lnTo>
                    <a:pt x="761669" y="242849"/>
                  </a:lnTo>
                  <a:lnTo>
                    <a:pt x="803249" y="213309"/>
                  </a:lnTo>
                  <a:close/>
                </a:path>
                <a:path w="1036319" h="344804">
                  <a:moveTo>
                    <a:pt x="1036307" y="0"/>
                  </a:moveTo>
                  <a:lnTo>
                    <a:pt x="452081" y="0"/>
                  </a:lnTo>
                  <a:lnTo>
                    <a:pt x="401993" y="76771"/>
                  </a:lnTo>
                  <a:lnTo>
                    <a:pt x="367296" y="130606"/>
                  </a:lnTo>
                  <a:lnTo>
                    <a:pt x="350964" y="157289"/>
                  </a:lnTo>
                  <a:lnTo>
                    <a:pt x="474751" y="17475"/>
                  </a:lnTo>
                  <a:lnTo>
                    <a:pt x="1036307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1937" y="8629437"/>
              <a:ext cx="85589" cy="104226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88210" y="8616863"/>
              <a:ext cx="75252" cy="121236"/>
            </a:xfrm>
            <a:prstGeom prst="rect">
              <a:avLst/>
            </a:prstGeom>
          </p:spPr>
        </p:pic>
      </p:grpSp>
      <p:grpSp>
        <p:nvGrpSpPr>
          <p:cNvPr id="76" name="object 76" descr=""/>
          <p:cNvGrpSpPr/>
          <p:nvPr/>
        </p:nvGrpSpPr>
        <p:grpSpPr>
          <a:xfrm>
            <a:off x="1743925" y="7855384"/>
            <a:ext cx="1167765" cy="626745"/>
            <a:chOff x="1743925" y="7855384"/>
            <a:chExt cx="1167765" cy="626745"/>
          </a:xfrm>
        </p:grpSpPr>
        <p:sp>
          <p:nvSpPr>
            <p:cNvPr id="77" name="object 77" descr=""/>
            <p:cNvSpPr/>
            <p:nvPr/>
          </p:nvSpPr>
          <p:spPr>
            <a:xfrm>
              <a:off x="1743925" y="7855384"/>
              <a:ext cx="1167765" cy="626745"/>
            </a:xfrm>
            <a:custGeom>
              <a:avLst/>
              <a:gdLst/>
              <a:ahLst/>
              <a:cxnLst/>
              <a:rect l="l" t="t" r="r" b="b"/>
              <a:pathLst>
                <a:path w="1167764" h="626745">
                  <a:moveTo>
                    <a:pt x="1167168" y="0"/>
                  </a:moveTo>
                  <a:lnTo>
                    <a:pt x="0" y="0"/>
                  </a:lnTo>
                  <a:lnTo>
                    <a:pt x="0" y="626619"/>
                  </a:lnTo>
                  <a:lnTo>
                    <a:pt x="1167168" y="626619"/>
                  </a:lnTo>
                  <a:lnTo>
                    <a:pt x="1167168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798615" y="7958487"/>
              <a:ext cx="1057910" cy="472440"/>
            </a:xfrm>
            <a:custGeom>
              <a:avLst/>
              <a:gdLst/>
              <a:ahLst/>
              <a:cxnLst/>
              <a:rect l="l" t="t" r="r" b="b"/>
              <a:pathLst>
                <a:path w="1057910" h="472440">
                  <a:moveTo>
                    <a:pt x="0" y="472219"/>
                  </a:moveTo>
                  <a:lnTo>
                    <a:pt x="1057779" y="472219"/>
                  </a:lnTo>
                  <a:lnTo>
                    <a:pt x="1057779" y="0"/>
                  </a:lnTo>
                  <a:lnTo>
                    <a:pt x="0" y="0"/>
                  </a:lnTo>
                  <a:lnTo>
                    <a:pt x="0" y="472219"/>
                  </a:lnTo>
                  <a:close/>
                </a:path>
              </a:pathLst>
            </a:custGeom>
            <a:solidFill>
              <a:srgbClr val="8086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799590" y="7906429"/>
              <a:ext cx="1057910" cy="524510"/>
            </a:xfrm>
            <a:custGeom>
              <a:avLst/>
              <a:gdLst/>
              <a:ahLst/>
              <a:cxnLst/>
              <a:rect l="l" t="t" r="r" b="b"/>
              <a:pathLst>
                <a:path w="1057910" h="524509">
                  <a:moveTo>
                    <a:pt x="1057770" y="0"/>
                  </a:moveTo>
                  <a:lnTo>
                    <a:pt x="0" y="0"/>
                  </a:lnTo>
                  <a:lnTo>
                    <a:pt x="0" y="52070"/>
                  </a:lnTo>
                  <a:lnTo>
                    <a:pt x="0" y="524510"/>
                  </a:lnTo>
                  <a:lnTo>
                    <a:pt x="69570" y="524510"/>
                  </a:lnTo>
                  <a:lnTo>
                    <a:pt x="69570" y="52070"/>
                  </a:lnTo>
                  <a:lnTo>
                    <a:pt x="1057770" y="52070"/>
                  </a:lnTo>
                  <a:lnTo>
                    <a:pt x="1057770" y="0"/>
                  </a:lnTo>
                  <a:close/>
                </a:path>
              </a:pathLst>
            </a:custGeom>
            <a:solidFill>
              <a:srgbClr val="6D74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799590" y="7906696"/>
              <a:ext cx="1057275" cy="524510"/>
            </a:xfrm>
            <a:custGeom>
              <a:avLst/>
              <a:gdLst/>
              <a:ahLst/>
              <a:cxnLst/>
              <a:rect l="l" t="t" r="r" b="b"/>
              <a:pathLst>
                <a:path w="1057275" h="524509">
                  <a:moveTo>
                    <a:pt x="412800" y="0"/>
                  </a:moveTo>
                  <a:lnTo>
                    <a:pt x="315582" y="0"/>
                  </a:lnTo>
                  <a:lnTo>
                    <a:pt x="0" y="394144"/>
                  </a:lnTo>
                  <a:lnTo>
                    <a:pt x="0" y="524014"/>
                  </a:lnTo>
                  <a:lnTo>
                    <a:pt x="412800" y="0"/>
                  </a:lnTo>
                  <a:close/>
                </a:path>
                <a:path w="1057275" h="524509">
                  <a:moveTo>
                    <a:pt x="804316" y="0"/>
                  </a:moveTo>
                  <a:lnTo>
                    <a:pt x="693686" y="0"/>
                  </a:lnTo>
                  <a:lnTo>
                    <a:pt x="255879" y="524014"/>
                  </a:lnTo>
                  <a:lnTo>
                    <a:pt x="528878" y="524014"/>
                  </a:lnTo>
                  <a:lnTo>
                    <a:pt x="804316" y="0"/>
                  </a:lnTo>
                  <a:close/>
                </a:path>
                <a:path w="1057275" h="524509">
                  <a:moveTo>
                    <a:pt x="1056792" y="127774"/>
                  </a:moveTo>
                  <a:lnTo>
                    <a:pt x="757034" y="524014"/>
                  </a:lnTo>
                  <a:lnTo>
                    <a:pt x="892327" y="524014"/>
                  </a:lnTo>
                  <a:lnTo>
                    <a:pt x="1056792" y="214452"/>
                  </a:lnTo>
                  <a:lnTo>
                    <a:pt x="1056792" y="127774"/>
                  </a:lnTo>
                  <a:close/>
                </a:path>
              </a:pathLst>
            </a:custGeom>
            <a:solidFill>
              <a:srgbClr val="FFFFFF">
                <a:alpha val="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 descr=""/>
          <p:cNvGrpSpPr/>
          <p:nvPr/>
        </p:nvGrpSpPr>
        <p:grpSpPr>
          <a:xfrm>
            <a:off x="3687119" y="1607781"/>
            <a:ext cx="2407285" cy="1454150"/>
            <a:chOff x="3687119" y="1607781"/>
            <a:chExt cx="2407285" cy="1454150"/>
          </a:xfrm>
        </p:grpSpPr>
        <p:sp>
          <p:nvSpPr>
            <p:cNvPr id="82" name="object 82" descr=""/>
            <p:cNvSpPr/>
            <p:nvPr/>
          </p:nvSpPr>
          <p:spPr>
            <a:xfrm>
              <a:off x="3687119" y="1906122"/>
              <a:ext cx="2027555" cy="1155700"/>
            </a:xfrm>
            <a:custGeom>
              <a:avLst/>
              <a:gdLst/>
              <a:ahLst/>
              <a:cxnLst/>
              <a:rect l="l" t="t" r="r" b="b"/>
              <a:pathLst>
                <a:path w="2027554" h="1155700">
                  <a:moveTo>
                    <a:pt x="817429" y="0"/>
                  </a:moveTo>
                  <a:lnTo>
                    <a:pt x="772000" y="2875"/>
                  </a:lnTo>
                  <a:lnTo>
                    <a:pt x="725064" y="9414"/>
                  </a:lnTo>
                  <a:lnTo>
                    <a:pt x="676948" y="19548"/>
                  </a:lnTo>
                  <a:lnTo>
                    <a:pt x="627976" y="33208"/>
                  </a:lnTo>
                  <a:lnTo>
                    <a:pt x="578475" y="50326"/>
                  </a:lnTo>
                  <a:lnTo>
                    <a:pt x="528770" y="70833"/>
                  </a:lnTo>
                  <a:lnTo>
                    <a:pt x="479188" y="94661"/>
                  </a:lnTo>
                  <a:lnTo>
                    <a:pt x="432436" y="120332"/>
                  </a:lnTo>
                  <a:lnTo>
                    <a:pt x="387078" y="148396"/>
                  </a:lnTo>
                  <a:lnTo>
                    <a:pt x="343264" y="178715"/>
                  </a:lnTo>
                  <a:lnTo>
                    <a:pt x="301148" y="211153"/>
                  </a:lnTo>
                  <a:lnTo>
                    <a:pt x="260881" y="245575"/>
                  </a:lnTo>
                  <a:lnTo>
                    <a:pt x="222614" y="281843"/>
                  </a:lnTo>
                  <a:lnTo>
                    <a:pt x="186499" y="319821"/>
                  </a:lnTo>
                  <a:lnTo>
                    <a:pt x="152687" y="359372"/>
                  </a:lnTo>
                  <a:lnTo>
                    <a:pt x="121331" y="400361"/>
                  </a:lnTo>
                  <a:lnTo>
                    <a:pt x="92582" y="442650"/>
                  </a:lnTo>
                  <a:lnTo>
                    <a:pt x="60580" y="498431"/>
                  </a:lnTo>
                  <a:lnTo>
                    <a:pt x="36377" y="552179"/>
                  </a:lnTo>
                  <a:lnTo>
                    <a:pt x="19095" y="603539"/>
                  </a:lnTo>
                  <a:lnTo>
                    <a:pt x="7857" y="652160"/>
                  </a:lnTo>
                  <a:lnTo>
                    <a:pt x="1785" y="697687"/>
                  </a:lnTo>
                  <a:lnTo>
                    <a:pt x="0" y="739768"/>
                  </a:lnTo>
                  <a:lnTo>
                    <a:pt x="1624" y="778049"/>
                  </a:lnTo>
                  <a:lnTo>
                    <a:pt x="17518" y="864597"/>
                  </a:lnTo>
                  <a:lnTo>
                    <a:pt x="35157" y="913602"/>
                  </a:lnTo>
                  <a:lnTo>
                    <a:pt x="58303" y="958542"/>
                  </a:lnTo>
                  <a:lnTo>
                    <a:pt x="86564" y="998767"/>
                  </a:lnTo>
                  <a:lnTo>
                    <a:pt x="119548" y="1033628"/>
                  </a:lnTo>
                  <a:lnTo>
                    <a:pt x="156863" y="1062474"/>
                  </a:lnTo>
                  <a:lnTo>
                    <a:pt x="193110" y="1078679"/>
                  </a:lnTo>
                  <a:lnTo>
                    <a:pt x="249756" y="1093401"/>
                  </a:lnTo>
                  <a:lnTo>
                    <a:pt x="326699" y="1106630"/>
                  </a:lnTo>
                  <a:lnTo>
                    <a:pt x="372750" y="1112681"/>
                  </a:lnTo>
                  <a:lnTo>
                    <a:pt x="423837" y="1118355"/>
                  </a:lnTo>
                  <a:lnTo>
                    <a:pt x="479947" y="1123650"/>
                  </a:lnTo>
                  <a:lnTo>
                    <a:pt x="541068" y="1128564"/>
                  </a:lnTo>
                  <a:lnTo>
                    <a:pt x="607186" y="1133097"/>
                  </a:lnTo>
                  <a:lnTo>
                    <a:pt x="678290" y="1137246"/>
                  </a:lnTo>
                  <a:lnTo>
                    <a:pt x="754366" y="1141012"/>
                  </a:lnTo>
                  <a:lnTo>
                    <a:pt x="835402" y="1144391"/>
                  </a:lnTo>
                  <a:lnTo>
                    <a:pt x="921384" y="1147383"/>
                  </a:lnTo>
                  <a:lnTo>
                    <a:pt x="976690" y="1149023"/>
                  </a:lnTo>
                  <a:lnTo>
                    <a:pt x="1032127" y="1150456"/>
                  </a:lnTo>
                  <a:lnTo>
                    <a:pt x="1142454" y="1152732"/>
                  </a:lnTo>
                  <a:lnTo>
                    <a:pt x="1250478" y="1154277"/>
                  </a:lnTo>
                  <a:lnTo>
                    <a:pt x="1354309" y="1155156"/>
                  </a:lnTo>
                  <a:lnTo>
                    <a:pt x="1452059" y="1155435"/>
                  </a:lnTo>
                  <a:lnTo>
                    <a:pt x="1517407" y="1155301"/>
                  </a:lnTo>
                  <a:lnTo>
                    <a:pt x="1577952" y="1154915"/>
                  </a:lnTo>
                  <a:lnTo>
                    <a:pt x="1632991" y="1154300"/>
                  </a:lnTo>
                  <a:lnTo>
                    <a:pt x="1681825" y="1153480"/>
                  </a:lnTo>
                  <a:lnTo>
                    <a:pt x="1723752" y="1152479"/>
                  </a:lnTo>
                  <a:lnTo>
                    <a:pt x="1817391" y="1145722"/>
                  </a:lnTo>
                  <a:lnTo>
                    <a:pt x="1869610" y="1134045"/>
                  </a:lnTo>
                  <a:lnTo>
                    <a:pt x="1914627" y="1116327"/>
                  </a:lnTo>
                  <a:lnTo>
                    <a:pt x="1952340" y="1092607"/>
                  </a:lnTo>
                  <a:lnTo>
                    <a:pt x="1982651" y="1062924"/>
                  </a:lnTo>
                  <a:lnTo>
                    <a:pt x="2009173" y="1018624"/>
                  </a:lnTo>
                  <a:lnTo>
                    <a:pt x="2021064" y="977169"/>
                  </a:lnTo>
                  <a:lnTo>
                    <a:pt x="2023746" y="944363"/>
                  </a:lnTo>
                  <a:lnTo>
                    <a:pt x="2022639" y="926007"/>
                  </a:lnTo>
                  <a:lnTo>
                    <a:pt x="2026995" y="704464"/>
                  </a:lnTo>
                  <a:lnTo>
                    <a:pt x="1989718" y="703197"/>
                  </a:lnTo>
                  <a:lnTo>
                    <a:pt x="1985279" y="928489"/>
                  </a:lnTo>
                  <a:lnTo>
                    <a:pt x="1985561" y="930175"/>
                  </a:lnTo>
                  <a:lnTo>
                    <a:pt x="1986391" y="940404"/>
                  </a:lnTo>
                  <a:lnTo>
                    <a:pt x="1976002" y="1001152"/>
                  </a:lnTo>
                  <a:lnTo>
                    <a:pt x="1953719" y="1039375"/>
                  </a:lnTo>
                  <a:lnTo>
                    <a:pt x="1920361" y="1069815"/>
                  </a:lnTo>
                  <a:lnTo>
                    <a:pt x="1876266" y="1092452"/>
                  </a:lnTo>
                  <a:lnTo>
                    <a:pt x="1821610" y="1107221"/>
                  </a:lnTo>
                  <a:lnTo>
                    <a:pt x="1756563" y="1114054"/>
                  </a:lnTo>
                  <a:lnTo>
                    <a:pt x="1697308" y="1115842"/>
                  </a:lnTo>
                  <a:lnTo>
                    <a:pt x="1574129" y="1117649"/>
                  </a:lnTo>
                  <a:lnTo>
                    <a:pt x="1473470" y="1118122"/>
                  </a:lnTo>
                  <a:lnTo>
                    <a:pt x="1361437" y="1117893"/>
                  </a:lnTo>
                  <a:lnTo>
                    <a:pt x="1240997" y="1116860"/>
                  </a:lnTo>
                  <a:lnTo>
                    <a:pt x="1178550" y="1116011"/>
                  </a:lnTo>
                  <a:lnTo>
                    <a:pt x="1115113" y="1114922"/>
                  </a:lnTo>
                  <a:lnTo>
                    <a:pt x="1051057" y="1113582"/>
                  </a:lnTo>
                  <a:lnTo>
                    <a:pt x="986751" y="1111977"/>
                  </a:lnTo>
                  <a:lnTo>
                    <a:pt x="922568" y="1110096"/>
                  </a:lnTo>
                  <a:lnTo>
                    <a:pt x="814031" y="1106216"/>
                  </a:lnTo>
                  <a:lnTo>
                    <a:pt x="716381" y="1101843"/>
                  </a:lnTo>
                  <a:lnTo>
                    <a:pt x="629045" y="1097045"/>
                  </a:lnTo>
                  <a:lnTo>
                    <a:pt x="551451" y="1091890"/>
                  </a:lnTo>
                  <a:lnTo>
                    <a:pt x="483026" y="1086447"/>
                  </a:lnTo>
                  <a:lnTo>
                    <a:pt x="423199" y="1080784"/>
                  </a:lnTo>
                  <a:lnTo>
                    <a:pt x="371396" y="1074970"/>
                  </a:lnTo>
                  <a:lnTo>
                    <a:pt x="327047" y="1069073"/>
                  </a:lnTo>
                  <a:lnTo>
                    <a:pt x="258419" y="1057304"/>
                  </a:lnTo>
                  <a:lnTo>
                    <a:pt x="212735" y="1046024"/>
                  </a:lnTo>
                  <a:lnTo>
                    <a:pt x="177219" y="1031219"/>
                  </a:lnTo>
                  <a:lnTo>
                    <a:pt x="121948" y="982959"/>
                  </a:lnTo>
                  <a:lnTo>
                    <a:pt x="78825" y="918990"/>
                  </a:lnTo>
                  <a:lnTo>
                    <a:pt x="62520" y="881999"/>
                  </a:lnTo>
                  <a:lnTo>
                    <a:pt x="50095" y="842145"/>
                  </a:lnTo>
                  <a:lnTo>
                    <a:pt x="41829" y="799781"/>
                  </a:lnTo>
                  <a:lnTo>
                    <a:pt x="38003" y="755261"/>
                  </a:lnTo>
                  <a:lnTo>
                    <a:pt x="38899" y="708941"/>
                  </a:lnTo>
                  <a:lnTo>
                    <a:pt x="44798" y="661174"/>
                  </a:lnTo>
                  <a:lnTo>
                    <a:pt x="55979" y="612316"/>
                  </a:lnTo>
                  <a:lnTo>
                    <a:pt x="72723" y="562720"/>
                  </a:lnTo>
                  <a:lnTo>
                    <a:pt x="95312" y="512741"/>
                  </a:lnTo>
                  <a:lnTo>
                    <a:pt x="124026" y="462733"/>
                  </a:lnTo>
                  <a:lnTo>
                    <a:pt x="151679" y="422058"/>
                  </a:lnTo>
                  <a:lnTo>
                    <a:pt x="181849" y="382629"/>
                  </a:lnTo>
                  <a:lnTo>
                    <a:pt x="214390" y="344577"/>
                  </a:lnTo>
                  <a:lnTo>
                    <a:pt x="249156" y="308034"/>
                  </a:lnTo>
                  <a:lnTo>
                    <a:pt x="285999" y="273132"/>
                  </a:lnTo>
                  <a:lnTo>
                    <a:pt x="324775" y="240001"/>
                  </a:lnTo>
                  <a:lnTo>
                    <a:pt x="365337" y="208773"/>
                  </a:lnTo>
                  <a:lnTo>
                    <a:pt x="407539" y="179579"/>
                  </a:lnTo>
                  <a:lnTo>
                    <a:pt x="451234" y="152552"/>
                  </a:lnTo>
                  <a:lnTo>
                    <a:pt x="496277" y="127822"/>
                  </a:lnTo>
                  <a:lnTo>
                    <a:pt x="549399" y="102485"/>
                  </a:lnTo>
                  <a:lnTo>
                    <a:pt x="602512" y="81146"/>
                  </a:lnTo>
                  <a:lnTo>
                    <a:pt x="655176" y="63899"/>
                  </a:lnTo>
                  <a:lnTo>
                    <a:pt x="706955" y="50839"/>
                  </a:lnTo>
                  <a:lnTo>
                    <a:pt x="757410" y="42058"/>
                  </a:lnTo>
                  <a:lnTo>
                    <a:pt x="806103" y="37650"/>
                  </a:lnTo>
                  <a:lnTo>
                    <a:pt x="852597" y="37708"/>
                  </a:lnTo>
                  <a:lnTo>
                    <a:pt x="896453" y="42327"/>
                  </a:lnTo>
                  <a:lnTo>
                    <a:pt x="967089" y="61765"/>
                  </a:lnTo>
                  <a:lnTo>
                    <a:pt x="1019597" y="91220"/>
                  </a:lnTo>
                  <a:lnTo>
                    <a:pt x="1056655" y="126924"/>
                  </a:lnTo>
                  <a:lnTo>
                    <a:pt x="1080941" y="165109"/>
                  </a:lnTo>
                  <a:lnTo>
                    <a:pt x="1095135" y="202008"/>
                  </a:lnTo>
                  <a:lnTo>
                    <a:pt x="1103958" y="256879"/>
                  </a:lnTo>
                  <a:lnTo>
                    <a:pt x="1103944" y="267315"/>
                  </a:lnTo>
                  <a:lnTo>
                    <a:pt x="1141179" y="269451"/>
                  </a:lnTo>
                  <a:lnTo>
                    <a:pt x="1131802" y="195829"/>
                  </a:lnTo>
                  <a:lnTo>
                    <a:pt x="1115996" y="152628"/>
                  </a:lnTo>
                  <a:lnTo>
                    <a:pt x="1077831" y="94545"/>
                  </a:lnTo>
                  <a:lnTo>
                    <a:pt x="1047997" y="66210"/>
                  </a:lnTo>
                  <a:lnTo>
                    <a:pt x="1009548" y="40733"/>
                  </a:lnTo>
                  <a:lnTo>
                    <a:pt x="961398" y="19903"/>
                  </a:lnTo>
                  <a:lnTo>
                    <a:pt x="902464" y="5512"/>
                  </a:lnTo>
                  <a:lnTo>
                    <a:pt x="861026" y="855"/>
                  </a:lnTo>
                  <a:lnTo>
                    <a:pt x="81742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589918" y="2121337"/>
              <a:ext cx="211454" cy="517525"/>
            </a:xfrm>
            <a:custGeom>
              <a:avLst/>
              <a:gdLst/>
              <a:ahLst/>
              <a:cxnLst/>
              <a:rect l="l" t="t" r="r" b="b"/>
              <a:pathLst>
                <a:path w="211454" h="517525">
                  <a:moveTo>
                    <a:pt x="211099" y="133769"/>
                  </a:moveTo>
                  <a:lnTo>
                    <a:pt x="202806" y="92684"/>
                  </a:lnTo>
                  <a:lnTo>
                    <a:pt x="180187" y="59131"/>
                  </a:lnTo>
                  <a:lnTo>
                    <a:pt x="146634" y="36512"/>
                  </a:lnTo>
                  <a:lnTo>
                    <a:pt x="141351" y="35458"/>
                  </a:lnTo>
                  <a:lnTo>
                    <a:pt x="141351" y="0"/>
                  </a:lnTo>
                  <a:lnTo>
                    <a:pt x="59486" y="0"/>
                  </a:lnTo>
                  <a:lnTo>
                    <a:pt x="59486" y="39878"/>
                  </a:lnTo>
                  <a:lnTo>
                    <a:pt x="30911" y="59131"/>
                  </a:lnTo>
                  <a:lnTo>
                    <a:pt x="8293" y="92684"/>
                  </a:lnTo>
                  <a:lnTo>
                    <a:pt x="0" y="133769"/>
                  </a:lnTo>
                  <a:lnTo>
                    <a:pt x="0" y="237477"/>
                  </a:lnTo>
                  <a:lnTo>
                    <a:pt x="0" y="239318"/>
                  </a:lnTo>
                  <a:lnTo>
                    <a:pt x="0" y="343039"/>
                  </a:lnTo>
                  <a:lnTo>
                    <a:pt x="8293" y="384124"/>
                  </a:lnTo>
                  <a:lnTo>
                    <a:pt x="30911" y="417677"/>
                  </a:lnTo>
                  <a:lnTo>
                    <a:pt x="64465" y="440296"/>
                  </a:lnTo>
                  <a:lnTo>
                    <a:pt x="78473" y="443128"/>
                  </a:lnTo>
                  <a:lnTo>
                    <a:pt x="78473" y="517334"/>
                  </a:lnTo>
                  <a:lnTo>
                    <a:pt x="133261" y="517334"/>
                  </a:lnTo>
                  <a:lnTo>
                    <a:pt x="133261" y="443001"/>
                  </a:lnTo>
                  <a:lnTo>
                    <a:pt x="146634" y="440296"/>
                  </a:lnTo>
                  <a:lnTo>
                    <a:pt x="180187" y="417677"/>
                  </a:lnTo>
                  <a:lnTo>
                    <a:pt x="202806" y="384124"/>
                  </a:lnTo>
                  <a:lnTo>
                    <a:pt x="211099" y="343039"/>
                  </a:lnTo>
                  <a:lnTo>
                    <a:pt x="211099" y="239318"/>
                  </a:lnTo>
                  <a:lnTo>
                    <a:pt x="211099" y="237477"/>
                  </a:lnTo>
                  <a:lnTo>
                    <a:pt x="211099" y="133769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609539" y="2149781"/>
              <a:ext cx="191770" cy="420370"/>
            </a:xfrm>
            <a:custGeom>
              <a:avLst/>
              <a:gdLst/>
              <a:ahLst/>
              <a:cxnLst/>
              <a:rect l="l" t="t" r="r" b="b"/>
              <a:pathLst>
                <a:path w="191770" h="420369">
                  <a:moveTo>
                    <a:pt x="130320" y="0"/>
                  </a:moveTo>
                  <a:lnTo>
                    <a:pt x="138504" y="10169"/>
                  </a:lnTo>
                  <a:lnTo>
                    <a:pt x="144677" y="21782"/>
                  </a:lnTo>
                  <a:lnTo>
                    <a:pt x="148574" y="34576"/>
                  </a:lnTo>
                  <a:lnTo>
                    <a:pt x="149932" y="48291"/>
                  </a:lnTo>
                  <a:lnTo>
                    <a:pt x="149932" y="330063"/>
                  </a:lnTo>
                  <a:lnTo>
                    <a:pt x="144486" y="357036"/>
                  </a:lnTo>
                  <a:lnTo>
                    <a:pt x="129636" y="379063"/>
                  </a:lnTo>
                  <a:lnTo>
                    <a:pt x="107609" y="393913"/>
                  </a:lnTo>
                  <a:lnTo>
                    <a:pt x="80636" y="399359"/>
                  </a:lnTo>
                  <a:lnTo>
                    <a:pt x="5382" y="399359"/>
                  </a:lnTo>
                  <a:lnTo>
                    <a:pt x="0" y="398867"/>
                  </a:lnTo>
                  <a:lnTo>
                    <a:pt x="10331" y="407615"/>
                  </a:lnTo>
                  <a:lnTo>
                    <a:pt x="22250" y="414232"/>
                  </a:lnTo>
                  <a:lnTo>
                    <a:pt x="35465" y="418420"/>
                  </a:lnTo>
                  <a:lnTo>
                    <a:pt x="49684" y="419882"/>
                  </a:lnTo>
                  <a:lnTo>
                    <a:pt x="122184" y="419882"/>
                  </a:lnTo>
                  <a:lnTo>
                    <a:pt x="149163" y="414436"/>
                  </a:lnTo>
                  <a:lnTo>
                    <a:pt x="171193" y="399586"/>
                  </a:lnTo>
                  <a:lnTo>
                    <a:pt x="186045" y="377559"/>
                  </a:lnTo>
                  <a:lnTo>
                    <a:pt x="191491" y="350586"/>
                  </a:lnTo>
                  <a:lnTo>
                    <a:pt x="191491" y="68814"/>
                  </a:lnTo>
                  <a:lnTo>
                    <a:pt x="186776" y="43641"/>
                  </a:lnTo>
                  <a:lnTo>
                    <a:pt x="173820" y="22596"/>
                  </a:lnTo>
                  <a:lnTo>
                    <a:pt x="154407" y="7456"/>
                  </a:lnTo>
                  <a:lnTo>
                    <a:pt x="13032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079583" y="2738938"/>
              <a:ext cx="1402715" cy="94615"/>
            </a:xfrm>
            <a:custGeom>
              <a:avLst/>
              <a:gdLst/>
              <a:ahLst/>
              <a:cxnLst/>
              <a:rect l="l" t="t" r="r" b="b"/>
              <a:pathLst>
                <a:path w="1402714" h="94614">
                  <a:moveTo>
                    <a:pt x="115354" y="0"/>
                  </a:moveTo>
                  <a:lnTo>
                    <a:pt x="0" y="0"/>
                  </a:lnTo>
                  <a:lnTo>
                    <a:pt x="32575" y="94322"/>
                  </a:lnTo>
                  <a:lnTo>
                    <a:pt x="85509" y="94322"/>
                  </a:lnTo>
                  <a:lnTo>
                    <a:pt x="115354" y="0"/>
                  </a:lnTo>
                  <a:close/>
                </a:path>
                <a:path w="1402714" h="94614">
                  <a:moveTo>
                    <a:pt x="1402321" y="0"/>
                  </a:moveTo>
                  <a:lnTo>
                    <a:pt x="1286967" y="0"/>
                  </a:lnTo>
                  <a:lnTo>
                    <a:pt x="1319542" y="94322"/>
                  </a:lnTo>
                  <a:lnTo>
                    <a:pt x="1372476" y="94322"/>
                  </a:lnTo>
                  <a:lnTo>
                    <a:pt x="1402321" y="0"/>
                  </a:lnTo>
                  <a:close/>
                </a:path>
              </a:pathLst>
            </a:custGeom>
            <a:solidFill>
              <a:srgbClr val="8086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4010478" y="2653937"/>
              <a:ext cx="1557655" cy="85090"/>
            </a:xfrm>
            <a:custGeom>
              <a:avLst/>
              <a:gdLst/>
              <a:ahLst/>
              <a:cxnLst/>
              <a:rect l="l" t="t" r="r" b="b"/>
              <a:pathLst>
                <a:path w="1557654" h="85089">
                  <a:moveTo>
                    <a:pt x="1514739" y="0"/>
                  </a:moveTo>
                  <a:lnTo>
                    <a:pt x="42501" y="0"/>
                  </a:lnTo>
                  <a:lnTo>
                    <a:pt x="25956" y="3339"/>
                  </a:lnTo>
                  <a:lnTo>
                    <a:pt x="12447" y="12447"/>
                  </a:lnTo>
                  <a:lnTo>
                    <a:pt x="3339" y="25956"/>
                  </a:lnTo>
                  <a:lnTo>
                    <a:pt x="0" y="42501"/>
                  </a:lnTo>
                  <a:lnTo>
                    <a:pt x="3339" y="59039"/>
                  </a:lnTo>
                  <a:lnTo>
                    <a:pt x="12447" y="72546"/>
                  </a:lnTo>
                  <a:lnTo>
                    <a:pt x="25956" y="81652"/>
                  </a:lnTo>
                  <a:lnTo>
                    <a:pt x="42501" y="84992"/>
                  </a:lnTo>
                  <a:lnTo>
                    <a:pt x="1514739" y="84992"/>
                  </a:lnTo>
                  <a:lnTo>
                    <a:pt x="1531277" y="81652"/>
                  </a:lnTo>
                  <a:lnTo>
                    <a:pt x="1544784" y="72546"/>
                  </a:lnTo>
                  <a:lnTo>
                    <a:pt x="1553890" y="59039"/>
                  </a:lnTo>
                  <a:lnTo>
                    <a:pt x="1557230" y="42501"/>
                  </a:lnTo>
                  <a:lnTo>
                    <a:pt x="1553890" y="25956"/>
                  </a:lnTo>
                  <a:lnTo>
                    <a:pt x="1544784" y="12447"/>
                  </a:lnTo>
                  <a:lnTo>
                    <a:pt x="1531277" y="3339"/>
                  </a:lnTo>
                  <a:lnTo>
                    <a:pt x="151473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089565" y="2123280"/>
              <a:ext cx="1681480" cy="530860"/>
            </a:xfrm>
            <a:custGeom>
              <a:avLst/>
              <a:gdLst/>
              <a:ahLst/>
              <a:cxnLst/>
              <a:rect l="l" t="t" r="r" b="b"/>
              <a:pathLst>
                <a:path w="1681479" h="530860">
                  <a:moveTo>
                    <a:pt x="1421384" y="281927"/>
                  </a:moveTo>
                  <a:lnTo>
                    <a:pt x="1416253" y="144767"/>
                  </a:lnTo>
                  <a:lnTo>
                    <a:pt x="1370799" y="70345"/>
                  </a:lnTo>
                  <a:lnTo>
                    <a:pt x="1273352" y="9829"/>
                  </a:lnTo>
                  <a:lnTo>
                    <a:pt x="1226934" y="304"/>
                  </a:lnTo>
                  <a:lnTo>
                    <a:pt x="1191933" y="0"/>
                  </a:lnTo>
                  <a:lnTo>
                    <a:pt x="1150137" y="2336"/>
                  </a:lnTo>
                  <a:lnTo>
                    <a:pt x="1102372" y="7086"/>
                  </a:lnTo>
                  <a:lnTo>
                    <a:pt x="1049451" y="14020"/>
                  </a:lnTo>
                  <a:lnTo>
                    <a:pt x="992187" y="22885"/>
                  </a:lnTo>
                  <a:lnTo>
                    <a:pt x="931379" y="33439"/>
                  </a:lnTo>
                  <a:lnTo>
                    <a:pt x="867841" y="45453"/>
                  </a:lnTo>
                  <a:lnTo>
                    <a:pt x="802398" y="58699"/>
                  </a:lnTo>
                  <a:lnTo>
                    <a:pt x="735863" y="72910"/>
                  </a:lnTo>
                  <a:lnTo>
                    <a:pt x="669036" y="87871"/>
                  </a:lnTo>
                  <a:lnTo>
                    <a:pt x="602729" y="103339"/>
                  </a:lnTo>
                  <a:lnTo>
                    <a:pt x="537756" y="119075"/>
                  </a:lnTo>
                  <a:lnTo>
                    <a:pt x="474941" y="134835"/>
                  </a:lnTo>
                  <a:lnTo>
                    <a:pt x="415074" y="150393"/>
                  </a:lnTo>
                  <a:lnTo>
                    <a:pt x="358990" y="165493"/>
                  </a:lnTo>
                  <a:lnTo>
                    <a:pt x="307479" y="179908"/>
                  </a:lnTo>
                  <a:lnTo>
                    <a:pt x="261378" y="193395"/>
                  </a:lnTo>
                  <a:lnTo>
                    <a:pt x="221475" y="205714"/>
                  </a:lnTo>
                  <a:lnTo>
                    <a:pt x="163550" y="225920"/>
                  </a:lnTo>
                  <a:lnTo>
                    <a:pt x="85953" y="300431"/>
                  </a:lnTo>
                  <a:lnTo>
                    <a:pt x="39624" y="400342"/>
                  </a:lnTo>
                  <a:lnTo>
                    <a:pt x="10261" y="491083"/>
                  </a:lnTo>
                  <a:lnTo>
                    <a:pt x="0" y="530669"/>
                  </a:lnTo>
                  <a:lnTo>
                    <a:pt x="1397863" y="530669"/>
                  </a:lnTo>
                  <a:lnTo>
                    <a:pt x="1421384" y="281927"/>
                  </a:lnTo>
                  <a:close/>
                </a:path>
                <a:path w="1681479" h="530860">
                  <a:moveTo>
                    <a:pt x="1681086" y="200723"/>
                  </a:moveTo>
                  <a:lnTo>
                    <a:pt x="1468818" y="200723"/>
                  </a:lnTo>
                  <a:lnTo>
                    <a:pt x="1468818" y="272173"/>
                  </a:lnTo>
                  <a:lnTo>
                    <a:pt x="1681086" y="272173"/>
                  </a:lnTo>
                  <a:lnTo>
                    <a:pt x="1681086" y="200723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770662" y="2324002"/>
              <a:ext cx="62230" cy="71755"/>
            </a:xfrm>
            <a:custGeom>
              <a:avLst/>
              <a:gdLst/>
              <a:ahLst/>
              <a:cxnLst/>
              <a:rect l="l" t="t" r="r" b="b"/>
              <a:pathLst>
                <a:path w="62229" h="71755">
                  <a:moveTo>
                    <a:pt x="0" y="71442"/>
                  </a:moveTo>
                  <a:lnTo>
                    <a:pt x="61893" y="71442"/>
                  </a:lnTo>
                  <a:lnTo>
                    <a:pt x="61893" y="0"/>
                  </a:lnTo>
                  <a:lnTo>
                    <a:pt x="0" y="0"/>
                  </a:lnTo>
                  <a:lnTo>
                    <a:pt x="0" y="7144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566613" y="2164733"/>
              <a:ext cx="129539" cy="185420"/>
            </a:xfrm>
            <a:custGeom>
              <a:avLst/>
              <a:gdLst/>
              <a:ahLst/>
              <a:cxnLst/>
              <a:rect l="l" t="t" r="r" b="b"/>
              <a:pathLst>
                <a:path w="129539" h="185419">
                  <a:moveTo>
                    <a:pt x="99987" y="3289"/>
                  </a:moveTo>
                  <a:lnTo>
                    <a:pt x="87795" y="0"/>
                  </a:lnTo>
                  <a:lnTo>
                    <a:pt x="75361" y="2286"/>
                  </a:lnTo>
                  <a:lnTo>
                    <a:pt x="64198" y="8318"/>
                  </a:lnTo>
                  <a:lnTo>
                    <a:pt x="43281" y="52311"/>
                  </a:lnTo>
                  <a:lnTo>
                    <a:pt x="42926" y="64960"/>
                  </a:lnTo>
                  <a:lnTo>
                    <a:pt x="44627" y="114071"/>
                  </a:lnTo>
                  <a:lnTo>
                    <a:pt x="47955" y="122275"/>
                  </a:lnTo>
                  <a:lnTo>
                    <a:pt x="51422" y="125933"/>
                  </a:lnTo>
                  <a:lnTo>
                    <a:pt x="63258" y="127584"/>
                  </a:lnTo>
                  <a:lnTo>
                    <a:pt x="68986" y="119900"/>
                  </a:lnTo>
                  <a:lnTo>
                    <a:pt x="71132" y="112699"/>
                  </a:lnTo>
                  <a:lnTo>
                    <a:pt x="73139" y="102235"/>
                  </a:lnTo>
                  <a:lnTo>
                    <a:pt x="73520" y="91554"/>
                  </a:lnTo>
                  <a:lnTo>
                    <a:pt x="72275" y="69964"/>
                  </a:lnTo>
                  <a:lnTo>
                    <a:pt x="72212" y="59093"/>
                  </a:lnTo>
                  <a:lnTo>
                    <a:pt x="73456" y="48298"/>
                  </a:lnTo>
                  <a:lnTo>
                    <a:pt x="76619" y="38163"/>
                  </a:lnTo>
                  <a:lnTo>
                    <a:pt x="82245" y="29273"/>
                  </a:lnTo>
                  <a:lnTo>
                    <a:pt x="90246" y="21094"/>
                  </a:lnTo>
                  <a:lnTo>
                    <a:pt x="98475" y="11379"/>
                  </a:lnTo>
                  <a:lnTo>
                    <a:pt x="99987" y="3289"/>
                  </a:lnTo>
                  <a:close/>
                </a:path>
                <a:path w="129539" h="185419">
                  <a:moveTo>
                    <a:pt x="129336" y="179882"/>
                  </a:moveTo>
                  <a:lnTo>
                    <a:pt x="128981" y="174447"/>
                  </a:lnTo>
                  <a:lnTo>
                    <a:pt x="125158" y="173609"/>
                  </a:lnTo>
                  <a:lnTo>
                    <a:pt x="50533" y="172796"/>
                  </a:lnTo>
                  <a:lnTo>
                    <a:pt x="39090" y="172135"/>
                  </a:lnTo>
                  <a:lnTo>
                    <a:pt x="20269" y="171767"/>
                  </a:lnTo>
                  <a:lnTo>
                    <a:pt x="3949" y="174028"/>
                  </a:lnTo>
                  <a:lnTo>
                    <a:pt x="0" y="181254"/>
                  </a:lnTo>
                  <a:lnTo>
                    <a:pt x="1828" y="184734"/>
                  </a:lnTo>
                  <a:lnTo>
                    <a:pt x="6565" y="185166"/>
                  </a:lnTo>
                  <a:lnTo>
                    <a:pt x="101536" y="184619"/>
                  </a:lnTo>
                  <a:lnTo>
                    <a:pt x="109080" y="184302"/>
                  </a:lnTo>
                  <a:lnTo>
                    <a:pt x="116560" y="183515"/>
                  </a:lnTo>
                  <a:lnTo>
                    <a:pt x="123926" y="182029"/>
                  </a:lnTo>
                  <a:lnTo>
                    <a:pt x="126403" y="181381"/>
                  </a:lnTo>
                  <a:lnTo>
                    <a:pt x="129336" y="179882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638216" y="1607787"/>
              <a:ext cx="455930" cy="513715"/>
            </a:xfrm>
            <a:custGeom>
              <a:avLst/>
              <a:gdLst/>
              <a:ahLst/>
              <a:cxnLst/>
              <a:rect l="l" t="t" r="r" b="b"/>
              <a:pathLst>
                <a:path w="455929" h="513714">
                  <a:moveTo>
                    <a:pt x="455891" y="366318"/>
                  </a:moveTo>
                  <a:lnTo>
                    <a:pt x="452805" y="328168"/>
                  </a:lnTo>
                  <a:lnTo>
                    <a:pt x="425373" y="274002"/>
                  </a:lnTo>
                  <a:lnTo>
                    <a:pt x="389547" y="241985"/>
                  </a:lnTo>
                  <a:lnTo>
                    <a:pt x="372516" y="225056"/>
                  </a:lnTo>
                  <a:lnTo>
                    <a:pt x="347408" y="181368"/>
                  </a:lnTo>
                  <a:lnTo>
                    <a:pt x="337312" y="131559"/>
                  </a:lnTo>
                  <a:lnTo>
                    <a:pt x="335965" y="91554"/>
                  </a:lnTo>
                  <a:lnTo>
                    <a:pt x="334289" y="78295"/>
                  </a:lnTo>
                  <a:lnTo>
                    <a:pt x="313778" y="33553"/>
                  </a:lnTo>
                  <a:lnTo>
                    <a:pt x="289801" y="14465"/>
                  </a:lnTo>
                  <a:lnTo>
                    <a:pt x="289801" y="122961"/>
                  </a:lnTo>
                  <a:lnTo>
                    <a:pt x="289509" y="133273"/>
                  </a:lnTo>
                  <a:lnTo>
                    <a:pt x="268389" y="178282"/>
                  </a:lnTo>
                  <a:lnTo>
                    <a:pt x="260159" y="181114"/>
                  </a:lnTo>
                  <a:lnTo>
                    <a:pt x="247992" y="177279"/>
                  </a:lnTo>
                  <a:lnTo>
                    <a:pt x="244043" y="173723"/>
                  </a:lnTo>
                  <a:lnTo>
                    <a:pt x="240715" y="169875"/>
                  </a:lnTo>
                  <a:lnTo>
                    <a:pt x="230124" y="152590"/>
                  </a:lnTo>
                  <a:lnTo>
                    <a:pt x="225107" y="132626"/>
                  </a:lnTo>
                  <a:lnTo>
                    <a:pt x="226199" y="112179"/>
                  </a:lnTo>
                  <a:lnTo>
                    <a:pt x="233934" y="93383"/>
                  </a:lnTo>
                  <a:lnTo>
                    <a:pt x="250736" y="78295"/>
                  </a:lnTo>
                  <a:lnTo>
                    <a:pt x="267576" y="78905"/>
                  </a:lnTo>
                  <a:lnTo>
                    <a:pt x="281343" y="91579"/>
                  </a:lnTo>
                  <a:lnTo>
                    <a:pt x="288937" y="112687"/>
                  </a:lnTo>
                  <a:lnTo>
                    <a:pt x="289801" y="122961"/>
                  </a:lnTo>
                  <a:lnTo>
                    <a:pt x="289801" y="14465"/>
                  </a:lnTo>
                  <a:lnTo>
                    <a:pt x="285686" y="11836"/>
                  </a:lnTo>
                  <a:lnTo>
                    <a:pt x="273812" y="5397"/>
                  </a:lnTo>
                  <a:lnTo>
                    <a:pt x="261391" y="749"/>
                  </a:lnTo>
                  <a:lnTo>
                    <a:pt x="250228" y="0"/>
                  </a:lnTo>
                  <a:lnTo>
                    <a:pt x="240982" y="3949"/>
                  </a:lnTo>
                  <a:lnTo>
                    <a:pt x="198158" y="43700"/>
                  </a:lnTo>
                  <a:lnTo>
                    <a:pt x="170840" y="83642"/>
                  </a:lnTo>
                  <a:lnTo>
                    <a:pt x="149136" y="138099"/>
                  </a:lnTo>
                  <a:lnTo>
                    <a:pt x="138277" y="206260"/>
                  </a:lnTo>
                  <a:lnTo>
                    <a:pt x="138010" y="236093"/>
                  </a:lnTo>
                  <a:lnTo>
                    <a:pt x="126263" y="235978"/>
                  </a:lnTo>
                  <a:lnTo>
                    <a:pt x="74498" y="244462"/>
                  </a:lnTo>
                  <a:lnTo>
                    <a:pt x="18554" y="292404"/>
                  </a:lnTo>
                  <a:lnTo>
                    <a:pt x="3898" y="337350"/>
                  </a:lnTo>
                  <a:lnTo>
                    <a:pt x="0" y="376110"/>
                  </a:lnTo>
                  <a:lnTo>
                    <a:pt x="177" y="392595"/>
                  </a:lnTo>
                  <a:lnTo>
                    <a:pt x="177" y="513549"/>
                  </a:lnTo>
                  <a:lnTo>
                    <a:pt x="101117" y="513549"/>
                  </a:lnTo>
                  <a:lnTo>
                    <a:pt x="101117" y="392595"/>
                  </a:lnTo>
                  <a:lnTo>
                    <a:pt x="99364" y="378980"/>
                  </a:lnTo>
                  <a:lnTo>
                    <a:pt x="99466" y="370192"/>
                  </a:lnTo>
                  <a:lnTo>
                    <a:pt x="146608" y="338175"/>
                  </a:lnTo>
                  <a:lnTo>
                    <a:pt x="158775" y="337743"/>
                  </a:lnTo>
                  <a:lnTo>
                    <a:pt x="167347" y="352767"/>
                  </a:lnTo>
                  <a:lnTo>
                    <a:pt x="178663" y="367309"/>
                  </a:lnTo>
                  <a:lnTo>
                    <a:pt x="215150" y="395935"/>
                  </a:lnTo>
                  <a:lnTo>
                    <a:pt x="259207" y="417410"/>
                  </a:lnTo>
                  <a:lnTo>
                    <a:pt x="306285" y="431025"/>
                  </a:lnTo>
                  <a:lnTo>
                    <a:pt x="354990" y="436638"/>
                  </a:lnTo>
                  <a:lnTo>
                    <a:pt x="403936" y="434073"/>
                  </a:lnTo>
                  <a:lnTo>
                    <a:pt x="451713" y="423164"/>
                  </a:lnTo>
                  <a:lnTo>
                    <a:pt x="453555" y="409028"/>
                  </a:lnTo>
                  <a:lnTo>
                    <a:pt x="454863" y="394817"/>
                  </a:lnTo>
                  <a:lnTo>
                    <a:pt x="455637" y="380580"/>
                  </a:lnTo>
                  <a:lnTo>
                    <a:pt x="455891" y="366318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752637" y="2082615"/>
              <a:ext cx="108585" cy="130175"/>
            </a:xfrm>
            <a:custGeom>
              <a:avLst/>
              <a:gdLst/>
              <a:ahLst/>
              <a:cxnLst/>
              <a:rect l="l" t="t" r="r" b="b"/>
              <a:pathLst>
                <a:path w="108585" h="130175">
                  <a:moveTo>
                    <a:pt x="74102" y="0"/>
                  </a:moveTo>
                  <a:lnTo>
                    <a:pt x="15004" y="7162"/>
                  </a:lnTo>
                  <a:lnTo>
                    <a:pt x="2251" y="108051"/>
                  </a:lnTo>
                  <a:lnTo>
                    <a:pt x="0" y="129901"/>
                  </a:lnTo>
                  <a:lnTo>
                    <a:pt x="108185" y="105923"/>
                  </a:lnTo>
                  <a:lnTo>
                    <a:pt x="74102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5465017" y="2395445"/>
              <a:ext cx="389890" cy="59055"/>
            </a:xfrm>
            <a:custGeom>
              <a:avLst/>
              <a:gdLst/>
              <a:ahLst/>
              <a:cxnLst/>
              <a:rect l="l" t="t" r="r" b="b"/>
              <a:pathLst>
                <a:path w="389889" h="59055">
                  <a:moveTo>
                    <a:pt x="389841" y="0"/>
                  </a:moveTo>
                  <a:lnTo>
                    <a:pt x="0" y="0"/>
                  </a:lnTo>
                  <a:lnTo>
                    <a:pt x="0" y="58794"/>
                  </a:lnTo>
                  <a:lnTo>
                    <a:pt x="389841" y="58794"/>
                  </a:lnTo>
                  <a:lnTo>
                    <a:pt x="38984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242277" y="2123199"/>
              <a:ext cx="266700" cy="530860"/>
            </a:xfrm>
            <a:custGeom>
              <a:avLst/>
              <a:gdLst/>
              <a:ahLst/>
              <a:cxnLst/>
              <a:rect l="l" t="t" r="r" b="b"/>
              <a:pathLst>
                <a:path w="266700" h="530860">
                  <a:moveTo>
                    <a:pt x="40129" y="0"/>
                  </a:moveTo>
                  <a:lnTo>
                    <a:pt x="0" y="2058"/>
                  </a:lnTo>
                  <a:lnTo>
                    <a:pt x="8555" y="3461"/>
                  </a:lnTo>
                  <a:lnTo>
                    <a:pt x="16135" y="5229"/>
                  </a:lnTo>
                  <a:lnTo>
                    <a:pt x="119295" y="130564"/>
                  </a:lnTo>
                  <a:lnTo>
                    <a:pt x="154134" y="305236"/>
                  </a:lnTo>
                  <a:lnTo>
                    <a:pt x="157139" y="462447"/>
                  </a:lnTo>
                  <a:lnTo>
                    <a:pt x="152717" y="530733"/>
                  </a:lnTo>
                  <a:lnTo>
                    <a:pt x="243081" y="530733"/>
                  </a:lnTo>
                  <a:lnTo>
                    <a:pt x="266603" y="282005"/>
                  </a:lnTo>
                  <a:lnTo>
                    <a:pt x="261475" y="144843"/>
                  </a:lnTo>
                  <a:lnTo>
                    <a:pt x="216022" y="70417"/>
                  </a:lnTo>
                  <a:lnTo>
                    <a:pt x="118572" y="9900"/>
                  </a:lnTo>
                  <a:lnTo>
                    <a:pt x="100170" y="3701"/>
                  </a:lnTo>
                  <a:lnTo>
                    <a:pt x="73771" y="474"/>
                  </a:lnTo>
                  <a:lnTo>
                    <a:pt x="4012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334637" y="2082615"/>
              <a:ext cx="817244" cy="236220"/>
            </a:xfrm>
            <a:custGeom>
              <a:avLst/>
              <a:gdLst/>
              <a:ahLst/>
              <a:cxnLst/>
              <a:rect l="l" t="t" r="r" b="b"/>
              <a:pathLst>
                <a:path w="817245" h="236219">
                  <a:moveTo>
                    <a:pt x="156781" y="194564"/>
                  </a:moveTo>
                  <a:lnTo>
                    <a:pt x="137426" y="149453"/>
                  </a:lnTo>
                  <a:lnTo>
                    <a:pt x="0" y="193370"/>
                  </a:lnTo>
                  <a:lnTo>
                    <a:pt x="9613" y="236080"/>
                  </a:lnTo>
                  <a:lnTo>
                    <a:pt x="156781" y="194564"/>
                  </a:lnTo>
                  <a:close/>
                </a:path>
                <a:path w="817245" h="236219">
                  <a:moveTo>
                    <a:pt x="816686" y="52959"/>
                  </a:moveTo>
                  <a:lnTo>
                    <a:pt x="790943" y="0"/>
                  </a:lnTo>
                  <a:lnTo>
                    <a:pt x="602919" y="38709"/>
                  </a:lnTo>
                  <a:lnTo>
                    <a:pt x="602919" y="90055"/>
                  </a:lnTo>
                  <a:lnTo>
                    <a:pt x="816686" y="52959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4207503" y="2319345"/>
              <a:ext cx="315595" cy="240029"/>
            </a:xfrm>
            <a:custGeom>
              <a:avLst/>
              <a:gdLst/>
              <a:ahLst/>
              <a:cxnLst/>
              <a:rect l="l" t="t" r="r" b="b"/>
              <a:pathLst>
                <a:path w="315595" h="240030">
                  <a:moveTo>
                    <a:pt x="284262" y="0"/>
                  </a:moveTo>
                  <a:lnTo>
                    <a:pt x="221234" y="10800"/>
                  </a:lnTo>
                  <a:lnTo>
                    <a:pt x="172026" y="26760"/>
                  </a:lnTo>
                  <a:lnTo>
                    <a:pt x="124337" y="47115"/>
                  </a:lnTo>
                  <a:lnTo>
                    <a:pt x="80743" y="70055"/>
                  </a:lnTo>
                  <a:lnTo>
                    <a:pt x="46634" y="93451"/>
                  </a:lnTo>
                  <a:lnTo>
                    <a:pt x="18682" y="123498"/>
                  </a:lnTo>
                  <a:lnTo>
                    <a:pt x="2115" y="161258"/>
                  </a:lnTo>
                  <a:lnTo>
                    <a:pt x="0" y="181636"/>
                  </a:lnTo>
                  <a:lnTo>
                    <a:pt x="2934" y="201852"/>
                  </a:lnTo>
                  <a:lnTo>
                    <a:pt x="9623" y="216791"/>
                  </a:lnTo>
                  <a:lnTo>
                    <a:pt x="20157" y="229286"/>
                  </a:lnTo>
                  <a:lnTo>
                    <a:pt x="33595" y="237453"/>
                  </a:lnTo>
                  <a:lnTo>
                    <a:pt x="48995" y="239411"/>
                  </a:lnTo>
                  <a:lnTo>
                    <a:pt x="63363" y="234530"/>
                  </a:lnTo>
                  <a:lnTo>
                    <a:pt x="75161" y="224600"/>
                  </a:lnTo>
                  <a:lnTo>
                    <a:pt x="84625" y="211481"/>
                  </a:lnTo>
                  <a:lnTo>
                    <a:pt x="91989" y="197035"/>
                  </a:lnTo>
                  <a:lnTo>
                    <a:pt x="107453" y="160169"/>
                  </a:lnTo>
                  <a:lnTo>
                    <a:pt x="116230" y="142346"/>
                  </a:lnTo>
                  <a:lnTo>
                    <a:pt x="142270" y="109562"/>
                  </a:lnTo>
                  <a:lnTo>
                    <a:pt x="179657" y="85220"/>
                  </a:lnTo>
                  <a:lnTo>
                    <a:pt x="221518" y="69292"/>
                  </a:lnTo>
                  <a:lnTo>
                    <a:pt x="264594" y="57126"/>
                  </a:lnTo>
                  <a:lnTo>
                    <a:pt x="286046" y="50747"/>
                  </a:lnTo>
                  <a:lnTo>
                    <a:pt x="296191" y="46829"/>
                  </a:lnTo>
                  <a:lnTo>
                    <a:pt x="305541" y="41325"/>
                  </a:lnTo>
                  <a:lnTo>
                    <a:pt x="312510" y="33996"/>
                  </a:lnTo>
                  <a:lnTo>
                    <a:pt x="315511" y="24601"/>
                  </a:lnTo>
                  <a:lnTo>
                    <a:pt x="314387" y="17470"/>
                  </a:lnTo>
                  <a:lnTo>
                    <a:pt x="310771" y="11151"/>
                  </a:lnTo>
                  <a:lnTo>
                    <a:pt x="305332" y="6033"/>
                  </a:lnTo>
                  <a:lnTo>
                    <a:pt x="298736" y="2507"/>
                  </a:lnTo>
                  <a:lnTo>
                    <a:pt x="291616" y="638"/>
                  </a:lnTo>
                  <a:lnTo>
                    <a:pt x="284262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55373" y="1870493"/>
              <a:ext cx="89749" cy="204135"/>
            </a:xfrm>
            <a:prstGeom prst="rect">
              <a:avLst/>
            </a:prstGeom>
          </p:spPr>
        </p:pic>
      </p:grpSp>
      <p:grpSp>
        <p:nvGrpSpPr>
          <p:cNvPr id="97" name="object 97" descr=""/>
          <p:cNvGrpSpPr/>
          <p:nvPr/>
        </p:nvGrpSpPr>
        <p:grpSpPr>
          <a:xfrm>
            <a:off x="6528717" y="1783223"/>
            <a:ext cx="2284095" cy="1155065"/>
            <a:chOff x="6528717" y="1783223"/>
            <a:chExt cx="2284095" cy="1155065"/>
          </a:xfrm>
        </p:grpSpPr>
        <p:sp>
          <p:nvSpPr>
            <p:cNvPr id="98" name="object 98" descr=""/>
            <p:cNvSpPr/>
            <p:nvPr/>
          </p:nvSpPr>
          <p:spPr>
            <a:xfrm>
              <a:off x="6538893" y="1783223"/>
              <a:ext cx="1183005" cy="914400"/>
            </a:xfrm>
            <a:custGeom>
              <a:avLst/>
              <a:gdLst/>
              <a:ahLst/>
              <a:cxnLst/>
              <a:rect l="l" t="t" r="r" b="b"/>
              <a:pathLst>
                <a:path w="1183004" h="914400">
                  <a:moveTo>
                    <a:pt x="377834" y="0"/>
                  </a:moveTo>
                  <a:lnTo>
                    <a:pt x="322161" y="1870"/>
                  </a:lnTo>
                  <a:lnTo>
                    <a:pt x="268628" y="6526"/>
                  </a:lnTo>
                  <a:lnTo>
                    <a:pt x="217982" y="13837"/>
                  </a:lnTo>
                  <a:lnTo>
                    <a:pt x="170966" y="23671"/>
                  </a:lnTo>
                  <a:lnTo>
                    <a:pt x="128326" y="35897"/>
                  </a:lnTo>
                  <a:lnTo>
                    <a:pt x="90806" y="50385"/>
                  </a:lnTo>
                  <a:lnTo>
                    <a:pt x="54577" y="75477"/>
                  </a:lnTo>
                  <a:lnTo>
                    <a:pt x="27427" y="114081"/>
                  </a:lnTo>
                  <a:lnTo>
                    <a:pt x="9436" y="166037"/>
                  </a:lnTo>
                  <a:lnTo>
                    <a:pt x="683" y="231186"/>
                  </a:lnTo>
                  <a:lnTo>
                    <a:pt x="0" y="277822"/>
                  </a:lnTo>
                  <a:lnTo>
                    <a:pt x="2139" y="317348"/>
                  </a:lnTo>
                  <a:lnTo>
                    <a:pt x="6673" y="356690"/>
                  </a:lnTo>
                  <a:lnTo>
                    <a:pt x="44598" y="384009"/>
                  </a:lnTo>
                  <a:lnTo>
                    <a:pt x="56884" y="379385"/>
                  </a:lnTo>
                  <a:lnTo>
                    <a:pt x="66124" y="370708"/>
                  </a:lnTo>
                  <a:lnTo>
                    <a:pt x="71441" y="359201"/>
                  </a:lnTo>
                  <a:lnTo>
                    <a:pt x="71959" y="346083"/>
                  </a:lnTo>
                  <a:lnTo>
                    <a:pt x="67388" y="304409"/>
                  </a:lnTo>
                  <a:lnTo>
                    <a:pt x="66113" y="249048"/>
                  </a:lnTo>
                  <a:lnTo>
                    <a:pt x="71717" y="190987"/>
                  </a:lnTo>
                  <a:lnTo>
                    <a:pt x="87781" y="141215"/>
                  </a:lnTo>
                  <a:lnTo>
                    <a:pt x="117884" y="110719"/>
                  </a:lnTo>
                  <a:lnTo>
                    <a:pt x="158339" y="95739"/>
                  </a:lnTo>
                  <a:lnTo>
                    <a:pt x="206130" y="83531"/>
                  </a:lnTo>
                  <a:lnTo>
                    <a:pt x="259739" y="74353"/>
                  </a:lnTo>
                  <a:lnTo>
                    <a:pt x="317647" y="68468"/>
                  </a:lnTo>
                  <a:lnTo>
                    <a:pt x="378337" y="66134"/>
                  </a:lnTo>
                  <a:lnTo>
                    <a:pt x="440482" y="67632"/>
                  </a:lnTo>
                  <a:lnTo>
                    <a:pt x="498445" y="72977"/>
                  </a:lnTo>
                  <a:lnTo>
                    <a:pt x="551086" y="81970"/>
                  </a:lnTo>
                  <a:lnTo>
                    <a:pt x="597264" y="94414"/>
                  </a:lnTo>
                  <a:lnTo>
                    <a:pt x="635837" y="110111"/>
                  </a:lnTo>
                  <a:lnTo>
                    <a:pt x="675847" y="140219"/>
                  </a:lnTo>
                  <a:lnTo>
                    <a:pt x="707688" y="182507"/>
                  </a:lnTo>
                  <a:lnTo>
                    <a:pt x="733953" y="232609"/>
                  </a:lnTo>
                  <a:lnTo>
                    <a:pt x="779887" y="338259"/>
                  </a:lnTo>
                  <a:lnTo>
                    <a:pt x="804794" y="385565"/>
                  </a:lnTo>
                  <a:lnTo>
                    <a:pt x="834843" y="424760"/>
                  </a:lnTo>
                  <a:lnTo>
                    <a:pt x="872919" y="452530"/>
                  </a:lnTo>
                  <a:lnTo>
                    <a:pt x="878405" y="455200"/>
                  </a:lnTo>
                  <a:lnTo>
                    <a:pt x="889724" y="460006"/>
                  </a:lnTo>
                  <a:lnTo>
                    <a:pt x="886227" y="461671"/>
                  </a:lnTo>
                  <a:lnTo>
                    <a:pt x="848150" y="489441"/>
                  </a:lnTo>
                  <a:lnTo>
                    <a:pt x="818098" y="528637"/>
                  </a:lnTo>
                  <a:lnTo>
                    <a:pt x="793191" y="575942"/>
                  </a:lnTo>
                  <a:lnTo>
                    <a:pt x="747257" y="681593"/>
                  </a:lnTo>
                  <a:lnTo>
                    <a:pt x="720991" y="731694"/>
                  </a:lnTo>
                  <a:lnTo>
                    <a:pt x="689150" y="773982"/>
                  </a:lnTo>
                  <a:lnTo>
                    <a:pt x="649135" y="804090"/>
                  </a:lnTo>
                  <a:lnTo>
                    <a:pt x="610555" y="819788"/>
                  </a:lnTo>
                  <a:lnTo>
                    <a:pt x="564356" y="832234"/>
                  </a:lnTo>
                  <a:lnTo>
                    <a:pt x="511699" y="841229"/>
                  </a:lnTo>
                  <a:lnTo>
                    <a:pt x="453742" y="846573"/>
                  </a:lnTo>
                  <a:lnTo>
                    <a:pt x="391645" y="848068"/>
                  </a:lnTo>
                  <a:lnTo>
                    <a:pt x="330954" y="845734"/>
                  </a:lnTo>
                  <a:lnTo>
                    <a:pt x="273044" y="839848"/>
                  </a:lnTo>
                  <a:lnTo>
                    <a:pt x="219434" y="830671"/>
                  </a:lnTo>
                  <a:lnTo>
                    <a:pt x="171644" y="818462"/>
                  </a:lnTo>
                  <a:lnTo>
                    <a:pt x="131192" y="803483"/>
                  </a:lnTo>
                  <a:lnTo>
                    <a:pt x="101088" y="772983"/>
                  </a:lnTo>
                  <a:lnTo>
                    <a:pt x="85022" y="723209"/>
                  </a:lnTo>
                  <a:lnTo>
                    <a:pt x="79415" y="665148"/>
                  </a:lnTo>
                  <a:lnTo>
                    <a:pt x="80687" y="609786"/>
                  </a:lnTo>
                  <a:lnTo>
                    <a:pt x="85257" y="568108"/>
                  </a:lnTo>
                  <a:lnTo>
                    <a:pt x="84758" y="554996"/>
                  </a:lnTo>
                  <a:lnTo>
                    <a:pt x="79449" y="543491"/>
                  </a:lnTo>
                  <a:lnTo>
                    <a:pt x="70213" y="534812"/>
                  </a:lnTo>
                  <a:lnTo>
                    <a:pt x="57928" y="530182"/>
                  </a:lnTo>
                  <a:lnTo>
                    <a:pt x="44797" y="530686"/>
                  </a:lnTo>
                  <a:lnTo>
                    <a:pt x="18356" y="569032"/>
                  </a:lnTo>
                  <a:lnTo>
                    <a:pt x="13308" y="636380"/>
                  </a:lnTo>
                  <a:lnTo>
                    <a:pt x="13992" y="683015"/>
                  </a:lnTo>
                  <a:lnTo>
                    <a:pt x="22745" y="748163"/>
                  </a:lnTo>
                  <a:lnTo>
                    <a:pt x="40736" y="800116"/>
                  </a:lnTo>
                  <a:lnTo>
                    <a:pt x="67886" y="838720"/>
                  </a:lnTo>
                  <a:lnTo>
                    <a:pt x="104115" y="863816"/>
                  </a:lnTo>
                  <a:lnTo>
                    <a:pt x="141634" y="878304"/>
                  </a:lnTo>
                  <a:lnTo>
                    <a:pt x="184274" y="890531"/>
                  </a:lnTo>
                  <a:lnTo>
                    <a:pt x="231290" y="900365"/>
                  </a:lnTo>
                  <a:lnTo>
                    <a:pt x="281937" y="907675"/>
                  </a:lnTo>
                  <a:lnTo>
                    <a:pt x="335469" y="912331"/>
                  </a:lnTo>
                  <a:lnTo>
                    <a:pt x="399163" y="914233"/>
                  </a:lnTo>
                  <a:lnTo>
                    <a:pt x="454692" y="912713"/>
                  </a:lnTo>
                  <a:lnTo>
                    <a:pt x="507581" y="908234"/>
                  </a:lnTo>
                  <a:lnTo>
                    <a:pt x="557134" y="900920"/>
                  </a:lnTo>
                  <a:lnTo>
                    <a:pt x="602652" y="890893"/>
                  </a:lnTo>
                  <a:lnTo>
                    <a:pt x="643440" y="878279"/>
                  </a:lnTo>
                  <a:lnTo>
                    <a:pt x="678799" y="863198"/>
                  </a:lnTo>
                  <a:lnTo>
                    <a:pt x="722890" y="833234"/>
                  </a:lnTo>
                  <a:lnTo>
                    <a:pt x="758302" y="794471"/>
                  </a:lnTo>
                  <a:lnTo>
                    <a:pt x="786937" y="749741"/>
                  </a:lnTo>
                  <a:lnTo>
                    <a:pt x="810700" y="701876"/>
                  </a:lnTo>
                  <a:lnTo>
                    <a:pt x="850190" y="610326"/>
                  </a:lnTo>
                  <a:lnTo>
                    <a:pt x="869567" y="571534"/>
                  </a:lnTo>
                  <a:lnTo>
                    <a:pt x="915169" y="521135"/>
                  </a:lnTo>
                  <a:lnTo>
                    <a:pt x="975357" y="500661"/>
                  </a:lnTo>
                  <a:lnTo>
                    <a:pt x="1038505" y="490812"/>
                  </a:lnTo>
                  <a:lnTo>
                    <a:pt x="1051627" y="491554"/>
                  </a:lnTo>
                  <a:lnTo>
                    <a:pt x="1076053" y="492311"/>
                  </a:lnTo>
                  <a:lnTo>
                    <a:pt x="1123596" y="491488"/>
                  </a:lnTo>
                  <a:lnTo>
                    <a:pt x="1144680" y="489472"/>
                  </a:lnTo>
                  <a:lnTo>
                    <a:pt x="1146565" y="489618"/>
                  </a:lnTo>
                  <a:lnTo>
                    <a:pt x="1159713" y="488191"/>
                  </a:lnTo>
                  <a:lnTo>
                    <a:pt x="1170823" y="482091"/>
                  </a:lnTo>
                  <a:lnTo>
                    <a:pt x="1178835" y="472278"/>
                  </a:lnTo>
                  <a:lnTo>
                    <a:pt x="1182595" y="459703"/>
                  </a:lnTo>
                  <a:lnTo>
                    <a:pt x="1181179" y="446649"/>
                  </a:lnTo>
                  <a:lnTo>
                    <a:pt x="1141836" y="422987"/>
                  </a:lnTo>
                  <a:lnTo>
                    <a:pt x="1116914" y="421991"/>
                  </a:lnTo>
                  <a:lnTo>
                    <a:pt x="1081096" y="422060"/>
                  </a:lnTo>
                  <a:lnTo>
                    <a:pt x="1037573" y="424479"/>
                  </a:lnTo>
                  <a:lnTo>
                    <a:pt x="1003630" y="421018"/>
                  </a:lnTo>
                  <a:lnTo>
                    <a:pt x="934125" y="405909"/>
                  </a:lnTo>
                  <a:lnTo>
                    <a:pt x="877522" y="373511"/>
                  </a:lnTo>
                  <a:lnTo>
                    <a:pt x="836883" y="303874"/>
                  </a:lnTo>
                  <a:lnTo>
                    <a:pt x="797391" y="212326"/>
                  </a:lnTo>
                  <a:lnTo>
                    <a:pt x="773629" y="164460"/>
                  </a:lnTo>
                  <a:lnTo>
                    <a:pt x="744995" y="119731"/>
                  </a:lnTo>
                  <a:lnTo>
                    <a:pt x="709587" y="80968"/>
                  </a:lnTo>
                  <a:lnTo>
                    <a:pt x="665501" y="51003"/>
                  </a:lnTo>
                  <a:lnTo>
                    <a:pt x="629236" y="35595"/>
                  </a:lnTo>
                  <a:lnTo>
                    <a:pt x="587305" y="22769"/>
                  </a:lnTo>
                  <a:lnTo>
                    <a:pt x="540452" y="12661"/>
                  </a:lnTo>
                  <a:lnTo>
                    <a:pt x="489426" y="5407"/>
                  </a:lnTo>
                  <a:lnTo>
                    <a:pt x="434971" y="1141"/>
                  </a:lnTo>
                  <a:lnTo>
                    <a:pt x="377834" y="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7093089" y="1797246"/>
              <a:ext cx="1719580" cy="986155"/>
            </a:xfrm>
            <a:custGeom>
              <a:avLst/>
              <a:gdLst/>
              <a:ahLst/>
              <a:cxnLst/>
              <a:rect l="l" t="t" r="r" b="b"/>
              <a:pathLst>
                <a:path w="1719579" h="986155">
                  <a:moveTo>
                    <a:pt x="1719389" y="138950"/>
                  </a:moveTo>
                  <a:lnTo>
                    <a:pt x="1708302" y="96647"/>
                  </a:lnTo>
                  <a:lnTo>
                    <a:pt x="1659661" y="49009"/>
                  </a:lnTo>
                  <a:lnTo>
                    <a:pt x="1653336" y="47053"/>
                  </a:lnTo>
                  <a:lnTo>
                    <a:pt x="1653336" y="151155"/>
                  </a:lnTo>
                  <a:lnTo>
                    <a:pt x="1641513" y="178600"/>
                  </a:lnTo>
                  <a:lnTo>
                    <a:pt x="1590992" y="228638"/>
                  </a:lnTo>
                  <a:lnTo>
                    <a:pt x="1551051" y="254342"/>
                  </a:lnTo>
                  <a:lnTo>
                    <a:pt x="1509560" y="277177"/>
                  </a:lnTo>
                  <a:lnTo>
                    <a:pt x="1466659" y="297357"/>
                  </a:lnTo>
                  <a:lnTo>
                    <a:pt x="1422501" y="315061"/>
                  </a:lnTo>
                  <a:lnTo>
                    <a:pt x="1377238" y="330466"/>
                  </a:lnTo>
                  <a:lnTo>
                    <a:pt x="1331010" y="343789"/>
                  </a:lnTo>
                  <a:lnTo>
                    <a:pt x="1283970" y="355180"/>
                  </a:lnTo>
                  <a:lnTo>
                    <a:pt x="1236256" y="364871"/>
                  </a:lnTo>
                  <a:lnTo>
                    <a:pt x="1188021" y="373011"/>
                  </a:lnTo>
                  <a:lnTo>
                    <a:pt x="1139418" y="379806"/>
                  </a:lnTo>
                  <a:lnTo>
                    <a:pt x="1090587" y="385457"/>
                  </a:lnTo>
                  <a:lnTo>
                    <a:pt x="1041666" y="390131"/>
                  </a:lnTo>
                  <a:lnTo>
                    <a:pt x="992822" y="394030"/>
                  </a:lnTo>
                  <a:lnTo>
                    <a:pt x="999858" y="368452"/>
                  </a:lnTo>
                  <a:lnTo>
                    <a:pt x="1037996" y="315772"/>
                  </a:lnTo>
                  <a:lnTo>
                    <a:pt x="1070152" y="287197"/>
                  </a:lnTo>
                  <a:lnTo>
                    <a:pt x="1111961" y="255549"/>
                  </a:lnTo>
                  <a:lnTo>
                    <a:pt x="1155674" y="226517"/>
                  </a:lnTo>
                  <a:lnTo>
                    <a:pt x="1201115" y="200152"/>
                  </a:lnTo>
                  <a:lnTo>
                    <a:pt x="1248067" y="176555"/>
                  </a:lnTo>
                  <a:lnTo>
                    <a:pt x="1296352" y="155803"/>
                  </a:lnTo>
                  <a:lnTo>
                    <a:pt x="1345806" y="137947"/>
                  </a:lnTo>
                  <a:lnTo>
                    <a:pt x="1396199" y="123075"/>
                  </a:lnTo>
                  <a:lnTo>
                    <a:pt x="1447380" y="111252"/>
                  </a:lnTo>
                  <a:lnTo>
                    <a:pt x="1499133" y="102577"/>
                  </a:lnTo>
                  <a:lnTo>
                    <a:pt x="1551279" y="97091"/>
                  </a:lnTo>
                  <a:lnTo>
                    <a:pt x="1564335" y="96316"/>
                  </a:lnTo>
                  <a:lnTo>
                    <a:pt x="1571752" y="96316"/>
                  </a:lnTo>
                  <a:lnTo>
                    <a:pt x="1617611" y="101981"/>
                  </a:lnTo>
                  <a:lnTo>
                    <a:pt x="1650326" y="125730"/>
                  </a:lnTo>
                  <a:lnTo>
                    <a:pt x="1653336" y="151155"/>
                  </a:lnTo>
                  <a:lnTo>
                    <a:pt x="1653336" y="47053"/>
                  </a:lnTo>
                  <a:lnTo>
                    <a:pt x="1612861" y="34467"/>
                  </a:lnTo>
                  <a:lnTo>
                    <a:pt x="1546517" y="32359"/>
                  </a:lnTo>
                  <a:lnTo>
                    <a:pt x="1495539" y="37566"/>
                  </a:lnTo>
                  <a:lnTo>
                    <a:pt x="1444904" y="45631"/>
                  </a:lnTo>
                  <a:lnTo>
                    <a:pt x="1394752" y="56476"/>
                  </a:lnTo>
                  <a:lnTo>
                    <a:pt x="1345247" y="70078"/>
                  </a:lnTo>
                  <a:lnTo>
                    <a:pt x="1296530" y="86334"/>
                  </a:lnTo>
                  <a:lnTo>
                    <a:pt x="1248752" y="105206"/>
                  </a:lnTo>
                  <a:lnTo>
                    <a:pt x="1202080" y="126644"/>
                  </a:lnTo>
                  <a:lnTo>
                    <a:pt x="1156652" y="150558"/>
                  </a:lnTo>
                  <a:lnTo>
                    <a:pt x="1112621" y="176923"/>
                  </a:lnTo>
                  <a:lnTo>
                    <a:pt x="1070152" y="205651"/>
                  </a:lnTo>
                  <a:lnTo>
                    <a:pt x="1029385" y="236689"/>
                  </a:lnTo>
                  <a:lnTo>
                    <a:pt x="998067" y="264033"/>
                  </a:lnTo>
                  <a:lnTo>
                    <a:pt x="967079" y="298246"/>
                  </a:lnTo>
                  <a:lnTo>
                    <a:pt x="941959" y="339267"/>
                  </a:lnTo>
                  <a:lnTo>
                    <a:pt x="928268" y="387083"/>
                  </a:lnTo>
                  <a:lnTo>
                    <a:pt x="927328" y="398411"/>
                  </a:lnTo>
                  <a:lnTo>
                    <a:pt x="830529" y="403555"/>
                  </a:lnTo>
                  <a:lnTo>
                    <a:pt x="733463" y="407174"/>
                  </a:lnTo>
                  <a:lnTo>
                    <a:pt x="636409" y="409244"/>
                  </a:lnTo>
                  <a:lnTo>
                    <a:pt x="601535" y="409435"/>
                  </a:lnTo>
                  <a:lnTo>
                    <a:pt x="598462" y="408508"/>
                  </a:lnTo>
                  <a:lnTo>
                    <a:pt x="587629" y="407720"/>
                  </a:lnTo>
                  <a:lnTo>
                    <a:pt x="562711" y="406730"/>
                  </a:lnTo>
                  <a:lnTo>
                    <a:pt x="526897" y="406793"/>
                  </a:lnTo>
                  <a:lnTo>
                    <a:pt x="483374" y="409219"/>
                  </a:lnTo>
                  <a:lnTo>
                    <a:pt x="449427" y="405752"/>
                  </a:lnTo>
                  <a:lnTo>
                    <a:pt x="379920" y="390652"/>
                  </a:lnTo>
                  <a:lnTo>
                    <a:pt x="323316" y="358241"/>
                  </a:lnTo>
                  <a:lnTo>
                    <a:pt x="282676" y="288607"/>
                  </a:lnTo>
                  <a:lnTo>
                    <a:pt x="243192" y="197065"/>
                  </a:lnTo>
                  <a:lnTo>
                    <a:pt x="219430" y="149199"/>
                  </a:lnTo>
                  <a:lnTo>
                    <a:pt x="190792" y="104470"/>
                  </a:lnTo>
                  <a:lnTo>
                    <a:pt x="155384" y="65709"/>
                  </a:lnTo>
                  <a:lnTo>
                    <a:pt x="111302" y="35737"/>
                  </a:lnTo>
                  <a:lnTo>
                    <a:pt x="60629" y="15443"/>
                  </a:lnTo>
                  <a:lnTo>
                    <a:pt x="0" y="0"/>
                  </a:lnTo>
                  <a:lnTo>
                    <a:pt x="0" y="67398"/>
                  </a:lnTo>
                  <a:lnTo>
                    <a:pt x="23037" y="73113"/>
                  </a:lnTo>
                  <a:lnTo>
                    <a:pt x="44399" y="79603"/>
                  </a:lnTo>
                  <a:lnTo>
                    <a:pt x="81635" y="94843"/>
                  </a:lnTo>
                  <a:lnTo>
                    <a:pt x="121640" y="124955"/>
                  </a:lnTo>
                  <a:lnTo>
                    <a:pt x="153492" y="167246"/>
                  </a:lnTo>
                  <a:lnTo>
                    <a:pt x="179755" y="217347"/>
                  </a:lnTo>
                  <a:lnTo>
                    <a:pt x="225679" y="322999"/>
                  </a:lnTo>
                  <a:lnTo>
                    <a:pt x="250596" y="370306"/>
                  </a:lnTo>
                  <a:lnTo>
                    <a:pt x="280644" y="409498"/>
                  </a:lnTo>
                  <a:lnTo>
                    <a:pt x="318719" y="437273"/>
                  </a:lnTo>
                  <a:lnTo>
                    <a:pt x="324205" y="439940"/>
                  </a:lnTo>
                  <a:lnTo>
                    <a:pt x="335521" y="444741"/>
                  </a:lnTo>
                  <a:lnTo>
                    <a:pt x="332028" y="446405"/>
                  </a:lnTo>
                  <a:lnTo>
                    <a:pt x="293954" y="474179"/>
                  </a:lnTo>
                  <a:lnTo>
                    <a:pt x="263893" y="513372"/>
                  </a:lnTo>
                  <a:lnTo>
                    <a:pt x="238988" y="560679"/>
                  </a:lnTo>
                  <a:lnTo>
                    <a:pt x="193052" y="666330"/>
                  </a:lnTo>
                  <a:lnTo>
                    <a:pt x="166789" y="716432"/>
                  </a:lnTo>
                  <a:lnTo>
                    <a:pt x="134950" y="758723"/>
                  </a:lnTo>
                  <a:lnTo>
                    <a:pt x="94932" y="788822"/>
                  </a:lnTo>
                  <a:lnTo>
                    <a:pt x="52019" y="805929"/>
                  </a:lnTo>
                  <a:lnTo>
                    <a:pt x="0" y="819061"/>
                  </a:lnTo>
                  <a:lnTo>
                    <a:pt x="0" y="886167"/>
                  </a:lnTo>
                  <a:lnTo>
                    <a:pt x="68224" y="870013"/>
                  </a:lnTo>
                  <a:lnTo>
                    <a:pt x="124599" y="847940"/>
                  </a:lnTo>
                  <a:lnTo>
                    <a:pt x="168694" y="817968"/>
                  </a:lnTo>
                  <a:lnTo>
                    <a:pt x="204101" y="779208"/>
                  </a:lnTo>
                  <a:lnTo>
                    <a:pt x="232740" y="734479"/>
                  </a:lnTo>
                  <a:lnTo>
                    <a:pt x="256501" y="686612"/>
                  </a:lnTo>
                  <a:lnTo>
                    <a:pt x="295986" y="595058"/>
                  </a:lnTo>
                  <a:lnTo>
                    <a:pt x="315366" y="556272"/>
                  </a:lnTo>
                  <a:lnTo>
                    <a:pt x="360972" y="505866"/>
                  </a:lnTo>
                  <a:lnTo>
                    <a:pt x="421157" y="485394"/>
                  </a:lnTo>
                  <a:lnTo>
                    <a:pt x="484301" y="475551"/>
                  </a:lnTo>
                  <a:lnTo>
                    <a:pt x="497420" y="476288"/>
                  </a:lnTo>
                  <a:lnTo>
                    <a:pt x="521855" y="477050"/>
                  </a:lnTo>
                  <a:lnTo>
                    <a:pt x="569391" y="476224"/>
                  </a:lnTo>
                  <a:lnTo>
                    <a:pt x="589648" y="474395"/>
                  </a:lnTo>
                  <a:lnTo>
                    <a:pt x="639000" y="474129"/>
                  </a:lnTo>
                  <a:lnTo>
                    <a:pt x="738822" y="471957"/>
                  </a:lnTo>
                  <a:lnTo>
                    <a:pt x="838669" y="468172"/>
                  </a:lnTo>
                  <a:lnTo>
                    <a:pt x="938225" y="462775"/>
                  </a:lnTo>
                  <a:lnTo>
                    <a:pt x="945591" y="479145"/>
                  </a:lnTo>
                  <a:lnTo>
                    <a:pt x="978623" y="526199"/>
                  </a:lnTo>
                  <a:lnTo>
                    <a:pt x="1008329" y="554469"/>
                  </a:lnTo>
                  <a:lnTo>
                    <a:pt x="1039723" y="577646"/>
                  </a:lnTo>
                  <a:lnTo>
                    <a:pt x="1098118" y="609765"/>
                  </a:lnTo>
                  <a:lnTo>
                    <a:pt x="1136891" y="626732"/>
                  </a:lnTo>
                  <a:lnTo>
                    <a:pt x="1185494" y="648246"/>
                  </a:lnTo>
                  <a:lnTo>
                    <a:pt x="1230096" y="671817"/>
                  </a:lnTo>
                  <a:lnTo>
                    <a:pt x="1268120" y="700125"/>
                  </a:lnTo>
                  <a:lnTo>
                    <a:pt x="1296949" y="735825"/>
                  </a:lnTo>
                  <a:lnTo>
                    <a:pt x="1310411" y="782193"/>
                  </a:lnTo>
                  <a:lnTo>
                    <a:pt x="1308455" y="795909"/>
                  </a:lnTo>
                  <a:lnTo>
                    <a:pt x="1278102" y="838542"/>
                  </a:lnTo>
                  <a:lnTo>
                    <a:pt x="1242529" y="865733"/>
                  </a:lnTo>
                  <a:lnTo>
                    <a:pt x="1201178" y="887437"/>
                  </a:lnTo>
                  <a:lnTo>
                    <a:pt x="1153883" y="903719"/>
                  </a:lnTo>
                  <a:lnTo>
                    <a:pt x="1100505" y="914590"/>
                  </a:lnTo>
                  <a:lnTo>
                    <a:pt x="1040879" y="920115"/>
                  </a:lnTo>
                  <a:lnTo>
                    <a:pt x="974826" y="920330"/>
                  </a:lnTo>
                  <a:lnTo>
                    <a:pt x="950239" y="919238"/>
                  </a:lnTo>
                  <a:lnTo>
                    <a:pt x="925474" y="917765"/>
                  </a:lnTo>
                  <a:lnTo>
                    <a:pt x="825944" y="910615"/>
                  </a:lnTo>
                  <a:lnTo>
                    <a:pt x="775157" y="907999"/>
                  </a:lnTo>
                  <a:lnTo>
                    <a:pt x="724027" y="907415"/>
                  </a:lnTo>
                  <a:lnTo>
                    <a:pt x="672757" y="909904"/>
                  </a:lnTo>
                  <a:lnTo>
                    <a:pt x="621499" y="916533"/>
                  </a:lnTo>
                  <a:lnTo>
                    <a:pt x="632777" y="980465"/>
                  </a:lnTo>
                  <a:lnTo>
                    <a:pt x="679310" y="974471"/>
                  </a:lnTo>
                  <a:lnTo>
                    <a:pt x="726262" y="972235"/>
                  </a:lnTo>
                  <a:lnTo>
                    <a:pt x="773811" y="972858"/>
                  </a:lnTo>
                  <a:lnTo>
                    <a:pt x="822121" y="975410"/>
                  </a:lnTo>
                  <a:lnTo>
                    <a:pt x="921664" y="982573"/>
                  </a:lnTo>
                  <a:lnTo>
                    <a:pt x="947102" y="984084"/>
                  </a:lnTo>
                  <a:lnTo>
                    <a:pt x="972553" y="985202"/>
                  </a:lnTo>
                  <a:lnTo>
                    <a:pt x="989355" y="985659"/>
                  </a:lnTo>
                  <a:lnTo>
                    <a:pt x="1005827" y="985799"/>
                  </a:lnTo>
                  <a:lnTo>
                    <a:pt x="1063434" y="983805"/>
                  </a:lnTo>
                  <a:lnTo>
                    <a:pt x="1116723" y="977773"/>
                  </a:lnTo>
                  <a:lnTo>
                    <a:pt x="1143723" y="972235"/>
                  </a:lnTo>
                  <a:lnTo>
                    <a:pt x="1165821" y="967714"/>
                  </a:lnTo>
                  <a:lnTo>
                    <a:pt x="1210792" y="953566"/>
                  </a:lnTo>
                  <a:lnTo>
                    <a:pt x="1251737" y="935329"/>
                  </a:lnTo>
                  <a:lnTo>
                    <a:pt x="1276553" y="920330"/>
                  </a:lnTo>
                  <a:lnTo>
                    <a:pt x="1288745" y="912964"/>
                  </a:lnTo>
                  <a:lnTo>
                    <a:pt x="1321904" y="886447"/>
                  </a:lnTo>
                  <a:lnTo>
                    <a:pt x="1353439" y="850646"/>
                  </a:lnTo>
                  <a:lnTo>
                    <a:pt x="1370965" y="813447"/>
                  </a:lnTo>
                  <a:lnTo>
                    <a:pt x="1375244" y="786815"/>
                  </a:lnTo>
                  <a:lnTo>
                    <a:pt x="1373619" y="759129"/>
                  </a:lnTo>
                  <a:lnTo>
                    <a:pt x="1353108" y="703262"/>
                  </a:lnTo>
                  <a:lnTo>
                    <a:pt x="1323873" y="664210"/>
                  </a:lnTo>
                  <a:lnTo>
                    <a:pt x="1287970" y="632714"/>
                  </a:lnTo>
                  <a:lnTo>
                    <a:pt x="1247635" y="607136"/>
                  </a:lnTo>
                  <a:lnTo>
                    <a:pt x="1205077" y="585812"/>
                  </a:lnTo>
                  <a:lnTo>
                    <a:pt x="1134160" y="554786"/>
                  </a:lnTo>
                  <a:lnTo>
                    <a:pt x="1124991" y="550659"/>
                  </a:lnTo>
                  <a:lnTo>
                    <a:pt x="1090625" y="532841"/>
                  </a:lnTo>
                  <a:lnTo>
                    <a:pt x="1058189" y="511149"/>
                  </a:lnTo>
                  <a:lnTo>
                    <a:pt x="1011821" y="462775"/>
                  </a:lnTo>
                  <a:lnTo>
                    <a:pt x="1008100" y="457987"/>
                  </a:lnTo>
                  <a:lnTo>
                    <a:pt x="1058329" y="453821"/>
                  </a:lnTo>
                  <a:lnTo>
                    <a:pt x="1108633" y="448818"/>
                  </a:lnTo>
                  <a:lnTo>
                    <a:pt x="1158875" y="442760"/>
                  </a:lnTo>
                  <a:lnTo>
                    <a:pt x="1208925" y="435457"/>
                  </a:lnTo>
                  <a:lnTo>
                    <a:pt x="1258646" y="426732"/>
                  </a:lnTo>
                  <a:lnTo>
                    <a:pt x="1307884" y="416382"/>
                  </a:lnTo>
                  <a:lnTo>
                    <a:pt x="1356537" y="404202"/>
                  </a:lnTo>
                  <a:lnTo>
                    <a:pt x="1390827" y="394030"/>
                  </a:lnTo>
                  <a:lnTo>
                    <a:pt x="1404442" y="390004"/>
                  </a:lnTo>
                  <a:lnTo>
                    <a:pt x="1451457" y="373595"/>
                  </a:lnTo>
                  <a:lnTo>
                    <a:pt x="1497469" y="354774"/>
                  </a:lnTo>
                  <a:lnTo>
                    <a:pt x="1542326" y="333362"/>
                  </a:lnTo>
                  <a:lnTo>
                    <a:pt x="1585899" y="309156"/>
                  </a:lnTo>
                  <a:lnTo>
                    <a:pt x="1628038" y="281952"/>
                  </a:lnTo>
                  <a:lnTo>
                    <a:pt x="1662645" y="253593"/>
                  </a:lnTo>
                  <a:lnTo>
                    <a:pt x="1692287" y="219214"/>
                  </a:lnTo>
                  <a:lnTo>
                    <a:pt x="1712633" y="180441"/>
                  </a:lnTo>
                  <a:lnTo>
                    <a:pt x="1719389" y="138950"/>
                  </a:lnTo>
                  <a:close/>
                </a:path>
              </a:pathLst>
            </a:custGeom>
            <a:solidFill>
              <a:srgbClr val="676C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7605664" y="2571020"/>
              <a:ext cx="367665" cy="367665"/>
            </a:xfrm>
            <a:custGeom>
              <a:avLst/>
              <a:gdLst/>
              <a:ahLst/>
              <a:cxnLst/>
              <a:rect l="l" t="t" r="r" b="b"/>
              <a:pathLst>
                <a:path w="367665" h="367664">
                  <a:moveTo>
                    <a:pt x="183544" y="0"/>
                  </a:moveTo>
                  <a:lnTo>
                    <a:pt x="134750" y="6556"/>
                  </a:lnTo>
                  <a:lnTo>
                    <a:pt x="90905" y="25059"/>
                  </a:lnTo>
                  <a:lnTo>
                    <a:pt x="53758" y="53758"/>
                  </a:lnTo>
                  <a:lnTo>
                    <a:pt x="25059" y="90905"/>
                  </a:lnTo>
                  <a:lnTo>
                    <a:pt x="6556" y="134750"/>
                  </a:lnTo>
                  <a:lnTo>
                    <a:pt x="0" y="183544"/>
                  </a:lnTo>
                  <a:lnTo>
                    <a:pt x="6556" y="232337"/>
                  </a:lnTo>
                  <a:lnTo>
                    <a:pt x="25059" y="276182"/>
                  </a:lnTo>
                  <a:lnTo>
                    <a:pt x="53758" y="313329"/>
                  </a:lnTo>
                  <a:lnTo>
                    <a:pt x="90905" y="342029"/>
                  </a:lnTo>
                  <a:lnTo>
                    <a:pt x="134750" y="360531"/>
                  </a:lnTo>
                  <a:lnTo>
                    <a:pt x="183544" y="367088"/>
                  </a:lnTo>
                  <a:lnTo>
                    <a:pt x="232341" y="360531"/>
                  </a:lnTo>
                  <a:lnTo>
                    <a:pt x="276189" y="342029"/>
                  </a:lnTo>
                  <a:lnTo>
                    <a:pt x="313338" y="313329"/>
                  </a:lnTo>
                  <a:lnTo>
                    <a:pt x="342039" y="276182"/>
                  </a:lnTo>
                  <a:lnTo>
                    <a:pt x="360542" y="232337"/>
                  </a:lnTo>
                  <a:lnTo>
                    <a:pt x="367098" y="183544"/>
                  </a:lnTo>
                  <a:lnTo>
                    <a:pt x="360542" y="134750"/>
                  </a:lnTo>
                  <a:lnTo>
                    <a:pt x="342039" y="90905"/>
                  </a:lnTo>
                  <a:lnTo>
                    <a:pt x="313338" y="53758"/>
                  </a:lnTo>
                  <a:lnTo>
                    <a:pt x="276189" y="25059"/>
                  </a:lnTo>
                  <a:lnTo>
                    <a:pt x="232341" y="6556"/>
                  </a:lnTo>
                  <a:lnTo>
                    <a:pt x="183544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7667605" y="2603056"/>
              <a:ext cx="305435" cy="335280"/>
            </a:xfrm>
            <a:custGeom>
              <a:avLst/>
              <a:gdLst/>
              <a:ahLst/>
              <a:cxnLst/>
              <a:rect l="l" t="t" r="r" b="b"/>
              <a:pathLst>
                <a:path w="305434" h="335280">
                  <a:moveTo>
                    <a:pt x="225207" y="0"/>
                  </a:moveTo>
                  <a:lnTo>
                    <a:pt x="250908" y="27964"/>
                  </a:lnTo>
                  <a:lnTo>
                    <a:pt x="270422" y="60807"/>
                  </a:lnTo>
                  <a:lnTo>
                    <a:pt x="282815" y="97604"/>
                  </a:lnTo>
                  <a:lnTo>
                    <a:pt x="287153" y="137430"/>
                  </a:lnTo>
                  <a:lnTo>
                    <a:pt x="280596" y="186223"/>
                  </a:lnTo>
                  <a:lnTo>
                    <a:pt x="262091" y="230068"/>
                  </a:lnTo>
                  <a:lnTo>
                    <a:pt x="233389" y="267215"/>
                  </a:lnTo>
                  <a:lnTo>
                    <a:pt x="196239" y="295915"/>
                  </a:lnTo>
                  <a:lnTo>
                    <a:pt x="152393" y="314418"/>
                  </a:lnTo>
                  <a:lnTo>
                    <a:pt x="103598" y="320974"/>
                  </a:lnTo>
                  <a:lnTo>
                    <a:pt x="75341" y="318810"/>
                  </a:lnTo>
                  <a:lnTo>
                    <a:pt x="48442" y="312533"/>
                  </a:lnTo>
                  <a:lnTo>
                    <a:pt x="23221" y="302470"/>
                  </a:lnTo>
                  <a:lnTo>
                    <a:pt x="0" y="288944"/>
                  </a:lnTo>
                  <a:lnTo>
                    <a:pt x="26103" y="308244"/>
                  </a:lnTo>
                  <a:lnTo>
                    <a:pt x="55452" y="322751"/>
                  </a:lnTo>
                  <a:lnTo>
                    <a:pt x="87477" y="331884"/>
                  </a:lnTo>
                  <a:lnTo>
                    <a:pt x="121608" y="335057"/>
                  </a:lnTo>
                  <a:lnTo>
                    <a:pt x="170402" y="328501"/>
                  </a:lnTo>
                  <a:lnTo>
                    <a:pt x="214249" y="309998"/>
                  </a:lnTo>
                  <a:lnTo>
                    <a:pt x="251399" y="281297"/>
                  </a:lnTo>
                  <a:lnTo>
                    <a:pt x="280101" y="244148"/>
                  </a:lnTo>
                  <a:lnTo>
                    <a:pt x="298606" y="200300"/>
                  </a:lnTo>
                  <a:lnTo>
                    <a:pt x="305163" y="151503"/>
                  </a:lnTo>
                  <a:lnTo>
                    <a:pt x="299458" y="105936"/>
                  </a:lnTo>
                  <a:lnTo>
                    <a:pt x="283287" y="64556"/>
                  </a:lnTo>
                  <a:lnTo>
                    <a:pt x="258065" y="28774"/>
                  </a:lnTo>
                  <a:lnTo>
                    <a:pt x="225207" y="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13019" y="2678378"/>
              <a:ext cx="152382" cy="152372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42401" y="2258127"/>
              <a:ext cx="111251" cy="142674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28717" y="2088683"/>
              <a:ext cx="110958" cy="142447"/>
            </a:xfrm>
            <a:prstGeom prst="rect">
              <a:avLst/>
            </a:prstGeom>
          </p:spPr>
        </p:pic>
      </p:grpSp>
      <p:grpSp>
        <p:nvGrpSpPr>
          <p:cNvPr id="105" name="object 105" descr=""/>
          <p:cNvGrpSpPr/>
          <p:nvPr/>
        </p:nvGrpSpPr>
        <p:grpSpPr>
          <a:xfrm>
            <a:off x="9595215" y="1552277"/>
            <a:ext cx="10021570" cy="8790305"/>
            <a:chOff x="9595215" y="1552277"/>
            <a:chExt cx="10021570" cy="8790305"/>
          </a:xfrm>
        </p:grpSpPr>
        <p:sp>
          <p:nvSpPr>
            <p:cNvPr id="106" name="object 106" descr=""/>
            <p:cNvSpPr/>
            <p:nvPr/>
          </p:nvSpPr>
          <p:spPr>
            <a:xfrm>
              <a:off x="9595215" y="1552277"/>
              <a:ext cx="10021570" cy="8790305"/>
            </a:xfrm>
            <a:custGeom>
              <a:avLst/>
              <a:gdLst/>
              <a:ahLst/>
              <a:cxnLst/>
              <a:rect l="l" t="t" r="r" b="b"/>
              <a:pathLst>
                <a:path w="10021569" h="8790305">
                  <a:moveTo>
                    <a:pt x="10021098" y="0"/>
                  </a:moveTo>
                  <a:lnTo>
                    <a:pt x="0" y="0"/>
                  </a:lnTo>
                  <a:lnTo>
                    <a:pt x="0" y="8790182"/>
                  </a:lnTo>
                  <a:lnTo>
                    <a:pt x="10021098" y="8790182"/>
                  </a:lnTo>
                  <a:lnTo>
                    <a:pt x="10021098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0867960" y="3953943"/>
              <a:ext cx="995680" cy="1159510"/>
            </a:xfrm>
            <a:custGeom>
              <a:avLst/>
              <a:gdLst/>
              <a:ahLst/>
              <a:cxnLst/>
              <a:rect l="l" t="t" r="r" b="b"/>
              <a:pathLst>
                <a:path w="995679" h="1159510">
                  <a:moveTo>
                    <a:pt x="987907" y="0"/>
                  </a:moveTo>
                  <a:lnTo>
                    <a:pt x="5601" y="0"/>
                  </a:lnTo>
                  <a:lnTo>
                    <a:pt x="0" y="1159493"/>
                  </a:lnTo>
                  <a:lnTo>
                    <a:pt x="995477" y="1159493"/>
                  </a:lnTo>
                  <a:lnTo>
                    <a:pt x="995040" y="1092595"/>
                  </a:lnTo>
                  <a:lnTo>
                    <a:pt x="66877" y="1092595"/>
                  </a:lnTo>
                  <a:lnTo>
                    <a:pt x="61275" y="66898"/>
                  </a:lnTo>
                  <a:lnTo>
                    <a:pt x="988343" y="66898"/>
                  </a:lnTo>
                  <a:lnTo>
                    <a:pt x="987907" y="0"/>
                  </a:lnTo>
                  <a:close/>
                </a:path>
                <a:path w="995679" h="1159510">
                  <a:moveTo>
                    <a:pt x="988343" y="66898"/>
                  </a:moveTo>
                  <a:lnTo>
                    <a:pt x="930505" y="66898"/>
                  </a:lnTo>
                  <a:lnTo>
                    <a:pt x="937971" y="1092595"/>
                  </a:lnTo>
                  <a:lnTo>
                    <a:pt x="995040" y="1092595"/>
                  </a:lnTo>
                  <a:lnTo>
                    <a:pt x="988343" y="66898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0923537" y="4020839"/>
              <a:ext cx="882650" cy="1026160"/>
            </a:xfrm>
            <a:custGeom>
              <a:avLst/>
              <a:gdLst/>
              <a:ahLst/>
              <a:cxnLst/>
              <a:rect l="l" t="t" r="r" b="b"/>
              <a:pathLst>
                <a:path w="882650" h="1026160">
                  <a:moveTo>
                    <a:pt x="874926" y="0"/>
                  </a:moveTo>
                  <a:lnTo>
                    <a:pt x="5696" y="0"/>
                  </a:lnTo>
                  <a:lnTo>
                    <a:pt x="0" y="432175"/>
                  </a:lnTo>
                  <a:lnTo>
                    <a:pt x="3884" y="1025696"/>
                  </a:lnTo>
                  <a:lnTo>
                    <a:pt x="882391" y="1025696"/>
                  </a:lnTo>
                  <a:lnTo>
                    <a:pt x="877324" y="42899"/>
                  </a:lnTo>
                  <a:lnTo>
                    <a:pt x="874926" y="0"/>
                  </a:lnTo>
                  <a:close/>
                </a:path>
              </a:pathLst>
            </a:custGeom>
            <a:solidFill>
              <a:srgbClr val="ED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1015406" y="4108578"/>
              <a:ext cx="693420" cy="850265"/>
            </a:xfrm>
            <a:custGeom>
              <a:avLst/>
              <a:gdLst/>
              <a:ahLst/>
              <a:cxnLst/>
              <a:rect l="l" t="t" r="r" b="b"/>
              <a:pathLst>
                <a:path w="693420" h="850264">
                  <a:moveTo>
                    <a:pt x="693266" y="0"/>
                  </a:moveTo>
                  <a:lnTo>
                    <a:pt x="335" y="0"/>
                  </a:lnTo>
                  <a:lnTo>
                    <a:pt x="0" y="850214"/>
                  </a:lnTo>
                  <a:lnTo>
                    <a:pt x="691497" y="850214"/>
                  </a:lnTo>
                  <a:lnTo>
                    <a:pt x="693266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1106722" y="4191120"/>
              <a:ext cx="522605" cy="601980"/>
            </a:xfrm>
            <a:custGeom>
              <a:avLst/>
              <a:gdLst/>
              <a:ahLst/>
              <a:cxnLst/>
              <a:rect l="l" t="t" r="r" b="b"/>
              <a:pathLst>
                <a:path w="522604" h="601979">
                  <a:moveTo>
                    <a:pt x="334352" y="449884"/>
                  </a:moveTo>
                  <a:lnTo>
                    <a:pt x="331673" y="442264"/>
                  </a:lnTo>
                  <a:lnTo>
                    <a:pt x="323608" y="438886"/>
                  </a:lnTo>
                  <a:lnTo>
                    <a:pt x="18757" y="442150"/>
                  </a:lnTo>
                  <a:lnTo>
                    <a:pt x="10718" y="445706"/>
                  </a:lnTo>
                  <a:lnTo>
                    <a:pt x="8026" y="453390"/>
                  </a:lnTo>
                  <a:lnTo>
                    <a:pt x="10706" y="460997"/>
                  </a:lnTo>
                  <a:lnTo>
                    <a:pt x="18757" y="464388"/>
                  </a:lnTo>
                  <a:lnTo>
                    <a:pt x="323608" y="461124"/>
                  </a:lnTo>
                  <a:lnTo>
                    <a:pt x="331660" y="457555"/>
                  </a:lnTo>
                  <a:lnTo>
                    <a:pt x="334352" y="449884"/>
                  </a:lnTo>
                  <a:close/>
                </a:path>
                <a:path w="522604" h="601979">
                  <a:moveTo>
                    <a:pt x="510844" y="583653"/>
                  </a:moveTo>
                  <a:lnTo>
                    <a:pt x="508165" y="576046"/>
                  </a:lnTo>
                  <a:lnTo>
                    <a:pt x="500100" y="572681"/>
                  </a:lnTo>
                  <a:lnTo>
                    <a:pt x="17157" y="579208"/>
                  </a:lnTo>
                  <a:lnTo>
                    <a:pt x="9105" y="582803"/>
                  </a:lnTo>
                  <a:lnTo>
                    <a:pt x="6413" y="590486"/>
                  </a:lnTo>
                  <a:lnTo>
                    <a:pt x="9093" y="598093"/>
                  </a:lnTo>
                  <a:lnTo>
                    <a:pt x="17157" y="601446"/>
                  </a:lnTo>
                  <a:lnTo>
                    <a:pt x="500100" y="594918"/>
                  </a:lnTo>
                  <a:lnTo>
                    <a:pt x="508152" y="591337"/>
                  </a:lnTo>
                  <a:lnTo>
                    <a:pt x="510844" y="583653"/>
                  </a:lnTo>
                  <a:close/>
                </a:path>
                <a:path w="522604" h="601979">
                  <a:moveTo>
                    <a:pt x="510844" y="452348"/>
                  </a:moveTo>
                  <a:lnTo>
                    <a:pt x="508165" y="444703"/>
                  </a:lnTo>
                  <a:lnTo>
                    <a:pt x="500100" y="441223"/>
                  </a:lnTo>
                  <a:lnTo>
                    <a:pt x="419874" y="441223"/>
                  </a:lnTo>
                  <a:lnTo>
                    <a:pt x="411822" y="444703"/>
                  </a:lnTo>
                  <a:lnTo>
                    <a:pt x="409130" y="452348"/>
                  </a:lnTo>
                  <a:lnTo>
                    <a:pt x="411822" y="459994"/>
                  </a:lnTo>
                  <a:lnTo>
                    <a:pt x="419874" y="463473"/>
                  </a:lnTo>
                  <a:lnTo>
                    <a:pt x="500100" y="463473"/>
                  </a:lnTo>
                  <a:lnTo>
                    <a:pt x="508152" y="459994"/>
                  </a:lnTo>
                  <a:lnTo>
                    <a:pt x="510844" y="452348"/>
                  </a:lnTo>
                  <a:close/>
                </a:path>
                <a:path w="522604" h="601979">
                  <a:moveTo>
                    <a:pt x="510844" y="313347"/>
                  </a:moveTo>
                  <a:lnTo>
                    <a:pt x="508165" y="305701"/>
                  </a:lnTo>
                  <a:lnTo>
                    <a:pt x="500100" y="302221"/>
                  </a:lnTo>
                  <a:lnTo>
                    <a:pt x="18757" y="302221"/>
                  </a:lnTo>
                  <a:lnTo>
                    <a:pt x="10706" y="305701"/>
                  </a:lnTo>
                  <a:lnTo>
                    <a:pt x="8013" y="313347"/>
                  </a:lnTo>
                  <a:lnTo>
                    <a:pt x="10706" y="320992"/>
                  </a:lnTo>
                  <a:lnTo>
                    <a:pt x="18757" y="324472"/>
                  </a:lnTo>
                  <a:lnTo>
                    <a:pt x="500100" y="324472"/>
                  </a:lnTo>
                  <a:lnTo>
                    <a:pt x="508152" y="320992"/>
                  </a:lnTo>
                  <a:lnTo>
                    <a:pt x="510844" y="313347"/>
                  </a:lnTo>
                  <a:close/>
                </a:path>
                <a:path w="522604" h="601979">
                  <a:moveTo>
                    <a:pt x="517258" y="169570"/>
                  </a:moveTo>
                  <a:lnTo>
                    <a:pt x="514578" y="161925"/>
                  </a:lnTo>
                  <a:lnTo>
                    <a:pt x="506514" y="158457"/>
                  </a:lnTo>
                  <a:lnTo>
                    <a:pt x="275475" y="158457"/>
                  </a:lnTo>
                  <a:lnTo>
                    <a:pt x="267423" y="161925"/>
                  </a:lnTo>
                  <a:lnTo>
                    <a:pt x="264731" y="169570"/>
                  </a:lnTo>
                  <a:lnTo>
                    <a:pt x="267411" y="177215"/>
                  </a:lnTo>
                  <a:lnTo>
                    <a:pt x="275475" y="180695"/>
                  </a:lnTo>
                  <a:lnTo>
                    <a:pt x="506514" y="180695"/>
                  </a:lnTo>
                  <a:lnTo>
                    <a:pt x="514565" y="177215"/>
                  </a:lnTo>
                  <a:lnTo>
                    <a:pt x="517258" y="169570"/>
                  </a:lnTo>
                  <a:close/>
                </a:path>
                <a:path w="522604" h="601979">
                  <a:moveTo>
                    <a:pt x="522071" y="12763"/>
                  </a:moveTo>
                  <a:lnTo>
                    <a:pt x="519391" y="5105"/>
                  </a:lnTo>
                  <a:lnTo>
                    <a:pt x="511327" y="1600"/>
                  </a:lnTo>
                  <a:lnTo>
                    <a:pt x="10744" y="0"/>
                  </a:lnTo>
                  <a:lnTo>
                    <a:pt x="2679" y="3454"/>
                  </a:lnTo>
                  <a:lnTo>
                    <a:pt x="0" y="11087"/>
                  </a:lnTo>
                  <a:lnTo>
                    <a:pt x="2679" y="18745"/>
                  </a:lnTo>
                  <a:lnTo>
                    <a:pt x="10744" y="22237"/>
                  </a:lnTo>
                  <a:lnTo>
                    <a:pt x="511327" y="23850"/>
                  </a:lnTo>
                  <a:lnTo>
                    <a:pt x="519391" y="20396"/>
                  </a:lnTo>
                  <a:lnTo>
                    <a:pt x="522071" y="127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529818" y="4754776"/>
              <a:ext cx="231040" cy="231050"/>
            </a:xfrm>
            <a:prstGeom prst="rect">
              <a:avLst/>
            </a:prstGeom>
          </p:spPr>
        </p:pic>
        <p:sp>
          <p:nvSpPr>
            <p:cNvPr id="112" name="object 112" descr=""/>
            <p:cNvSpPr/>
            <p:nvPr/>
          </p:nvSpPr>
          <p:spPr>
            <a:xfrm>
              <a:off x="10923544" y="4020839"/>
              <a:ext cx="877569" cy="1026160"/>
            </a:xfrm>
            <a:custGeom>
              <a:avLst/>
              <a:gdLst/>
              <a:ahLst/>
              <a:cxnLst/>
              <a:rect l="l" t="t" r="r" b="b"/>
              <a:pathLst>
                <a:path w="877570" h="1026160">
                  <a:moveTo>
                    <a:pt x="874926" y="0"/>
                  </a:moveTo>
                  <a:lnTo>
                    <a:pt x="497157" y="0"/>
                  </a:lnTo>
                  <a:lnTo>
                    <a:pt x="0" y="535575"/>
                  </a:lnTo>
                  <a:lnTo>
                    <a:pt x="11298" y="1025696"/>
                  </a:lnTo>
                  <a:lnTo>
                    <a:pt x="15392" y="1025696"/>
                  </a:lnTo>
                  <a:lnTo>
                    <a:pt x="148341" y="872134"/>
                  </a:lnTo>
                  <a:lnTo>
                    <a:pt x="444822" y="534297"/>
                  </a:lnTo>
                  <a:lnTo>
                    <a:pt x="877324" y="42899"/>
                  </a:lnTo>
                  <a:lnTo>
                    <a:pt x="874926" y="0"/>
                  </a:lnTo>
                  <a:close/>
                </a:path>
              </a:pathLst>
            </a:custGeom>
            <a:solidFill>
              <a:srgbClr val="FFFFFF">
                <a:alpha val="4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0864528" y="2563943"/>
              <a:ext cx="1002665" cy="1189990"/>
            </a:xfrm>
            <a:custGeom>
              <a:avLst/>
              <a:gdLst/>
              <a:ahLst/>
              <a:cxnLst/>
              <a:rect l="l" t="t" r="r" b="b"/>
              <a:pathLst>
                <a:path w="1002665" h="1189989">
                  <a:moveTo>
                    <a:pt x="1002335" y="0"/>
                  </a:moveTo>
                  <a:lnTo>
                    <a:pt x="0" y="0"/>
                  </a:lnTo>
                  <a:lnTo>
                    <a:pt x="0" y="1189387"/>
                  </a:lnTo>
                  <a:lnTo>
                    <a:pt x="1002335" y="1189387"/>
                  </a:lnTo>
                  <a:lnTo>
                    <a:pt x="10023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1055129" y="2734094"/>
              <a:ext cx="621665" cy="849630"/>
            </a:xfrm>
            <a:custGeom>
              <a:avLst/>
              <a:gdLst/>
              <a:ahLst/>
              <a:cxnLst/>
              <a:rect l="l" t="t" r="r" b="b"/>
              <a:pathLst>
                <a:path w="621665" h="849629">
                  <a:moveTo>
                    <a:pt x="621122" y="0"/>
                  </a:moveTo>
                  <a:lnTo>
                    <a:pt x="0" y="0"/>
                  </a:lnTo>
                  <a:lnTo>
                    <a:pt x="0" y="849094"/>
                  </a:lnTo>
                  <a:lnTo>
                    <a:pt x="621122" y="849094"/>
                  </a:lnTo>
                  <a:lnTo>
                    <a:pt x="621122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0849191" y="2548095"/>
              <a:ext cx="1033144" cy="1220470"/>
            </a:xfrm>
            <a:custGeom>
              <a:avLst/>
              <a:gdLst/>
              <a:ahLst/>
              <a:cxnLst/>
              <a:rect l="l" t="t" r="r" b="b"/>
              <a:pathLst>
                <a:path w="1033145" h="1220470">
                  <a:moveTo>
                    <a:pt x="1033005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0" y="1189990"/>
                  </a:lnTo>
                  <a:lnTo>
                    <a:pt x="0" y="1220470"/>
                  </a:lnTo>
                  <a:lnTo>
                    <a:pt x="1033005" y="1220470"/>
                  </a:lnTo>
                  <a:lnTo>
                    <a:pt x="1033005" y="1189990"/>
                  </a:lnTo>
                  <a:lnTo>
                    <a:pt x="30657" y="1189990"/>
                  </a:lnTo>
                  <a:lnTo>
                    <a:pt x="30657" y="31750"/>
                  </a:lnTo>
                  <a:lnTo>
                    <a:pt x="1002322" y="31750"/>
                  </a:lnTo>
                  <a:lnTo>
                    <a:pt x="1002322" y="1189913"/>
                  </a:lnTo>
                  <a:lnTo>
                    <a:pt x="1033005" y="1189913"/>
                  </a:lnTo>
                  <a:lnTo>
                    <a:pt x="1033005" y="31750"/>
                  </a:lnTo>
                  <a:lnTo>
                    <a:pt x="1033005" y="31191"/>
                  </a:lnTo>
                  <a:lnTo>
                    <a:pt x="1033005" y="0"/>
                  </a:lnTo>
                  <a:close/>
                </a:path>
              </a:pathLst>
            </a:custGeom>
            <a:solidFill>
              <a:srgbClr val="9494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1170302" y="2953681"/>
              <a:ext cx="391160" cy="464184"/>
            </a:xfrm>
            <a:custGeom>
              <a:avLst/>
              <a:gdLst/>
              <a:ahLst/>
              <a:cxnLst/>
              <a:rect l="l" t="t" r="r" b="b"/>
              <a:pathLst>
                <a:path w="391159" h="464185">
                  <a:moveTo>
                    <a:pt x="105843" y="0"/>
                  </a:moveTo>
                  <a:lnTo>
                    <a:pt x="68165" y="14464"/>
                  </a:lnTo>
                  <a:lnTo>
                    <a:pt x="38603" y="40927"/>
                  </a:lnTo>
                  <a:lnTo>
                    <a:pt x="14706" y="85193"/>
                  </a:lnTo>
                  <a:lnTo>
                    <a:pt x="2536" y="133100"/>
                  </a:lnTo>
                  <a:lnTo>
                    <a:pt x="0" y="170794"/>
                  </a:lnTo>
                  <a:lnTo>
                    <a:pt x="2422" y="189859"/>
                  </a:lnTo>
                  <a:lnTo>
                    <a:pt x="23579" y="241358"/>
                  </a:lnTo>
                  <a:lnTo>
                    <a:pt x="36013" y="258736"/>
                  </a:lnTo>
                  <a:lnTo>
                    <a:pt x="37311" y="262024"/>
                  </a:lnTo>
                  <a:lnTo>
                    <a:pt x="33358" y="288091"/>
                  </a:lnTo>
                  <a:lnTo>
                    <a:pt x="31450" y="311845"/>
                  </a:lnTo>
                  <a:lnTo>
                    <a:pt x="31400" y="335661"/>
                  </a:lnTo>
                  <a:lnTo>
                    <a:pt x="33437" y="359550"/>
                  </a:lnTo>
                  <a:lnTo>
                    <a:pt x="44213" y="403803"/>
                  </a:lnTo>
                  <a:lnTo>
                    <a:pt x="66808" y="443453"/>
                  </a:lnTo>
                  <a:lnTo>
                    <a:pt x="102953" y="463536"/>
                  </a:lnTo>
                  <a:lnTo>
                    <a:pt x="114453" y="463123"/>
                  </a:lnTo>
                  <a:lnTo>
                    <a:pt x="122632" y="459140"/>
                  </a:lnTo>
                  <a:lnTo>
                    <a:pt x="127401" y="451523"/>
                  </a:lnTo>
                  <a:lnTo>
                    <a:pt x="128670" y="440207"/>
                  </a:lnTo>
                  <a:lnTo>
                    <a:pt x="128244" y="431368"/>
                  </a:lnTo>
                  <a:lnTo>
                    <a:pt x="126481" y="404868"/>
                  </a:lnTo>
                  <a:lnTo>
                    <a:pt x="125277" y="404627"/>
                  </a:lnTo>
                  <a:lnTo>
                    <a:pt x="130703" y="363486"/>
                  </a:lnTo>
                  <a:lnTo>
                    <a:pt x="141711" y="322594"/>
                  </a:lnTo>
                  <a:lnTo>
                    <a:pt x="167217" y="290691"/>
                  </a:lnTo>
                  <a:lnTo>
                    <a:pt x="189005" y="281748"/>
                  </a:lnTo>
                  <a:lnTo>
                    <a:pt x="201568" y="282024"/>
                  </a:lnTo>
                  <a:lnTo>
                    <a:pt x="242088" y="310090"/>
                  </a:lnTo>
                  <a:lnTo>
                    <a:pt x="261233" y="364571"/>
                  </a:lnTo>
                  <a:lnTo>
                    <a:pt x="263901" y="405203"/>
                  </a:lnTo>
                  <a:lnTo>
                    <a:pt x="263577" y="415055"/>
                  </a:lnTo>
                  <a:lnTo>
                    <a:pt x="262547" y="434748"/>
                  </a:lnTo>
                  <a:lnTo>
                    <a:pt x="262142" y="454469"/>
                  </a:lnTo>
                  <a:lnTo>
                    <a:pt x="267095" y="461369"/>
                  </a:lnTo>
                  <a:lnTo>
                    <a:pt x="275744" y="462783"/>
                  </a:lnTo>
                  <a:lnTo>
                    <a:pt x="286377" y="463640"/>
                  </a:lnTo>
                  <a:lnTo>
                    <a:pt x="296610" y="462464"/>
                  </a:lnTo>
                  <a:lnTo>
                    <a:pt x="335889" y="426822"/>
                  </a:lnTo>
                  <a:lnTo>
                    <a:pt x="356851" y="363932"/>
                  </a:lnTo>
                  <a:lnTo>
                    <a:pt x="359672" y="331416"/>
                  </a:lnTo>
                  <a:lnTo>
                    <a:pt x="358588" y="298745"/>
                  </a:lnTo>
                  <a:lnTo>
                    <a:pt x="354370" y="265940"/>
                  </a:lnTo>
                  <a:lnTo>
                    <a:pt x="353888" y="263103"/>
                  </a:lnTo>
                  <a:lnTo>
                    <a:pt x="354548" y="259166"/>
                  </a:lnTo>
                  <a:lnTo>
                    <a:pt x="356265" y="256998"/>
                  </a:lnTo>
                  <a:lnTo>
                    <a:pt x="373668" y="230753"/>
                  </a:lnTo>
                  <a:lnTo>
                    <a:pt x="385265" y="202859"/>
                  </a:lnTo>
                  <a:lnTo>
                    <a:pt x="390660" y="173197"/>
                  </a:lnTo>
                  <a:lnTo>
                    <a:pt x="389458" y="141651"/>
                  </a:lnTo>
                  <a:lnTo>
                    <a:pt x="381440" y="102362"/>
                  </a:lnTo>
                  <a:lnTo>
                    <a:pt x="368066" y="64690"/>
                  </a:lnTo>
                  <a:lnTo>
                    <a:pt x="331766" y="21388"/>
                  </a:lnTo>
                  <a:lnTo>
                    <a:pt x="289590" y="358"/>
                  </a:lnTo>
                  <a:lnTo>
                    <a:pt x="276024" y="1818"/>
                  </a:lnTo>
                  <a:lnTo>
                    <a:pt x="262278" y="7697"/>
                  </a:lnTo>
                  <a:lnTo>
                    <a:pt x="253801" y="12717"/>
                  </a:lnTo>
                  <a:lnTo>
                    <a:pt x="228583" y="28157"/>
                  </a:lnTo>
                  <a:lnTo>
                    <a:pt x="212113" y="35993"/>
                  </a:lnTo>
                  <a:lnTo>
                    <a:pt x="195673" y="38648"/>
                  </a:lnTo>
                  <a:lnTo>
                    <a:pt x="179217" y="36077"/>
                  </a:lnTo>
                  <a:lnTo>
                    <a:pt x="162700" y="28241"/>
                  </a:lnTo>
                  <a:lnTo>
                    <a:pt x="144460" y="17071"/>
                  </a:lnTo>
                  <a:lnTo>
                    <a:pt x="125968" y="6325"/>
                  </a:lnTo>
                  <a:lnTo>
                    <a:pt x="116018" y="1923"/>
                  </a:lnTo>
                  <a:lnTo>
                    <a:pt x="1058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2510389" y="2548095"/>
              <a:ext cx="3503295" cy="2565400"/>
            </a:xfrm>
            <a:custGeom>
              <a:avLst/>
              <a:gdLst/>
              <a:ahLst/>
              <a:cxnLst/>
              <a:rect l="l" t="t" r="r" b="b"/>
              <a:pathLst>
                <a:path w="3503294" h="2565400">
                  <a:moveTo>
                    <a:pt x="3266490" y="178841"/>
                  </a:moveTo>
                  <a:lnTo>
                    <a:pt x="236347" y="178841"/>
                  </a:lnTo>
                  <a:lnTo>
                    <a:pt x="236347" y="2387015"/>
                  </a:lnTo>
                  <a:lnTo>
                    <a:pt x="3266490" y="2387015"/>
                  </a:lnTo>
                  <a:lnTo>
                    <a:pt x="3266490" y="178841"/>
                  </a:lnTo>
                  <a:close/>
                </a:path>
                <a:path w="3503294" h="2565400">
                  <a:moveTo>
                    <a:pt x="350285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0" y="2520950"/>
                  </a:lnTo>
                  <a:lnTo>
                    <a:pt x="0" y="2565400"/>
                  </a:lnTo>
                  <a:lnTo>
                    <a:pt x="3502850" y="2565400"/>
                  </a:lnTo>
                  <a:lnTo>
                    <a:pt x="3502850" y="2520950"/>
                  </a:lnTo>
                  <a:lnTo>
                    <a:pt x="44792" y="2520950"/>
                  </a:lnTo>
                  <a:lnTo>
                    <a:pt x="44792" y="45720"/>
                  </a:lnTo>
                  <a:lnTo>
                    <a:pt x="3458045" y="45720"/>
                  </a:lnTo>
                  <a:lnTo>
                    <a:pt x="3458045" y="2520543"/>
                  </a:lnTo>
                  <a:lnTo>
                    <a:pt x="3502850" y="2520543"/>
                  </a:lnTo>
                  <a:lnTo>
                    <a:pt x="3502850" y="45720"/>
                  </a:lnTo>
                  <a:lnTo>
                    <a:pt x="3502850" y="45313"/>
                  </a:lnTo>
                  <a:lnTo>
                    <a:pt x="350285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3673562" y="3231234"/>
              <a:ext cx="1097915" cy="1302385"/>
            </a:xfrm>
            <a:custGeom>
              <a:avLst/>
              <a:gdLst/>
              <a:ahLst/>
              <a:cxnLst/>
              <a:rect l="l" t="t" r="r" b="b"/>
              <a:pathLst>
                <a:path w="1097915" h="1302385">
                  <a:moveTo>
                    <a:pt x="297168" y="0"/>
                  </a:moveTo>
                  <a:lnTo>
                    <a:pt x="240223" y="12025"/>
                  </a:lnTo>
                  <a:lnTo>
                    <a:pt x="191381" y="40613"/>
                  </a:lnTo>
                  <a:lnTo>
                    <a:pt x="147297" y="74852"/>
                  </a:lnTo>
                  <a:lnTo>
                    <a:pt x="108375" y="114920"/>
                  </a:lnTo>
                  <a:lnTo>
                    <a:pt x="75024" y="160995"/>
                  </a:lnTo>
                  <a:lnTo>
                    <a:pt x="55547" y="199145"/>
                  </a:lnTo>
                  <a:lnTo>
                    <a:pt x="41278" y="239208"/>
                  </a:lnTo>
                  <a:lnTo>
                    <a:pt x="29900" y="280287"/>
                  </a:lnTo>
                  <a:lnTo>
                    <a:pt x="19099" y="321482"/>
                  </a:lnTo>
                  <a:lnTo>
                    <a:pt x="7111" y="373708"/>
                  </a:lnTo>
                  <a:lnTo>
                    <a:pt x="423" y="426413"/>
                  </a:lnTo>
                  <a:lnTo>
                    <a:pt x="0" y="479554"/>
                  </a:lnTo>
                  <a:lnTo>
                    <a:pt x="6806" y="533088"/>
                  </a:lnTo>
                  <a:lnTo>
                    <a:pt x="20634" y="584153"/>
                  </a:lnTo>
                  <a:lnTo>
                    <a:pt x="40637" y="632242"/>
                  </a:lnTo>
                  <a:lnTo>
                    <a:pt x="66194" y="677684"/>
                  </a:lnTo>
                  <a:lnTo>
                    <a:pt x="96678" y="720810"/>
                  </a:lnTo>
                  <a:lnTo>
                    <a:pt x="101096" y="726485"/>
                  </a:lnTo>
                  <a:lnTo>
                    <a:pt x="104761" y="735700"/>
                  </a:lnTo>
                  <a:lnTo>
                    <a:pt x="103568" y="742338"/>
                  </a:lnTo>
                  <a:lnTo>
                    <a:pt x="95294" y="795571"/>
                  </a:lnTo>
                  <a:lnTo>
                    <a:pt x="89855" y="848892"/>
                  </a:lnTo>
                  <a:lnTo>
                    <a:pt x="87586" y="902314"/>
                  </a:lnTo>
                  <a:lnTo>
                    <a:pt x="88817" y="955853"/>
                  </a:lnTo>
                  <a:lnTo>
                    <a:pt x="93882" y="1009524"/>
                  </a:lnTo>
                  <a:lnTo>
                    <a:pt x="102657" y="1060546"/>
                  </a:lnTo>
                  <a:lnTo>
                    <a:pt x="115753" y="1109855"/>
                  </a:lnTo>
                  <a:lnTo>
                    <a:pt x="133830" y="1157212"/>
                  </a:lnTo>
                  <a:lnTo>
                    <a:pt x="157550" y="1202379"/>
                  </a:lnTo>
                  <a:lnTo>
                    <a:pt x="187575" y="1245119"/>
                  </a:lnTo>
                  <a:lnTo>
                    <a:pt x="232379" y="1284066"/>
                  </a:lnTo>
                  <a:lnTo>
                    <a:pt x="289049" y="1301504"/>
                  </a:lnTo>
                  <a:lnTo>
                    <a:pt x="321346" y="1300341"/>
                  </a:lnTo>
                  <a:lnTo>
                    <a:pt x="344315" y="1289158"/>
                  </a:lnTo>
                  <a:lnTo>
                    <a:pt x="357706" y="1267772"/>
                  </a:lnTo>
                  <a:lnTo>
                    <a:pt x="361266" y="1235999"/>
                  </a:lnTo>
                  <a:lnTo>
                    <a:pt x="360063" y="1211183"/>
                  </a:lnTo>
                  <a:lnTo>
                    <a:pt x="355120" y="1136776"/>
                  </a:lnTo>
                  <a:lnTo>
                    <a:pt x="351748" y="1136096"/>
                  </a:lnTo>
                  <a:lnTo>
                    <a:pt x="361582" y="1059027"/>
                  </a:lnTo>
                  <a:lnTo>
                    <a:pt x="366978" y="1020592"/>
                  </a:lnTo>
                  <a:lnTo>
                    <a:pt x="373654" y="982415"/>
                  </a:lnTo>
                  <a:lnTo>
                    <a:pt x="383541" y="943195"/>
                  </a:lnTo>
                  <a:lnTo>
                    <a:pt x="397886" y="905776"/>
                  </a:lnTo>
                  <a:lnTo>
                    <a:pt x="417504" y="870857"/>
                  </a:lnTo>
                  <a:lnTo>
                    <a:pt x="443212" y="839141"/>
                  </a:lnTo>
                  <a:lnTo>
                    <a:pt x="498586" y="799689"/>
                  </a:lnTo>
                  <a:lnTo>
                    <a:pt x="530675" y="791093"/>
                  </a:lnTo>
                  <a:lnTo>
                    <a:pt x="565951" y="791876"/>
                  </a:lnTo>
                  <a:lnTo>
                    <a:pt x="613398" y="807174"/>
                  </a:lnTo>
                  <a:lnTo>
                    <a:pt x="650734" y="834270"/>
                  </a:lnTo>
                  <a:lnTo>
                    <a:pt x="679714" y="870668"/>
                  </a:lnTo>
                  <a:lnTo>
                    <a:pt x="702094" y="913872"/>
                  </a:lnTo>
                  <a:lnTo>
                    <a:pt x="718002" y="957112"/>
                  </a:lnTo>
                  <a:lnTo>
                    <a:pt x="729351" y="1001264"/>
                  </a:lnTo>
                  <a:lnTo>
                    <a:pt x="736634" y="1046183"/>
                  </a:lnTo>
                  <a:lnTo>
                    <a:pt x="740344" y="1091720"/>
                  </a:lnTo>
                  <a:lnTo>
                    <a:pt x="740972" y="1137729"/>
                  </a:lnTo>
                  <a:lnTo>
                    <a:pt x="740056" y="1165382"/>
                  </a:lnTo>
                  <a:lnTo>
                    <a:pt x="737160" y="1220670"/>
                  </a:lnTo>
                  <a:lnTo>
                    <a:pt x="736344" y="1248323"/>
                  </a:lnTo>
                  <a:lnTo>
                    <a:pt x="758007" y="1293642"/>
                  </a:lnTo>
                  <a:lnTo>
                    <a:pt x="804071" y="1301797"/>
                  </a:lnTo>
                  <a:lnTo>
                    <a:pt x="832807" y="1298491"/>
                  </a:lnTo>
                  <a:lnTo>
                    <a:pt x="884371" y="1271149"/>
                  </a:lnTo>
                  <a:lnTo>
                    <a:pt x="916571" y="1236604"/>
                  </a:lnTo>
                  <a:lnTo>
                    <a:pt x="943084" y="1198417"/>
                  </a:lnTo>
                  <a:lnTo>
                    <a:pt x="964370" y="1156970"/>
                  </a:lnTo>
                  <a:lnTo>
                    <a:pt x="980892" y="1112641"/>
                  </a:lnTo>
                  <a:lnTo>
                    <a:pt x="994657" y="1060813"/>
                  </a:lnTo>
                  <a:lnTo>
                    <a:pt x="1003831" y="1008817"/>
                  </a:lnTo>
                  <a:lnTo>
                    <a:pt x="1008818" y="956665"/>
                  </a:lnTo>
                  <a:lnTo>
                    <a:pt x="1010021" y="904368"/>
                  </a:lnTo>
                  <a:lnTo>
                    <a:pt x="1007846" y="851937"/>
                  </a:lnTo>
                  <a:lnTo>
                    <a:pt x="1002696" y="799382"/>
                  </a:lnTo>
                  <a:lnTo>
                    <a:pt x="994975" y="746715"/>
                  </a:lnTo>
                  <a:lnTo>
                    <a:pt x="994559" y="740279"/>
                  </a:lnTo>
                  <a:lnTo>
                    <a:pt x="995323" y="733443"/>
                  </a:lnTo>
                  <a:lnTo>
                    <a:pt x="997245" y="726960"/>
                  </a:lnTo>
                  <a:lnTo>
                    <a:pt x="1000305" y="721585"/>
                  </a:lnTo>
                  <a:lnTo>
                    <a:pt x="1030155" y="680023"/>
                  </a:lnTo>
                  <a:lnTo>
                    <a:pt x="1054840" y="636995"/>
                  </a:lnTo>
                  <a:lnTo>
                    <a:pt x="1074151" y="592440"/>
                  </a:lnTo>
                  <a:lnTo>
                    <a:pt x="1087881" y="546297"/>
                  </a:lnTo>
                  <a:lnTo>
                    <a:pt x="1095822" y="498504"/>
                  </a:lnTo>
                  <a:lnTo>
                    <a:pt x="1097766" y="448999"/>
                  </a:lnTo>
                  <a:lnTo>
                    <a:pt x="1093506" y="397720"/>
                  </a:lnTo>
                  <a:lnTo>
                    <a:pt x="1083946" y="342124"/>
                  </a:lnTo>
                  <a:lnTo>
                    <a:pt x="1070977" y="287402"/>
                  </a:lnTo>
                  <a:lnTo>
                    <a:pt x="1054251" y="233814"/>
                  </a:lnTo>
                  <a:lnTo>
                    <a:pt x="1033424" y="181622"/>
                  </a:lnTo>
                  <a:lnTo>
                    <a:pt x="1006400" y="135094"/>
                  </a:lnTo>
                  <a:lnTo>
                    <a:pt x="971733" y="95093"/>
                  </a:lnTo>
                  <a:lnTo>
                    <a:pt x="931513" y="60052"/>
                  </a:lnTo>
                  <a:lnTo>
                    <a:pt x="887826" y="28402"/>
                  </a:lnTo>
                  <a:lnTo>
                    <a:pt x="850688" y="8909"/>
                  </a:lnTo>
                  <a:lnTo>
                    <a:pt x="813084" y="1009"/>
                  </a:lnTo>
                  <a:lnTo>
                    <a:pt x="774998" y="5106"/>
                  </a:lnTo>
                  <a:lnTo>
                    <a:pt x="736417" y="21606"/>
                  </a:lnTo>
                  <a:lnTo>
                    <a:pt x="688886" y="49959"/>
                  </a:lnTo>
                  <a:lnTo>
                    <a:pt x="665278" y="64399"/>
                  </a:lnTo>
                  <a:lnTo>
                    <a:pt x="641802" y="79049"/>
                  </a:lnTo>
                  <a:lnTo>
                    <a:pt x="595554" y="101058"/>
                  </a:lnTo>
                  <a:lnTo>
                    <a:pt x="549390" y="108513"/>
                  </a:lnTo>
                  <a:lnTo>
                    <a:pt x="503186" y="101297"/>
                  </a:lnTo>
                  <a:lnTo>
                    <a:pt x="456813" y="79290"/>
                  </a:lnTo>
                  <a:lnTo>
                    <a:pt x="431317" y="63433"/>
                  </a:lnTo>
                  <a:lnTo>
                    <a:pt x="405592" y="47937"/>
                  </a:lnTo>
                  <a:lnTo>
                    <a:pt x="379691" y="32732"/>
                  </a:lnTo>
                  <a:lnTo>
                    <a:pt x="353665" y="17753"/>
                  </a:lnTo>
                  <a:lnTo>
                    <a:pt x="325731" y="5396"/>
                  </a:lnTo>
                  <a:lnTo>
                    <a:pt x="297168" y="0"/>
                  </a:lnTo>
                  <a:close/>
                </a:path>
              </a:pathLst>
            </a:custGeom>
            <a:solidFill>
              <a:srgbClr val="F4F1EE">
                <a:alpha val="4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3784608" y="3342212"/>
              <a:ext cx="876300" cy="1022985"/>
            </a:xfrm>
            <a:custGeom>
              <a:avLst/>
              <a:gdLst/>
              <a:ahLst/>
              <a:cxnLst/>
              <a:rect l="l" t="t" r="r" b="b"/>
              <a:pathLst>
                <a:path w="876300" h="1022985">
                  <a:moveTo>
                    <a:pt x="179762" y="0"/>
                  </a:moveTo>
                  <a:lnTo>
                    <a:pt x="142227" y="21871"/>
                  </a:lnTo>
                  <a:lnTo>
                    <a:pt x="109864" y="47011"/>
                  </a:lnTo>
                  <a:lnTo>
                    <a:pt x="82008" y="75831"/>
                  </a:lnTo>
                  <a:lnTo>
                    <a:pt x="58446" y="108520"/>
                  </a:lnTo>
                  <a:lnTo>
                    <a:pt x="39057" y="152545"/>
                  </a:lnTo>
                  <a:lnTo>
                    <a:pt x="15181" y="240024"/>
                  </a:lnTo>
                  <a:lnTo>
                    <a:pt x="5212" y="283746"/>
                  </a:lnTo>
                  <a:lnTo>
                    <a:pt x="158" y="324850"/>
                  </a:lnTo>
                  <a:lnTo>
                    <a:pt x="0" y="363615"/>
                  </a:lnTo>
                  <a:lnTo>
                    <a:pt x="4720" y="400322"/>
                  </a:lnTo>
                  <a:lnTo>
                    <a:pt x="14355" y="436075"/>
                  </a:lnTo>
                  <a:lnTo>
                    <a:pt x="28924" y="471375"/>
                  </a:lnTo>
                  <a:lnTo>
                    <a:pt x="48550" y="506476"/>
                  </a:lnTo>
                  <a:lnTo>
                    <a:pt x="73357" y="541627"/>
                  </a:lnTo>
                  <a:lnTo>
                    <a:pt x="89090" y="566821"/>
                  </a:lnTo>
                  <a:lnTo>
                    <a:pt x="99304" y="594285"/>
                  </a:lnTo>
                  <a:lnTo>
                    <a:pt x="103675" y="622778"/>
                  </a:lnTo>
                  <a:lnTo>
                    <a:pt x="101880" y="651058"/>
                  </a:lnTo>
                  <a:lnTo>
                    <a:pt x="94142" y="701234"/>
                  </a:lnTo>
                  <a:lnTo>
                    <a:pt x="89394" y="749407"/>
                  </a:lnTo>
                  <a:lnTo>
                    <a:pt x="87626" y="795787"/>
                  </a:lnTo>
                  <a:lnTo>
                    <a:pt x="88831" y="840583"/>
                  </a:lnTo>
                  <a:lnTo>
                    <a:pt x="93000" y="884004"/>
                  </a:lnTo>
                  <a:lnTo>
                    <a:pt x="99035" y="920464"/>
                  </a:lnTo>
                  <a:lnTo>
                    <a:pt x="107178" y="954025"/>
                  </a:lnTo>
                  <a:lnTo>
                    <a:pt x="117520" y="984921"/>
                  </a:lnTo>
                  <a:lnTo>
                    <a:pt x="130151" y="1013382"/>
                  </a:lnTo>
                  <a:lnTo>
                    <a:pt x="140008" y="936323"/>
                  </a:lnTo>
                  <a:lnTo>
                    <a:pt x="143859" y="907846"/>
                  </a:lnTo>
                  <a:lnTo>
                    <a:pt x="153627" y="849754"/>
                  </a:lnTo>
                  <a:lnTo>
                    <a:pt x="168924" y="791583"/>
                  </a:lnTo>
                  <a:lnTo>
                    <a:pt x="190554" y="738908"/>
                  </a:lnTo>
                  <a:lnTo>
                    <a:pt x="218429" y="691901"/>
                  </a:lnTo>
                  <a:lnTo>
                    <a:pt x="252461" y="650734"/>
                  </a:lnTo>
                  <a:lnTo>
                    <a:pt x="302354" y="609007"/>
                  </a:lnTo>
                  <a:lnTo>
                    <a:pt x="350899" y="583802"/>
                  </a:lnTo>
                  <a:lnTo>
                    <a:pt x="395693" y="571404"/>
                  </a:lnTo>
                  <a:lnTo>
                    <a:pt x="434330" y="568097"/>
                  </a:lnTo>
                  <a:lnTo>
                    <a:pt x="443856" y="568293"/>
                  </a:lnTo>
                  <a:lnTo>
                    <a:pt x="520329" y="583166"/>
                  </a:lnTo>
                  <a:lnTo>
                    <a:pt x="563739" y="602935"/>
                  </a:lnTo>
                  <a:lnTo>
                    <a:pt x="602783" y="630455"/>
                  </a:lnTo>
                  <a:lnTo>
                    <a:pt x="637403" y="665678"/>
                  </a:lnTo>
                  <a:lnTo>
                    <a:pt x="667541" y="708554"/>
                  </a:lnTo>
                  <a:lnTo>
                    <a:pt x="693139" y="759034"/>
                  </a:lnTo>
                  <a:lnTo>
                    <a:pt x="710984" y="806565"/>
                  </a:lnTo>
                  <a:lnTo>
                    <a:pt x="724664" y="856467"/>
                  </a:lnTo>
                  <a:lnTo>
                    <a:pt x="734219" y="908967"/>
                  </a:lnTo>
                  <a:lnTo>
                    <a:pt x="739686" y="964292"/>
                  </a:lnTo>
                  <a:lnTo>
                    <a:pt x="741106" y="1022670"/>
                  </a:lnTo>
                  <a:lnTo>
                    <a:pt x="747539" y="1010148"/>
                  </a:lnTo>
                  <a:lnTo>
                    <a:pt x="763797" y="968462"/>
                  </a:lnTo>
                  <a:lnTo>
                    <a:pt x="775810" y="922608"/>
                  </a:lnTo>
                  <a:lnTo>
                    <a:pt x="783703" y="874687"/>
                  </a:lnTo>
                  <a:lnTo>
                    <a:pt x="787490" y="824294"/>
                  </a:lnTo>
                  <a:lnTo>
                    <a:pt x="787184" y="771021"/>
                  </a:lnTo>
                  <a:lnTo>
                    <a:pt x="782800" y="714462"/>
                  </a:lnTo>
                  <a:lnTo>
                    <a:pt x="774351" y="654210"/>
                  </a:lnTo>
                  <a:lnTo>
                    <a:pt x="772453" y="624027"/>
                  </a:lnTo>
                  <a:lnTo>
                    <a:pt x="776665" y="594345"/>
                  </a:lnTo>
                  <a:lnTo>
                    <a:pt x="786673" y="566442"/>
                  </a:lnTo>
                  <a:lnTo>
                    <a:pt x="802162" y="541596"/>
                  </a:lnTo>
                  <a:lnTo>
                    <a:pt x="833838" y="495826"/>
                  </a:lnTo>
                  <a:lnTo>
                    <a:pt x="856548" y="449558"/>
                  </a:lnTo>
                  <a:lnTo>
                    <a:pt x="870448" y="402257"/>
                  </a:lnTo>
                  <a:lnTo>
                    <a:pt x="875697" y="353386"/>
                  </a:lnTo>
                  <a:lnTo>
                    <a:pt x="872453" y="302409"/>
                  </a:lnTo>
                  <a:lnTo>
                    <a:pt x="863642" y="251360"/>
                  </a:lnTo>
                  <a:lnTo>
                    <a:pt x="852181" y="203497"/>
                  </a:lnTo>
                  <a:lnTo>
                    <a:pt x="837980" y="158495"/>
                  </a:lnTo>
                  <a:lnTo>
                    <a:pt x="820947" y="116027"/>
                  </a:lnTo>
                  <a:lnTo>
                    <a:pt x="776881" y="57758"/>
                  </a:lnTo>
                  <a:lnTo>
                    <a:pt x="746762" y="32543"/>
                  </a:lnTo>
                  <a:lnTo>
                    <a:pt x="714196" y="9235"/>
                  </a:lnTo>
                  <a:lnTo>
                    <a:pt x="699757" y="984"/>
                  </a:lnTo>
                  <a:lnTo>
                    <a:pt x="692710" y="984"/>
                  </a:lnTo>
                  <a:lnTo>
                    <a:pt x="687558" y="2963"/>
                  </a:lnTo>
                  <a:lnTo>
                    <a:pt x="633226" y="35344"/>
                  </a:lnTo>
                  <a:lnTo>
                    <a:pt x="611060" y="48927"/>
                  </a:lnTo>
                  <a:lnTo>
                    <a:pt x="590064" y="62050"/>
                  </a:lnTo>
                  <a:lnTo>
                    <a:pt x="552918" y="82377"/>
                  </a:lnTo>
                  <a:lnTo>
                    <a:pt x="515091" y="96948"/>
                  </a:lnTo>
                  <a:lnTo>
                    <a:pt x="476712" y="105722"/>
                  </a:lnTo>
                  <a:lnTo>
                    <a:pt x="437911" y="108656"/>
                  </a:lnTo>
                  <a:lnTo>
                    <a:pt x="399180" y="105732"/>
                  </a:lnTo>
                  <a:lnTo>
                    <a:pt x="360916" y="96986"/>
                  </a:lnTo>
                  <a:lnTo>
                    <a:pt x="323253" y="82461"/>
                  </a:lnTo>
                  <a:lnTo>
                    <a:pt x="286324" y="62197"/>
                  </a:lnTo>
                  <a:lnTo>
                    <a:pt x="264870" y="48826"/>
                  </a:lnTo>
                  <a:lnTo>
                    <a:pt x="241713" y="34826"/>
                  </a:lnTo>
                  <a:lnTo>
                    <a:pt x="216161" y="19781"/>
                  </a:lnTo>
                  <a:lnTo>
                    <a:pt x="183270" y="848"/>
                  </a:lnTo>
                  <a:lnTo>
                    <a:pt x="179762" y="0"/>
                  </a:lnTo>
                  <a:close/>
                </a:path>
              </a:pathLst>
            </a:custGeom>
            <a:solidFill>
              <a:srgbClr val="F4F1EE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3911246" y="3491882"/>
              <a:ext cx="622300" cy="371475"/>
            </a:xfrm>
            <a:custGeom>
              <a:avLst/>
              <a:gdLst/>
              <a:ahLst/>
              <a:cxnLst/>
              <a:rect l="l" t="t" r="r" b="b"/>
              <a:pathLst>
                <a:path w="622300" h="371475">
                  <a:moveTo>
                    <a:pt x="59662" y="0"/>
                  </a:moveTo>
                  <a:lnTo>
                    <a:pt x="35209" y="36145"/>
                  </a:lnTo>
                  <a:lnTo>
                    <a:pt x="10972" y="124090"/>
                  </a:lnTo>
                  <a:lnTo>
                    <a:pt x="512" y="179726"/>
                  </a:lnTo>
                  <a:lnTo>
                    <a:pt x="0" y="203858"/>
                  </a:lnTo>
                  <a:lnTo>
                    <a:pt x="2617" y="225773"/>
                  </a:lnTo>
                  <a:lnTo>
                    <a:pt x="17832" y="268824"/>
                  </a:lnTo>
                  <a:lnTo>
                    <a:pt x="46971" y="314011"/>
                  </a:lnTo>
                  <a:lnTo>
                    <a:pt x="56874" y="327569"/>
                  </a:lnTo>
                  <a:lnTo>
                    <a:pt x="65872" y="341606"/>
                  </a:lnTo>
                  <a:lnTo>
                    <a:pt x="73954" y="356072"/>
                  </a:lnTo>
                  <a:lnTo>
                    <a:pt x="81106" y="370920"/>
                  </a:lnTo>
                  <a:lnTo>
                    <a:pt x="130852" y="337857"/>
                  </a:lnTo>
                  <a:lnTo>
                    <a:pt x="179578" y="315046"/>
                  </a:lnTo>
                  <a:lnTo>
                    <a:pt x="226090" y="300817"/>
                  </a:lnTo>
                  <a:lnTo>
                    <a:pt x="269194" y="293503"/>
                  </a:lnTo>
                  <a:lnTo>
                    <a:pt x="307696" y="291436"/>
                  </a:lnTo>
                  <a:lnTo>
                    <a:pt x="322287" y="291733"/>
                  </a:lnTo>
                  <a:lnTo>
                    <a:pt x="366218" y="296158"/>
                  </a:lnTo>
                  <a:lnTo>
                    <a:pt x="407530" y="304991"/>
                  </a:lnTo>
                  <a:lnTo>
                    <a:pt x="451369" y="319488"/>
                  </a:lnTo>
                  <a:lnTo>
                    <a:pt x="496465" y="340852"/>
                  </a:lnTo>
                  <a:lnTo>
                    <a:pt x="541553" y="370281"/>
                  </a:lnTo>
                  <a:lnTo>
                    <a:pt x="548748" y="355233"/>
                  </a:lnTo>
                  <a:lnTo>
                    <a:pt x="556894" y="340650"/>
                  </a:lnTo>
                  <a:lnTo>
                    <a:pt x="565977" y="326580"/>
                  </a:lnTo>
                  <a:lnTo>
                    <a:pt x="575981" y="313069"/>
                  </a:lnTo>
                  <a:lnTo>
                    <a:pt x="600277" y="277518"/>
                  </a:lnTo>
                  <a:lnTo>
                    <a:pt x="615365" y="243098"/>
                  </a:lnTo>
                  <a:lnTo>
                    <a:pt x="621787" y="208059"/>
                  </a:lnTo>
                  <a:lnTo>
                    <a:pt x="620085" y="170654"/>
                  </a:lnTo>
                  <a:lnTo>
                    <a:pt x="612832" y="128377"/>
                  </a:lnTo>
                  <a:lnTo>
                    <a:pt x="603512" y="89054"/>
                  </a:lnTo>
                  <a:lnTo>
                    <a:pt x="592052" y="52418"/>
                  </a:lnTo>
                  <a:lnTo>
                    <a:pt x="576966" y="15046"/>
                  </a:lnTo>
                  <a:lnTo>
                    <a:pt x="562840" y="115"/>
                  </a:lnTo>
                  <a:lnTo>
                    <a:pt x="531197" y="19779"/>
                  </a:lnTo>
                  <a:lnTo>
                    <a:pt x="488916" y="43531"/>
                  </a:lnTo>
                  <a:lnTo>
                    <a:pt x="445683" y="62056"/>
                  </a:lnTo>
                  <a:lnTo>
                    <a:pt x="401598" y="75325"/>
                  </a:lnTo>
                  <a:lnTo>
                    <a:pt x="356760" y="83308"/>
                  </a:lnTo>
                  <a:lnTo>
                    <a:pt x="311267" y="85976"/>
                  </a:lnTo>
                  <a:lnTo>
                    <a:pt x="265781" y="83310"/>
                  </a:lnTo>
                  <a:lnTo>
                    <a:pt x="220989" y="75331"/>
                  </a:lnTo>
                  <a:lnTo>
                    <a:pt x="176987" y="62070"/>
                  </a:lnTo>
                  <a:lnTo>
                    <a:pt x="133873" y="43556"/>
                  </a:lnTo>
                  <a:lnTo>
                    <a:pt x="91745" y="19821"/>
                  </a:lnTo>
                  <a:lnTo>
                    <a:pt x="596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3526389" y="3137414"/>
              <a:ext cx="1421765" cy="1542415"/>
            </a:xfrm>
            <a:custGeom>
              <a:avLst/>
              <a:gdLst/>
              <a:ahLst/>
              <a:cxnLst/>
              <a:rect l="l" t="t" r="r" b="b"/>
              <a:pathLst>
                <a:path w="1421765" h="1542414">
                  <a:moveTo>
                    <a:pt x="293039" y="1381277"/>
                  </a:moveTo>
                  <a:lnTo>
                    <a:pt x="284784" y="1366647"/>
                  </a:lnTo>
                  <a:lnTo>
                    <a:pt x="0" y="1527581"/>
                  </a:lnTo>
                  <a:lnTo>
                    <a:pt x="8255" y="1542211"/>
                  </a:lnTo>
                  <a:lnTo>
                    <a:pt x="293039" y="1381277"/>
                  </a:lnTo>
                  <a:close/>
                </a:path>
                <a:path w="1421765" h="1542414">
                  <a:moveTo>
                    <a:pt x="1301927" y="888060"/>
                  </a:moveTo>
                  <a:lnTo>
                    <a:pt x="887768" y="686066"/>
                  </a:lnTo>
                  <a:lnTo>
                    <a:pt x="880414" y="701167"/>
                  </a:lnTo>
                  <a:lnTo>
                    <a:pt x="1294549" y="903173"/>
                  </a:lnTo>
                  <a:lnTo>
                    <a:pt x="1301927" y="888060"/>
                  </a:lnTo>
                  <a:close/>
                </a:path>
                <a:path w="1421765" h="1542414">
                  <a:moveTo>
                    <a:pt x="1421180" y="13525"/>
                  </a:moveTo>
                  <a:lnTo>
                    <a:pt x="1411224" y="0"/>
                  </a:lnTo>
                  <a:lnTo>
                    <a:pt x="1175296" y="173710"/>
                  </a:lnTo>
                  <a:lnTo>
                    <a:pt x="1185252" y="187248"/>
                  </a:lnTo>
                  <a:lnTo>
                    <a:pt x="1421180" y="13525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2863945" y="2927660"/>
              <a:ext cx="2755265" cy="1848485"/>
            </a:xfrm>
            <a:custGeom>
              <a:avLst/>
              <a:gdLst/>
              <a:ahLst/>
              <a:cxnLst/>
              <a:rect l="l" t="t" r="r" b="b"/>
              <a:pathLst>
                <a:path w="2755265" h="1848485">
                  <a:moveTo>
                    <a:pt x="611378" y="1405788"/>
                  </a:moveTo>
                  <a:lnTo>
                    <a:pt x="0" y="1405788"/>
                  </a:lnTo>
                  <a:lnTo>
                    <a:pt x="0" y="1848205"/>
                  </a:lnTo>
                  <a:lnTo>
                    <a:pt x="611378" y="1848205"/>
                  </a:lnTo>
                  <a:lnTo>
                    <a:pt x="611378" y="1405788"/>
                  </a:lnTo>
                  <a:close/>
                </a:path>
                <a:path w="2755265" h="1848485">
                  <a:moveTo>
                    <a:pt x="2665450" y="1105369"/>
                  </a:moveTo>
                  <a:lnTo>
                    <a:pt x="2054072" y="1105369"/>
                  </a:lnTo>
                  <a:lnTo>
                    <a:pt x="2054072" y="1831213"/>
                  </a:lnTo>
                  <a:lnTo>
                    <a:pt x="2665450" y="1831213"/>
                  </a:lnTo>
                  <a:lnTo>
                    <a:pt x="2665450" y="1105369"/>
                  </a:lnTo>
                  <a:close/>
                </a:path>
                <a:path w="2755265" h="1848485">
                  <a:moveTo>
                    <a:pt x="2754795" y="0"/>
                  </a:moveTo>
                  <a:lnTo>
                    <a:pt x="2143417" y="0"/>
                  </a:lnTo>
                  <a:lnTo>
                    <a:pt x="2143417" y="442404"/>
                  </a:lnTo>
                  <a:lnTo>
                    <a:pt x="2754795" y="442404"/>
                  </a:lnTo>
                  <a:lnTo>
                    <a:pt x="2754795" y="0"/>
                  </a:lnTo>
                  <a:close/>
                </a:path>
              </a:pathLst>
            </a:custGeom>
            <a:solidFill>
              <a:srgbClr val="F4F1EE">
                <a:alpha val="4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2848120" y="2808801"/>
              <a:ext cx="748665" cy="253365"/>
            </a:xfrm>
            <a:custGeom>
              <a:avLst/>
              <a:gdLst/>
              <a:ahLst/>
              <a:cxnLst/>
              <a:rect l="l" t="t" r="r" b="b"/>
              <a:pathLst>
                <a:path w="748665" h="253364">
                  <a:moveTo>
                    <a:pt x="748538" y="208749"/>
                  </a:moveTo>
                  <a:lnTo>
                    <a:pt x="0" y="208749"/>
                  </a:lnTo>
                  <a:lnTo>
                    <a:pt x="0" y="252768"/>
                  </a:lnTo>
                  <a:lnTo>
                    <a:pt x="748538" y="252768"/>
                  </a:lnTo>
                  <a:lnTo>
                    <a:pt x="748538" y="208749"/>
                  </a:lnTo>
                  <a:close/>
                </a:path>
                <a:path w="748665" h="253364">
                  <a:moveTo>
                    <a:pt x="748538" y="106426"/>
                  </a:moveTo>
                  <a:lnTo>
                    <a:pt x="0" y="106426"/>
                  </a:lnTo>
                  <a:lnTo>
                    <a:pt x="0" y="150444"/>
                  </a:lnTo>
                  <a:lnTo>
                    <a:pt x="748538" y="150444"/>
                  </a:lnTo>
                  <a:lnTo>
                    <a:pt x="748538" y="106426"/>
                  </a:lnTo>
                  <a:close/>
                </a:path>
                <a:path w="748665" h="253364">
                  <a:moveTo>
                    <a:pt x="748538" y="0"/>
                  </a:moveTo>
                  <a:lnTo>
                    <a:pt x="0" y="0"/>
                  </a:lnTo>
                  <a:lnTo>
                    <a:pt x="0" y="44018"/>
                  </a:lnTo>
                  <a:lnTo>
                    <a:pt x="748538" y="44018"/>
                  </a:lnTo>
                  <a:lnTo>
                    <a:pt x="748538" y="0"/>
                  </a:lnTo>
                  <a:close/>
                </a:path>
              </a:pathLst>
            </a:custGeom>
            <a:solidFill>
              <a:srgbClr val="F4F1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2920955" y="3032372"/>
              <a:ext cx="2625725" cy="1700530"/>
            </a:xfrm>
            <a:custGeom>
              <a:avLst/>
              <a:gdLst/>
              <a:ahLst/>
              <a:cxnLst/>
              <a:rect l="l" t="t" r="r" b="b"/>
              <a:pathLst>
                <a:path w="2625725" h="1700529">
                  <a:moveTo>
                    <a:pt x="127876" y="1513878"/>
                  </a:moveTo>
                  <a:lnTo>
                    <a:pt x="0" y="1513878"/>
                  </a:lnTo>
                  <a:lnTo>
                    <a:pt x="0" y="1530680"/>
                  </a:lnTo>
                  <a:lnTo>
                    <a:pt x="127876" y="1530680"/>
                  </a:lnTo>
                  <a:lnTo>
                    <a:pt x="127876" y="1513878"/>
                  </a:lnTo>
                  <a:close/>
                </a:path>
                <a:path w="2625725" h="1700529">
                  <a:moveTo>
                    <a:pt x="301434" y="1355191"/>
                  </a:moveTo>
                  <a:lnTo>
                    <a:pt x="0" y="1355191"/>
                  </a:lnTo>
                  <a:lnTo>
                    <a:pt x="0" y="1371981"/>
                  </a:lnTo>
                  <a:lnTo>
                    <a:pt x="301434" y="1371981"/>
                  </a:lnTo>
                  <a:lnTo>
                    <a:pt x="301434" y="1355191"/>
                  </a:lnTo>
                  <a:close/>
                </a:path>
                <a:path w="2625725" h="1700529">
                  <a:moveTo>
                    <a:pt x="467169" y="1683575"/>
                  </a:moveTo>
                  <a:lnTo>
                    <a:pt x="0" y="1683575"/>
                  </a:lnTo>
                  <a:lnTo>
                    <a:pt x="0" y="1700364"/>
                  </a:lnTo>
                  <a:lnTo>
                    <a:pt x="467169" y="1700364"/>
                  </a:lnTo>
                  <a:lnTo>
                    <a:pt x="467169" y="1683575"/>
                  </a:lnTo>
                  <a:close/>
                </a:path>
                <a:path w="2625725" h="1700529">
                  <a:moveTo>
                    <a:pt x="467169" y="1598739"/>
                  </a:moveTo>
                  <a:lnTo>
                    <a:pt x="0" y="1598739"/>
                  </a:lnTo>
                  <a:lnTo>
                    <a:pt x="0" y="1615528"/>
                  </a:lnTo>
                  <a:lnTo>
                    <a:pt x="467169" y="1615528"/>
                  </a:lnTo>
                  <a:lnTo>
                    <a:pt x="467169" y="1598739"/>
                  </a:lnTo>
                  <a:close/>
                </a:path>
                <a:path w="2625725" h="1700529">
                  <a:moveTo>
                    <a:pt x="467169" y="1513878"/>
                  </a:moveTo>
                  <a:lnTo>
                    <a:pt x="233578" y="1513878"/>
                  </a:lnTo>
                  <a:lnTo>
                    <a:pt x="233578" y="1530680"/>
                  </a:lnTo>
                  <a:lnTo>
                    <a:pt x="467169" y="1530680"/>
                  </a:lnTo>
                  <a:lnTo>
                    <a:pt x="467169" y="1513878"/>
                  </a:lnTo>
                  <a:close/>
                </a:path>
                <a:path w="2625725" h="1700529">
                  <a:moveTo>
                    <a:pt x="467169" y="1429042"/>
                  </a:moveTo>
                  <a:lnTo>
                    <a:pt x="0" y="1429042"/>
                  </a:lnTo>
                  <a:lnTo>
                    <a:pt x="0" y="1445831"/>
                  </a:lnTo>
                  <a:lnTo>
                    <a:pt x="467169" y="1445831"/>
                  </a:lnTo>
                  <a:lnTo>
                    <a:pt x="467169" y="1429042"/>
                  </a:lnTo>
                  <a:close/>
                </a:path>
                <a:path w="2625725" h="1700529">
                  <a:moveTo>
                    <a:pt x="467169" y="1355191"/>
                  </a:moveTo>
                  <a:lnTo>
                    <a:pt x="399592" y="1355191"/>
                  </a:lnTo>
                  <a:lnTo>
                    <a:pt x="399592" y="1371981"/>
                  </a:lnTo>
                  <a:lnTo>
                    <a:pt x="467169" y="1371981"/>
                  </a:lnTo>
                  <a:lnTo>
                    <a:pt x="467169" y="1355191"/>
                  </a:lnTo>
                  <a:close/>
                </a:path>
                <a:path w="2625725" h="1700529">
                  <a:moveTo>
                    <a:pt x="2136724" y="1503908"/>
                  </a:moveTo>
                  <a:lnTo>
                    <a:pt x="2069172" y="1503908"/>
                  </a:lnTo>
                  <a:lnTo>
                    <a:pt x="2069172" y="1520698"/>
                  </a:lnTo>
                  <a:lnTo>
                    <a:pt x="2136724" y="1520698"/>
                  </a:lnTo>
                  <a:lnTo>
                    <a:pt x="2136724" y="1503908"/>
                  </a:lnTo>
                  <a:close/>
                </a:path>
                <a:path w="2625725" h="1700529">
                  <a:moveTo>
                    <a:pt x="2197049" y="1248841"/>
                  </a:moveTo>
                  <a:lnTo>
                    <a:pt x="2069172" y="1248841"/>
                  </a:lnTo>
                  <a:lnTo>
                    <a:pt x="2069172" y="1265643"/>
                  </a:lnTo>
                  <a:lnTo>
                    <a:pt x="2197049" y="1265643"/>
                  </a:lnTo>
                  <a:lnTo>
                    <a:pt x="2197049" y="1248841"/>
                  </a:lnTo>
                  <a:close/>
                </a:path>
                <a:path w="2625725" h="1700529">
                  <a:moveTo>
                    <a:pt x="2226068" y="0"/>
                  </a:moveTo>
                  <a:lnTo>
                    <a:pt x="2158504" y="0"/>
                  </a:lnTo>
                  <a:lnTo>
                    <a:pt x="2158504" y="16802"/>
                  </a:lnTo>
                  <a:lnTo>
                    <a:pt x="2226068" y="16802"/>
                  </a:lnTo>
                  <a:lnTo>
                    <a:pt x="2226068" y="0"/>
                  </a:lnTo>
                  <a:close/>
                </a:path>
                <a:path w="2625725" h="1700529">
                  <a:moveTo>
                    <a:pt x="2302738" y="1662595"/>
                  </a:moveTo>
                  <a:lnTo>
                    <a:pt x="2069172" y="1662595"/>
                  </a:lnTo>
                  <a:lnTo>
                    <a:pt x="2069172" y="1679397"/>
                  </a:lnTo>
                  <a:lnTo>
                    <a:pt x="2302738" y="1679397"/>
                  </a:lnTo>
                  <a:lnTo>
                    <a:pt x="2302738" y="1662595"/>
                  </a:lnTo>
                  <a:close/>
                </a:path>
                <a:path w="2625725" h="1700529">
                  <a:moveTo>
                    <a:pt x="2370607" y="1090142"/>
                  </a:moveTo>
                  <a:lnTo>
                    <a:pt x="2069172" y="1090142"/>
                  </a:lnTo>
                  <a:lnTo>
                    <a:pt x="2069172" y="1106932"/>
                  </a:lnTo>
                  <a:lnTo>
                    <a:pt x="2370607" y="1106932"/>
                  </a:lnTo>
                  <a:lnTo>
                    <a:pt x="2370607" y="1090142"/>
                  </a:lnTo>
                  <a:close/>
                </a:path>
                <a:path w="2625725" h="1700529">
                  <a:moveTo>
                    <a:pt x="2392083" y="158699"/>
                  </a:moveTo>
                  <a:lnTo>
                    <a:pt x="2158492" y="158699"/>
                  </a:lnTo>
                  <a:lnTo>
                    <a:pt x="2158492" y="175488"/>
                  </a:lnTo>
                  <a:lnTo>
                    <a:pt x="2392083" y="175488"/>
                  </a:lnTo>
                  <a:lnTo>
                    <a:pt x="2392083" y="158699"/>
                  </a:lnTo>
                  <a:close/>
                </a:path>
                <a:path w="2625725" h="1700529">
                  <a:moveTo>
                    <a:pt x="2536342" y="1662595"/>
                  </a:moveTo>
                  <a:lnTo>
                    <a:pt x="2408453" y="1662595"/>
                  </a:lnTo>
                  <a:lnTo>
                    <a:pt x="2408453" y="1679397"/>
                  </a:lnTo>
                  <a:lnTo>
                    <a:pt x="2536342" y="1679397"/>
                  </a:lnTo>
                  <a:lnTo>
                    <a:pt x="2536342" y="1662595"/>
                  </a:lnTo>
                  <a:close/>
                </a:path>
                <a:path w="2625725" h="1700529">
                  <a:moveTo>
                    <a:pt x="2536342" y="1577759"/>
                  </a:moveTo>
                  <a:lnTo>
                    <a:pt x="2069172" y="1577759"/>
                  </a:lnTo>
                  <a:lnTo>
                    <a:pt x="2069172" y="1594548"/>
                  </a:lnTo>
                  <a:lnTo>
                    <a:pt x="2536342" y="1594548"/>
                  </a:lnTo>
                  <a:lnTo>
                    <a:pt x="2536342" y="1577759"/>
                  </a:lnTo>
                  <a:close/>
                </a:path>
                <a:path w="2625725" h="1700529">
                  <a:moveTo>
                    <a:pt x="2536342" y="1503908"/>
                  </a:moveTo>
                  <a:lnTo>
                    <a:pt x="2234908" y="1503908"/>
                  </a:lnTo>
                  <a:lnTo>
                    <a:pt x="2234908" y="1520698"/>
                  </a:lnTo>
                  <a:lnTo>
                    <a:pt x="2536342" y="1520698"/>
                  </a:lnTo>
                  <a:lnTo>
                    <a:pt x="2536342" y="1503908"/>
                  </a:lnTo>
                  <a:close/>
                </a:path>
                <a:path w="2625725" h="1700529">
                  <a:moveTo>
                    <a:pt x="2536342" y="1418539"/>
                  </a:moveTo>
                  <a:lnTo>
                    <a:pt x="2069172" y="1418539"/>
                  </a:lnTo>
                  <a:lnTo>
                    <a:pt x="2069172" y="1435328"/>
                  </a:lnTo>
                  <a:lnTo>
                    <a:pt x="2536342" y="1435328"/>
                  </a:lnTo>
                  <a:lnTo>
                    <a:pt x="2536342" y="1418539"/>
                  </a:lnTo>
                  <a:close/>
                </a:path>
                <a:path w="2625725" h="1700529">
                  <a:moveTo>
                    <a:pt x="2536342" y="1333690"/>
                  </a:moveTo>
                  <a:lnTo>
                    <a:pt x="2069172" y="1333690"/>
                  </a:lnTo>
                  <a:lnTo>
                    <a:pt x="2069172" y="1350479"/>
                  </a:lnTo>
                  <a:lnTo>
                    <a:pt x="2536342" y="1350479"/>
                  </a:lnTo>
                  <a:lnTo>
                    <a:pt x="2536342" y="1333690"/>
                  </a:lnTo>
                  <a:close/>
                </a:path>
                <a:path w="2625725" h="1700529">
                  <a:moveTo>
                    <a:pt x="2536342" y="1248841"/>
                  </a:moveTo>
                  <a:lnTo>
                    <a:pt x="2302751" y="1248841"/>
                  </a:lnTo>
                  <a:lnTo>
                    <a:pt x="2302751" y="1265643"/>
                  </a:lnTo>
                  <a:lnTo>
                    <a:pt x="2536342" y="1265643"/>
                  </a:lnTo>
                  <a:lnTo>
                    <a:pt x="2536342" y="1248841"/>
                  </a:lnTo>
                  <a:close/>
                </a:path>
                <a:path w="2625725" h="1700529">
                  <a:moveTo>
                    <a:pt x="2536342" y="1163993"/>
                  </a:moveTo>
                  <a:lnTo>
                    <a:pt x="2069172" y="1163993"/>
                  </a:lnTo>
                  <a:lnTo>
                    <a:pt x="2069172" y="1180795"/>
                  </a:lnTo>
                  <a:lnTo>
                    <a:pt x="2536342" y="1180795"/>
                  </a:lnTo>
                  <a:lnTo>
                    <a:pt x="2536342" y="1163993"/>
                  </a:lnTo>
                  <a:close/>
                </a:path>
                <a:path w="2625725" h="1700529">
                  <a:moveTo>
                    <a:pt x="2536342" y="1090142"/>
                  </a:moveTo>
                  <a:lnTo>
                    <a:pt x="2468765" y="1090142"/>
                  </a:lnTo>
                  <a:lnTo>
                    <a:pt x="2468765" y="1106932"/>
                  </a:lnTo>
                  <a:lnTo>
                    <a:pt x="2536342" y="1106932"/>
                  </a:lnTo>
                  <a:lnTo>
                    <a:pt x="2536342" y="1090142"/>
                  </a:lnTo>
                  <a:close/>
                </a:path>
                <a:path w="2625725" h="1700529">
                  <a:moveTo>
                    <a:pt x="2625674" y="243560"/>
                  </a:moveTo>
                  <a:lnTo>
                    <a:pt x="2158504" y="243560"/>
                  </a:lnTo>
                  <a:lnTo>
                    <a:pt x="2158504" y="260350"/>
                  </a:lnTo>
                  <a:lnTo>
                    <a:pt x="2625674" y="260350"/>
                  </a:lnTo>
                  <a:lnTo>
                    <a:pt x="2625674" y="243560"/>
                  </a:lnTo>
                  <a:close/>
                </a:path>
                <a:path w="2625725" h="1700529">
                  <a:moveTo>
                    <a:pt x="2625674" y="158699"/>
                  </a:moveTo>
                  <a:lnTo>
                    <a:pt x="2497798" y="158699"/>
                  </a:lnTo>
                  <a:lnTo>
                    <a:pt x="2497798" y="175488"/>
                  </a:lnTo>
                  <a:lnTo>
                    <a:pt x="2625674" y="175488"/>
                  </a:lnTo>
                  <a:lnTo>
                    <a:pt x="2625674" y="158699"/>
                  </a:lnTo>
                  <a:close/>
                </a:path>
                <a:path w="2625725" h="1700529">
                  <a:moveTo>
                    <a:pt x="2625674" y="73850"/>
                  </a:moveTo>
                  <a:lnTo>
                    <a:pt x="2158504" y="73850"/>
                  </a:lnTo>
                  <a:lnTo>
                    <a:pt x="2158504" y="90652"/>
                  </a:lnTo>
                  <a:lnTo>
                    <a:pt x="2625674" y="90652"/>
                  </a:lnTo>
                  <a:lnTo>
                    <a:pt x="2625674" y="73850"/>
                  </a:lnTo>
                  <a:close/>
                </a:path>
                <a:path w="2625725" h="1700529">
                  <a:moveTo>
                    <a:pt x="2625674" y="0"/>
                  </a:moveTo>
                  <a:lnTo>
                    <a:pt x="2324239" y="0"/>
                  </a:lnTo>
                  <a:lnTo>
                    <a:pt x="2324239" y="16802"/>
                  </a:lnTo>
                  <a:lnTo>
                    <a:pt x="2625674" y="16802"/>
                  </a:lnTo>
                  <a:lnTo>
                    <a:pt x="2625674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6698193" y="4070368"/>
              <a:ext cx="1503680" cy="745490"/>
            </a:xfrm>
            <a:custGeom>
              <a:avLst/>
              <a:gdLst/>
              <a:ahLst/>
              <a:cxnLst/>
              <a:rect l="l" t="t" r="r" b="b"/>
              <a:pathLst>
                <a:path w="1503680" h="745489">
                  <a:moveTo>
                    <a:pt x="1503451" y="0"/>
                  </a:moveTo>
                  <a:lnTo>
                    <a:pt x="0" y="0"/>
                  </a:lnTo>
                  <a:lnTo>
                    <a:pt x="0" y="745045"/>
                  </a:lnTo>
                  <a:lnTo>
                    <a:pt x="1503451" y="745045"/>
                  </a:lnTo>
                  <a:lnTo>
                    <a:pt x="1503451" y="0"/>
                  </a:lnTo>
                  <a:close/>
                </a:path>
              </a:pathLst>
            </a:custGeom>
            <a:solidFill>
              <a:srgbClr val="E9F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6698189" y="4070381"/>
              <a:ext cx="1503680" cy="745490"/>
            </a:xfrm>
            <a:custGeom>
              <a:avLst/>
              <a:gdLst/>
              <a:ahLst/>
              <a:cxnLst/>
              <a:rect l="l" t="t" r="r" b="b"/>
              <a:pathLst>
                <a:path w="1503680" h="745489">
                  <a:moveTo>
                    <a:pt x="1336370" y="0"/>
                  </a:moveTo>
                  <a:lnTo>
                    <a:pt x="582129" y="0"/>
                  </a:lnTo>
                  <a:lnTo>
                    <a:pt x="0" y="404647"/>
                  </a:lnTo>
                  <a:lnTo>
                    <a:pt x="0" y="745045"/>
                  </a:lnTo>
                  <a:lnTo>
                    <a:pt x="298627" y="745045"/>
                  </a:lnTo>
                  <a:lnTo>
                    <a:pt x="1336370" y="0"/>
                  </a:lnTo>
                  <a:close/>
                </a:path>
                <a:path w="1503680" h="745489">
                  <a:moveTo>
                    <a:pt x="1503451" y="131318"/>
                  </a:moveTo>
                  <a:lnTo>
                    <a:pt x="662051" y="745045"/>
                  </a:lnTo>
                  <a:lnTo>
                    <a:pt x="1000785" y="745045"/>
                  </a:lnTo>
                  <a:lnTo>
                    <a:pt x="1503451" y="379463"/>
                  </a:lnTo>
                  <a:lnTo>
                    <a:pt x="1503451" y="131318"/>
                  </a:lnTo>
                  <a:close/>
                </a:path>
              </a:pathLst>
            </a:custGeom>
            <a:solidFill>
              <a:srgbClr val="FFFFFF">
                <a:alpha val="33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6639883" y="3198970"/>
              <a:ext cx="1620520" cy="1914525"/>
            </a:xfrm>
            <a:custGeom>
              <a:avLst/>
              <a:gdLst/>
              <a:ahLst/>
              <a:cxnLst/>
              <a:rect l="l" t="t" r="r" b="b"/>
              <a:pathLst>
                <a:path w="1620519" h="1914525">
                  <a:moveTo>
                    <a:pt x="1620062" y="0"/>
                  </a:moveTo>
                  <a:lnTo>
                    <a:pt x="1503438" y="0"/>
                  </a:lnTo>
                  <a:lnTo>
                    <a:pt x="1503438" y="3644"/>
                  </a:lnTo>
                  <a:lnTo>
                    <a:pt x="1503438" y="108826"/>
                  </a:lnTo>
                  <a:lnTo>
                    <a:pt x="1503438" y="810056"/>
                  </a:lnTo>
                  <a:lnTo>
                    <a:pt x="1503438" y="915238"/>
                  </a:lnTo>
                  <a:lnTo>
                    <a:pt x="1503438" y="1616443"/>
                  </a:lnTo>
                  <a:lnTo>
                    <a:pt x="116611" y="1616443"/>
                  </a:lnTo>
                  <a:lnTo>
                    <a:pt x="116611" y="915238"/>
                  </a:lnTo>
                  <a:lnTo>
                    <a:pt x="1503438" y="915238"/>
                  </a:lnTo>
                  <a:lnTo>
                    <a:pt x="1503438" y="810056"/>
                  </a:lnTo>
                  <a:lnTo>
                    <a:pt x="116611" y="810056"/>
                  </a:lnTo>
                  <a:lnTo>
                    <a:pt x="116611" y="108826"/>
                  </a:lnTo>
                  <a:lnTo>
                    <a:pt x="1503438" y="108826"/>
                  </a:lnTo>
                  <a:lnTo>
                    <a:pt x="1503438" y="3644"/>
                  </a:lnTo>
                  <a:lnTo>
                    <a:pt x="116611" y="3644"/>
                  </a:lnTo>
                  <a:lnTo>
                    <a:pt x="116611" y="0"/>
                  </a:lnTo>
                  <a:lnTo>
                    <a:pt x="0" y="0"/>
                  </a:lnTo>
                  <a:lnTo>
                    <a:pt x="0" y="1914474"/>
                  </a:lnTo>
                  <a:lnTo>
                    <a:pt x="116611" y="1914474"/>
                  </a:lnTo>
                  <a:lnTo>
                    <a:pt x="116611" y="1721624"/>
                  </a:lnTo>
                  <a:lnTo>
                    <a:pt x="1503438" y="1721624"/>
                  </a:lnTo>
                  <a:lnTo>
                    <a:pt x="1503438" y="1914474"/>
                  </a:lnTo>
                  <a:lnTo>
                    <a:pt x="1620062" y="1914474"/>
                  </a:lnTo>
                  <a:lnTo>
                    <a:pt x="1620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6639871" y="3122288"/>
              <a:ext cx="1620520" cy="887094"/>
            </a:xfrm>
            <a:custGeom>
              <a:avLst/>
              <a:gdLst/>
              <a:ahLst/>
              <a:cxnLst/>
              <a:rect l="l" t="t" r="r" b="b"/>
              <a:pathLst>
                <a:path w="1620519" h="887095">
                  <a:moveTo>
                    <a:pt x="1503451" y="658837"/>
                  </a:moveTo>
                  <a:lnTo>
                    <a:pt x="1371676" y="658837"/>
                  </a:lnTo>
                  <a:lnTo>
                    <a:pt x="1371676" y="832789"/>
                  </a:lnTo>
                  <a:lnTo>
                    <a:pt x="1240510" y="832789"/>
                  </a:lnTo>
                  <a:lnTo>
                    <a:pt x="1240510" y="658837"/>
                  </a:lnTo>
                  <a:lnTo>
                    <a:pt x="1210487" y="658837"/>
                  </a:lnTo>
                  <a:lnTo>
                    <a:pt x="1210487" y="832789"/>
                  </a:lnTo>
                  <a:lnTo>
                    <a:pt x="1079322" y="832789"/>
                  </a:lnTo>
                  <a:lnTo>
                    <a:pt x="1079322" y="658837"/>
                  </a:lnTo>
                  <a:lnTo>
                    <a:pt x="1049223" y="658837"/>
                  </a:lnTo>
                  <a:lnTo>
                    <a:pt x="1049223" y="832789"/>
                  </a:lnTo>
                  <a:lnTo>
                    <a:pt x="918057" y="832789"/>
                  </a:lnTo>
                  <a:lnTo>
                    <a:pt x="918057" y="658837"/>
                  </a:lnTo>
                  <a:lnTo>
                    <a:pt x="884453" y="658837"/>
                  </a:lnTo>
                  <a:lnTo>
                    <a:pt x="884453" y="832789"/>
                  </a:lnTo>
                  <a:lnTo>
                    <a:pt x="753275" y="832789"/>
                  </a:lnTo>
                  <a:lnTo>
                    <a:pt x="753275" y="658837"/>
                  </a:lnTo>
                  <a:lnTo>
                    <a:pt x="719670" y="658837"/>
                  </a:lnTo>
                  <a:lnTo>
                    <a:pt x="719670" y="832789"/>
                  </a:lnTo>
                  <a:lnTo>
                    <a:pt x="588505" y="832789"/>
                  </a:lnTo>
                  <a:lnTo>
                    <a:pt x="588505" y="658837"/>
                  </a:lnTo>
                  <a:lnTo>
                    <a:pt x="554901" y="658837"/>
                  </a:lnTo>
                  <a:lnTo>
                    <a:pt x="554901" y="832789"/>
                  </a:lnTo>
                  <a:lnTo>
                    <a:pt x="423735" y="832789"/>
                  </a:lnTo>
                  <a:lnTo>
                    <a:pt x="423735" y="658837"/>
                  </a:lnTo>
                  <a:lnTo>
                    <a:pt x="116624" y="658837"/>
                  </a:lnTo>
                  <a:lnTo>
                    <a:pt x="116624" y="832789"/>
                  </a:lnTo>
                  <a:lnTo>
                    <a:pt x="116624" y="886739"/>
                  </a:lnTo>
                  <a:lnTo>
                    <a:pt x="1503451" y="886739"/>
                  </a:lnTo>
                  <a:lnTo>
                    <a:pt x="1503451" y="832789"/>
                  </a:lnTo>
                  <a:lnTo>
                    <a:pt x="1503451" y="658837"/>
                  </a:lnTo>
                  <a:close/>
                </a:path>
                <a:path w="1620519" h="887095">
                  <a:moveTo>
                    <a:pt x="1620075" y="0"/>
                  </a:moveTo>
                  <a:lnTo>
                    <a:pt x="0" y="0"/>
                  </a:lnTo>
                  <a:lnTo>
                    <a:pt x="0" y="80327"/>
                  </a:lnTo>
                  <a:lnTo>
                    <a:pt x="1620075" y="80327"/>
                  </a:lnTo>
                  <a:lnTo>
                    <a:pt x="1620075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7320786" y="4254193"/>
              <a:ext cx="325120" cy="66040"/>
            </a:xfrm>
            <a:custGeom>
              <a:avLst/>
              <a:gdLst/>
              <a:ahLst/>
              <a:cxnLst/>
              <a:rect l="l" t="t" r="r" b="b"/>
              <a:pathLst>
                <a:path w="325119" h="66039">
                  <a:moveTo>
                    <a:pt x="291771" y="0"/>
                  </a:moveTo>
                  <a:lnTo>
                    <a:pt x="32993" y="0"/>
                  </a:lnTo>
                  <a:lnTo>
                    <a:pt x="20152" y="2593"/>
                  </a:lnTo>
                  <a:lnTo>
                    <a:pt x="9664" y="9664"/>
                  </a:lnTo>
                  <a:lnTo>
                    <a:pt x="2593" y="20152"/>
                  </a:lnTo>
                  <a:lnTo>
                    <a:pt x="0" y="32993"/>
                  </a:lnTo>
                  <a:lnTo>
                    <a:pt x="2593" y="45835"/>
                  </a:lnTo>
                  <a:lnTo>
                    <a:pt x="9664" y="56322"/>
                  </a:lnTo>
                  <a:lnTo>
                    <a:pt x="20152" y="63394"/>
                  </a:lnTo>
                  <a:lnTo>
                    <a:pt x="32993" y="65987"/>
                  </a:lnTo>
                  <a:lnTo>
                    <a:pt x="291771" y="65987"/>
                  </a:lnTo>
                  <a:lnTo>
                    <a:pt x="304612" y="63394"/>
                  </a:lnTo>
                  <a:lnTo>
                    <a:pt x="315100" y="56322"/>
                  </a:lnTo>
                  <a:lnTo>
                    <a:pt x="322171" y="45835"/>
                  </a:lnTo>
                  <a:lnTo>
                    <a:pt x="324764" y="32993"/>
                  </a:lnTo>
                  <a:lnTo>
                    <a:pt x="322171" y="20152"/>
                  </a:lnTo>
                  <a:lnTo>
                    <a:pt x="315100" y="9664"/>
                  </a:lnTo>
                  <a:lnTo>
                    <a:pt x="304612" y="2593"/>
                  </a:lnTo>
                  <a:lnTo>
                    <a:pt x="29177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7320794" y="4273354"/>
              <a:ext cx="325120" cy="46990"/>
            </a:xfrm>
            <a:custGeom>
              <a:avLst/>
              <a:gdLst/>
              <a:ahLst/>
              <a:cxnLst/>
              <a:rect l="l" t="t" r="r" b="b"/>
              <a:pathLst>
                <a:path w="325119" h="46989">
                  <a:moveTo>
                    <a:pt x="295739" y="0"/>
                  </a:moveTo>
                  <a:lnTo>
                    <a:pt x="23402" y="0"/>
                  </a:lnTo>
                  <a:lnTo>
                    <a:pt x="14294" y="1839"/>
                  </a:lnTo>
                  <a:lnTo>
                    <a:pt x="6855" y="6857"/>
                  </a:lnTo>
                  <a:lnTo>
                    <a:pt x="1839" y="14299"/>
                  </a:lnTo>
                  <a:lnTo>
                    <a:pt x="0" y="23412"/>
                  </a:lnTo>
                  <a:lnTo>
                    <a:pt x="1839" y="32526"/>
                  </a:lnTo>
                  <a:lnTo>
                    <a:pt x="6855" y="39968"/>
                  </a:lnTo>
                  <a:lnTo>
                    <a:pt x="14294" y="44986"/>
                  </a:lnTo>
                  <a:lnTo>
                    <a:pt x="23402" y="46825"/>
                  </a:lnTo>
                  <a:lnTo>
                    <a:pt x="301341" y="46825"/>
                  </a:lnTo>
                  <a:lnTo>
                    <a:pt x="310455" y="44986"/>
                  </a:lnTo>
                  <a:lnTo>
                    <a:pt x="317897" y="39968"/>
                  </a:lnTo>
                  <a:lnTo>
                    <a:pt x="322914" y="32526"/>
                  </a:lnTo>
                  <a:lnTo>
                    <a:pt x="324754" y="23412"/>
                  </a:lnTo>
                  <a:lnTo>
                    <a:pt x="322039" y="14299"/>
                  </a:lnTo>
                  <a:lnTo>
                    <a:pt x="315096" y="6857"/>
                  </a:lnTo>
                  <a:lnTo>
                    <a:pt x="305728" y="1839"/>
                  </a:lnTo>
                  <a:lnTo>
                    <a:pt x="295739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6898825" y="3388933"/>
              <a:ext cx="131445" cy="566420"/>
            </a:xfrm>
            <a:custGeom>
              <a:avLst/>
              <a:gdLst/>
              <a:ahLst/>
              <a:cxnLst/>
              <a:rect l="l" t="t" r="r" b="b"/>
              <a:pathLst>
                <a:path w="131444" h="566420">
                  <a:moveTo>
                    <a:pt x="131168" y="0"/>
                  </a:moveTo>
                  <a:lnTo>
                    <a:pt x="0" y="0"/>
                  </a:lnTo>
                  <a:lnTo>
                    <a:pt x="0" y="566139"/>
                  </a:lnTo>
                  <a:lnTo>
                    <a:pt x="131168" y="566139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931682" y="3849960"/>
              <a:ext cx="64846" cy="64835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17063606" y="3388933"/>
              <a:ext cx="131445" cy="566420"/>
            </a:xfrm>
            <a:custGeom>
              <a:avLst/>
              <a:gdLst/>
              <a:ahLst/>
              <a:cxnLst/>
              <a:rect l="l" t="t" r="r" b="b"/>
              <a:pathLst>
                <a:path w="131444" h="566420">
                  <a:moveTo>
                    <a:pt x="131168" y="0"/>
                  </a:moveTo>
                  <a:lnTo>
                    <a:pt x="0" y="0"/>
                  </a:lnTo>
                  <a:lnTo>
                    <a:pt x="0" y="566139"/>
                  </a:lnTo>
                  <a:lnTo>
                    <a:pt x="131168" y="566139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096459" y="3849960"/>
              <a:ext cx="64846" cy="64835"/>
            </a:xfrm>
            <a:prstGeom prst="rect">
              <a:avLst/>
            </a:prstGeom>
          </p:spPr>
        </p:pic>
        <p:sp>
          <p:nvSpPr>
            <p:cNvPr id="135" name="object 135" descr=""/>
            <p:cNvSpPr/>
            <p:nvPr/>
          </p:nvSpPr>
          <p:spPr>
            <a:xfrm>
              <a:off x="17228376" y="3388933"/>
              <a:ext cx="131445" cy="566420"/>
            </a:xfrm>
            <a:custGeom>
              <a:avLst/>
              <a:gdLst/>
              <a:ahLst/>
              <a:cxnLst/>
              <a:rect l="l" t="t" r="r" b="b"/>
              <a:pathLst>
                <a:path w="131444" h="566420">
                  <a:moveTo>
                    <a:pt x="131168" y="0"/>
                  </a:moveTo>
                  <a:lnTo>
                    <a:pt x="0" y="0"/>
                  </a:lnTo>
                  <a:lnTo>
                    <a:pt x="0" y="566139"/>
                  </a:lnTo>
                  <a:lnTo>
                    <a:pt x="131168" y="566139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261237" y="3849960"/>
              <a:ext cx="64846" cy="64835"/>
            </a:xfrm>
            <a:prstGeom prst="rect">
              <a:avLst/>
            </a:prstGeom>
          </p:spPr>
        </p:pic>
        <p:sp>
          <p:nvSpPr>
            <p:cNvPr id="137" name="object 137" descr=""/>
            <p:cNvSpPr/>
            <p:nvPr/>
          </p:nvSpPr>
          <p:spPr>
            <a:xfrm>
              <a:off x="17393156" y="3388933"/>
              <a:ext cx="131445" cy="566420"/>
            </a:xfrm>
            <a:custGeom>
              <a:avLst/>
              <a:gdLst/>
              <a:ahLst/>
              <a:cxnLst/>
              <a:rect l="l" t="t" r="r" b="b"/>
              <a:pathLst>
                <a:path w="131444" h="566420">
                  <a:moveTo>
                    <a:pt x="131168" y="0"/>
                  </a:moveTo>
                  <a:lnTo>
                    <a:pt x="0" y="0"/>
                  </a:lnTo>
                  <a:lnTo>
                    <a:pt x="0" y="566139"/>
                  </a:lnTo>
                  <a:lnTo>
                    <a:pt x="131168" y="566139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426015" y="3849960"/>
              <a:ext cx="64846" cy="64835"/>
            </a:xfrm>
            <a:prstGeom prst="rect">
              <a:avLst/>
            </a:prstGeom>
          </p:spPr>
        </p:pic>
        <p:sp>
          <p:nvSpPr>
            <p:cNvPr id="139" name="object 139" descr=""/>
            <p:cNvSpPr/>
            <p:nvPr/>
          </p:nvSpPr>
          <p:spPr>
            <a:xfrm>
              <a:off x="17557936" y="3388933"/>
              <a:ext cx="131445" cy="566420"/>
            </a:xfrm>
            <a:custGeom>
              <a:avLst/>
              <a:gdLst/>
              <a:ahLst/>
              <a:cxnLst/>
              <a:rect l="l" t="t" r="r" b="b"/>
              <a:pathLst>
                <a:path w="131444" h="566420">
                  <a:moveTo>
                    <a:pt x="131168" y="0"/>
                  </a:moveTo>
                  <a:lnTo>
                    <a:pt x="0" y="0"/>
                  </a:lnTo>
                  <a:lnTo>
                    <a:pt x="0" y="566139"/>
                  </a:lnTo>
                  <a:lnTo>
                    <a:pt x="131168" y="566139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0" name="object 14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590793" y="3849960"/>
              <a:ext cx="64846" cy="64835"/>
            </a:xfrm>
            <a:prstGeom prst="rect">
              <a:avLst/>
            </a:prstGeom>
          </p:spPr>
        </p:pic>
        <p:sp>
          <p:nvSpPr>
            <p:cNvPr id="141" name="object 141" descr=""/>
            <p:cNvSpPr/>
            <p:nvPr/>
          </p:nvSpPr>
          <p:spPr>
            <a:xfrm>
              <a:off x="17719199" y="3388933"/>
              <a:ext cx="131445" cy="566420"/>
            </a:xfrm>
            <a:custGeom>
              <a:avLst/>
              <a:gdLst/>
              <a:ahLst/>
              <a:cxnLst/>
              <a:rect l="l" t="t" r="r" b="b"/>
              <a:pathLst>
                <a:path w="131444" h="566420">
                  <a:moveTo>
                    <a:pt x="131168" y="0"/>
                  </a:moveTo>
                  <a:lnTo>
                    <a:pt x="0" y="0"/>
                  </a:lnTo>
                  <a:lnTo>
                    <a:pt x="0" y="566139"/>
                  </a:lnTo>
                  <a:lnTo>
                    <a:pt x="131168" y="566139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752052" y="3849960"/>
              <a:ext cx="64846" cy="64835"/>
            </a:xfrm>
            <a:prstGeom prst="rect">
              <a:avLst/>
            </a:prstGeom>
          </p:spPr>
        </p:pic>
        <p:sp>
          <p:nvSpPr>
            <p:cNvPr id="143" name="object 143" descr=""/>
            <p:cNvSpPr/>
            <p:nvPr/>
          </p:nvSpPr>
          <p:spPr>
            <a:xfrm>
              <a:off x="17880387" y="3388933"/>
              <a:ext cx="131445" cy="566420"/>
            </a:xfrm>
            <a:custGeom>
              <a:avLst/>
              <a:gdLst/>
              <a:ahLst/>
              <a:cxnLst/>
              <a:rect l="l" t="t" r="r" b="b"/>
              <a:pathLst>
                <a:path w="131444" h="566420">
                  <a:moveTo>
                    <a:pt x="131168" y="0"/>
                  </a:moveTo>
                  <a:lnTo>
                    <a:pt x="0" y="0"/>
                  </a:lnTo>
                  <a:lnTo>
                    <a:pt x="0" y="566139"/>
                  </a:lnTo>
                  <a:lnTo>
                    <a:pt x="131168" y="566139"/>
                  </a:lnTo>
                  <a:lnTo>
                    <a:pt x="131168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913246" y="3849960"/>
              <a:ext cx="64846" cy="64835"/>
            </a:xfrm>
            <a:prstGeom prst="rect">
              <a:avLst/>
            </a:prstGeom>
          </p:spPr>
        </p:pic>
        <p:sp>
          <p:nvSpPr>
            <p:cNvPr id="145" name="object 145" descr=""/>
            <p:cNvSpPr/>
            <p:nvPr/>
          </p:nvSpPr>
          <p:spPr>
            <a:xfrm>
              <a:off x="16913402" y="2875310"/>
              <a:ext cx="251460" cy="308610"/>
            </a:xfrm>
            <a:custGeom>
              <a:avLst/>
              <a:gdLst/>
              <a:ahLst/>
              <a:cxnLst/>
              <a:rect l="l" t="t" r="r" b="b"/>
              <a:pathLst>
                <a:path w="251459" h="308610">
                  <a:moveTo>
                    <a:pt x="184151" y="0"/>
                  </a:moveTo>
                  <a:lnTo>
                    <a:pt x="64207" y="0"/>
                  </a:lnTo>
                  <a:lnTo>
                    <a:pt x="64207" y="55192"/>
                  </a:lnTo>
                  <a:lnTo>
                    <a:pt x="37486" y="74701"/>
                  </a:lnTo>
                  <a:lnTo>
                    <a:pt x="17269" y="100165"/>
                  </a:lnTo>
                  <a:lnTo>
                    <a:pt x="4469" y="130053"/>
                  </a:lnTo>
                  <a:lnTo>
                    <a:pt x="0" y="162832"/>
                  </a:lnTo>
                  <a:lnTo>
                    <a:pt x="0" y="283572"/>
                  </a:lnTo>
                  <a:lnTo>
                    <a:pt x="1963" y="293306"/>
                  </a:lnTo>
                  <a:lnTo>
                    <a:pt x="7317" y="301253"/>
                  </a:lnTo>
                  <a:lnTo>
                    <a:pt x="15262" y="306612"/>
                  </a:lnTo>
                  <a:lnTo>
                    <a:pt x="24994" y="308576"/>
                  </a:lnTo>
                  <a:lnTo>
                    <a:pt x="226055" y="308576"/>
                  </a:lnTo>
                  <a:lnTo>
                    <a:pt x="235789" y="306612"/>
                  </a:lnTo>
                  <a:lnTo>
                    <a:pt x="243737" y="301253"/>
                  </a:lnTo>
                  <a:lnTo>
                    <a:pt x="249095" y="293306"/>
                  </a:lnTo>
                  <a:lnTo>
                    <a:pt x="251060" y="283572"/>
                  </a:lnTo>
                  <a:lnTo>
                    <a:pt x="251060" y="164246"/>
                  </a:lnTo>
                  <a:lnTo>
                    <a:pt x="233305" y="100779"/>
                  </a:lnTo>
                  <a:lnTo>
                    <a:pt x="185198" y="55736"/>
                  </a:lnTo>
                  <a:lnTo>
                    <a:pt x="184151" y="55192"/>
                  </a:lnTo>
                  <a:lnTo>
                    <a:pt x="184151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6932263" y="3109143"/>
              <a:ext cx="213360" cy="55880"/>
            </a:xfrm>
            <a:custGeom>
              <a:avLst/>
              <a:gdLst/>
              <a:ahLst/>
              <a:cxnLst/>
              <a:rect l="l" t="t" r="r" b="b"/>
              <a:pathLst>
                <a:path w="213359" h="55880">
                  <a:moveTo>
                    <a:pt x="213309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1473" y="53340"/>
                  </a:lnTo>
                  <a:lnTo>
                    <a:pt x="1473" y="55880"/>
                  </a:lnTo>
                  <a:lnTo>
                    <a:pt x="211836" y="55880"/>
                  </a:lnTo>
                  <a:lnTo>
                    <a:pt x="211836" y="53340"/>
                  </a:lnTo>
                  <a:lnTo>
                    <a:pt x="213309" y="53340"/>
                  </a:lnTo>
                  <a:lnTo>
                    <a:pt x="213309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7012623" y="2792564"/>
              <a:ext cx="45720" cy="20320"/>
            </a:xfrm>
            <a:custGeom>
              <a:avLst/>
              <a:gdLst/>
              <a:ahLst/>
              <a:cxnLst/>
              <a:rect l="l" t="t" r="r" b="b"/>
              <a:pathLst>
                <a:path w="45719" h="20319">
                  <a:moveTo>
                    <a:pt x="0" y="20041"/>
                  </a:moveTo>
                  <a:lnTo>
                    <a:pt x="45370" y="20041"/>
                  </a:lnTo>
                  <a:lnTo>
                    <a:pt x="45370" y="0"/>
                  </a:lnTo>
                  <a:lnTo>
                    <a:pt x="0" y="0"/>
                  </a:lnTo>
                  <a:lnTo>
                    <a:pt x="0" y="200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7012623" y="2709687"/>
              <a:ext cx="45720" cy="83185"/>
            </a:xfrm>
            <a:custGeom>
              <a:avLst/>
              <a:gdLst/>
              <a:ahLst/>
              <a:cxnLst/>
              <a:rect l="l" t="t" r="r" b="b"/>
              <a:pathLst>
                <a:path w="45719" h="83185">
                  <a:moveTo>
                    <a:pt x="45370" y="0"/>
                  </a:moveTo>
                  <a:lnTo>
                    <a:pt x="0" y="0"/>
                  </a:lnTo>
                  <a:lnTo>
                    <a:pt x="0" y="82887"/>
                  </a:lnTo>
                  <a:lnTo>
                    <a:pt x="45370" y="82887"/>
                  </a:lnTo>
                  <a:lnTo>
                    <a:pt x="45370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7012623" y="2688680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19" h="21589">
                  <a:moveTo>
                    <a:pt x="32051" y="0"/>
                  </a:moveTo>
                  <a:lnTo>
                    <a:pt x="13318" y="0"/>
                  </a:lnTo>
                  <a:lnTo>
                    <a:pt x="0" y="21004"/>
                  </a:lnTo>
                  <a:lnTo>
                    <a:pt x="45370" y="21004"/>
                  </a:lnTo>
                  <a:lnTo>
                    <a:pt x="32051" y="0"/>
                  </a:lnTo>
                  <a:close/>
                </a:path>
              </a:pathLst>
            </a:custGeom>
            <a:solidFill>
              <a:srgbClr val="858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7087152" y="2968059"/>
              <a:ext cx="45720" cy="203835"/>
            </a:xfrm>
            <a:custGeom>
              <a:avLst/>
              <a:gdLst/>
              <a:ahLst/>
              <a:cxnLst/>
              <a:rect l="l" t="t" r="r" b="b"/>
              <a:pathLst>
                <a:path w="45719" h="203835">
                  <a:moveTo>
                    <a:pt x="6959" y="1574"/>
                  </a:moveTo>
                  <a:lnTo>
                    <a:pt x="5384" y="0"/>
                  </a:lnTo>
                  <a:lnTo>
                    <a:pt x="1574" y="0"/>
                  </a:lnTo>
                  <a:lnTo>
                    <a:pt x="0" y="1574"/>
                  </a:lnTo>
                  <a:lnTo>
                    <a:pt x="0" y="202018"/>
                  </a:lnTo>
                  <a:lnTo>
                    <a:pt x="1574" y="203581"/>
                  </a:lnTo>
                  <a:lnTo>
                    <a:pt x="3479" y="203581"/>
                  </a:lnTo>
                  <a:lnTo>
                    <a:pt x="5384" y="203581"/>
                  </a:lnTo>
                  <a:lnTo>
                    <a:pt x="6959" y="202018"/>
                  </a:lnTo>
                  <a:lnTo>
                    <a:pt x="6959" y="1574"/>
                  </a:lnTo>
                  <a:close/>
                </a:path>
                <a:path w="45719" h="203835">
                  <a:moveTo>
                    <a:pt x="45161" y="168211"/>
                  </a:moveTo>
                  <a:lnTo>
                    <a:pt x="44577" y="167627"/>
                  </a:lnTo>
                  <a:lnTo>
                    <a:pt x="26644" y="167627"/>
                  </a:lnTo>
                  <a:lnTo>
                    <a:pt x="26060" y="168211"/>
                  </a:lnTo>
                  <a:lnTo>
                    <a:pt x="26060" y="169646"/>
                  </a:lnTo>
                  <a:lnTo>
                    <a:pt x="26644" y="170230"/>
                  </a:lnTo>
                  <a:lnTo>
                    <a:pt x="43865" y="170230"/>
                  </a:lnTo>
                  <a:lnTo>
                    <a:pt x="44577" y="170230"/>
                  </a:lnTo>
                  <a:lnTo>
                    <a:pt x="45161" y="169646"/>
                  </a:lnTo>
                  <a:lnTo>
                    <a:pt x="45161" y="168211"/>
                  </a:lnTo>
                  <a:close/>
                </a:path>
                <a:path w="45719" h="203835">
                  <a:moveTo>
                    <a:pt x="45161" y="144767"/>
                  </a:moveTo>
                  <a:lnTo>
                    <a:pt x="44577" y="144183"/>
                  </a:lnTo>
                  <a:lnTo>
                    <a:pt x="26644" y="144183"/>
                  </a:lnTo>
                  <a:lnTo>
                    <a:pt x="26060" y="144767"/>
                  </a:lnTo>
                  <a:lnTo>
                    <a:pt x="26060" y="146202"/>
                  </a:lnTo>
                  <a:lnTo>
                    <a:pt x="26644" y="146786"/>
                  </a:lnTo>
                  <a:lnTo>
                    <a:pt x="43865" y="146786"/>
                  </a:lnTo>
                  <a:lnTo>
                    <a:pt x="44577" y="146786"/>
                  </a:lnTo>
                  <a:lnTo>
                    <a:pt x="45161" y="146202"/>
                  </a:lnTo>
                  <a:lnTo>
                    <a:pt x="45161" y="144767"/>
                  </a:lnTo>
                  <a:close/>
                </a:path>
                <a:path w="45719" h="203835">
                  <a:moveTo>
                    <a:pt x="45161" y="121310"/>
                  </a:moveTo>
                  <a:lnTo>
                    <a:pt x="44577" y="120726"/>
                  </a:lnTo>
                  <a:lnTo>
                    <a:pt x="26644" y="120726"/>
                  </a:lnTo>
                  <a:lnTo>
                    <a:pt x="26060" y="121310"/>
                  </a:lnTo>
                  <a:lnTo>
                    <a:pt x="26060" y="122745"/>
                  </a:lnTo>
                  <a:lnTo>
                    <a:pt x="26644" y="123342"/>
                  </a:lnTo>
                  <a:lnTo>
                    <a:pt x="43865" y="123342"/>
                  </a:lnTo>
                  <a:lnTo>
                    <a:pt x="44577" y="123342"/>
                  </a:lnTo>
                  <a:lnTo>
                    <a:pt x="45161" y="122745"/>
                  </a:lnTo>
                  <a:lnTo>
                    <a:pt x="45161" y="121310"/>
                  </a:lnTo>
                  <a:close/>
                </a:path>
                <a:path w="45719" h="203835">
                  <a:moveTo>
                    <a:pt x="45161" y="97866"/>
                  </a:moveTo>
                  <a:lnTo>
                    <a:pt x="44577" y="97282"/>
                  </a:lnTo>
                  <a:lnTo>
                    <a:pt x="26644" y="97282"/>
                  </a:lnTo>
                  <a:lnTo>
                    <a:pt x="26060" y="97866"/>
                  </a:lnTo>
                  <a:lnTo>
                    <a:pt x="26060" y="99301"/>
                  </a:lnTo>
                  <a:lnTo>
                    <a:pt x="26644" y="99885"/>
                  </a:lnTo>
                  <a:lnTo>
                    <a:pt x="43865" y="99885"/>
                  </a:lnTo>
                  <a:lnTo>
                    <a:pt x="44577" y="99885"/>
                  </a:lnTo>
                  <a:lnTo>
                    <a:pt x="45161" y="99301"/>
                  </a:lnTo>
                  <a:lnTo>
                    <a:pt x="45161" y="97866"/>
                  </a:lnTo>
                  <a:close/>
                </a:path>
                <a:path w="45719" h="203835">
                  <a:moveTo>
                    <a:pt x="45161" y="74409"/>
                  </a:moveTo>
                  <a:lnTo>
                    <a:pt x="44577" y="73825"/>
                  </a:lnTo>
                  <a:lnTo>
                    <a:pt x="26644" y="73825"/>
                  </a:lnTo>
                  <a:lnTo>
                    <a:pt x="26060" y="74409"/>
                  </a:lnTo>
                  <a:lnTo>
                    <a:pt x="26060" y="75844"/>
                  </a:lnTo>
                  <a:lnTo>
                    <a:pt x="26644" y="76441"/>
                  </a:lnTo>
                  <a:lnTo>
                    <a:pt x="43865" y="76441"/>
                  </a:lnTo>
                  <a:lnTo>
                    <a:pt x="44577" y="76441"/>
                  </a:lnTo>
                  <a:lnTo>
                    <a:pt x="45161" y="75844"/>
                  </a:lnTo>
                  <a:lnTo>
                    <a:pt x="45161" y="74409"/>
                  </a:lnTo>
                  <a:close/>
                </a:path>
                <a:path w="45719" h="203835">
                  <a:moveTo>
                    <a:pt x="45161" y="50965"/>
                  </a:moveTo>
                  <a:lnTo>
                    <a:pt x="44577" y="50380"/>
                  </a:lnTo>
                  <a:lnTo>
                    <a:pt x="26644" y="50380"/>
                  </a:lnTo>
                  <a:lnTo>
                    <a:pt x="26060" y="50965"/>
                  </a:lnTo>
                  <a:lnTo>
                    <a:pt x="26060" y="52400"/>
                  </a:lnTo>
                  <a:lnTo>
                    <a:pt x="26644" y="52984"/>
                  </a:lnTo>
                  <a:lnTo>
                    <a:pt x="43865" y="52984"/>
                  </a:lnTo>
                  <a:lnTo>
                    <a:pt x="44577" y="52984"/>
                  </a:lnTo>
                  <a:lnTo>
                    <a:pt x="45161" y="52400"/>
                  </a:lnTo>
                  <a:lnTo>
                    <a:pt x="45161" y="50965"/>
                  </a:lnTo>
                  <a:close/>
                </a:path>
                <a:path w="45719" h="203835">
                  <a:moveTo>
                    <a:pt x="45161" y="27520"/>
                  </a:moveTo>
                  <a:lnTo>
                    <a:pt x="44577" y="26924"/>
                  </a:lnTo>
                  <a:lnTo>
                    <a:pt x="26644" y="26924"/>
                  </a:lnTo>
                  <a:lnTo>
                    <a:pt x="26060" y="27520"/>
                  </a:lnTo>
                  <a:lnTo>
                    <a:pt x="26060" y="28943"/>
                  </a:lnTo>
                  <a:lnTo>
                    <a:pt x="26644" y="29540"/>
                  </a:lnTo>
                  <a:lnTo>
                    <a:pt x="43865" y="29540"/>
                  </a:lnTo>
                  <a:lnTo>
                    <a:pt x="44577" y="29540"/>
                  </a:lnTo>
                  <a:lnTo>
                    <a:pt x="45161" y="28943"/>
                  </a:lnTo>
                  <a:lnTo>
                    <a:pt x="45161" y="275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6963985" y="2873525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75578" y="0"/>
                  </a:moveTo>
                  <a:lnTo>
                    <a:pt x="31779" y="0"/>
                  </a:lnTo>
                  <a:lnTo>
                    <a:pt x="31779" y="56867"/>
                  </a:lnTo>
                  <a:lnTo>
                    <a:pt x="30910" y="59956"/>
                  </a:lnTo>
                  <a:lnTo>
                    <a:pt x="8993" y="98495"/>
                  </a:lnTo>
                  <a:lnTo>
                    <a:pt x="0" y="141294"/>
                  </a:lnTo>
                  <a:lnTo>
                    <a:pt x="0" y="310357"/>
                  </a:lnTo>
                  <a:lnTo>
                    <a:pt x="43810" y="310357"/>
                  </a:lnTo>
                  <a:lnTo>
                    <a:pt x="43810" y="141294"/>
                  </a:lnTo>
                  <a:lnTo>
                    <a:pt x="44822" y="126742"/>
                  </a:lnTo>
                  <a:lnTo>
                    <a:pt x="47832" y="112428"/>
                  </a:lnTo>
                  <a:lnTo>
                    <a:pt x="52799" y="98495"/>
                  </a:lnTo>
                  <a:lnTo>
                    <a:pt x="59684" y="85086"/>
                  </a:lnTo>
                  <a:lnTo>
                    <a:pt x="74071" y="61024"/>
                  </a:lnTo>
                  <a:lnTo>
                    <a:pt x="75578" y="55673"/>
                  </a:lnTo>
                  <a:lnTo>
                    <a:pt x="75578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6945002" y="2812605"/>
              <a:ext cx="180975" cy="62865"/>
            </a:xfrm>
            <a:custGeom>
              <a:avLst/>
              <a:gdLst/>
              <a:ahLst/>
              <a:cxnLst/>
              <a:rect l="l" t="t" r="r" b="b"/>
              <a:pathLst>
                <a:path w="180975" h="62864">
                  <a:moveTo>
                    <a:pt x="180612" y="0"/>
                  </a:moveTo>
                  <a:lnTo>
                    <a:pt x="0" y="0"/>
                  </a:lnTo>
                  <a:lnTo>
                    <a:pt x="0" y="62710"/>
                  </a:lnTo>
                  <a:lnTo>
                    <a:pt x="180612" y="62710"/>
                  </a:lnTo>
                  <a:lnTo>
                    <a:pt x="180612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6963986" y="2812605"/>
              <a:ext cx="38100" cy="60960"/>
            </a:xfrm>
            <a:custGeom>
              <a:avLst/>
              <a:gdLst/>
              <a:ahLst/>
              <a:cxnLst/>
              <a:rect l="l" t="t" r="r" b="b"/>
              <a:pathLst>
                <a:path w="38100" h="60960">
                  <a:moveTo>
                    <a:pt x="37789" y="0"/>
                  </a:moveTo>
                  <a:lnTo>
                    <a:pt x="0" y="0"/>
                  </a:lnTo>
                  <a:lnTo>
                    <a:pt x="0" y="60919"/>
                  </a:lnTo>
                  <a:lnTo>
                    <a:pt x="37789" y="60919"/>
                  </a:lnTo>
                  <a:lnTo>
                    <a:pt x="37789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236304" y="2951841"/>
              <a:ext cx="115085" cy="226994"/>
            </a:xfrm>
            <a:prstGeom prst="rect">
              <a:avLst/>
            </a:prstGeom>
          </p:spPr>
        </p:pic>
        <p:sp>
          <p:nvSpPr>
            <p:cNvPr id="155" name="object 155" descr=""/>
            <p:cNvSpPr/>
            <p:nvPr/>
          </p:nvSpPr>
          <p:spPr>
            <a:xfrm>
              <a:off x="17462792" y="2853294"/>
              <a:ext cx="246379" cy="320040"/>
            </a:xfrm>
            <a:custGeom>
              <a:avLst/>
              <a:gdLst/>
              <a:ahLst/>
              <a:cxnLst/>
              <a:rect l="l" t="t" r="r" b="b"/>
              <a:pathLst>
                <a:path w="246380" h="320039">
                  <a:moveTo>
                    <a:pt x="246296" y="0"/>
                  </a:moveTo>
                  <a:lnTo>
                    <a:pt x="0" y="0"/>
                  </a:lnTo>
                  <a:lnTo>
                    <a:pt x="0" y="196852"/>
                  </a:lnTo>
                  <a:lnTo>
                    <a:pt x="9676" y="244785"/>
                  </a:lnTo>
                  <a:lnTo>
                    <a:pt x="36066" y="283929"/>
                  </a:lnTo>
                  <a:lnTo>
                    <a:pt x="75210" y="310322"/>
                  </a:lnTo>
                  <a:lnTo>
                    <a:pt x="123148" y="320000"/>
                  </a:lnTo>
                  <a:lnTo>
                    <a:pt x="171081" y="310322"/>
                  </a:lnTo>
                  <a:lnTo>
                    <a:pt x="210225" y="283929"/>
                  </a:lnTo>
                  <a:lnTo>
                    <a:pt x="236617" y="244785"/>
                  </a:lnTo>
                  <a:lnTo>
                    <a:pt x="246296" y="196852"/>
                  </a:lnTo>
                  <a:lnTo>
                    <a:pt x="24629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476476" y="3078635"/>
              <a:ext cx="218925" cy="80971"/>
            </a:xfrm>
            <a:prstGeom prst="rect">
              <a:avLst/>
            </a:prstGeom>
          </p:spPr>
        </p:pic>
        <p:sp>
          <p:nvSpPr>
            <p:cNvPr id="157" name="object 157" descr=""/>
            <p:cNvSpPr/>
            <p:nvPr/>
          </p:nvSpPr>
          <p:spPr>
            <a:xfrm>
              <a:off x="17496621" y="2853292"/>
              <a:ext cx="107314" cy="320040"/>
            </a:xfrm>
            <a:custGeom>
              <a:avLst/>
              <a:gdLst/>
              <a:ahLst/>
              <a:cxnLst/>
              <a:rect l="l" t="t" r="r" b="b"/>
              <a:pathLst>
                <a:path w="107315" h="320039">
                  <a:moveTo>
                    <a:pt x="62825" y="0"/>
                  </a:moveTo>
                  <a:lnTo>
                    <a:pt x="0" y="0"/>
                  </a:lnTo>
                  <a:lnTo>
                    <a:pt x="0" y="275907"/>
                  </a:lnTo>
                  <a:lnTo>
                    <a:pt x="3458" y="293085"/>
                  </a:lnTo>
                  <a:lnTo>
                    <a:pt x="12897" y="307099"/>
                  </a:lnTo>
                  <a:lnTo>
                    <a:pt x="26910" y="316540"/>
                  </a:lnTo>
                  <a:lnTo>
                    <a:pt x="44092" y="320000"/>
                  </a:lnTo>
                  <a:lnTo>
                    <a:pt x="106918" y="320000"/>
                  </a:lnTo>
                  <a:lnTo>
                    <a:pt x="89758" y="316540"/>
                  </a:lnTo>
                  <a:lnTo>
                    <a:pt x="75742" y="307099"/>
                  </a:lnTo>
                  <a:lnTo>
                    <a:pt x="66291" y="293085"/>
                  </a:lnTo>
                  <a:lnTo>
                    <a:pt x="62825" y="275907"/>
                  </a:lnTo>
                  <a:lnTo>
                    <a:pt x="6282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7442632" y="2819273"/>
              <a:ext cx="281940" cy="34290"/>
            </a:xfrm>
            <a:custGeom>
              <a:avLst/>
              <a:gdLst/>
              <a:ahLst/>
              <a:cxnLst/>
              <a:rect l="l" t="t" r="r" b="b"/>
              <a:pathLst>
                <a:path w="281940" h="34289">
                  <a:moveTo>
                    <a:pt x="273960" y="0"/>
                  </a:moveTo>
                  <a:lnTo>
                    <a:pt x="7612" y="0"/>
                  </a:lnTo>
                  <a:lnTo>
                    <a:pt x="0" y="7622"/>
                  </a:lnTo>
                  <a:lnTo>
                    <a:pt x="0" y="26407"/>
                  </a:lnTo>
                  <a:lnTo>
                    <a:pt x="7612" y="34019"/>
                  </a:lnTo>
                  <a:lnTo>
                    <a:pt x="264567" y="34019"/>
                  </a:lnTo>
                  <a:lnTo>
                    <a:pt x="273960" y="34019"/>
                  </a:lnTo>
                  <a:lnTo>
                    <a:pt x="281572" y="26407"/>
                  </a:lnTo>
                  <a:lnTo>
                    <a:pt x="281572" y="7622"/>
                  </a:lnTo>
                  <a:lnTo>
                    <a:pt x="273960" y="0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7462798" y="2853295"/>
              <a:ext cx="246379" cy="11430"/>
            </a:xfrm>
            <a:custGeom>
              <a:avLst/>
              <a:gdLst/>
              <a:ahLst/>
              <a:cxnLst/>
              <a:rect l="l" t="t" r="r" b="b"/>
              <a:pathLst>
                <a:path w="246380" h="11430">
                  <a:moveTo>
                    <a:pt x="246296" y="0"/>
                  </a:moveTo>
                  <a:lnTo>
                    <a:pt x="0" y="0"/>
                  </a:lnTo>
                  <a:lnTo>
                    <a:pt x="0" y="11339"/>
                  </a:lnTo>
                  <a:lnTo>
                    <a:pt x="246296" y="11339"/>
                  </a:lnTo>
                  <a:lnTo>
                    <a:pt x="246296" y="0"/>
                  </a:lnTo>
                  <a:close/>
                </a:path>
              </a:pathLst>
            </a:custGeom>
            <a:solidFill>
              <a:srgbClr val="5E5E5E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7475038" y="2819275"/>
              <a:ext cx="58419" cy="34290"/>
            </a:xfrm>
            <a:custGeom>
              <a:avLst/>
              <a:gdLst/>
              <a:ahLst/>
              <a:cxnLst/>
              <a:rect l="l" t="t" r="r" b="b"/>
              <a:pathLst>
                <a:path w="58419" h="34289">
                  <a:moveTo>
                    <a:pt x="58301" y="0"/>
                  </a:moveTo>
                  <a:lnTo>
                    <a:pt x="0" y="0"/>
                  </a:lnTo>
                  <a:lnTo>
                    <a:pt x="0" y="34019"/>
                  </a:lnTo>
                  <a:lnTo>
                    <a:pt x="58301" y="34019"/>
                  </a:lnTo>
                  <a:lnTo>
                    <a:pt x="58301" y="0"/>
                  </a:lnTo>
                  <a:close/>
                </a:path>
              </a:pathLst>
            </a:custGeom>
            <a:solidFill>
              <a:srgbClr val="FFFFFF">
                <a:alpha val="6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7601388" y="2909029"/>
              <a:ext cx="5715" cy="219710"/>
            </a:xfrm>
            <a:custGeom>
              <a:avLst/>
              <a:gdLst/>
              <a:ahLst/>
              <a:cxnLst/>
              <a:rect l="l" t="t" r="r" b="b"/>
              <a:pathLst>
                <a:path w="5715" h="219710">
                  <a:moveTo>
                    <a:pt x="5359" y="0"/>
                  </a:moveTo>
                  <a:lnTo>
                    <a:pt x="0" y="0"/>
                  </a:lnTo>
                  <a:lnTo>
                    <a:pt x="0" y="218440"/>
                  </a:lnTo>
                  <a:lnTo>
                    <a:pt x="558" y="218440"/>
                  </a:lnTo>
                  <a:lnTo>
                    <a:pt x="558" y="219710"/>
                  </a:lnTo>
                  <a:lnTo>
                    <a:pt x="4787" y="219710"/>
                  </a:lnTo>
                  <a:lnTo>
                    <a:pt x="4787" y="218440"/>
                  </a:lnTo>
                  <a:lnTo>
                    <a:pt x="5359" y="218440"/>
                  </a:lnTo>
                  <a:lnTo>
                    <a:pt x="5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2" name="object 162" descr=""/>
          <p:cNvSpPr/>
          <p:nvPr/>
        </p:nvSpPr>
        <p:spPr>
          <a:xfrm>
            <a:off x="17636275" y="2907315"/>
            <a:ext cx="29845" cy="221615"/>
          </a:xfrm>
          <a:custGeom>
            <a:avLst/>
            <a:gdLst/>
            <a:ahLst/>
            <a:cxnLst/>
            <a:rect l="l" t="t" r="r" b="b"/>
            <a:pathLst>
              <a:path w="29844" h="221614">
                <a:moveTo>
                  <a:pt x="29514" y="218300"/>
                </a:moveTo>
                <a:lnTo>
                  <a:pt x="28613" y="217398"/>
                </a:lnTo>
                <a:lnTo>
                  <a:pt x="901" y="217398"/>
                </a:lnTo>
                <a:lnTo>
                  <a:pt x="0" y="218300"/>
                </a:lnTo>
                <a:lnTo>
                  <a:pt x="0" y="220522"/>
                </a:lnTo>
                <a:lnTo>
                  <a:pt x="901" y="221424"/>
                </a:lnTo>
                <a:lnTo>
                  <a:pt x="27508" y="221424"/>
                </a:lnTo>
                <a:lnTo>
                  <a:pt x="28613" y="221424"/>
                </a:lnTo>
                <a:lnTo>
                  <a:pt x="29514" y="220522"/>
                </a:lnTo>
                <a:lnTo>
                  <a:pt x="29514" y="218300"/>
                </a:lnTo>
                <a:close/>
              </a:path>
              <a:path w="29844" h="221614">
                <a:moveTo>
                  <a:pt x="29514" y="182067"/>
                </a:moveTo>
                <a:lnTo>
                  <a:pt x="28613" y="181152"/>
                </a:lnTo>
                <a:lnTo>
                  <a:pt x="901" y="181152"/>
                </a:lnTo>
                <a:lnTo>
                  <a:pt x="0" y="182067"/>
                </a:lnTo>
                <a:lnTo>
                  <a:pt x="0" y="184277"/>
                </a:lnTo>
                <a:lnTo>
                  <a:pt x="901" y="185191"/>
                </a:lnTo>
                <a:lnTo>
                  <a:pt x="27508" y="185191"/>
                </a:lnTo>
                <a:lnTo>
                  <a:pt x="28613" y="185191"/>
                </a:lnTo>
                <a:lnTo>
                  <a:pt x="29514" y="184277"/>
                </a:lnTo>
                <a:lnTo>
                  <a:pt x="29514" y="182067"/>
                </a:lnTo>
                <a:close/>
              </a:path>
              <a:path w="29844" h="221614">
                <a:moveTo>
                  <a:pt x="29514" y="145834"/>
                </a:moveTo>
                <a:lnTo>
                  <a:pt x="28613" y="144919"/>
                </a:lnTo>
                <a:lnTo>
                  <a:pt x="901" y="144919"/>
                </a:lnTo>
                <a:lnTo>
                  <a:pt x="0" y="145834"/>
                </a:lnTo>
                <a:lnTo>
                  <a:pt x="0" y="148043"/>
                </a:lnTo>
                <a:lnTo>
                  <a:pt x="901" y="148958"/>
                </a:lnTo>
                <a:lnTo>
                  <a:pt x="27508" y="148958"/>
                </a:lnTo>
                <a:lnTo>
                  <a:pt x="28613" y="148958"/>
                </a:lnTo>
                <a:lnTo>
                  <a:pt x="29514" y="148043"/>
                </a:lnTo>
                <a:lnTo>
                  <a:pt x="29514" y="145834"/>
                </a:lnTo>
                <a:close/>
              </a:path>
              <a:path w="29844" h="221614">
                <a:moveTo>
                  <a:pt x="29514" y="109601"/>
                </a:moveTo>
                <a:lnTo>
                  <a:pt x="28613" y="108699"/>
                </a:lnTo>
                <a:lnTo>
                  <a:pt x="901" y="108699"/>
                </a:lnTo>
                <a:lnTo>
                  <a:pt x="0" y="109601"/>
                </a:lnTo>
                <a:lnTo>
                  <a:pt x="0" y="111810"/>
                </a:lnTo>
                <a:lnTo>
                  <a:pt x="901" y="112725"/>
                </a:lnTo>
                <a:lnTo>
                  <a:pt x="27508" y="112725"/>
                </a:lnTo>
                <a:lnTo>
                  <a:pt x="28613" y="112725"/>
                </a:lnTo>
                <a:lnTo>
                  <a:pt x="29514" y="111810"/>
                </a:lnTo>
                <a:lnTo>
                  <a:pt x="29514" y="109601"/>
                </a:lnTo>
                <a:close/>
              </a:path>
              <a:path w="29844" h="221614">
                <a:moveTo>
                  <a:pt x="29514" y="73367"/>
                </a:moveTo>
                <a:lnTo>
                  <a:pt x="28613" y="72466"/>
                </a:lnTo>
                <a:lnTo>
                  <a:pt x="901" y="72466"/>
                </a:lnTo>
                <a:lnTo>
                  <a:pt x="0" y="73367"/>
                </a:lnTo>
                <a:lnTo>
                  <a:pt x="0" y="75590"/>
                </a:lnTo>
                <a:lnTo>
                  <a:pt x="901" y="76492"/>
                </a:lnTo>
                <a:lnTo>
                  <a:pt x="27508" y="76492"/>
                </a:lnTo>
                <a:lnTo>
                  <a:pt x="28613" y="76492"/>
                </a:lnTo>
                <a:lnTo>
                  <a:pt x="29514" y="75590"/>
                </a:lnTo>
                <a:lnTo>
                  <a:pt x="29514" y="73367"/>
                </a:lnTo>
                <a:close/>
              </a:path>
              <a:path w="29844" h="221614">
                <a:moveTo>
                  <a:pt x="29514" y="37134"/>
                </a:moveTo>
                <a:lnTo>
                  <a:pt x="28613" y="36220"/>
                </a:lnTo>
                <a:lnTo>
                  <a:pt x="901" y="36220"/>
                </a:lnTo>
                <a:lnTo>
                  <a:pt x="0" y="37134"/>
                </a:lnTo>
                <a:lnTo>
                  <a:pt x="0" y="39344"/>
                </a:lnTo>
                <a:lnTo>
                  <a:pt x="901" y="40259"/>
                </a:lnTo>
                <a:lnTo>
                  <a:pt x="27508" y="40259"/>
                </a:lnTo>
                <a:lnTo>
                  <a:pt x="28613" y="40259"/>
                </a:lnTo>
                <a:lnTo>
                  <a:pt x="29514" y="39344"/>
                </a:lnTo>
                <a:lnTo>
                  <a:pt x="29514" y="37134"/>
                </a:lnTo>
                <a:close/>
              </a:path>
              <a:path w="29844" h="221614">
                <a:moveTo>
                  <a:pt x="29514" y="901"/>
                </a:moveTo>
                <a:lnTo>
                  <a:pt x="28613" y="0"/>
                </a:lnTo>
                <a:lnTo>
                  <a:pt x="901" y="0"/>
                </a:lnTo>
                <a:lnTo>
                  <a:pt x="0" y="901"/>
                </a:lnTo>
                <a:lnTo>
                  <a:pt x="0" y="3111"/>
                </a:lnTo>
                <a:lnTo>
                  <a:pt x="901" y="4025"/>
                </a:lnTo>
                <a:lnTo>
                  <a:pt x="27508" y="4025"/>
                </a:lnTo>
                <a:lnTo>
                  <a:pt x="28613" y="4025"/>
                </a:lnTo>
                <a:lnTo>
                  <a:pt x="29514" y="3111"/>
                </a:lnTo>
                <a:lnTo>
                  <a:pt x="29514" y="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3" name="object 163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772744" y="2969291"/>
            <a:ext cx="143618" cy="210400"/>
          </a:xfrm>
          <a:prstGeom prst="rect">
            <a:avLst/>
          </a:prstGeom>
        </p:spPr>
      </p:pic>
      <p:grpSp>
        <p:nvGrpSpPr>
          <p:cNvPr id="164" name="object 164" descr=""/>
          <p:cNvGrpSpPr/>
          <p:nvPr/>
        </p:nvGrpSpPr>
        <p:grpSpPr>
          <a:xfrm>
            <a:off x="11115161" y="5334815"/>
            <a:ext cx="7423150" cy="4211955"/>
            <a:chOff x="11115161" y="5334815"/>
            <a:chExt cx="7423150" cy="4211955"/>
          </a:xfrm>
        </p:grpSpPr>
        <p:sp>
          <p:nvSpPr>
            <p:cNvPr id="165" name="object 165" descr=""/>
            <p:cNvSpPr/>
            <p:nvPr/>
          </p:nvSpPr>
          <p:spPr>
            <a:xfrm>
              <a:off x="15713395" y="7276794"/>
              <a:ext cx="465455" cy="2009775"/>
            </a:xfrm>
            <a:custGeom>
              <a:avLst/>
              <a:gdLst/>
              <a:ahLst/>
              <a:cxnLst/>
              <a:rect l="l" t="t" r="r" b="b"/>
              <a:pathLst>
                <a:path w="465455" h="2009775">
                  <a:moveTo>
                    <a:pt x="464970" y="0"/>
                  </a:moveTo>
                  <a:lnTo>
                    <a:pt x="0" y="0"/>
                  </a:lnTo>
                  <a:lnTo>
                    <a:pt x="0" y="2009153"/>
                  </a:lnTo>
                  <a:lnTo>
                    <a:pt x="464970" y="2009153"/>
                  </a:lnTo>
                  <a:lnTo>
                    <a:pt x="464970" y="0"/>
                  </a:lnTo>
                  <a:close/>
                </a:path>
              </a:pathLst>
            </a:custGeom>
            <a:solidFill>
              <a:srgbClr val="D2E0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115161" y="5334815"/>
              <a:ext cx="7422843" cy="4211691"/>
            </a:xfrm>
            <a:prstGeom prst="rect">
              <a:avLst/>
            </a:prstGeom>
          </p:spPr>
        </p:pic>
      </p:grpSp>
      <p:sp>
        <p:nvSpPr>
          <p:cNvPr id="167" name="object 167" descr=""/>
          <p:cNvSpPr txBox="1"/>
          <p:nvPr/>
        </p:nvSpPr>
        <p:spPr>
          <a:xfrm>
            <a:off x="624158" y="728636"/>
            <a:ext cx="179387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Medical</a:t>
            </a:r>
            <a:r>
              <a:rPr dirty="0" sz="1700" spc="6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furniture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" y="9277179"/>
            <a:ext cx="20057745" cy="603885"/>
            <a:chOff x="-1" y="9277179"/>
            <a:chExt cx="20057745" cy="603885"/>
          </a:xfrm>
        </p:grpSpPr>
        <p:sp>
          <p:nvSpPr>
            <p:cNvPr id="3" name="object 3" descr=""/>
            <p:cNvSpPr/>
            <p:nvPr/>
          </p:nvSpPr>
          <p:spPr>
            <a:xfrm>
              <a:off x="0" y="9277179"/>
              <a:ext cx="20057745" cy="18415"/>
            </a:xfrm>
            <a:custGeom>
              <a:avLst/>
              <a:gdLst/>
              <a:ahLst/>
              <a:cxnLst/>
              <a:rect l="l" t="t" r="r" b="b"/>
              <a:pathLst>
                <a:path w="20057745" h="18415">
                  <a:moveTo>
                    <a:pt x="0" y="0"/>
                  </a:moveTo>
                  <a:lnTo>
                    <a:pt x="0" y="18240"/>
                  </a:lnTo>
                  <a:lnTo>
                    <a:pt x="20057635" y="18240"/>
                  </a:lnTo>
                  <a:lnTo>
                    <a:pt x="20057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9304432"/>
              <a:ext cx="17051020" cy="576580"/>
            </a:xfrm>
            <a:custGeom>
              <a:avLst/>
              <a:gdLst/>
              <a:ahLst/>
              <a:cxnLst/>
              <a:rect l="l" t="t" r="r" b="b"/>
              <a:pathLst>
                <a:path w="17051020" h="576579">
                  <a:moveTo>
                    <a:pt x="17050716" y="288048"/>
                  </a:moveTo>
                  <a:lnTo>
                    <a:pt x="15534755" y="288048"/>
                  </a:lnTo>
                  <a:lnTo>
                    <a:pt x="16244265" y="0"/>
                  </a:lnTo>
                  <a:lnTo>
                    <a:pt x="14722374" y="0"/>
                  </a:lnTo>
                  <a:lnTo>
                    <a:pt x="14012405" y="288048"/>
                  </a:lnTo>
                  <a:lnTo>
                    <a:pt x="12502363" y="288048"/>
                  </a:lnTo>
                  <a:lnTo>
                    <a:pt x="13212331" y="0"/>
                  </a:lnTo>
                  <a:lnTo>
                    <a:pt x="11690452" y="0"/>
                  </a:lnTo>
                  <a:lnTo>
                    <a:pt x="10980484" y="288048"/>
                  </a:lnTo>
                  <a:lnTo>
                    <a:pt x="9470415" y="288048"/>
                  </a:lnTo>
                  <a:lnTo>
                    <a:pt x="10180383" y="0"/>
                  </a:lnTo>
                  <a:lnTo>
                    <a:pt x="8658047" y="0"/>
                  </a:lnTo>
                  <a:lnTo>
                    <a:pt x="7948523" y="288048"/>
                  </a:lnTo>
                  <a:lnTo>
                    <a:pt x="6438481" y="288048"/>
                  </a:lnTo>
                  <a:lnTo>
                    <a:pt x="7147992" y="0"/>
                  </a:lnTo>
                  <a:lnTo>
                    <a:pt x="5626112" y="0"/>
                  </a:lnTo>
                  <a:lnTo>
                    <a:pt x="4916144" y="288048"/>
                  </a:lnTo>
                  <a:lnTo>
                    <a:pt x="3406089" y="288048"/>
                  </a:lnTo>
                  <a:lnTo>
                    <a:pt x="4116057" y="0"/>
                  </a:lnTo>
                  <a:lnTo>
                    <a:pt x="2594178" y="0"/>
                  </a:lnTo>
                  <a:lnTo>
                    <a:pt x="1884197" y="288048"/>
                  </a:lnTo>
                  <a:lnTo>
                    <a:pt x="377329" y="288048"/>
                  </a:lnTo>
                  <a:lnTo>
                    <a:pt x="0" y="441248"/>
                  </a:lnTo>
                  <a:lnTo>
                    <a:pt x="0" y="576097"/>
                  </a:lnTo>
                  <a:lnTo>
                    <a:pt x="1189710" y="576097"/>
                  </a:lnTo>
                  <a:lnTo>
                    <a:pt x="1899678" y="288048"/>
                  </a:lnTo>
                  <a:lnTo>
                    <a:pt x="3400171" y="288048"/>
                  </a:lnTo>
                  <a:lnTo>
                    <a:pt x="2690647" y="576097"/>
                  </a:lnTo>
                  <a:lnTo>
                    <a:pt x="4212539" y="576097"/>
                  </a:lnTo>
                  <a:lnTo>
                    <a:pt x="4922507" y="288048"/>
                  </a:lnTo>
                  <a:lnTo>
                    <a:pt x="6432563" y="288048"/>
                  </a:lnTo>
                  <a:lnTo>
                    <a:pt x="5722594" y="576097"/>
                  </a:lnTo>
                  <a:lnTo>
                    <a:pt x="7244474" y="576097"/>
                  </a:lnTo>
                  <a:lnTo>
                    <a:pt x="7954442" y="288048"/>
                  </a:lnTo>
                  <a:lnTo>
                    <a:pt x="9464497" y="288048"/>
                  </a:lnTo>
                  <a:lnTo>
                    <a:pt x="8754529" y="576097"/>
                  </a:lnTo>
                  <a:lnTo>
                    <a:pt x="10276878" y="576097"/>
                  </a:lnTo>
                  <a:lnTo>
                    <a:pt x="10986389" y="288048"/>
                  </a:lnTo>
                  <a:lnTo>
                    <a:pt x="12496444" y="288048"/>
                  </a:lnTo>
                  <a:lnTo>
                    <a:pt x="11786934" y="576097"/>
                  </a:lnTo>
                  <a:lnTo>
                    <a:pt x="13308813" y="576097"/>
                  </a:lnTo>
                  <a:lnTo>
                    <a:pt x="14018781" y="288048"/>
                  </a:lnTo>
                  <a:lnTo>
                    <a:pt x="15528836" y="288048"/>
                  </a:lnTo>
                  <a:lnTo>
                    <a:pt x="14818868" y="576097"/>
                  </a:lnTo>
                  <a:lnTo>
                    <a:pt x="16340747" y="576097"/>
                  </a:lnTo>
                  <a:lnTo>
                    <a:pt x="17050716" y="288048"/>
                  </a:lnTo>
                  <a:close/>
                </a:path>
              </a:pathLst>
            </a:custGeom>
            <a:solidFill>
              <a:srgbClr val="D9F0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269814" y="10175288"/>
            <a:ext cx="2232025" cy="288290"/>
          </a:xfrm>
          <a:custGeom>
            <a:avLst/>
            <a:gdLst/>
            <a:ahLst/>
            <a:cxnLst/>
            <a:rect l="l" t="t" r="r" b="b"/>
            <a:pathLst>
              <a:path w="2232025" h="288290">
                <a:moveTo>
                  <a:pt x="2231398" y="0"/>
                </a:moveTo>
                <a:lnTo>
                  <a:pt x="709507" y="0"/>
                </a:lnTo>
                <a:lnTo>
                  <a:pt x="0" y="288054"/>
                </a:lnTo>
                <a:lnTo>
                  <a:pt x="1521880" y="288054"/>
                </a:lnTo>
                <a:lnTo>
                  <a:pt x="2231398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301743" y="10175288"/>
            <a:ext cx="2232025" cy="288290"/>
          </a:xfrm>
          <a:custGeom>
            <a:avLst/>
            <a:gdLst/>
            <a:ahLst/>
            <a:cxnLst/>
            <a:rect l="l" t="t" r="r" b="b"/>
            <a:pathLst>
              <a:path w="2232025" h="288290">
                <a:moveTo>
                  <a:pt x="2231858" y="0"/>
                </a:moveTo>
                <a:lnTo>
                  <a:pt x="709517" y="0"/>
                </a:lnTo>
                <a:lnTo>
                  <a:pt x="0" y="288054"/>
                </a:lnTo>
                <a:lnTo>
                  <a:pt x="1521890" y="288054"/>
                </a:lnTo>
                <a:lnTo>
                  <a:pt x="2231858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333688" y="10175288"/>
            <a:ext cx="2232025" cy="288290"/>
          </a:xfrm>
          <a:custGeom>
            <a:avLst/>
            <a:gdLst/>
            <a:ahLst/>
            <a:cxnLst/>
            <a:rect l="l" t="t" r="r" b="b"/>
            <a:pathLst>
              <a:path w="2232025" h="288290">
                <a:moveTo>
                  <a:pt x="2231858" y="0"/>
                </a:moveTo>
                <a:lnTo>
                  <a:pt x="709967" y="0"/>
                </a:lnTo>
                <a:lnTo>
                  <a:pt x="0" y="288054"/>
                </a:lnTo>
                <a:lnTo>
                  <a:pt x="1522341" y="288054"/>
                </a:lnTo>
                <a:lnTo>
                  <a:pt x="2231858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0366086" y="10175288"/>
            <a:ext cx="2232025" cy="288290"/>
          </a:xfrm>
          <a:custGeom>
            <a:avLst/>
            <a:gdLst/>
            <a:ahLst/>
            <a:cxnLst/>
            <a:rect l="l" t="t" r="r" b="b"/>
            <a:pathLst>
              <a:path w="2232025" h="288290">
                <a:moveTo>
                  <a:pt x="2231398" y="0"/>
                </a:moveTo>
                <a:lnTo>
                  <a:pt x="709507" y="0"/>
                </a:lnTo>
                <a:lnTo>
                  <a:pt x="0" y="288054"/>
                </a:lnTo>
                <a:lnTo>
                  <a:pt x="1521880" y="288054"/>
                </a:lnTo>
                <a:lnTo>
                  <a:pt x="2231398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398025" y="10175288"/>
            <a:ext cx="2232025" cy="288290"/>
          </a:xfrm>
          <a:custGeom>
            <a:avLst/>
            <a:gdLst/>
            <a:ahLst/>
            <a:cxnLst/>
            <a:rect l="l" t="t" r="r" b="b"/>
            <a:pathLst>
              <a:path w="2232025" h="288290">
                <a:moveTo>
                  <a:pt x="2231848" y="0"/>
                </a:moveTo>
                <a:lnTo>
                  <a:pt x="709507" y="0"/>
                </a:lnTo>
                <a:lnTo>
                  <a:pt x="0" y="288054"/>
                </a:lnTo>
                <a:lnTo>
                  <a:pt x="1521880" y="288054"/>
                </a:lnTo>
                <a:lnTo>
                  <a:pt x="2231848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64715" y="9880525"/>
            <a:ext cx="2232025" cy="288290"/>
          </a:xfrm>
          <a:custGeom>
            <a:avLst/>
            <a:gdLst/>
            <a:ahLst/>
            <a:cxnLst/>
            <a:rect l="l" t="t" r="r" b="b"/>
            <a:pathLst>
              <a:path w="2232025" h="288290">
                <a:moveTo>
                  <a:pt x="2231858" y="0"/>
                </a:moveTo>
                <a:lnTo>
                  <a:pt x="709978" y="0"/>
                </a:lnTo>
                <a:lnTo>
                  <a:pt x="0" y="288054"/>
                </a:lnTo>
                <a:lnTo>
                  <a:pt x="1521890" y="288054"/>
                </a:lnTo>
                <a:lnTo>
                  <a:pt x="2231858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496660" y="9880525"/>
            <a:ext cx="2232025" cy="288290"/>
          </a:xfrm>
          <a:custGeom>
            <a:avLst/>
            <a:gdLst/>
            <a:ahLst/>
            <a:cxnLst/>
            <a:rect l="l" t="t" r="r" b="b"/>
            <a:pathLst>
              <a:path w="2232025" h="288290">
                <a:moveTo>
                  <a:pt x="2231858" y="0"/>
                </a:moveTo>
                <a:lnTo>
                  <a:pt x="709967" y="0"/>
                </a:lnTo>
                <a:lnTo>
                  <a:pt x="0" y="288054"/>
                </a:lnTo>
                <a:lnTo>
                  <a:pt x="1522341" y="288054"/>
                </a:lnTo>
                <a:lnTo>
                  <a:pt x="2231858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529058" y="9880525"/>
            <a:ext cx="2232025" cy="288290"/>
          </a:xfrm>
          <a:custGeom>
            <a:avLst/>
            <a:gdLst/>
            <a:ahLst/>
            <a:cxnLst/>
            <a:rect l="l" t="t" r="r" b="b"/>
            <a:pathLst>
              <a:path w="2232025" h="288290">
                <a:moveTo>
                  <a:pt x="2231848" y="0"/>
                </a:moveTo>
                <a:lnTo>
                  <a:pt x="709507" y="0"/>
                </a:lnTo>
                <a:lnTo>
                  <a:pt x="0" y="288054"/>
                </a:lnTo>
                <a:lnTo>
                  <a:pt x="1521880" y="288054"/>
                </a:lnTo>
                <a:lnTo>
                  <a:pt x="2231848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560987" y="9880525"/>
            <a:ext cx="2232025" cy="288290"/>
          </a:xfrm>
          <a:custGeom>
            <a:avLst/>
            <a:gdLst/>
            <a:ahLst/>
            <a:cxnLst/>
            <a:rect l="l" t="t" r="r" b="b"/>
            <a:pathLst>
              <a:path w="2232025" h="288290">
                <a:moveTo>
                  <a:pt x="2231858" y="0"/>
                </a:moveTo>
                <a:lnTo>
                  <a:pt x="709978" y="0"/>
                </a:lnTo>
                <a:lnTo>
                  <a:pt x="0" y="288054"/>
                </a:lnTo>
                <a:lnTo>
                  <a:pt x="1521890" y="288054"/>
                </a:lnTo>
                <a:lnTo>
                  <a:pt x="2231858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2592932" y="9880525"/>
            <a:ext cx="2232025" cy="288290"/>
          </a:xfrm>
          <a:custGeom>
            <a:avLst/>
            <a:gdLst/>
            <a:ahLst/>
            <a:cxnLst/>
            <a:rect l="l" t="t" r="r" b="b"/>
            <a:pathLst>
              <a:path w="2232025" h="288290">
                <a:moveTo>
                  <a:pt x="2231858" y="0"/>
                </a:moveTo>
                <a:lnTo>
                  <a:pt x="709967" y="0"/>
                </a:lnTo>
                <a:lnTo>
                  <a:pt x="0" y="288054"/>
                </a:lnTo>
                <a:lnTo>
                  <a:pt x="1522341" y="288054"/>
                </a:lnTo>
                <a:lnTo>
                  <a:pt x="2231858" y="0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7019778" y="9304432"/>
            <a:ext cx="3038475" cy="576580"/>
          </a:xfrm>
          <a:custGeom>
            <a:avLst/>
            <a:gdLst/>
            <a:ahLst/>
            <a:cxnLst/>
            <a:rect l="l" t="t" r="r" b="b"/>
            <a:pathLst>
              <a:path w="3038475" h="576579">
                <a:moveTo>
                  <a:pt x="3037852" y="288048"/>
                </a:moveTo>
                <a:lnTo>
                  <a:pt x="1521879" y="288048"/>
                </a:lnTo>
                <a:lnTo>
                  <a:pt x="2231847" y="0"/>
                </a:lnTo>
                <a:lnTo>
                  <a:pt x="709510" y="0"/>
                </a:lnTo>
                <a:lnTo>
                  <a:pt x="0" y="288048"/>
                </a:lnTo>
                <a:lnTo>
                  <a:pt x="1515960" y="288048"/>
                </a:lnTo>
                <a:lnTo>
                  <a:pt x="805992" y="576097"/>
                </a:lnTo>
                <a:lnTo>
                  <a:pt x="2328341" y="576097"/>
                </a:lnTo>
                <a:lnTo>
                  <a:pt x="3037852" y="288048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5600300" y="9880530"/>
            <a:ext cx="3036570" cy="582930"/>
          </a:xfrm>
          <a:custGeom>
            <a:avLst/>
            <a:gdLst/>
            <a:ahLst/>
            <a:cxnLst/>
            <a:rect l="l" t="t" r="r" b="b"/>
            <a:pathLst>
              <a:path w="3036569" h="582929">
                <a:moveTo>
                  <a:pt x="2231847" y="0"/>
                </a:moveTo>
                <a:lnTo>
                  <a:pt x="709498" y="0"/>
                </a:lnTo>
                <a:lnTo>
                  <a:pt x="0" y="288061"/>
                </a:lnTo>
                <a:lnTo>
                  <a:pt x="1521879" y="288061"/>
                </a:lnTo>
                <a:lnTo>
                  <a:pt x="2231847" y="0"/>
                </a:lnTo>
                <a:close/>
              </a:path>
              <a:path w="3036569" h="582929">
                <a:moveTo>
                  <a:pt x="3036481" y="294767"/>
                </a:moveTo>
                <a:lnTo>
                  <a:pt x="1514589" y="294767"/>
                </a:lnTo>
                <a:lnTo>
                  <a:pt x="804621" y="582815"/>
                </a:lnTo>
                <a:lnTo>
                  <a:pt x="2326957" y="582815"/>
                </a:lnTo>
                <a:lnTo>
                  <a:pt x="3036481" y="294767"/>
                </a:lnTo>
                <a:close/>
              </a:path>
            </a:pathLst>
          </a:custGeom>
          <a:solidFill>
            <a:srgbClr val="D9F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1315405" y="8638546"/>
            <a:ext cx="143510" cy="1195070"/>
          </a:xfrm>
          <a:custGeom>
            <a:avLst/>
            <a:gdLst/>
            <a:ahLst/>
            <a:cxnLst/>
            <a:rect l="l" t="t" r="r" b="b"/>
            <a:pathLst>
              <a:path w="143509" h="1195070">
                <a:moveTo>
                  <a:pt x="143419" y="0"/>
                </a:moveTo>
                <a:lnTo>
                  <a:pt x="0" y="0"/>
                </a:lnTo>
                <a:lnTo>
                  <a:pt x="23193" y="1194623"/>
                </a:lnTo>
                <a:lnTo>
                  <a:pt x="117074" y="1194623"/>
                </a:lnTo>
                <a:lnTo>
                  <a:pt x="143419" y="0"/>
                </a:lnTo>
                <a:close/>
              </a:path>
            </a:pathLst>
          </a:custGeom>
          <a:solidFill>
            <a:srgbClr val="0D767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10394089" y="7183340"/>
            <a:ext cx="1758314" cy="1544955"/>
            <a:chOff x="10394089" y="7183340"/>
            <a:chExt cx="1758314" cy="1544955"/>
          </a:xfrm>
        </p:grpSpPr>
        <p:sp>
          <p:nvSpPr>
            <p:cNvPr id="19" name="object 19" descr=""/>
            <p:cNvSpPr/>
            <p:nvPr/>
          </p:nvSpPr>
          <p:spPr>
            <a:xfrm>
              <a:off x="10869089" y="7183340"/>
              <a:ext cx="1283335" cy="1379855"/>
            </a:xfrm>
            <a:custGeom>
              <a:avLst/>
              <a:gdLst/>
              <a:ahLst/>
              <a:cxnLst/>
              <a:rect l="l" t="t" r="r" b="b"/>
              <a:pathLst>
                <a:path w="1283334" h="1379854">
                  <a:moveTo>
                    <a:pt x="981739" y="0"/>
                  </a:moveTo>
                  <a:lnTo>
                    <a:pt x="301017" y="0"/>
                  </a:lnTo>
                  <a:lnTo>
                    <a:pt x="256535" y="3614"/>
                  </a:lnTo>
                  <a:lnTo>
                    <a:pt x="214079" y="14112"/>
                  </a:lnTo>
                  <a:lnTo>
                    <a:pt x="174116" y="30979"/>
                  </a:lnTo>
                  <a:lnTo>
                    <a:pt x="137110" y="53700"/>
                  </a:lnTo>
                  <a:lnTo>
                    <a:pt x="103528" y="81758"/>
                  </a:lnTo>
                  <a:lnTo>
                    <a:pt x="73834" y="114638"/>
                  </a:lnTo>
                  <a:lnTo>
                    <a:pt x="48495" y="151825"/>
                  </a:lnTo>
                  <a:lnTo>
                    <a:pt x="27977" y="192804"/>
                  </a:lnTo>
                  <a:lnTo>
                    <a:pt x="12744" y="237057"/>
                  </a:lnTo>
                  <a:lnTo>
                    <a:pt x="3263" y="284071"/>
                  </a:lnTo>
                  <a:lnTo>
                    <a:pt x="0" y="333330"/>
                  </a:lnTo>
                  <a:lnTo>
                    <a:pt x="0" y="1379581"/>
                  </a:lnTo>
                  <a:lnTo>
                    <a:pt x="1282756" y="1379581"/>
                  </a:lnTo>
                  <a:lnTo>
                    <a:pt x="1282756" y="333330"/>
                  </a:lnTo>
                  <a:lnTo>
                    <a:pt x="1279493" y="284071"/>
                  </a:lnTo>
                  <a:lnTo>
                    <a:pt x="1270012" y="237057"/>
                  </a:lnTo>
                  <a:lnTo>
                    <a:pt x="1254781" y="192804"/>
                  </a:lnTo>
                  <a:lnTo>
                    <a:pt x="1234263" y="151825"/>
                  </a:lnTo>
                  <a:lnTo>
                    <a:pt x="1208925" y="114638"/>
                  </a:lnTo>
                  <a:lnTo>
                    <a:pt x="1179232" y="81758"/>
                  </a:lnTo>
                  <a:lnTo>
                    <a:pt x="1145650" y="53700"/>
                  </a:lnTo>
                  <a:lnTo>
                    <a:pt x="1108645" y="30979"/>
                  </a:lnTo>
                  <a:lnTo>
                    <a:pt x="1068680" y="14112"/>
                  </a:lnTo>
                  <a:lnTo>
                    <a:pt x="1026223" y="3614"/>
                  </a:lnTo>
                  <a:lnTo>
                    <a:pt x="981739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796770" y="7183340"/>
              <a:ext cx="1283335" cy="1379855"/>
            </a:xfrm>
            <a:custGeom>
              <a:avLst/>
              <a:gdLst/>
              <a:ahLst/>
              <a:cxnLst/>
              <a:rect l="l" t="t" r="r" b="b"/>
              <a:pathLst>
                <a:path w="1283334" h="1379854">
                  <a:moveTo>
                    <a:pt x="981739" y="0"/>
                  </a:moveTo>
                  <a:lnTo>
                    <a:pt x="301017" y="0"/>
                  </a:lnTo>
                  <a:lnTo>
                    <a:pt x="256532" y="3614"/>
                  </a:lnTo>
                  <a:lnTo>
                    <a:pt x="214075" y="14112"/>
                  </a:lnTo>
                  <a:lnTo>
                    <a:pt x="174111" y="30979"/>
                  </a:lnTo>
                  <a:lnTo>
                    <a:pt x="137105" y="53700"/>
                  </a:lnTo>
                  <a:lnTo>
                    <a:pt x="103523" y="81758"/>
                  </a:lnTo>
                  <a:lnTo>
                    <a:pt x="73831" y="114638"/>
                  </a:lnTo>
                  <a:lnTo>
                    <a:pt x="48493" y="151825"/>
                  </a:lnTo>
                  <a:lnTo>
                    <a:pt x="27975" y="192804"/>
                  </a:lnTo>
                  <a:lnTo>
                    <a:pt x="12743" y="237057"/>
                  </a:lnTo>
                  <a:lnTo>
                    <a:pt x="3263" y="284071"/>
                  </a:lnTo>
                  <a:lnTo>
                    <a:pt x="0" y="333330"/>
                  </a:lnTo>
                  <a:lnTo>
                    <a:pt x="0" y="1379581"/>
                  </a:lnTo>
                  <a:lnTo>
                    <a:pt x="1282756" y="1379581"/>
                  </a:lnTo>
                  <a:lnTo>
                    <a:pt x="1282756" y="333330"/>
                  </a:lnTo>
                  <a:lnTo>
                    <a:pt x="1279492" y="284071"/>
                  </a:lnTo>
                  <a:lnTo>
                    <a:pt x="1270011" y="237057"/>
                  </a:lnTo>
                  <a:lnTo>
                    <a:pt x="1254779" y="192804"/>
                  </a:lnTo>
                  <a:lnTo>
                    <a:pt x="1234260" y="151825"/>
                  </a:lnTo>
                  <a:lnTo>
                    <a:pt x="1208922" y="114638"/>
                  </a:lnTo>
                  <a:lnTo>
                    <a:pt x="1179228" y="81758"/>
                  </a:lnTo>
                  <a:lnTo>
                    <a:pt x="1145646" y="53700"/>
                  </a:lnTo>
                  <a:lnTo>
                    <a:pt x="1108640" y="30979"/>
                  </a:lnTo>
                  <a:lnTo>
                    <a:pt x="1068677" y="14112"/>
                  </a:lnTo>
                  <a:lnTo>
                    <a:pt x="1026221" y="3614"/>
                  </a:lnTo>
                  <a:lnTo>
                    <a:pt x="98173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596328" y="8562924"/>
              <a:ext cx="1555750" cy="165735"/>
            </a:xfrm>
            <a:custGeom>
              <a:avLst/>
              <a:gdLst/>
              <a:ahLst/>
              <a:cxnLst/>
              <a:rect l="l" t="t" r="r" b="b"/>
              <a:pathLst>
                <a:path w="1555750" h="165734">
                  <a:moveTo>
                    <a:pt x="1555523" y="0"/>
                  </a:moveTo>
                  <a:lnTo>
                    <a:pt x="0" y="0"/>
                  </a:lnTo>
                  <a:lnTo>
                    <a:pt x="0" y="165167"/>
                  </a:lnTo>
                  <a:lnTo>
                    <a:pt x="1423464" y="165167"/>
                  </a:lnTo>
                  <a:lnTo>
                    <a:pt x="1465203" y="158435"/>
                  </a:lnTo>
                  <a:lnTo>
                    <a:pt x="1501454" y="139690"/>
                  </a:lnTo>
                  <a:lnTo>
                    <a:pt x="1530042" y="111106"/>
                  </a:lnTo>
                  <a:lnTo>
                    <a:pt x="1548790" y="74857"/>
                  </a:lnTo>
                  <a:lnTo>
                    <a:pt x="1555523" y="33119"/>
                  </a:lnTo>
                  <a:lnTo>
                    <a:pt x="1555523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394089" y="8562924"/>
              <a:ext cx="1203325" cy="165735"/>
            </a:xfrm>
            <a:custGeom>
              <a:avLst/>
              <a:gdLst/>
              <a:ahLst/>
              <a:cxnLst/>
              <a:rect l="l" t="t" r="r" b="b"/>
              <a:pathLst>
                <a:path w="1203325" h="165734">
                  <a:moveTo>
                    <a:pt x="1120342" y="0"/>
                  </a:moveTo>
                  <a:lnTo>
                    <a:pt x="82583" y="0"/>
                  </a:lnTo>
                  <a:lnTo>
                    <a:pt x="50437" y="6489"/>
                  </a:lnTo>
                  <a:lnTo>
                    <a:pt x="24187" y="24187"/>
                  </a:lnTo>
                  <a:lnTo>
                    <a:pt x="6489" y="50437"/>
                  </a:lnTo>
                  <a:lnTo>
                    <a:pt x="0" y="82583"/>
                  </a:lnTo>
                  <a:lnTo>
                    <a:pt x="6489" y="114729"/>
                  </a:lnTo>
                  <a:lnTo>
                    <a:pt x="24187" y="140980"/>
                  </a:lnTo>
                  <a:lnTo>
                    <a:pt x="50437" y="158678"/>
                  </a:lnTo>
                  <a:lnTo>
                    <a:pt x="82583" y="165167"/>
                  </a:lnTo>
                  <a:lnTo>
                    <a:pt x="1120342" y="165167"/>
                  </a:lnTo>
                  <a:lnTo>
                    <a:pt x="1152488" y="158678"/>
                  </a:lnTo>
                  <a:lnTo>
                    <a:pt x="1178738" y="140981"/>
                  </a:lnTo>
                  <a:lnTo>
                    <a:pt x="1196437" y="114734"/>
                  </a:lnTo>
                  <a:lnTo>
                    <a:pt x="1202926" y="82594"/>
                  </a:lnTo>
                  <a:lnTo>
                    <a:pt x="1196437" y="50433"/>
                  </a:lnTo>
                  <a:lnTo>
                    <a:pt x="1178738" y="24186"/>
                  </a:lnTo>
                  <a:lnTo>
                    <a:pt x="1152488" y="6489"/>
                  </a:lnTo>
                  <a:lnTo>
                    <a:pt x="1120342" y="0"/>
                  </a:lnTo>
                  <a:close/>
                </a:path>
              </a:pathLst>
            </a:custGeom>
            <a:solidFill>
              <a:srgbClr val="AFE2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10869089" y="9708733"/>
            <a:ext cx="1063625" cy="186690"/>
            <a:chOff x="10869089" y="9708733"/>
            <a:chExt cx="1063625" cy="186690"/>
          </a:xfrm>
        </p:grpSpPr>
        <p:sp>
          <p:nvSpPr>
            <p:cNvPr id="24" name="object 24" descr=""/>
            <p:cNvSpPr/>
            <p:nvPr/>
          </p:nvSpPr>
          <p:spPr>
            <a:xfrm>
              <a:off x="10930606" y="9708733"/>
              <a:ext cx="913130" cy="124460"/>
            </a:xfrm>
            <a:custGeom>
              <a:avLst/>
              <a:gdLst/>
              <a:ahLst/>
              <a:cxnLst/>
              <a:rect l="l" t="t" r="r" b="b"/>
              <a:pathLst>
                <a:path w="913129" h="124459">
                  <a:moveTo>
                    <a:pt x="447672" y="0"/>
                  </a:moveTo>
                  <a:lnTo>
                    <a:pt x="0" y="41967"/>
                  </a:lnTo>
                  <a:lnTo>
                    <a:pt x="0" y="124436"/>
                  </a:lnTo>
                  <a:lnTo>
                    <a:pt x="913019" y="124436"/>
                  </a:lnTo>
                  <a:lnTo>
                    <a:pt x="913019" y="41967"/>
                  </a:lnTo>
                  <a:lnTo>
                    <a:pt x="447672" y="0"/>
                  </a:lnTo>
                  <a:close/>
                </a:path>
              </a:pathLst>
            </a:custGeom>
            <a:solidFill>
              <a:srgbClr val="0D767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82118" y="9745117"/>
              <a:ext cx="150204" cy="15020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9089" y="9745117"/>
              <a:ext cx="150204" cy="150204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10884944" y="8728090"/>
            <a:ext cx="1004569" cy="78740"/>
          </a:xfrm>
          <a:custGeom>
            <a:avLst/>
            <a:gdLst/>
            <a:ahLst/>
            <a:cxnLst/>
            <a:rect l="l" t="t" r="r" b="b"/>
            <a:pathLst>
              <a:path w="1004570" h="78740">
                <a:moveTo>
                  <a:pt x="1004335" y="0"/>
                </a:moveTo>
                <a:lnTo>
                  <a:pt x="0" y="0"/>
                </a:lnTo>
                <a:lnTo>
                  <a:pt x="6160" y="30507"/>
                </a:lnTo>
                <a:lnTo>
                  <a:pt x="22960" y="55419"/>
                </a:lnTo>
                <a:lnTo>
                  <a:pt x="47875" y="72215"/>
                </a:lnTo>
                <a:lnTo>
                  <a:pt x="78385" y="78374"/>
                </a:lnTo>
                <a:lnTo>
                  <a:pt x="925961" y="78374"/>
                </a:lnTo>
                <a:lnTo>
                  <a:pt x="956468" y="72215"/>
                </a:lnTo>
                <a:lnTo>
                  <a:pt x="981381" y="55419"/>
                </a:lnTo>
                <a:lnTo>
                  <a:pt x="998177" y="30507"/>
                </a:lnTo>
                <a:lnTo>
                  <a:pt x="1004335" y="0"/>
                </a:lnTo>
                <a:close/>
              </a:path>
            </a:pathLst>
          </a:custGeom>
          <a:solidFill>
            <a:srgbClr val="0D767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4643125" y="4546389"/>
            <a:ext cx="807085" cy="1137920"/>
            <a:chOff x="4643125" y="4546389"/>
            <a:chExt cx="807085" cy="1137920"/>
          </a:xfrm>
        </p:grpSpPr>
        <p:sp>
          <p:nvSpPr>
            <p:cNvPr id="29" name="object 29" descr=""/>
            <p:cNvSpPr/>
            <p:nvPr/>
          </p:nvSpPr>
          <p:spPr>
            <a:xfrm>
              <a:off x="4643125" y="4546389"/>
              <a:ext cx="807085" cy="1137920"/>
            </a:xfrm>
            <a:custGeom>
              <a:avLst/>
              <a:gdLst/>
              <a:ahLst/>
              <a:cxnLst/>
              <a:rect l="l" t="t" r="r" b="b"/>
              <a:pathLst>
                <a:path w="807085" h="1137920">
                  <a:moveTo>
                    <a:pt x="629708" y="0"/>
                  </a:moveTo>
                  <a:lnTo>
                    <a:pt x="0" y="0"/>
                  </a:lnTo>
                  <a:lnTo>
                    <a:pt x="0" y="1137923"/>
                  </a:lnTo>
                  <a:lnTo>
                    <a:pt x="806572" y="1137923"/>
                  </a:lnTo>
                  <a:lnTo>
                    <a:pt x="806572" y="156550"/>
                  </a:lnTo>
                  <a:lnTo>
                    <a:pt x="629708" y="0"/>
                  </a:lnTo>
                  <a:close/>
                </a:path>
              </a:pathLst>
            </a:custGeom>
            <a:solidFill>
              <a:srgbClr val="DEF8F8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5295" y="4546389"/>
              <a:ext cx="184402" cy="164508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4698936" y="4686420"/>
              <a:ext cx="695325" cy="787400"/>
            </a:xfrm>
            <a:custGeom>
              <a:avLst/>
              <a:gdLst/>
              <a:ahLst/>
              <a:cxnLst/>
              <a:rect l="l" t="t" r="r" b="b"/>
              <a:pathLst>
                <a:path w="695325" h="787400">
                  <a:moveTo>
                    <a:pt x="512851" y="3403"/>
                  </a:moveTo>
                  <a:lnTo>
                    <a:pt x="509460" y="0"/>
                  </a:lnTo>
                  <a:lnTo>
                    <a:pt x="164630" y="0"/>
                  </a:lnTo>
                  <a:lnTo>
                    <a:pt x="161239" y="3403"/>
                  </a:lnTo>
                  <a:lnTo>
                    <a:pt x="161239" y="11798"/>
                  </a:lnTo>
                  <a:lnTo>
                    <a:pt x="164630" y="15189"/>
                  </a:lnTo>
                  <a:lnTo>
                    <a:pt x="505256" y="15189"/>
                  </a:lnTo>
                  <a:lnTo>
                    <a:pt x="509460" y="15189"/>
                  </a:lnTo>
                  <a:lnTo>
                    <a:pt x="512851" y="11798"/>
                  </a:lnTo>
                  <a:lnTo>
                    <a:pt x="512851" y="3403"/>
                  </a:lnTo>
                  <a:close/>
                </a:path>
                <a:path w="695325" h="787400">
                  <a:moveTo>
                    <a:pt x="694817" y="775550"/>
                  </a:moveTo>
                  <a:lnTo>
                    <a:pt x="691413" y="772147"/>
                  </a:lnTo>
                  <a:lnTo>
                    <a:pt x="3403" y="772147"/>
                  </a:lnTo>
                  <a:lnTo>
                    <a:pt x="0" y="775550"/>
                  </a:lnTo>
                  <a:lnTo>
                    <a:pt x="0" y="783945"/>
                  </a:lnTo>
                  <a:lnTo>
                    <a:pt x="3403" y="787336"/>
                  </a:lnTo>
                  <a:lnTo>
                    <a:pt x="687222" y="787336"/>
                  </a:lnTo>
                  <a:lnTo>
                    <a:pt x="691413" y="787336"/>
                  </a:lnTo>
                  <a:lnTo>
                    <a:pt x="694817" y="783945"/>
                  </a:lnTo>
                  <a:lnTo>
                    <a:pt x="694817" y="775550"/>
                  </a:lnTo>
                  <a:close/>
                </a:path>
                <a:path w="695325" h="787400">
                  <a:moveTo>
                    <a:pt x="694817" y="724369"/>
                  </a:moveTo>
                  <a:lnTo>
                    <a:pt x="691413" y="720979"/>
                  </a:lnTo>
                  <a:lnTo>
                    <a:pt x="3403" y="720979"/>
                  </a:lnTo>
                  <a:lnTo>
                    <a:pt x="0" y="724369"/>
                  </a:lnTo>
                  <a:lnTo>
                    <a:pt x="0" y="732777"/>
                  </a:lnTo>
                  <a:lnTo>
                    <a:pt x="3403" y="736155"/>
                  </a:lnTo>
                  <a:lnTo>
                    <a:pt x="687222" y="736155"/>
                  </a:lnTo>
                  <a:lnTo>
                    <a:pt x="691413" y="736155"/>
                  </a:lnTo>
                  <a:lnTo>
                    <a:pt x="694817" y="732777"/>
                  </a:lnTo>
                  <a:lnTo>
                    <a:pt x="694817" y="724369"/>
                  </a:lnTo>
                  <a:close/>
                </a:path>
                <a:path w="695325" h="787400">
                  <a:moveTo>
                    <a:pt x="694817" y="673201"/>
                  </a:moveTo>
                  <a:lnTo>
                    <a:pt x="691413" y="669810"/>
                  </a:lnTo>
                  <a:lnTo>
                    <a:pt x="3403" y="669810"/>
                  </a:lnTo>
                  <a:lnTo>
                    <a:pt x="0" y="673201"/>
                  </a:lnTo>
                  <a:lnTo>
                    <a:pt x="0" y="681596"/>
                  </a:lnTo>
                  <a:lnTo>
                    <a:pt x="3403" y="684999"/>
                  </a:lnTo>
                  <a:lnTo>
                    <a:pt x="687222" y="684999"/>
                  </a:lnTo>
                  <a:lnTo>
                    <a:pt x="691413" y="684999"/>
                  </a:lnTo>
                  <a:lnTo>
                    <a:pt x="694817" y="681596"/>
                  </a:lnTo>
                  <a:lnTo>
                    <a:pt x="694817" y="673201"/>
                  </a:lnTo>
                  <a:close/>
                </a:path>
                <a:path w="695325" h="787400">
                  <a:moveTo>
                    <a:pt x="694817" y="622033"/>
                  </a:moveTo>
                  <a:lnTo>
                    <a:pt x="691413" y="618642"/>
                  </a:lnTo>
                  <a:lnTo>
                    <a:pt x="3403" y="618642"/>
                  </a:lnTo>
                  <a:lnTo>
                    <a:pt x="0" y="622033"/>
                  </a:lnTo>
                  <a:lnTo>
                    <a:pt x="0" y="630428"/>
                  </a:lnTo>
                  <a:lnTo>
                    <a:pt x="3403" y="633831"/>
                  </a:lnTo>
                  <a:lnTo>
                    <a:pt x="687222" y="633831"/>
                  </a:lnTo>
                  <a:lnTo>
                    <a:pt x="691413" y="633831"/>
                  </a:lnTo>
                  <a:lnTo>
                    <a:pt x="694817" y="630428"/>
                  </a:lnTo>
                  <a:lnTo>
                    <a:pt x="694817" y="622033"/>
                  </a:lnTo>
                  <a:close/>
                </a:path>
                <a:path w="695325" h="787400">
                  <a:moveTo>
                    <a:pt x="694817" y="427951"/>
                  </a:moveTo>
                  <a:lnTo>
                    <a:pt x="691413" y="424561"/>
                  </a:lnTo>
                  <a:lnTo>
                    <a:pt x="3403" y="424561"/>
                  </a:lnTo>
                  <a:lnTo>
                    <a:pt x="0" y="427951"/>
                  </a:lnTo>
                  <a:lnTo>
                    <a:pt x="0" y="436359"/>
                  </a:lnTo>
                  <a:lnTo>
                    <a:pt x="3403" y="439750"/>
                  </a:lnTo>
                  <a:lnTo>
                    <a:pt x="687222" y="439750"/>
                  </a:lnTo>
                  <a:lnTo>
                    <a:pt x="691413" y="439750"/>
                  </a:lnTo>
                  <a:lnTo>
                    <a:pt x="694817" y="436359"/>
                  </a:lnTo>
                  <a:lnTo>
                    <a:pt x="694817" y="427951"/>
                  </a:lnTo>
                  <a:close/>
                </a:path>
                <a:path w="695325" h="787400">
                  <a:moveTo>
                    <a:pt x="694817" y="376783"/>
                  </a:moveTo>
                  <a:lnTo>
                    <a:pt x="691413" y="373392"/>
                  </a:lnTo>
                  <a:lnTo>
                    <a:pt x="3403" y="373392"/>
                  </a:lnTo>
                  <a:lnTo>
                    <a:pt x="0" y="376783"/>
                  </a:lnTo>
                  <a:lnTo>
                    <a:pt x="0" y="385191"/>
                  </a:lnTo>
                  <a:lnTo>
                    <a:pt x="3403" y="388581"/>
                  </a:lnTo>
                  <a:lnTo>
                    <a:pt x="687222" y="388581"/>
                  </a:lnTo>
                  <a:lnTo>
                    <a:pt x="691413" y="388581"/>
                  </a:lnTo>
                  <a:lnTo>
                    <a:pt x="694817" y="385191"/>
                  </a:lnTo>
                  <a:lnTo>
                    <a:pt x="694817" y="376783"/>
                  </a:lnTo>
                  <a:close/>
                </a:path>
                <a:path w="695325" h="787400">
                  <a:moveTo>
                    <a:pt x="694817" y="325615"/>
                  </a:moveTo>
                  <a:lnTo>
                    <a:pt x="691413" y="322224"/>
                  </a:lnTo>
                  <a:lnTo>
                    <a:pt x="3403" y="322224"/>
                  </a:lnTo>
                  <a:lnTo>
                    <a:pt x="0" y="325615"/>
                  </a:lnTo>
                  <a:lnTo>
                    <a:pt x="0" y="334010"/>
                  </a:lnTo>
                  <a:lnTo>
                    <a:pt x="3403" y="337400"/>
                  </a:lnTo>
                  <a:lnTo>
                    <a:pt x="687222" y="337400"/>
                  </a:lnTo>
                  <a:lnTo>
                    <a:pt x="691413" y="337400"/>
                  </a:lnTo>
                  <a:lnTo>
                    <a:pt x="694817" y="334010"/>
                  </a:lnTo>
                  <a:lnTo>
                    <a:pt x="694817" y="325615"/>
                  </a:lnTo>
                  <a:close/>
                </a:path>
                <a:path w="695325" h="787400">
                  <a:moveTo>
                    <a:pt x="694817" y="274447"/>
                  </a:moveTo>
                  <a:lnTo>
                    <a:pt x="691413" y="271056"/>
                  </a:lnTo>
                  <a:lnTo>
                    <a:pt x="3403" y="271056"/>
                  </a:lnTo>
                  <a:lnTo>
                    <a:pt x="0" y="274447"/>
                  </a:lnTo>
                  <a:lnTo>
                    <a:pt x="0" y="282841"/>
                  </a:lnTo>
                  <a:lnTo>
                    <a:pt x="3403" y="286232"/>
                  </a:lnTo>
                  <a:lnTo>
                    <a:pt x="687222" y="286232"/>
                  </a:lnTo>
                  <a:lnTo>
                    <a:pt x="691413" y="286232"/>
                  </a:lnTo>
                  <a:lnTo>
                    <a:pt x="694817" y="282841"/>
                  </a:lnTo>
                  <a:lnTo>
                    <a:pt x="694817" y="274447"/>
                  </a:lnTo>
                  <a:close/>
                </a:path>
                <a:path w="695325" h="787400">
                  <a:moveTo>
                    <a:pt x="694817" y="201383"/>
                  </a:moveTo>
                  <a:lnTo>
                    <a:pt x="691413" y="197993"/>
                  </a:lnTo>
                  <a:lnTo>
                    <a:pt x="3403" y="197993"/>
                  </a:lnTo>
                  <a:lnTo>
                    <a:pt x="0" y="201383"/>
                  </a:lnTo>
                  <a:lnTo>
                    <a:pt x="0" y="209791"/>
                  </a:lnTo>
                  <a:lnTo>
                    <a:pt x="3403" y="213182"/>
                  </a:lnTo>
                  <a:lnTo>
                    <a:pt x="687222" y="213182"/>
                  </a:lnTo>
                  <a:lnTo>
                    <a:pt x="691413" y="213182"/>
                  </a:lnTo>
                  <a:lnTo>
                    <a:pt x="694817" y="209791"/>
                  </a:lnTo>
                  <a:lnTo>
                    <a:pt x="694817" y="201383"/>
                  </a:lnTo>
                  <a:close/>
                </a:path>
                <a:path w="695325" h="787400">
                  <a:moveTo>
                    <a:pt x="694817" y="150215"/>
                  </a:moveTo>
                  <a:lnTo>
                    <a:pt x="691413" y="146824"/>
                  </a:lnTo>
                  <a:lnTo>
                    <a:pt x="3403" y="146824"/>
                  </a:lnTo>
                  <a:lnTo>
                    <a:pt x="0" y="150215"/>
                  </a:lnTo>
                  <a:lnTo>
                    <a:pt x="0" y="158610"/>
                  </a:lnTo>
                  <a:lnTo>
                    <a:pt x="3403" y="162013"/>
                  </a:lnTo>
                  <a:lnTo>
                    <a:pt x="687222" y="162013"/>
                  </a:lnTo>
                  <a:lnTo>
                    <a:pt x="691413" y="162013"/>
                  </a:lnTo>
                  <a:lnTo>
                    <a:pt x="694817" y="158610"/>
                  </a:lnTo>
                  <a:lnTo>
                    <a:pt x="694817" y="150215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3510045" y="4904788"/>
            <a:ext cx="807085" cy="1138555"/>
            <a:chOff x="3510045" y="4904788"/>
            <a:chExt cx="807085" cy="1138555"/>
          </a:xfrm>
        </p:grpSpPr>
        <p:sp>
          <p:nvSpPr>
            <p:cNvPr id="33" name="object 33" descr=""/>
            <p:cNvSpPr/>
            <p:nvPr/>
          </p:nvSpPr>
          <p:spPr>
            <a:xfrm>
              <a:off x="3510045" y="4904788"/>
              <a:ext cx="807085" cy="1138555"/>
            </a:xfrm>
            <a:custGeom>
              <a:avLst/>
              <a:gdLst/>
              <a:ahLst/>
              <a:cxnLst/>
              <a:rect l="l" t="t" r="r" b="b"/>
              <a:pathLst>
                <a:path w="807085" h="1138554">
                  <a:moveTo>
                    <a:pt x="629708" y="0"/>
                  </a:moveTo>
                  <a:lnTo>
                    <a:pt x="0" y="0"/>
                  </a:lnTo>
                  <a:lnTo>
                    <a:pt x="0" y="1137933"/>
                  </a:lnTo>
                  <a:lnTo>
                    <a:pt x="806572" y="1137933"/>
                  </a:lnTo>
                  <a:lnTo>
                    <a:pt x="806572" y="156571"/>
                  </a:lnTo>
                  <a:lnTo>
                    <a:pt x="629708" y="0"/>
                  </a:lnTo>
                  <a:close/>
                </a:path>
              </a:pathLst>
            </a:custGeom>
            <a:solidFill>
              <a:srgbClr val="DEF8F8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2214" y="4904788"/>
              <a:ext cx="184402" cy="164518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3565855" y="5044839"/>
              <a:ext cx="695325" cy="787400"/>
            </a:xfrm>
            <a:custGeom>
              <a:avLst/>
              <a:gdLst/>
              <a:ahLst/>
              <a:cxnLst/>
              <a:rect l="l" t="t" r="r" b="b"/>
              <a:pathLst>
                <a:path w="695325" h="787400">
                  <a:moveTo>
                    <a:pt x="512851" y="3390"/>
                  </a:moveTo>
                  <a:lnTo>
                    <a:pt x="509460" y="0"/>
                  </a:lnTo>
                  <a:lnTo>
                    <a:pt x="164630" y="0"/>
                  </a:lnTo>
                  <a:lnTo>
                    <a:pt x="161239" y="3390"/>
                  </a:lnTo>
                  <a:lnTo>
                    <a:pt x="161239" y="11772"/>
                  </a:lnTo>
                  <a:lnTo>
                    <a:pt x="164630" y="15176"/>
                  </a:lnTo>
                  <a:lnTo>
                    <a:pt x="505256" y="15176"/>
                  </a:lnTo>
                  <a:lnTo>
                    <a:pt x="509460" y="15176"/>
                  </a:lnTo>
                  <a:lnTo>
                    <a:pt x="512851" y="11772"/>
                  </a:lnTo>
                  <a:lnTo>
                    <a:pt x="512851" y="3390"/>
                  </a:lnTo>
                  <a:close/>
                </a:path>
                <a:path w="695325" h="787400">
                  <a:moveTo>
                    <a:pt x="694817" y="775538"/>
                  </a:moveTo>
                  <a:lnTo>
                    <a:pt x="691413" y="772147"/>
                  </a:lnTo>
                  <a:lnTo>
                    <a:pt x="3403" y="772147"/>
                  </a:lnTo>
                  <a:lnTo>
                    <a:pt x="0" y="775538"/>
                  </a:lnTo>
                  <a:lnTo>
                    <a:pt x="0" y="783945"/>
                  </a:lnTo>
                  <a:lnTo>
                    <a:pt x="3403" y="787336"/>
                  </a:lnTo>
                  <a:lnTo>
                    <a:pt x="687222" y="787336"/>
                  </a:lnTo>
                  <a:lnTo>
                    <a:pt x="691413" y="787336"/>
                  </a:lnTo>
                  <a:lnTo>
                    <a:pt x="694817" y="783945"/>
                  </a:lnTo>
                  <a:lnTo>
                    <a:pt x="694817" y="775538"/>
                  </a:lnTo>
                  <a:close/>
                </a:path>
                <a:path w="695325" h="787400">
                  <a:moveTo>
                    <a:pt x="694817" y="724357"/>
                  </a:moveTo>
                  <a:lnTo>
                    <a:pt x="691413" y="720966"/>
                  </a:lnTo>
                  <a:lnTo>
                    <a:pt x="3403" y="720966"/>
                  </a:lnTo>
                  <a:lnTo>
                    <a:pt x="0" y="724357"/>
                  </a:lnTo>
                  <a:lnTo>
                    <a:pt x="0" y="732751"/>
                  </a:lnTo>
                  <a:lnTo>
                    <a:pt x="3403" y="736155"/>
                  </a:lnTo>
                  <a:lnTo>
                    <a:pt x="687222" y="736155"/>
                  </a:lnTo>
                  <a:lnTo>
                    <a:pt x="691413" y="736155"/>
                  </a:lnTo>
                  <a:lnTo>
                    <a:pt x="694817" y="732751"/>
                  </a:lnTo>
                  <a:lnTo>
                    <a:pt x="694817" y="724357"/>
                  </a:lnTo>
                  <a:close/>
                </a:path>
                <a:path w="695325" h="787400">
                  <a:moveTo>
                    <a:pt x="694817" y="673188"/>
                  </a:moveTo>
                  <a:lnTo>
                    <a:pt x="691413" y="669798"/>
                  </a:lnTo>
                  <a:lnTo>
                    <a:pt x="3403" y="669798"/>
                  </a:lnTo>
                  <a:lnTo>
                    <a:pt x="0" y="673188"/>
                  </a:lnTo>
                  <a:lnTo>
                    <a:pt x="0" y="681596"/>
                  </a:lnTo>
                  <a:lnTo>
                    <a:pt x="3403" y="684987"/>
                  </a:lnTo>
                  <a:lnTo>
                    <a:pt x="687222" y="684987"/>
                  </a:lnTo>
                  <a:lnTo>
                    <a:pt x="691413" y="684987"/>
                  </a:lnTo>
                  <a:lnTo>
                    <a:pt x="694817" y="681596"/>
                  </a:lnTo>
                  <a:lnTo>
                    <a:pt x="694817" y="673188"/>
                  </a:lnTo>
                  <a:close/>
                </a:path>
                <a:path w="695325" h="787400">
                  <a:moveTo>
                    <a:pt x="694817" y="622033"/>
                  </a:moveTo>
                  <a:lnTo>
                    <a:pt x="691413" y="618629"/>
                  </a:lnTo>
                  <a:lnTo>
                    <a:pt x="3403" y="618629"/>
                  </a:lnTo>
                  <a:lnTo>
                    <a:pt x="0" y="622033"/>
                  </a:lnTo>
                  <a:lnTo>
                    <a:pt x="0" y="630428"/>
                  </a:lnTo>
                  <a:lnTo>
                    <a:pt x="3403" y="633818"/>
                  </a:lnTo>
                  <a:lnTo>
                    <a:pt x="687222" y="633818"/>
                  </a:lnTo>
                  <a:lnTo>
                    <a:pt x="691413" y="633818"/>
                  </a:lnTo>
                  <a:lnTo>
                    <a:pt x="694817" y="630428"/>
                  </a:lnTo>
                  <a:lnTo>
                    <a:pt x="694817" y="622033"/>
                  </a:lnTo>
                  <a:close/>
                </a:path>
                <a:path w="695325" h="787400">
                  <a:moveTo>
                    <a:pt x="694817" y="427951"/>
                  </a:moveTo>
                  <a:lnTo>
                    <a:pt x="691413" y="424561"/>
                  </a:lnTo>
                  <a:lnTo>
                    <a:pt x="3403" y="424561"/>
                  </a:lnTo>
                  <a:lnTo>
                    <a:pt x="0" y="427951"/>
                  </a:lnTo>
                  <a:lnTo>
                    <a:pt x="0" y="436346"/>
                  </a:lnTo>
                  <a:lnTo>
                    <a:pt x="3403" y="439737"/>
                  </a:lnTo>
                  <a:lnTo>
                    <a:pt x="687222" y="439737"/>
                  </a:lnTo>
                  <a:lnTo>
                    <a:pt x="691413" y="439737"/>
                  </a:lnTo>
                  <a:lnTo>
                    <a:pt x="694817" y="436346"/>
                  </a:lnTo>
                  <a:lnTo>
                    <a:pt x="694817" y="427951"/>
                  </a:lnTo>
                  <a:close/>
                </a:path>
                <a:path w="695325" h="787400">
                  <a:moveTo>
                    <a:pt x="694817" y="376783"/>
                  </a:moveTo>
                  <a:lnTo>
                    <a:pt x="691413" y="373380"/>
                  </a:lnTo>
                  <a:lnTo>
                    <a:pt x="3403" y="373380"/>
                  </a:lnTo>
                  <a:lnTo>
                    <a:pt x="0" y="376783"/>
                  </a:lnTo>
                  <a:lnTo>
                    <a:pt x="0" y="385178"/>
                  </a:lnTo>
                  <a:lnTo>
                    <a:pt x="3403" y="388581"/>
                  </a:lnTo>
                  <a:lnTo>
                    <a:pt x="687222" y="388581"/>
                  </a:lnTo>
                  <a:lnTo>
                    <a:pt x="691413" y="388581"/>
                  </a:lnTo>
                  <a:lnTo>
                    <a:pt x="694817" y="385178"/>
                  </a:lnTo>
                  <a:lnTo>
                    <a:pt x="694817" y="376783"/>
                  </a:lnTo>
                  <a:close/>
                </a:path>
                <a:path w="695325" h="787400">
                  <a:moveTo>
                    <a:pt x="694817" y="325602"/>
                  </a:moveTo>
                  <a:lnTo>
                    <a:pt x="691413" y="322211"/>
                  </a:lnTo>
                  <a:lnTo>
                    <a:pt x="3403" y="322211"/>
                  </a:lnTo>
                  <a:lnTo>
                    <a:pt x="0" y="325602"/>
                  </a:lnTo>
                  <a:lnTo>
                    <a:pt x="0" y="333997"/>
                  </a:lnTo>
                  <a:lnTo>
                    <a:pt x="3403" y="337400"/>
                  </a:lnTo>
                  <a:lnTo>
                    <a:pt x="687222" y="337400"/>
                  </a:lnTo>
                  <a:lnTo>
                    <a:pt x="691413" y="337400"/>
                  </a:lnTo>
                  <a:lnTo>
                    <a:pt x="694817" y="333997"/>
                  </a:lnTo>
                  <a:lnTo>
                    <a:pt x="694817" y="325602"/>
                  </a:lnTo>
                  <a:close/>
                </a:path>
                <a:path w="695325" h="787400">
                  <a:moveTo>
                    <a:pt x="694817" y="274434"/>
                  </a:moveTo>
                  <a:lnTo>
                    <a:pt x="691413" y="271043"/>
                  </a:lnTo>
                  <a:lnTo>
                    <a:pt x="3403" y="271043"/>
                  </a:lnTo>
                  <a:lnTo>
                    <a:pt x="0" y="274434"/>
                  </a:lnTo>
                  <a:lnTo>
                    <a:pt x="0" y="282829"/>
                  </a:lnTo>
                  <a:lnTo>
                    <a:pt x="3403" y="286232"/>
                  </a:lnTo>
                  <a:lnTo>
                    <a:pt x="687222" y="286232"/>
                  </a:lnTo>
                  <a:lnTo>
                    <a:pt x="691413" y="286232"/>
                  </a:lnTo>
                  <a:lnTo>
                    <a:pt x="694817" y="282829"/>
                  </a:lnTo>
                  <a:lnTo>
                    <a:pt x="694817" y="274434"/>
                  </a:lnTo>
                  <a:close/>
                </a:path>
                <a:path w="695325" h="787400">
                  <a:moveTo>
                    <a:pt x="694817" y="201383"/>
                  </a:moveTo>
                  <a:lnTo>
                    <a:pt x="691413" y="197980"/>
                  </a:lnTo>
                  <a:lnTo>
                    <a:pt x="3403" y="197980"/>
                  </a:lnTo>
                  <a:lnTo>
                    <a:pt x="0" y="201383"/>
                  </a:lnTo>
                  <a:lnTo>
                    <a:pt x="0" y="209778"/>
                  </a:lnTo>
                  <a:lnTo>
                    <a:pt x="3403" y="213169"/>
                  </a:lnTo>
                  <a:lnTo>
                    <a:pt x="687222" y="213169"/>
                  </a:lnTo>
                  <a:lnTo>
                    <a:pt x="691413" y="213169"/>
                  </a:lnTo>
                  <a:lnTo>
                    <a:pt x="694817" y="209778"/>
                  </a:lnTo>
                  <a:lnTo>
                    <a:pt x="694817" y="201383"/>
                  </a:lnTo>
                  <a:close/>
                </a:path>
                <a:path w="695325" h="787400">
                  <a:moveTo>
                    <a:pt x="694817" y="150215"/>
                  </a:moveTo>
                  <a:lnTo>
                    <a:pt x="691413" y="146824"/>
                  </a:lnTo>
                  <a:lnTo>
                    <a:pt x="3403" y="146824"/>
                  </a:lnTo>
                  <a:lnTo>
                    <a:pt x="0" y="150215"/>
                  </a:lnTo>
                  <a:lnTo>
                    <a:pt x="0" y="158610"/>
                  </a:lnTo>
                  <a:lnTo>
                    <a:pt x="3403" y="162001"/>
                  </a:lnTo>
                  <a:lnTo>
                    <a:pt x="687222" y="162001"/>
                  </a:lnTo>
                  <a:lnTo>
                    <a:pt x="691413" y="162001"/>
                  </a:lnTo>
                  <a:lnTo>
                    <a:pt x="694817" y="158610"/>
                  </a:lnTo>
                  <a:lnTo>
                    <a:pt x="694817" y="150215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12106029" y="4289266"/>
            <a:ext cx="2763520" cy="1840230"/>
            <a:chOff x="12106029" y="4289266"/>
            <a:chExt cx="2763520" cy="1840230"/>
          </a:xfrm>
        </p:grpSpPr>
        <p:sp>
          <p:nvSpPr>
            <p:cNvPr id="37" name="object 37" descr=""/>
            <p:cNvSpPr/>
            <p:nvPr/>
          </p:nvSpPr>
          <p:spPr>
            <a:xfrm>
              <a:off x="12124447" y="4307125"/>
              <a:ext cx="2726690" cy="1803400"/>
            </a:xfrm>
            <a:custGeom>
              <a:avLst/>
              <a:gdLst/>
              <a:ahLst/>
              <a:cxnLst/>
              <a:rect l="l" t="t" r="r" b="b"/>
              <a:pathLst>
                <a:path w="2726690" h="1803400">
                  <a:moveTo>
                    <a:pt x="2726419" y="0"/>
                  </a:moveTo>
                  <a:lnTo>
                    <a:pt x="0" y="0"/>
                  </a:lnTo>
                  <a:lnTo>
                    <a:pt x="0" y="1803369"/>
                  </a:lnTo>
                  <a:lnTo>
                    <a:pt x="2726419" y="1803369"/>
                  </a:lnTo>
                  <a:lnTo>
                    <a:pt x="2726419" y="0"/>
                  </a:lnTo>
                  <a:close/>
                </a:path>
              </a:pathLst>
            </a:custGeom>
            <a:solidFill>
              <a:srgbClr val="DEF8F8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2106021" y="4289265"/>
              <a:ext cx="2763520" cy="1840230"/>
            </a:xfrm>
            <a:custGeom>
              <a:avLst/>
              <a:gdLst/>
              <a:ahLst/>
              <a:cxnLst/>
              <a:rect l="l" t="t" r="r" b="b"/>
              <a:pathLst>
                <a:path w="2763519" h="1840229">
                  <a:moveTo>
                    <a:pt x="602615" y="199453"/>
                  </a:moveTo>
                  <a:lnTo>
                    <a:pt x="146558" y="199453"/>
                  </a:lnTo>
                  <a:lnTo>
                    <a:pt x="146558" y="815987"/>
                  </a:lnTo>
                  <a:lnTo>
                    <a:pt x="602615" y="815987"/>
                  </a:lnTo>
                  <a:lnTo>
                    <a:pt x="602615" y="199453"/>
                  </a:lnTo>
                  <a:close/>
                </a:path>
                <a:path w="2763519" h="1840229">
                  <a:moveTo>
                    <a:pt x="622058" y="1564081"/>
                  </a:moveTo>
                  <a:lnTo>
                    <a:pt x="617943" y="1559966"/>
                  </a:lnTo>
                  <a:lnTo>
                    <a:pt x="106146" y="1559966"/>
                  </a:lnTo>
                  <a:lnTo>
                    <a:pt x="102031" y="1564081"/>
                  </a:lnTo>
                  <a:lnTo>
                    <a:pt x="102031" y="1574253"/>
                  </a:lnTo>
                  <a:lnTo>
                    <a:pt x="106146" y="1578381"/>
                  </a:lnTo>
                  <a:lnTo>
                    <a:pt x="612851" y="1578381"/>
                  </a:lnTo>
                  <a:lnTo>
                    <a:pt x="617943" y="1578381"/>
                  </a:lnTo>
                  <a:lnTo>
                    <a:pt x="622058" y="1574253"/>
                  </a:lnTo>
                  <a:lnTo>
                    <a:pt x="622058" y="1564081"/>
                  </a:lnTo>
                  <a:close/>
                </a:path>
                <a:path w="2763519" h="1840229">
                  <a:moveTo>
                    <a:pt x="622058" y="1466837"/>
                  </a:moveTo>
                  <a:lnTo>
                    <a:pt x="617943" y="1462722"/>
                  </a:lnTo>
                  <a:lnTo>
                    <a:pt x="106146" y="1462722"/>
                  </a:lnTo>
                  <a:lnTo>
                    <a:pt x="102031" y="1466837"/>
                  </a:lnTo>
                  <a:lnTo>
                    <a:pt x="102031" y="1477022"/>
                  </a:lnTo>
                  <a:lnTo>
                    <a:pt x="106146" y="1481137"/>
                  </a:lnTo>
                  <a:lnTo>
                    <a:pt x="612851" y="1481137"/>
                  </a:lnTo>
                  <a:lnTo>
                    <a:pt x="617943" y="1481137"/>
                  </a:lnTo>
                  <a:lnTo>
                    <a:pt x="622058" y="1477022"/>
                  </a:lnTo>
                  <a:lnTo>
                    <a:pt x="622058" y="1466837"/>
                  </a:lnTo>
                  <a:close/>
                </a:path>
                <a:path w="2763519" h="1840229">
                  <a:moveTo>
                    <a:pt x="622058" y="1369618"/>
                  </a:moveTo>
                  <a:lnTo>
                    <a:pt x="617943" y="1365516"/>
                  </a:lnTo>
                  <a:lnTo>
                    <a:pt x="106146" y="1365516"/>
                  </a:lnTo>
                  <a:lnTo>
                    <a:pt x="102031" y="1369618"/>
                  </a:lnTo>
                  <a:lnTo>
                    <a:pt x="102031" y="1379804"/>
                  </a:lnTo>
                  <a:lnTo>
                    <a:pt x="106146" y="1383919"/>
                  </a:lnTo>
                  <a:lnTo>
                    <a:pt x="612851" y="1383919"/>
                  </a:lnTo>
                  <a:lnTo>
                    <a:pt x="617943" y="1383919"/>
                  </a:lnTo>
                  <a:lnTo>
                    <a:pt x="622058" y="1379804"/>
                  </a:lnTo>
                  <a:lnTo>
                    <a:pt x="622058" y="1369618"/>
                  </a:lnTo>
                  <a:close/>
                </a:path>
                <a:path w="2763519" h="1840229">
                  <a:moveTo>
                    <a:pt x="622058" y="1294485"/>
                  </a:moveTo>
                  <a:lnTo>
                    <a:pt x="617943" y="1290370"/>
                  </a:lnTo>
                  <a:lnTo>
                    <a:pt x="106146" y="1290370"/>
                  </a:lnTo>
                  <a:lnTo>
                    <a:pt x="102031" y="1294485"/>
                  </a:lnTo>
                  <a:lnTo>
                    <a:pt x="102031" y="1304671"/>
                  </a:lnTo>
                  <a:lnTo>
                    <a:pt x="106146" y="1308785"/>
                  </a:lnTo>
                  <a:lnTo>
                    <a:pt x="612851" y="1308785"/>
                  </a:lnTo>
                  <a:lnTo>
                    <a:pt x="617943" y="1308785"/>
                  </a:lnTo>
                  <a:lnTo>
                    <a:pt x="622058" y="1304671"/>
                  </a:lnTo>
                  <a:lnTo>
                    <a:pt x="622058" y="1294485"/>
                  </a:lnTo>
                  <a:close/>
                </a:path>
                <a:path w="2763519" h="1840229">
                  <a:moveTo>
                    <a:pt x="622058" y="1203883"/>
                  </a:moveTo>
                  <a:lnTo>
                    <a:pt x="617943" y="1199769"/>
                  </a:lnTo>
                  <a:lnTo>
                    <a:pt x="106146" y="1199769"/>
                  </a:lnTo>
                  <a:lnTo>
                    <a:pt x="102031" y="1203883"/>
                  </a:lnTo>
                  <a:lnTo>
                    <a:pt x="102031" y="1214069"/>
                  </a:lnTo>
                  <a:lnTo>
                    <a:pt x="106146" y="1218184"/>
                  </a:lnTo>
                  <a:lnTo>
                    <a:pt x="612851" y="1218184"/>
                  </a:lnTo>
                  <a:lnTo>
                    <a:pt x="617943" y="1218184"/>
                  </a:lnTo>
                  <a:lnTo>
                    <a:pt x="622058" y="1214069"/>
                  </a:lnTo>
                  <a:lnTo>
                    <a:pt x="622058" y="1203883"/>
                  </a:lnTo>
                  <a:close/>
                </a:path>
                <a:path w="2763519" h="1840229">
                  <a:moveTo>
                    <a:pt x="622058" y="1106639"/>
                  </a:moveTo>
                  <a:lnTo>
                    <a:pt x="617943" y="1102525"/>
                  </a:lnTo>
                  <a:lnTo>
                    <a:pt x="106146" y="1102525"/>
                  </a:lnTo>
                  <a:lnTo>
                    <a:pt x="102031" y="1106639"/>
                  </a:lnTo>
                  <a:lnTo>
                    <a:pt x="102031" y="1116825"/>
                  </a:lnTo>
                  <a:lnTo>
                    <a:pt x="106146" y="1120952"/>
                  </a:lnTo>
                  <a:lnTo>
                    <a:pt x="612851" y="1120952"/>
                  </a:lnTo>
                  <a:lnTo>
                    <a:pt x="617943" y="1120952"/>
                  </a:lnTo>
                  <a:lnTo>
                    <a:pt x="622058" y="1116825"/>
                  </a:lnTo>
                  <a:lnTo>
                    <a:pt x="622058" y="1106639"/>
                  </a:lnTo>
                  <a:close/>
                </a:path>
                <a:path w="2763519" h="1840229">
                  <a:moveTo>
                    <a:pt x="622058" y="1009408"/>
                  </a:moveTo>
                  <a:lnTo>
                    <a:pt x="617943" y="1005293"/>
                  </a:lnTo>
                  <a:lnTo>
                    <a:pt x="106146" y="1005293"/>
                  </a:lnTo>
                  <a:lnTo>
                    <a:pt x="102031" y="1009408"/>
                  </a:lnTo>
                  <a:lnTo>
                    <a:pt x="102031" y="1019594"/>
                  </a:lnTo>
                  <a:lnTo>
                    <a:pt x="106146" y="1023708"/>
                  </a:lnTo>
                  <a:lnTo>
                    <a:pt x="612851" y="1023708"/>
                  </a:lnTo>
                  <a:lnTo>
                    <a:pt x="617943" y="1023708"/>
                  </a:lnTo>
                  <a:lnTo>
                    <a:pt x="622058" y="1019594"/>
                  </a:lnTo>
                  <a:lnTo>
                    <a:pt x="622058" y="1009408"/>
                  </a:lnTo>
                  <a:close/>
                </a:path>
                <a:path w="2763519" h="1840229">
                  <a:moveTo>
                    <a:pt x="622058" y="934275"/>
                  </a:moveTo>
                  <a:lnTo>
                    <a:pt x="617943" y="930148"/>
                  </a:lnTo>
                  <a:lnTo>
                    <a:pt x="106146" y="930148"/>
                  </a:lnTo>
                  <a:lnTo>
                    <a:pt x="102031" y="934275"/>
                  </a:lnTo>
                  <a:lnTo>
                    <a:pt x="102031" y="944460"/>
                  </a:lnTo>
                  <a:lnTo>
                    <a:pt x="106146" y="948575"/>
                  </a:lnTo>
                  <a:lnTo>
                    <a:pt x="612851" y="948575"/>
                  </a:lnTo>
                  <a:lnTo>
                    <a:pt x="617943" y="948575"/>
                  </a:lnTo>
                  <a:lnTo>
                    <a:pt x="622058" y="944460"/>
                  </a:lnTo>
                  <a:lnTo>
                    <a:pt x="622058" y="934275"/>
                  </a:lnTo>
                  <a:close/>
                </a:path>
                <a:path w="2763519" h="1840229">
                  <a:moveTo>
                    <a:pt x="637540" y="145364"/>
                  </a:moveTo>
                  <a:lnTo>
                    <a:pt x="633425" y="141249"/>
                  </a:lnTo>
                  <a:lnTo>
                    <a:pt x="619125" y="141249"/>
                  </a:lnTo>
                  <a:lnTo>
                    <a:pt x="619125" y="159664"/>
                  </a:lnTo>
                  <a:lnTo>
                    <a:pt x="619125" y="839558"/>
                  </a:lnTo>
                  <a:lnTo>
                    <a:pt x="120434" y="839558"/>
                  </a:lnTo>
                  <a:lnTo>
                    <a:pt x="120434" y="159664"/>
                  </a:lnTo>
                  <a:lnTo>
                    <a:pt x="619125" y="159664"/>
                  </a:lnTo>
                  <a:lnTo>
                    <a:pt x="619125" y="141249"/>
                  </a:lnTo>
                  <a:lnTo>
                    <a:pt x="106146" y="141249"/>
                  </a:lnTo>
                  <a:lnTo>
                    <a:pt x="102031" y="145364"/>
                  </a:lnTo>
                  <a:lnTo>
                    <a:pt x="102031" y="853846"/>
                  </a:lnTo>
                  <a:lnTo>
                    <a:pt x="106146" y="857973"/>
                  </a:lnTo>
                  <a:lnTo>
                    <a:pt x="633425" y="857973"/>
                  </a:lnTo>
                  <a:lnTo>
                    <a:pt x="637540" y="853846"/>
                  </a:lnTo>
                  <a:lnTo>
                    <a:pt x="637540" y="839558"/>
                  </a:lnTo>
                  <a:lnTo>
                    <a:pt x="637540" y="159664"/>
                  </a:lnTo>
                  <a:lnTo>
                    <a:pt x="637540" y="145364"/>
                  </a:lnTo>
                  <a:close/>
                </a:path>
                <a:path w="2763519" h="1840229">
                  <a:moveTo>
                    <a:pt x="1658442" y="1617116"/>
                  </a:moveTo>
                  <a:lnTo>
                    <a:pt x="1654327" y="1612988"/>
                  </a:lnTo>
                  <a:lnTo>
                    <a:pt x="702779" y="1612988"/>
                  </a:lnTo>
                  <a:lnTo>
                    <a:pt x="698677" y="1617116"/>
                  </a:lnTo>
                  <a:lnTo>
                    <a:pt x="698677" y="1627289"/>
                  </a:lnTo>
                  <a:lnTo>
                    <a:pt x="702779" y="1631403"/>
                  </a:lnTo>
                  <a:lnTo>
                    <a:pt x="1649234" y="1631403"/>
                  </a:lnTo>
                  <a:lnTo>
                    <a:pt x="1654327" y="1631403"/>
                  </a:lnTo>
                  <a:lnTo>
                    <a:pt x="1658442" y="1627289"/>
                  </a:lnTo>
                  <a:lnTo>
                    <a:pt x="1658442" y="1617116"/>
                  </a:lnTo>
                  <a:close/>
                </a:path>
                <a:path w="2763519" h="1840229">
                  <a:moveTo>
                    <a:pt x="1658442" y="1519872"/>
                  </a:moveTo>
                  <a:lnTo>
                    <a:pt x="1654327" y="1515757"/>
                  </a:lnTo>
                  <a:lnTo>
                    <a:pt x="702779" y="1515757"/>
                  </a:lnTo>
                  <a:lnTo>
                    <a:pt x="698677" y="1519872"/>
                  </a:lnTo>
                  <a:lnTo>
                    <a:pt x="698677" y="1530057"/>
                  </a:lnTo>
                  <a:lnTo>
                    <a:pt x="702779" y="1534185"/>
                  </a:lnTo>
                  <a:lnTo>
                    <a:pt x="1649234" y="1534185"/>
                  </a:lnTo>
                  <a:lnTo>
                    <a:pt x="1654327" y="1534185"/>
                  </a:lnTo>
                  <a:lnTo>
                    <a:pt x="1658442" y="1530057"/>
                  </a:lnTo>
                  <a:lnTo>
                    <a:pt x="1658442" y="1519872"/>
                  </a:lnTo>
                  <a:close/>
                </a:path>
                <a:path w="2763519" h="1840229">
                  <a:moveTo>
                    <a:pt x="1658442" y="1422654"/>
                  </a:moveTo>
                  <a:lnTo>
                    <a:pt x="1654327" y="1418539"/>
                  </a:lnTo>
                  <a:lnTo>
                    <a:pt x="702779" y="1418539"/>
                  </a:lnTo>
                  <a:lnTo>
                    <a:pt x="698677" y="1422654"/>
                  </a:lnTo>
                  <a:lnTo>
                    <a:pt x="698677" y="1432826"/>
                  </a:lnTo>
                  <a:lnTo>
                    <a:pt x="702779" y="1436954"/>
                  </a:lnTo>
                  <a:lnTo>
                    <a:pt x="1649234" y="1436954"/>
                  </a:lnTo>
                  <a:lnTo>
                    <a:pt x="1654327" y="1436954"/>
                  </a:lnTo>
                  <a:lnTo>
                    <a:pt x="1658442" y="1432826"/>
                  </a:lnTo>
                  <a:lnTo>
                    <a:pt x="1658442" y="1422654"/>
                  </a:lnTo>
                  <a:close/>
                </a:path>
                <a:path w="2763519" h="1840229">
                  <a:moveTo>
                    <a:pt x="1658442" y="1347520"/>
                  </a:moveTo>
                  <a:lnTo>
                    <a:pt x="1654327" y="1343406"/>
                  </a:lnTo>
                  <a:lnTo>
                    <a:pt x="702779" y="1343406"/>
                  </a:lnTo>
                  <a:lnTo>
                    <a:pt x="698677" y="1347520"/>
                  </a:lnTo>
                  <a:lnTo>
                    <a:pt x="698677" y="1357706"/>
                  </a:lnTo>
                  <a:lnTo>
                    <a:pt x="702779" y="1361821"/>
                  </a:lnTo>
                  <a:lnTo>
                    <a:pt x="1649234" y="1361821"/>
                  </a:lnTo>
                  <a:lnTo>
                    <a:pt x="1654327" y="1361821"/>
                  </a:lnTo>
                  <a:lnTo>
                    <a:pt x="1658442" y="1357706"/>
                  </a:lnTo>
                  <a:lnTo>
                    <a:pt x="1658442" y="1347520"/>
                  </a:lnTo>
                  <a:close/>
                </a:path>
                <a:path w="2763519" h="1840229">
                  <a:moveTo>
                    <a:pt x="1658442" y="1283423"/>
                  </a:moveTo>
                  <a:lnTo>
                    <a:pt x="1654327" y="1279309"/>
                  </a:lnTo>
                  <a:lnTo>
                    <a:pt x="702779" y="1279309"/>
                  </a:lnTo>
                  <a:lnTo>
                    <a:pt x="698677" y="1283423"/>
                  </a:lnTo>
                  <a:lnTo>
                    <a:pt x="698677" y="1293609"/>
                  </a:lnTo>
                  <a:lnTo>
                    <a:pt x="702779" y="1297724"/>
                  </a:lnTo>
                  <a:lnTo>
                    <a:pt x="1649234" y="1297724"/>
                  </a:lnTo>
                  <a:lnTo>
                    <a:pt x="1654327" y="1297724"/>
                  </a:lnTo>
                  <a:lnTo>
                    <a:pt x="1658442" y="1293609"/>
                  </a:lnTo>
                  <a:lnTo>
                    <a:pt x="1658442" y="1283423"/>
                  </a:lnTo>
                  <a:close/>
                </a:path>
                <a:path w="2763519" h="1840229">
                  <a:moveTo>
                    <a:pt x="1658442" y="1186192"/>
                  </a:moveTo>
                  <a:lnTo>
                    <a:pt x="1654327" y="1182077"/>
                  </a:lnTo>
                  <a:lnTo>
                    <a:pt x="702779" y="1182077"/>
                  </a:lnTo>
                  <a:lnTo>
                    <a:pt x="698677" y="1186192"/>
                  </a:lnTo>
                  <a:lnTo>
                    <a:pt x="698677" y="1196378"/>
                  </a:lnTo>
                  <a:lnTo>
                    <a:pt x="702779" y="1200480"/>
                  </a:lnTo>
                  <a:lnTo>
                    <a:pt x="1649234" y="1200480"/>
                  </a:lnTo>
                  <a:lnTo>
                    <a:pt x="1654327" y="1200480"/>
                  </a:lnTo>
                  <a:lnTo>
                    <a:pt x="1658442" y="1196378"/>
                  </a:lnTo>
                  <a:lnTo>
                    <a:pt x="1658442" y="1186192"/>
                  </a:lnTo>
                  <a:close/>
                </a:path>
                <a:path w="2763519" h="1840229">
                  <a:moveTo>
                    <a:pt x="1658442" y="1088974"/>
                  </a:moveTo>
                  <a:lnTo>
                    <a:pt x="1654327" y="1084846"/>
                  </a:lnTo>
                  <a:lnTo>
                    <a:pt x="702779" y="1084846"/>
                  </a:lnTo>
                  <a:lnTo>
                    <a:pt x="698677" y="1088974"/>
                  </a:lnTo>
                  <a:lnTo>
                    <a:pt x="698677" y="1099146"/>
                  </a:lnTo>
                  <a:lnTo>
                    <a:pt x="702779" y="1103274"/>
                  </a:lnTo>
                  <a:lnTo>
                    <a:pt x="1649234" y="1103274"/>
                  </a:lnTo>
                  <a:lnTo>
                    <a:pt x="1654327" y="1103274"/>
                  </a:lnTo>
                  <a:lnTo>
                    <a:pt x="1658442" y="1099146"/>
                  </a:lnTo>
                  <a:lnTo>
                    <a:pt x="1658442" y="1088974"/>
                  </a:lnTo>
                  <a:close/>
                </a:path>
                <a:path w="2763519" h="1840229">
                  <a:moveTo>
                    <a:pt x="1658442" y="1013828"/>
                  </a:moveTo>
                  <a:lnTo>
                    <a:pt x="1654327" y="1009713"/>
                  </a:lnTo>
                  <a:lnTo>
                    <a:pt x="702779" y="1009713"/>
                  </a:lnTo>
                  <a:lnTo>
                    <a:pt x="698677" y="1013828"/>
                  </a:lnTo>
                  <a:lnTo>
                    <a:pt x="698677" y="1024013"/>
                  </a:lnTo>
                  <a:lnTo>
                    <a:pt x="702779" y="1028141"/>
                  </a:lnTo>
                  <a:lnTo>
                    <a:pt x="1649234" y="1028141"/>
                  </a:lnTo>
                  <a:lnTo>
                    <a:pt x="1654327" y="1028141"/>
                  </a:lnTo>
                  <a:lnTo>
                    <a:pt x="1658442" y="1024013"/>
                  </a:lnTo>
                  <a:lnTo>
                    <a:pt x="1658442" y="1013828"/>
                  </a:lnTo>
                  <a:close/>
                </a:path>
                <a:path w="2763519" h="1840229">
                  <a:moveTo>
                    <a:pt x="1658442" y="801674"/>
                  </a:moveTo>
                  <a:lnTo>
                    <a:pt x="1654327" y="797560"/>
                  </a:lnTo>
                  <a:lnTo>
                    <a:pt x="702779" y="797560"/>
                  </a:lnTo>
                  <a:lnTo>
                    <a:pt x="698677" y="801674"/>
                  </a:lnTo>
                  <a:lnTo>
                    <a:pt x="698677" y="811860"/>
                  </a:lnTo>
                  <a:lnTo>
                    <a:pt x="702779" y="815987"/>
                  </a:lnTo>
                  <a:lnTo>
                    <a:pt x="1649234" y="815987"/>
                  </a:lnTo>
                  <a:lnTo>
                    <a:pt x="1654327" y="815987"/>
                  </a:lnTo>
                  <a:lnTo>
                    <a:pt x="1658442" y="811860"/>
                  </a:lnTo>
                  <a:lnTo>
                    <a:pt x="1658442" y="801674"/>
                  </a:lnTo>
                  <a:close/>
                </a:path>
                <a:path w="2763519" h="1840229">
                  <a:moveTo>
                    <a:pt x="1658442" y="704456"/>
                  </a:moveTo>
                  <a:lnTo>
                    <a:pt x="1654327" y="700341"/>
                  </a:lnTo>
                  <a:lnTo>
                    <a:pt x="702779" y="700341"/>
                  </a:lnTo>
                  <a:lnTo>
                    <a:pt x="698677" y="704456"/>
                  </a:lnTo>
                  <a:lnTo>
                    <a:pt x="698677" y="714641"/>
                  </a:lnTo>
                  <a:lnTo>
                    <a:pt x="702779" y="718756"/>
                  </a:lnTo>
                  <a:lnTo>
                    <a:pt x="1649234" y="718756"/>
                  </a:lnTo>
                  <a:lnTo>
                    <a:pt x="1654327" y="718756"/>
                  </a:lnTo>
                  <a:lnTo>
                    <a:pt x="1658442" y="714641"/>
                  </a:lnTo>
                  <a:lnTo>
                    <a:pt x="1658442" y="704456"/>
                  </a:lnTo>
                  <a:close/>
                </a:path>
                <a:path w="2763519" h="1840229">
                  <a:moveTo>
                    <a:pt x="1658442" y="607225"/>
                  </a:moveTo>
                  <a:lnTo>
                    <a:pt x="1654327" y="603110"/>
                  </a:lnTo>
                  <a:lnTo>
                    <a:pt x="702779" y="603110"/>
                  </a:lnTo>
                  <a:lnTo>
                    <a:pt x="698677" y="607225"/>
                  </a:lnTo>
                  <a:lnTo>
                    <a:pt x="698677" y="617410"/>
                  </a:lnTo>
                  <a:lnTo>
                    <a:pt x="702779" y="621525"/>
                  </a:lnTo>
                  <a:lnTo>
                    <a:pt x="1649234" y="621525"/>
                  </a:lnTo>
                  <a:lnTo>
                    <a:pt x="1654327" y="621525"/>
                  </a:lnTo>
                  <a:lnTo>
                    <a:pt x="1658442" y="617410"/>
                  </a:lnTo>
                  <a:lnTo>
                    <a:pt x="1658442" y="607225"/>
                  </a:lnTo>
                  <a:close/>
                </a:path>
                <a:path w="2763519" h="1840229">
                  <a:moveTo>
                    <a:pt x="1658442" y="532091"/>
                  </a:moveTo>
                  <a:lnTo>
                    <a:pt x="1654327" y="527964"/>
                  </a:lnTo>
                  <a:lnTo>
                    <a:pt x="702779" y="527964"/>
                  </a:lnTo>
                  <a:lnTo>
                    <a:pt x="698677" y="532091"/>
                  </a:lnTo>
                  <a:lnTo>
                    <a:pt x="698677" y="542277"/>
                  </a:lnTo>
                  <a:lnTo>
                    <a:pt x="702779" y="546379"/>
                  </a:lnTo>
                  <a:lnTo>
                    <a:pt x="1649234" y="546379"/>
                  </a:lnTo>
                  <a:lnTo>
                    <a:pt x="1654327" y="546379"/>
                  </a:lnTo>
                  <a:lnTo>
                    <a:pt x="1658442" y="542277"/>
                  </a:lnTo>
                  <a:lnTo>
                    <a:pt x="1658442" y="532091"/>
                  </a:lnTo>
                  <a:close/>
                </a:path>
                <a:path w="2763519" h="1840229">
                  <a:moveTo>
                    <a:pt x="1658442" y="454736"/>
                  </a:moveTo>
                  <a:lnTo>
                    <a:pt x="1654327" y="450621"/>
                  </a:lnTo>
                  <a:lnTo>
                    <a:pt x="702779" y="450621"/>
                  </a:lnTo>
                  <a:lnTo>
                    <a:pt x="698677" y="454736"/>
                  </a:lnTo>
                  <a:lnTo>
                    <a:pt x="698677" y="464921"/>
                  </a:lnTo>
                  <a:lnTo>
                    <a:pt x="702779" y="469036"/>
                  </a:lnTo>
                  <a:lnTo>
                    <a:pt x="1649234" y="469036"/>
                  </a:lnTo>
                  <a:lnTo>
                    <a:pt x="1654327" y="469036"/>
                  </a:lnTo>
                  <a:lnTo>
                    <a:pt x="1658442" y="464921"/>
                  </a:lnTo>
                  <a:lnTo>
                    <a:pt x="1658442" y="454736"/>
                  </a:lnTo>
                  <a:close/>
                </a:path>
                <a:path w="2763519" h="1840229">
                  <a:moveTo>
                    <a:pt x="1658442" y="357517"/>
                  </a:moveTo>
                  <a:lnTo>
                    <a:pt x="1654327" y="353402"/>
                  </a:lnTo>
                  <a:lnTo>
                    <a:pt x="702779" y="353402"/>
                  </a:lnTo>
                  <a:lnTo>
                    <a:pt x="698677" y="357517"/>
                  </a:lnTo>
                  <a:lnTo>
                    <a:pt x="698677" y="367677"/>
                  </a:lnTo>
                  <a:lnTo>
                    <a:pt x="702779" y="371817"/>
                  </a:lnTo>
                  <a:lnTo>
                    <a:pt x="1649234" y="371817"/>
                  </a:lnTo>
                  <a:lnTo>
                    <a:pt x="1654327" y="371817"/>
                  </a:lnTo>
                  <a:lnTo>
                    <a:pt x="1658442" y="367677"/>
                  </a:lnTo>
                  <a:lnTo>
                    <a:pt x="1658442" y="357517"/>
                  </a:lnTo>
                  <a:close/>
                </a:path>
                <a:path w="2763519" h="1840229">
                  <a:moveTo>
                    <a:pt x="1658442" y="260273"/>
                  </a:moveTo>
                  <a:lnTo>
                    <a:pt x="1654327" y="256159"/>
                  </a:lnTo>
                  <a:lnTo>
                    <a:pt x="702779" y="256159"/>
                  </a:lnTo>
                  <a:lnTo>
                    <a:pt x="698677" y="260273"/>
                  </a:lnTo>
                  <a:lnTo>
                    <a:pt x="698677" y="270471"/>
                  </a:lnTo>
                  <a:lnTo>
                    <a:pt x="702779" y="274586"/>
                  </a:lnTo>
                  <a:lnTo>
                    <a:pt x="1649234" y="274586"/>
                  </a:lnTo>
                  <a:lnTo>
                    <a:pt x="1654327" y="274586"/>
                  </a:lnTo>
                  <a:lnTo>
                    <a:pt x="1658442" y="270471"/>
                  </a:lnTo>
                  <a:lnTo>
                    <a:pt x="1658442" y="260273"/>
                  </a:lnTo>
                  <a:close/>
                </a:path>
                <a:path w="2763519" h="1840229">
                  <a:moveTo>
                    <a:pt x="1658442" y="185140"/>
                  </a:moveTo>
                  <a:lnTo>
                    <a:pt x="1654327" y="181025"/>
                  </a:lnTo>
                  <a:lnTo>
                    <a:pt x="702779" y="181025"/>
                  </a:lnTo>
                  <a:lnTo>
                    <a:pt x="698677" y="185140"/>
                  </a:lnTo>
                  <a:lnTo>
                    <a:pt x="698677" y="195326"/>
                  </a:lnTo>
                  <a:lnTo>
                    <a:pt x="702779" y="199453"/>
                  </a:lnTo>
                  <a:lnTo>
                    <a:pt x="1649234" y="199453"/>
                  </a:lnTo>
                  <a:lnTo>
                    <a:pt x="1654327" y="199453"/>
                  </a:lnTo>
                  <a:lnTo>
                    <a:pt x="1658442" y="195326"/>
                  </a:lnTo>
                  <a:lnTo>
                    <a:pt x="1658442" y="185140"/>
                  </a:lnTo>
                  <a:close/>
                </a:path>
                <a:path w="2763519" h="1840229">
                  <a:moveTo>
                    <a:pt x="2564142" y="190233"/>
                  </a:moveTo>
                  <a:lnTo>
                    <a:pt x="1781860" y="190233"/>
                  </a:lnTo>
                  <a:lnTo>
                    <a:pt x="1781860" y="1153731"/>
                  </a:lnTo>
                  <a:lnTo>
                    <a:pt x="2564142" y="1153731"/>
                  </a:lnTo>
                  <a:lnTo>
                    <a:pt x="2564142" y="190233"/>
                  </a:lnTo>
                  <a:close/>
                </a:path>
                <a:path w="2763519" h="1840229">
                  <a:moveTo>
                    <a:pt x="2573337" y="1541970"/>
                  </a:moveTo>
                  <a:lnTo>
                    <a:pt x="2569222" y="1537855"/>
                  </a:lnTo>
                  <a:lnTo>
                    <a:pt x="1776780" y="1537855"/>
                  </a:lnTo>
                  <a:lnTo>
                    <a:pt x="1772666" y="1541970"/>
                  </a:lnTo>
                  <a:lnTo>
                    <a:pt x="1772666" y="1552155"/>
                  </a:lnTo>
                  <a:lnTo>
                    <a:pt x="1776780" y="1556270"/>
                  </a:lnTo>
                  <a:lnTo>
                    <a:pt x="2564130" y="1556270"/>
                  </a:lnTo>
                  <a:lnTo>
                    <a:pt x="2569222" y="1556270"/>
                  </a:lnTo>
                  <a:lnTo>
                    <a:pt x="2573337" y="1552155"/>
                  </a:lnTo>
                  <a:lnTo>
                    <a:pt x="2573337" y="1541970"/>
                  </a:lnTo>
                  <a:close/>
                </a:path>
                <a:path w="2763519" h="1840229">
                  <a:moveTo>
                    <a:pt x="2573337" y="1444739"/>
                  </a:moveTo>
                  <a:lnTo>
                    <a:pt x="2569222" y="1440624"/>
                  </a:lnTo>
                  <a:lnTo>
                    <a:pt x="1776780" y="1440624"/>
                  </a:lnTo>
                  <a:lnTo>
                    <a:pt x="1772666" y="1444739"/>
                  </a:lnTo>
                  <a:lnTo>
                    <a:pt x="1772666" y="1454924"/>
                  </a:lnTo>
                  <a:lnTo>
                    <a:pt x="1776780" y="1459039"/>
                  </a:lnTo>
                  <a:lnTo>
                    <a:pt x="2564130" y="1459039"/>
                  </a:lnTo>
                  <a:lnTo>
                    <a:pt x="2569222" y="1459039"/>
                  </a:lnTo>
                  <a:lnTo>
                    <a:pt x="2573337" y="1454924"/>
                  </a:lnTo>
                  <a:lnTo>
                    <a:pt x="2573337" y="1444739"/>
                  </a:lnTo>
                  <a:close/>
                </a:path>
                <a:path w="2763519" h="1840229">
                  <a:moveTo>
                    <a:pt x="2573337" y="1347520"/>
                  </a:moveTo>
                  <a:lnTo>
                    <a:pt x="2569222" y="1343406"/>
                  </a:lnTo>
                  <a:lnTo>
                    <a:pt x="1776780" y="1343406"/>
                  </a:lnTo>
                  <a:lnTo>
                    <a:pt x="1772666" y="1347520"/>
                  </a:lnTo>
                  <a:lnTo>
                    <a:pt x="1772666" y="1357706"/>
                  </a:lnTo>
                  <a:lnTo>
                    <a:pt x="1776780" y="1361821"/>
                  </a:lnTo>
                  <a:lnTo>
                    <a:pt x="2564130" y="1361821"/>
                  </a:lnTo>
                  <a:lnTo>
                    <a:pt x="2569222" y="1361821"/>
                  </a:lnTo>
                  <a:lnTo>
                    <a:pt x="2573337" y="1357706"/>
                  </a:lnTo>
                  <a:lnTo>
                    <a:pt x="2573337" y="1347520"/>
                  </a:lnTo>
                  <a:close/>
                </a:path>
                <a:path w="2763519" h="1840229">
                  <a:moveTo>
                    <a:pt x="2573337" y="1272387"/>
                  </a:moveTo>
                  <a:lnTo>
                    <a:pt x="2569222" y="1268260"/>
                  </a:lnTo>
                  <a:lnTo>
                    <a:pt x="1776780" y="1268260"/>
                  </a:lnTo>
                  <a:lnTo>
                    <a:pt x="1772666" y="1272387"/>
                  </a:lnTo>
                  <a:lnTo>
                    <a:pt x="1772666" y="1282573"/>
                  </a:lnTo>
                  <a:lnTo>
                    <a:pt x="1776780" y="1286687"/>
                  </a:lnTo>
                  <a:lnTo>
                    <a:pt x="2564130" y="1286687"/>
                  </a:lnTo>
                  <a:lnTo>
                    <a:pt x="2569222" y="1286687"/>
                  </a:lnTo>
                  <a:lnTo>
                    <a:pt x="2573337" y="1282573"/>
                  </a:lnTo>
                  <a:lnTo>
                    <a:pt x="2573337" y="1272387"/>
                  </a:lnTo>
                  <a:close/>
                </a:path>
                <a:path w="2763519" h="1840229">
                  <a:moveTo>
                    <a:pt x="2763253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803400"/>
                  </a:lnTo>
                  <a:lnTo>
                    <a:pt x="0" y="1840230"/>
                  </a:lnTo>
                  <a:lnTo>
                    <a:pt x="2763253" y="1840230"/>
                  </a:lnTo>
                  <a:lnTo>
                    <a:pt x="2763253" y="1803400"/>
                  </a:lnTo>
                  <a:lnTo>
                    <a:pt x="36842" y="1803400"/>
                  </a:lnTo>
                  <a:lnTo>
                    <a:pt x="36842" y="36830"/>
                  </a:lnTo>
                  <a:lnTo>
                    <a:pt x="2726423" y="36830"/>
                  </a:lnTo>
                  <a:lnTo>
                    <a:pt x="2726423" y="1802815"/>
                  </a:lnTo>
                  <a:lnTo>
                    <a:pt x="2763253" y="1802815"/>
                  </a:lnTo>
                  <a:lnTo>
                    <a:pt x="2763253" y="36830"/>
                  </a:lnTo>
                  <a:lnTo>
                    <a:pt x="2763253" y="36296"/>
                  </a:lnTo>
                  <a:lnTo>
                    <a:pt x="2763253" y="0"/>
                  </a:lnTo>
                  <a:close/>
                </a:path>
              </a:pathLst>
            </a:custGeom>
            <a:solidFill>
              <a:srgbClr val="D4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3932454" y="4725631"/>
              <a:ext cx="187960" cy="408305"/>
            </a:xfrm>
            <a:custGeom>
              <a:avLst/>
              <a:gdLst/>
              <a:ahLst/>
              <a:cxnLst/>
              <a:rect l="l" t="t" r="r" b="b"/>
              <a:pathLst>
                <a:path w="187959" h="408304">
                  <a:moveTo>
                    <a:pt x="187703" y="0"/>
                  </a:moveTo>
                  <a:lnTo>
                    <a:pt x="119561" y="19194"/>
                  </a:lnTo>
                  <a:lnTo>
                    <a:pt x="81718" y="38623"/>
                  </a:lnTo>
                  <a:lnTo>
                    <a:pt x="60557" y="70014"/>
                  </a:lnTo>
                  <a:lnTo>
                    <a:pt x="42461" y="125095"/>
                  </a:lnTo>
                  <a:lnTo>
                    <a:pt x="22048" y="179270"/>
                  </a:lnTo>
                  <a:lnTo>
                    <a:pt x="6262" y="210265"/>
                  </a:lnTo>
                  <a:lnTo>
                    <a:pt x="0" y="233345"/>
                  </a:lnTo>
                  <a:lnTo>
                    <a:pt x="8158" y="263772"/>
                  </a:lnTo>
                  <a:lnTo>
                    <a:pt x="30960" y="306811"/>
                  </a:lnTo>
                  <a:lnTo>
                    <a:pt x="61345" y="351398"/>
                  </a:lnTo>
                  <a:lnTo>
                    <a:pt x="93246" y="388300"/>
                  </a:lnTo>
                  <a:lnTo>
                    <a:pt x="120595" y="408280"/>
                  </a:lnTo>
                  <a:lnTo>
                    <a:pt x="144046" y="349231"/>
                  </a:lnTo>
                  <a:lnTo>
                    <a:pt x="165673" y="208357"/>
                  </a:lnTo>
                  <a:lnTo>
                    <a:pt x="181539" y="65375"/>
                  </a:lnTo>
                  <a:lnTo>
                    <a:pt x="187703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3992289" y="4661082"/>
              <a:ext cx="605790" cy="591185"/>
            </a:xfrm>
            <a:custGeom>
              <a:avLst/>
              <a:gdLst/>
              <a:ahLst/>
              <a:cxnLst/>
              <a:rect l="l" t="t" r="r" b="b"/>
              <a:pathLst>
                <a:path w="605790" h="591185">
                  <a:moveTo>
                    <a:pt x="302870" y="0"/>
                  </a:moveTo>
                  <a:lnTo>
                    <a:pt x="253742" y="3866"/>
                  </a:lnTo>
                  <a:lnTo>
                    <a:pt x="207139" y="15062"/>
                  </a:lnTo>
                  <a:lnTo>
                    <a:pt x="163683" y="32978"/>
                  </a:lnTo>
                  <a:lnTo>
                    <a:pt x="123998" y="57006"/>
                  </a:lnTo>
                  <a:lnTo>
                    <a:pt x="88708" y="86537"/>
                  </a:lnTo>
                  <a:lnTo>
                    <a:pt x="58435" y="120965"/>
                  </a:lnTo>
                  <a:lnTo>
                    <a:pt x="33805" y="159680"/>
                  </a:lnTo>
                  <a:lnTo>
                    <a:pt x="15440" y="202074"/>
                  </a:lnTo>
                  <a:lnTo>
                    <a:pt x="3964" y="247539"/>
                  </a:lnTo>
                  <a:lnTo>
                    <a:pt x="0" y="295467"/>
                  </a:lnTo>
                  <a:lnTo>
                    <a:pt x="3964" y="343395"/>
                  </a:lnTo>
                  <a:lnTo>
                    <a:pt x="15440" y="388860"/>
                  </a:lnTo>
                  <a:lnTo>
                    <a:pt x="33805" y="431254"/>
                  </a:lnTo>
                  <a:lnTo>
                    <a:pt x="58435" y="469969"/>
                  </a:lnTo>
                  <a:lnTo>
                    <a:pt x="88708" y="504396"/>
                  </a:lnTo>
                  <a:lnTo>
                    <a:pt x="123998" y="533928"/>
                  </a:lnTo>
                  <a:lnTo>
                    <a:pt x="163683" y="557956"/>
                  </a:lnTo>
                  <a:lnTo>
                    <a:pt x="207139" y="575872"/>
                  </a:lnTo>
                  <a:lnTo>
                    <a:pt x="253742" y="587067"/>
                  </a:lnTo>
                  <a:lnTo>
                    <a:pt x="302870" y="590934"/>
                  </a:lnTo>
                  <a:lnTo>
                    <a:pt x="352000" y="587067"/>
                  </a:lnTo>
                  <a:lnTo>
                    <a:pt x="398606" y="575872"/>
                  </a:lnTo>
                  <a:lnTo>
                    <a:pt x="442064" y="557956"/>
                  </a:lnTo>
                  <a:lnTo>
                    <a:pt x="481750" y="533928"/>
                  </a:lnTo>
                  <a:lnTo>
                    <a:pt x="517041" y="504396"/>
                  </a:lnTo>
                  <a:lnTo>
                    <a:pt x="547314" y="469969"/>
                  </a:lnTo>
                  <a:lnTo>
                    <a:pt x="571945" y="431254"/>
                  </a:lnTo>
                  <a:lnTo>
                    <a:pt x="590310" y="388860"/>
                  </a:lnTo>
                  <a:lnTo>
                    <a:pt x="601787" y="343395"/>
                  </a:lnTo>
                  <a:lnTo>
                    <a:pt x="605751" y="295467"/>
                  </a:lnTo>
                  <a:lnTo>
                    <a:pt x="601787" y="247539"/>
                  </a:lnTo>
                  <a:lnTo>
                    <a:pt x="590310" y="202074"/>
                  </a:lnTo>
                  <a:lnTo>
                    <a:pt x="571945" y="159680"/>
                  </a:lnTo>
                  <a:lnTo>
                    <a:pt x="547314" y="120965"/>
                  </a:lnTo>
                  <a:lnTo>
                    <a:pt x="517041" y="86537"/>
                  </a:lnTo>
                  <a:lnTo>
                    <a:pt x="481750" y="57006"/>
                  </a:lnTo>
                  <a:lnTo>
                    <a:pt x="442064" y="32978"/>
                  </a:lnTo>
                  <a:lnTo>
                    <a:pt x="398606" y="15062"/>
                  </a:lnTo>
                  <a:lnTo>
                    <a:pt x="352000" y="3866"/>
                  </a:lnTo>
                  <a:lnTo>
                    <a:pt x="302870" y="0"/>
                  </a:lnTo>
                  <a:close/>
                </a:path>
              </a:pathLst>
            </a:custGeom>
            <a:solidFill>
              <a:srgbClr val="F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4199607" y="4787130"/>
              <a:ext cx="347345" cy="339090"/>
            </a:xfrm>
            <a:custGeom>
              <a:avLst/>
              <a:gdLst/>
              <a:ahLst/>
              <a:cxnLst/>
              <a:rect l="l" t="t" r="r" b="b"/>
              <a:pathLst>
                <a:path w="347344" h="339089">
                  <a:moveTo>
                    <a:pt x="173670" y="0"/>
                  </a:moveTo>
                  <a:lnTo>
                    <a:pt x="127502" y="6051"/>
                  </a:lnTo>
                  <a:lnTo>
                    <a:pt x="86016" y="23130"/>
                  </a:lnTo>
                  <a:lnTo>
                    <a:pt x="50867" y="49621"/>
                  </a:lnTo>
                  <a:lnTo>
                    <a:pt x="23711" y="83909"/>
                  </a:lnTo>
                  <a:lnTo>
                    <a:pt x="6203" y="124380"/>
                  </a:lnTo>
                  <a:lnTo>
                    <a:pt x="0" y="169418"/>
                  </a:lnTo>
                  <a:lnTo>
                    <a:pt x="6203" y="214457"/>
                  </a:lnTo>
                  <a:lnTo>
                    <a:pt x="23711" y="254928"/>
                  </a:lnTo>
                  <a:lnTo>
                    <a:pt x="50867" y="289216"/>
                  </a:lnTo>
                  <a:lnTo>
                    <a:pt x="86016" y="315707"/>
                  </a:lnTo>
                  <a:lnTo>
                    <a:pt x="127502" y="332786"/>
                  </a:lnTo>
                  <a:lnTo>
                    <a:pt x="173670" y="338837"/>
                  </a:lnTo>
                  <a:lnTo>
                    <a:pt x="219833" y="332786"/>
                  </a:lnTo>
                  <a:lnTo>
                    <a:pt x="261316" y="315707"/>
                  </a:lnTo>
                  <a:lnTo>
                    <a:pt x="296463" y="289216"/>
                  </a:lnTo>
                  <a:lnTo>
                    <a:pt x="323618" y="254928"/>
                  </a:lnTo>
                  <a:lnTo>
                    <a:pt x="341125" y="214457"/>
                  </a:lnTo>
                  <a:lnTo>
                    <a:pt x="347329" y="169418"/>
                  </a:lnTo>
                  <a:lnTo>
                    <a:pt x="341125" y="124380"/>
                  </a:lnTo>
                  <a:lnTo>
                    <a:pt x="323618" y="83909"/>
                  </a:lnTo>
                  <a:lnTo>
                    <a:pt x="296463" y="49621"/>
                  </a:lnTo>
                  <a:lnTo>
                    <a:pt x="261316" y="23130"/>
                  </a:lnTo>
                  <a:lnTo>
                    <a:pt x="219833" y="6051"/>
                  </a:lnTo>
                  <a:lnTo>
                    <a:pt x="173670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89149" y="4854920"/>
              <a:ext cx="204747" cy="199742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2293594" y="4583803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174444" y="0"/>
                  </a:moveTo>
                  <a:lnTo>
                    <a:pt x="133600" y="4815"/>
                  </a:lnTo>
                  <a:lnTo>
                    <a:pt x="96206" y="18513"/>
                  </a:lnTo>
                  <a:lnTo>
                    <a:pt x="63382" y="39973"/>
                  </a:lnTo>
                  <a:lnTo>
                    <a:pt x="36250" y="68144"/>
                  </a:lnTo>
                  <a:lnTo>
                    <a:pt x="9588" y="117343"/>
                  </a:lnTo>
                  <a:lnTo>
                    <a:pt x="0" y="174528"/>
                  </a:lnTo>
                  <a:lnTo>
                    <a:pt x="2460" y="203872"/>
                  </a:lnTo>
                  <a:lnTo>
                    <a:pt x="20916" y="257381"/>
                  </a:lnTo>
                  <a:lnTo>
                    <a:pt x="63239" y="308928"/>
                  </a:lnTo>
                  <a:lnTo>
                    <a:pt x="96100" y="330434"/>
                  </a:lnTo>
                  <a:lnTo>
                    <a:pt x="133545" y="344166"/>
                  </a:lnTo>
                  <a:lnTo>
                    <a:pt x="174444" y="348994"/>
                  </a:lnTo>
                  <a:lnTo>
                    <a:pt x="220854" y="342761"/>
                  </a:lnTo>
                  <a:lnTo>
                    <a:pt x="262549" y="325172"/>
                  </a:lnTo>
                  <a:lnTo>
                    <a:pt x="297869" y="297890"/>
                  </a:lnTo>
                  <a:lnTo>
                    <a:pt x="325153" y="262579"/>
                  </a:lnTo>
                  <a:lnTo>
                    <a:pt x="342741" y="220904"/>
                  </a:lnTo>
                  <a:lnTo>
                    <a:pt x="348973" y="174528"/>
                  </a:lnTo>
                  <a:lnTo>
                    <a:pt x="342741" y="128122"/>
                  </a:lnTo>
                  <a:lnTo>
                    <a:pt x="325153" y="86429"/>
                  </a:lnTo>
                  <a:lnTo>
                    <a:pt x="297869" y="51108"/>
                  </a:lnTo>
                  <a:lnTo>
                    <a:pt x="262549" y="23822"/>
                  </a:lnTo>
                  <a:lnTo>
                    <a:pt x="220854" y="6232"/>
                  </a:lnTo>
                  <a:lnTo>
                    <a:pt x="174444" y="0"/>
                  </a:lnTo>
                  <a:close/>
                </a:path>
              </a:pathLst>
            </a:custGeom>
            <a:solidFill>
              <a:srgbClr val="DEF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97237" y="4671759"/>
              <a:ext cx="67077" cy="197658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2293585" y="4651953"/>
              <a:ext cx="36830" cy="212725"/>
            </a:xfrm>
            <a:custGeom>
              <a:avLst/>
              <a:gdLst/>
              <a:ahLst/>
              <a:cxnLst/>
              <a:rect l="l" t="t" r="r" b="b"/>
              <a:pathLst>
                <a:path w="36829" h="212725">
                  <a:moveTo>
                    <a:pt x="36260" y="0"/>
                  </a:moveTo>
                  <a:lnTo>
                    <a:pt x="20991" y="23397"/>
                  </a:lnTo>
                  <a:lnTo>
                    <a:pt x="9593" y="49189"/>
                  </a:lnTo>
                  <a:lnTo>
                    <a:pt x="2464" y="76980"/>
                  </a:lnTo>
                  <a:lnTo>
                    <a:pt x="0" y="106373"/>
                  </a:lnTo>
                  <a:lnTo>
                    <a:pt x="2462" y="135719"/>
                  </a:lnTo>
                  <a:lnTo>
                    <a:pt x="9574" y="163467"/>
                  </a:lnTo>
                  <a:lnTo>
                    <a:pt x="20925" y="189230"/>
                  </a:lnTo>
                  <a:lnTo>
                    <a:pt x="36103" y="212621"/>
                  </a:lnTo>
                  <a:lnTo>
                    <a:pt x="25790" y="175769"/>
                  </a:lnTo>
                  <a:lnTo>
                    <a:pt x="27568" y="143223"/>
                  </a:lnTo>
                  <a:lnTo>
                    <a:pt x="32061" y="114199"/>
                  </a:lnTo>
                  <a:lnTo>
                    <a:pt x="29894" y="87913"/>
                  </a:lnTo>
                  <a:lnTo>
                    <a:pt x="26028" y="60671"/>
                  </a:lnTo>
                  <a:lnTo>
                    <a:pt x="28565" y="32546"/>
                  </a:lnTo>
                  <a:lnTo>
                    <a:pt x="33359" y="10126"/>
                  </a:lnTo>
                  <a:lnTo>
                    <a:pt x="3626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 descr=""/>
          <p:cNvGrpSpPr/>
          <p:nvPr/>
        </p:nvGrpSpPr>
        <p:grpSpPr>
          <a:xfrm>
            <a:off x="2319026" y="7226155"/>
            <a:ext cx="1727200" cy="2682240"/>
            <a:chOff x="2319026" y="7226155"/>
            <a:chExt cx="1727200" cy="2682240"/>
          </a:xfrm>
        </p:grpSpPr>
        <p:sp>
          <p:nvSpPr>
            <p:cNvPr id="47" name="object 47" descr=""/>
            <p:cNvSpPr/>
            <p:nvPr/>
          </p:nvSpPr>
          <p:spPr>
            <a:xfrm>
              <a:off x="2319026" y="7226155"/>
              <a:ext cx="1228090" cy="1320800"/>
            </a:xfrm>
            <a:custGeom>
              <a:avLst/>
              <a:gdLst/>
              <a:ahLst/>
              <a:cxnLst/>
              <a:rect l="l" t="t" r="r" b="b"/>
              <a:pathLst>
                <a:path w="1228089" h="1320800">
                  <a:moveTo>
                    <a:pt x="939803" y="0"/>
                  </a:moveTo>
                  <a:lnTo>
                    <a:pt x="288158" y="0"/>
                  </a:lnTo>
                  <a:lnTo>
                    <a:pt x="241417" y="4176"/>
                  </a:lnTo>
                  <a:lnTo>
                    <a:pt x="197077" y="16267"/>
                  </a:lnTo>
                  <a:lnTo>
                    <a:pt x="155732" y="35617"/>
                  </a:lnTo>
                  <a:lnTo>
                    <a:pt x="117975" y="61567"/>
                  </a:lnTo>
                  <a:lnTo>
                    <a:pt x="84399" y="93461"/>
                  </a:lnTo>
                  <a:lnTo>
                    <a:pt x="55597" y="130643"/>
                  </a:lnTo>
                  <a:lnTo>
                    <a:pt x="32163" y="172454"/>
                  </a:lnTo>
                  <a:lnTo>
                    <a:pt x="14690" y="218239"/>
                  </a:lnTo>
                  <a:lnTo>
                    <a:pt x="3771" y="267340"/>
                  </a:lnTo>
                  <a:lnTo>
                    <a:pt x="0" y="319100"/>
                  </a:lnTo>
                  <a:lnTo>
                    <a:pt x="0" y="1320661"/>
                  </a:lnTo>
                  <a:lnTo>
                    <a:pt x="1227973" y="1320661"/>
                  </a:lnTo>
                  <a:lnTo>
                    <a:pt x="1227973" y="319100"/>
                  </a:lnTo>
                  <a:lnTo>
                    <a:pt x="1224201" y="267340"/>
                  </a:lnTo>
                  <a:lnTo>
                    <a:pt x="1213281" y="218239"/>
                  </a:lnTo>
                  <a:lnTo>
                    <a:pt x="1195807" y="172454"/>
                  </a:lnTo>
                  <a:lnTo>
                    <a:pt x="1172371" y="130643"/>
                  </a:lnTo>
                  <a:lnTo>
                    <a:pt x="1143568" y="93461"/>
                  </a:lnTo>
                  <a:lnTo>
                    <a:pt x="1109990" y="61567"/>
                  </a:lnTo>
                  <a:lnTo>
                    <a:pt x="1072232" y="35617"/>
                  </a:lnTo>
                  <a:lnTo>
                    <a:pt x="1030885" y="16267"/>
                  </a:lnTo>
                  <a:lnTo>
                    <a:pt x="986545" y="4176"/>
                  </a:lnTo>
                  <a:lnTo>
                    <a:pt x="939803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388262" y="7226155"/>
              <a:ext cx="1228090" cy="1320800"/>
            </a:xfrm>
            <a:custGeom>
              <a:avLst/>
              <a:gdLst/>
              <a:ahLst/>
              <a:cxnLst/>
              <a:rect l="l" t="t" r="r" b="b"/>
              <a:pathLst>
                <a:path w="1228089" h="1320800">
                  <a:moveTo>
                    <a:pt x="939803" y="0"/>
                  </a:moveTo>
                  <a:lnTo>
                    <a:pt x="288158" y="0"/>
                  </a:lnTo>
                  <a:lnTo>
                    <a:pt x="241417" y="4176"/>
                  </a:lnTo>
                  <a:lnTo>
                    <a:pt x="197077" y="16267"/>
                  </a:lnTo>
                  <a:lnTo>
                    <a:pt x="155732" y="35617"/>
                  </a:lnTo>
                  <a:lnTo>
                    <a:pt x="117975" y="61567"/>
                  </a:lnTo>
                  <a:lnTo>
                    <a:pt x="84399" y="93461"/>
                  </a:lnTo>
                  <a:lnTo>
                    <a:pt x="55597" y="130643"/>
                  </a:lnTo>
                  <a:lnTo>
                    <a:pt x="32163" y="172454"/>
                  </a:lnTo>
                  <a:lnTo>
                    <a:pt x="14690" y="218239"/>
                  </a:lnTo>
                  <a:lnTo>
                    <a:pt x="3771" y="267340"/>
                  </a:lnTo>
                  <a:lnTo>
                    <a:pt x="0" y="319100"/>
                  </a:lnTo>
                  <a:lnTo>
                    <a:pt x="0" y="1320661"/>
                  </a:lnTo>
                  <a:lnTo>
                    <a:pt x="1227973" y="1320661"/>
                  </a:lnTo>
                  <a:lnTo>
                    <a:pt x="1227973" y="319100"/>
                  </a:lnTo>
                  <a:lnTo>
                    <a:pt x="1224201" y="267340"/>
                  </a:lnTo>
                  <a:lnTo>
                    <a:pt x="1213281" y="218239"/>
                  </a:lnTo>
                  <a:lnTo>
                    <a:pt x="1195807" y="172454"/>
                  </a:lnTo>
                  <a:lnTo>
                    <a:pt x="1172371" y="130643"/>
                  </a:lnTo>
                  <a:lnTo>
                    <a:pt x="1143568" y="93461"/>
                  </a:lnTo>
                  <a:lnTo>
                    <a:pt x="1109990" y="61567"/>
                  </a:lnTo>
                  <a:lnTo>
                    <a:pt x="1072232" y="35617"/>
                  </a:lnTo>
                  <a:lnTo>
                    <a:pt x="1030885" y="16267"/>
                  </a:lnTo>
                  <a:lnTo>
                    <a:pt x="986545" y="4176"/>
                  </a:lnTo>
                  <a:lnTo>
                    <a:pt x="93980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319031" y="8546813"/>
              <a:ext cx="1489710" cy="158115"/>
            </a:xfrm>
            <a:custGeom>
              <a:avLst/>
              <a:gdLst/>
              <a:ahLst/>
              <a:cxnLst/>
              <a:rect l="l" t="t" r="r" b="b"/>
              <a:pathLst>
                <a:path w="1489710" h="158115">
                  <a:moveTo>
                    <a:pt x="1489085" y="0"/>
                  </a:moveTo>
                  <a:lnTo>
                    <a:pt x="0" y="0"/>
                  </a:lnTo>
                  <a:lnTo>
                    <a:pt x="0" y="31716"/>
                  </a:lnTo>
                  <a:lnTo>
                    <a:pt x="9933" y="80917"/>
                  </a:lnTo>
                  <a:lnTo>
                    <a:pt x="37023" y="121097"/>
                  </a:lnTo>
                  <a:lnTo>
                    <a:pt x="77202" y="148187"/>
                  </a:lnTo>
                  <a:lnTo>
                    <a:pt x="126404" y="158120"/>
                  </a:lnTo>
                  <a:lnTo>
                    <a:pt x="1489085" y="158120"/>
                  </a:lnTo>
                  <a:lnTo>
                    <a:pt x="1489085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850159" y="8546813"/>
              <a:ext cx="1196340" cy="158115"/>
            </a:xfrm>
            <a:custGeom>
              <a:avLst/>
              <a:gdLst/>
              <a:ahLst/>
              <a:cxnLst/>
              <a:rect l="l" t="t" r="r" b="b"/>
              <a:pathLst>
                <a:path w="1196339" h="158115">
                  <a:moveTo>
                    <a:pt x="1116698" y="0"/>
                  </a:moveTo>
                  <a:lnTo>
                    <a:pt x="79055" y="0"/>
                  </a:lnTo>
                  <a:lnTo>
                    <a:pt x="48282" y="6213"/>
                  </a:lnTo>
                  <a:lnTo>
                    <a:pt x="23153" y="23158"/>
                  </a:lnTo>
                  <a:lnTo>
                    <a:pt x="6212" y="48291"/>
                  </a:lnTo>
                  <a:lnTo>
                    <a:pt x="0" y="79065"/>
                  </a:lnTo>
                  <a:lnTo>
                    <a:pt x="6212" y="109838"/>
                  </a:lnTo>
                  <a:lnTo>
                    <a:pt x="23153" y="134967"/>
                  </a:lnTo>
                  <a:lnTo>
                    <a:pt x="48282" y="151908"/>
                  </a:lnTo>
                  <a:lnTo>
                    <a:pt x="79055" y="158120"/>
                  </a:lnTo>
                  <a:lnTo>
                    <a:pt x="1116698" y="158120"/>
                  </a:lnTo>
                  <a:lnTo>
                    <a:pt x="1147471" y="151908"/>
                  </a:lnTo>
                  <a:lnTo>
                    <a:pt x="1172600" y="134967"/>
                  </a:lnTo>
                  <a:lnTo>
                    <a:pt x="1189541" y="109838"/>
                  </a:lnTo>
                  <a:lnTo>
                    <a:pt x="1195754" y="79065"/>
                  </a:lnTo>
                  <a:lnTo>
                    <a:pt x="1189541" y="48291"/>
                  </a:lnTo>
                  <a:lnTo>
                    <a:pt x="1172600" y="23158"/>
                  </a:lnTo>
                  <a:lnTo>
                    <a:pt x="1147471" y="6213"/>
                  </a:lnTo>
                  <a:lnTo>
                    <a:pt x="1116698" y="0"/>
                  </a:lnTo>
                  <a:close/>
                </a:path>
              </a:pathLst>
            </a:custGeom>
            <a:solidFill>
              <a:srgbClr val="AFE2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614079" y="8704942"/>
              <a:ext cx="874394" cy="1143635"/>
            </a:xfrm>
            <a:custGeom>
              <a:avLst/>
              <a:gdLst/>
              <a:ahLst/>
              <a:cxnLst/>
              <a:rect l="l" t="t" r="r" b="b"/>
              <a:pathLst>
                <a:path w="874395" h="1143634">
                  <a:moveTo>
                    <a:pt x="874039" y="1064641"/>
                  </a:moveTo>
                  <a:lnTo>
                    <a:pt x="485698" y="1028255"/>
                  </a:lnTo>
                  <a:lnTo>
                    <a:pt x="505663" y="0"/>
                  </a:lnTo>
                  <a:lnTo>
                    <a:pt x="368376" y="0"/>
                  </a:lnTo>
                  <a:lnTo>
                    <a:pt x="391058" y="1029398"/>
                  </a:lnTo>
                  <a:lnTo>
                    <a:pt x="0" y="1064641"/>
                  </a:lnTo>
                  <a:lnTo>
                    <a:pt x="0" y="1143596"/>
                  </a:lnTo>
                  <a:lnTo>
                    <a:pt x="393585" y="1143596"/>
                  </a:lnTo>
                  <a:lnTo>
                    <a:pt x="483463" y="1143596"/>
                  </a:lnTo>
                  <a:lnTo>
                    <a:pt x="874039" y="1143596"/>
                  </a:lnTo>
                  <a:lnTo>
                    <a:pt x="874039" y="1064641"/>
                  </a:lnTo>
                  <a:close/>
                </a:path>
              </a:pathLst>
            </a:custGeom>
            <a:solidFill>
              <a:srgbClr val="20818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29174" y="9764242"/>
              <a:ext cx="143796" cy="143796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03209" y="9764242"/>
              <a:ext cx="143796" cy="143796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2570385" y="8704932"/>
              <a:ext cx="962025" cy="75565"/>
            </a:xfrm>
            <a:custGeom>
              <a:avLst/>
              <a:gdLst/>
              <a:ahLst/>
              <a:cxnLst/>
              <a:rect l="l" t="t" r="r" b="b"/>
              <a:pathLst>
                <a:path w="962025" h="75565">
                  <a:moveTo>
                    <a:pt x="961436" y="0"/>
                  </a:moveTo>
                  <a:lnTo>
                    <a:pt x="0" y="0"/>
                  </a:lnTo>
                  <a:lnTo>
                    <a:pt x="5895" y="29203"/>
                  </a:lnTo>
                  <a:lnTo>
                    <a:pt x="21974" y="53054"/>
                  </a:lnTo>
                  <a:lnTo>
                    <a:pt x="45821" y="69136"/>
                  </a:lnTo>
                  <a:lnTo>
                    <a:pt x="75023" y="75034"/>
                  </a:lnTo>
                  <a:lnTo>
                    <a:pt x="886402" y="75034"/>
                  </a:lnTo>
                  <a:lnTo>
                    <a:pt x="915606" y="69136"/>
                  </a:lnTo>
                  <a:lnTo>
                    <a:pt x="939456" y="53054"/>
                  </a:lnTo>
                  <a:lnTo>
                    <a:pt x="955539" y="29203"/>
                  </a:lnTo>
                  <a:lnTo>
                    <a:pt x="961436" y="0"/>
                  </a:lnTo>
                  <a:close/>
                </a:path>
              </a:pathLst>
            </a:custGeom>
            <a:solidFill>
              <a:srgbClr val="20818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1306008" y="6893258"/>
            <a:ext cx="720725" cy="1224280"/>
            <a:chOff x="1306008" y="6893258"/>
            <a:chExt cx="720725" cy="1224280"/>
          </a:xfrm>
        </p:grpSpPr>
        <p:sp>
          <p:nvSpPr>
            <p:cNvPr id="56" name="object 56" descr=""/>
            <p:cNvSpPr/>
            <p:nvPr/>
          </p:nvSpPr>
          <p:spPr>
            <a:xfrm>
              <a:off x="1641577" y="6906549"/>
              <a:ext cx="384810" cy="371475"/>
            </a:xfrm>
            <a:custGeom>
              <a:avLst/>
              <a:gdLst/>
              <a:ahLst/>
              <a:cxnLst/>
              <a:rect l="l" t="t" r="r" b="b"/>
              <a:pathLst>
                <a:path w="384810" h="371475">
                  <a:moveTo>
                    <a:pt x="203321" y="0"/>
                  </a:moveTo>
                  <a:lnTo>
                    <a:pt x="156595" y="7703"/>
                  </a:lnTo>
                  <a:lnTo>
                    <a:pt x="112033" y="25834"/>
                  </a:lnTo>
                  <a:lnTo>
                    <a:pt x="71461" y="54493"/>
                  </a:lnTo>
                  <a:lnTo>
                    <a:pt x="38460" y="91629"/>
                  </a:lnTo>
                  <a:lnTo>
                    <a:pt x="15481" y="133897"/>
                  </a:lnTo>
                  <a:lnTo>
                    <a:pt x="2627" y="179473"/>
                  </a:lnTo>
                  <a:lnTo>
                    <a:pt x="0" y="226535"/>
                  </a:lnTo>
                  <a:lnTo>
                    <a:pt x="7701" y="273260"/>
                  </a:lnTo>
                  <a:lnTo>
                    <a:pt x="25833" y="317822"/>
                  </a:lnTo>
                  <a:lnTo>
                    <a:pt x="54498" y="358400"/>
                  </a:lnTo>
                  <a:lnTo>
                    <a:pt x="60341" y="364683"/>
                  </a:lnTo>
                  <a:lnTo>
                    <a:pt x="83485" y="371121"/>
                  </a:lnTo>
                  <a:lnTo>
                    <a:pt x="118471" y="363319"/>
                  </a:lnTo>
                  <a:lnTo>
                    <a:pt x="162166" y="342714"/>
                  </a:lnTo>
                  <a:lnTo>
                    <a:pt x="211434" y="310740"/>
                  </a:lnTo>
                  <a:lnTo>
                    <a:pt x="263141" y="268833"/>
                  </a:lnTo>
                  <a:lnTo>
                    <a:pt x="310530" y="222123"/>
                  </a:lnTo>
                  <a:lnTo>
                    <a:pt x="347787" y="176721"/>
                  </a:lnTo>
                  <a:lnTo>
                    <a:pt x="373132" y="135587"/>
                  </a:lnTo>
                  <a:lnTo>
                    <a:pt x="384786" y="101680"/>
                  </a:lnTo>
                  <a:lnTo>
                    <a:pt x="380970" y="77959"/>
                  </a:lnTo>
                  <a:lnTo>
                    <a:pt x="338241" y="38447"/>
                  </a:lnTo>
                  <a:lnTo>
                    <a:pt x="295969" y="15472"/>
                  </a:lnTo>
                  <a:lnTo>
                    <a:pt x="250388" y="2623"/>
                  </a:lnTo>
                  <a:lnTo>
                    <a:pt x="20332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694259" y="6974139"/>
              <a:ext cx="332740" cy="303530"/>
            </a:xfrm>
            <a:custGeom>
              <a:avLst/>
              <a:gdLst/>
              <a:ahLst/>
              <a:cxnLst/>
              <a:rect l="l" t="t" r="r" b="b"/>
              <a:pathLst>
                <a:path w="332739" h="303529">
                  <a:moveTo>
                    <a:pt x="306148" y="0"/>
                  </a:moveTo>
                  <a:lnTo>
                    <a:pt x="240778" y="18910"/>
                  </a:lnTo>
                  <a:lnTo>
                    <a:pt x="199052" y="42853"/>
                  </a:lnTo>
                  <a:lnTo>
                    <a:pt x="160972" y="69832"/>
                  </a:lnTo>
                  <a:lnTo>
                    <a:pt x="121934" y="102254"/>
                  </a:lnTo>
                  <a:lnTo>
                    <a:pt x="92802" y="129870"/>
                  </a:lnTo>
                  <a:lnTo>
                    <a:pt x="32731" y="200774"/>
                  </a:lnTo>
                  <a:lnTo>
                    <a:pt x="9891" y="239755"/>
                  </a:lnTo>
                  <a:lnTo>
                    <a:pt x="0" y="271696"/>
                  </a:lnTo>
                  <a:lnTo>
                    <a:pt x="4660" y="293934"/>
                  </a:lnTo>
                  <a:lnTo>
                    <a:pt x="7665" y="297086"/>
                  </a:lnTo>
                  <a:lnTo>
                    <a:pt x="30801" y="303521"/>
                  </a:lnTo>
                  <a:lnTo>
                    <a:pt x="65786" y="295723"/>
                  </a:lnTo>
                  <a:lnTo>
                    <a:pt x="109480" y="275121"/>
                  </a:lnTo>
                  <a:lnTo>
                    <a:pt x="158746" y="243145"/>
                  </a:lnTo>
                  <a:lnTo>
                    <a:pt x="210445" y="201225"/>
                  </a:lnTo>
                  <a:lnTo>
                    <a:pt x="257837" y="154530"/>
                  </a:lnTo>
                  <a:lnTo>
                    <a:pt x="295102" y="109138"/>
                  </a:lnTo>
                  <a:lnTo>
                    <a:pt x="320458" y="68009"/>
                  </a:lnTo>
                  <a:lnTo>
                    <a:pt x="332123" y="34103"/>
                  </a:lnTo>
                  <a:lnTo>
                    <a:pt x="328315" y="10383"/>
                  </a:lnTo>
                  <a:lnTo>
                    <a:pt x="326043" y="7576"/>
                  </a:lnTo>
                  <a:lnTo>
                    <a:pt x="325457" y="7032"/>
                  </a:lnTo>
                  <a:lnTo>
                    <a:pt x="306148" y="0"/>
                  </a:lnTo>
                  <a:close/>
                </a:path>
              </a:pathLst>
            </a:custGeom>
            <a:solidFill>
              <a:srgbClr val="79C49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61179" y="7016994"/>
              <a:ext cx="144906" cy="134634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1315767" y="6920670"/>
              <a:ext cx="384810" cy="1149985"/>
            </a:xfrm>
            <a:custGeom>
              <a:avLst/>
              <a:gdLst/>
              <a:ahLst/>
              <a:cxnLst/>
              <a:rect l="l" t="t" r="r" b="b"/>
              <a:pathLst>
                <a:path w="384810" h="1149984">
                  <a:moveTo>
                    <a:pt x="372177" y="0"/>
                  </a:moveTo>
                  <a:lnTo>
                    <a:pt x="0" y="288399"/>
                  </a:lnTo>
                  <a:lnTo>
                    <a:pt x="205930" y="813870"/>
                  </a:lnTo>
                  <a:lnTo>
                    <a:pt x="205930" y="1149964"/>
                  </a:lnTo>
                  <a:lnTo>
                    <a:pt x="225668" y="1149964"/>
                  </a:lnTo>
                  <a:lnTo>
                    <a:pt x="225668" y="810142"/>
                  </a:lnTo>
                  <a:lnTo>
                    <a:pt x="23758" y="294954"/>
                  </a:lnTo>
                  <a:lnTo>
                    <a:pt x="384260" y="15612"/>
                  </a:lnTo>
                  <a:lnTo>
                    <a:pt x="372177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79255" y="6893258"/>
              <a:ext cx="69715" cy="82038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1306004" y="7183570"/>
              <a:ext cx="328930" cy="934085"/>
            </a:xfrm>
            <a:custGeom>
              <a:avLst/>
              <a:gdLst/>
              <a:ahLst/>
              <a:cxnLst/>
              <a:rect l="l" t="t" r="r" b="b"/>
              <a:pathLst>
                <a:path w="328930" h="934084">
                  <a:moveTo>
                    <a:pt x="52273" y="26136"/>
                  </a:moveTo>
                  <a:lnTo>
                    <a:pt x="50215" y="15963"/>
                  </a:lnTo>
                  <a:lnTo>
                    <a:pt x="44615" y="7658"/>
                  </a:lnTo>
                  <a:lnTo>
                    <a:pt x="36309" y="2057"/>
                  </a:lnTo>
                  <a:lnTo>
                    <a:pt x="26136" y="0"/>
                  </a:lnTo>
                  <a:lnTo>
                    <a:pt x="15963" y="2057"/>
                  </a:lnTo>
                  <a:lnTo>
                    <a:pt x="7658" y="7658"/>
                  </a:lnTo>
                  <a:lnTo>
                    <a:pt x="2057" y="15963"/>
                  </a:lnTo>
                  <a:lnTo>
                    <a:pt x="0" y="26136"/>
                  </a:lnTo>
                  <a:lnTo>
                    <a:pt x="2057" y="36309"/>
                  </a:lnTo>
                  <a:lnTo>
                    <a:pt x="7658" y="44615"/>
                  </a:lnTo>
                  <a:lnTo>
                    <a:pt x="15963" y="50215"/>
                  </a:lnTo>
                  <a:lnTo>
                    <a:pt x="26136" y="52260"/>
                  </a:lnTo>
                  <a:lnTo>
                    <a:pt x="36309" y="50215"/>
                  </a:lnTo>
                  <a:lnTo>
                    <a:pt x="44615" y="44615"/>
                  </a:lnTo>
                  <a:lnTo>
                    <a:pt x="50215" y="36309"/>
                  </a:lnTo>
                  <a:lnTo>
                    <a:pt x="52273" y="26136"/>
                  </a:lnTo>
                  <a:close/>
                </a:path>
                <a:path w="328930" h="934084">
                  <a:moveTo>
                    <a:pt x="328320" y="925410"/>
                  </a:moveTo>
                  <a:lnTo>
                    <a:pt x="324535" y="906665"/>
                  </a:lnTo>
                  <a:lnTo>
                    <a:pt x="314223" y="891374"/>
                  </a:lnTo>
                  <a:lnTo>
                    <a:pt x="298932" y="881062"/>
                  </a:lnTo>
                  <a:lnTo>
                    <a:pt x="280200" y="877277"/>
                  </a:lnTo>
                  <a:lnTo>
                    <a:pt x="246507" y="877277"/>
                  </a:lnTo>
                  <a:lnTo>
                    <a:pt x="246507" y="571322"/>
                  </a:lnTo>
                  <a:lnTo>
                    <a:pt x="204800" y="571322"/>
                  </a:lnTo>
                  <a:lnTo>
                    <a:pt x="204800" y="877277"/>
                  </a:lnTo>
                  <a:lnTo>
                    <a:pt x="179806" y="877277"/>
                  </a:lnTo>
                  <a:lnTo>
                    <a:pt x="160324" y="881214"/>
                  </a:lnTo>
                  <a:lnTo>
                    <a:pt x="144411" y="891933"/>
                  </a:lnTo>
                  <a:lnTo>
                    <a:pt x="133680" y="907846"/>
                  </a:lnTo>
                  <a:lnTo>
                    <a:pt x="129743" y="927341"/>
                  </a:lnTo>
                  <a:lnTo>
                    <a:pt x="129743" y="933805"/>
                  </a:lnTo>
                  <a:lnTo>
                    <a:pt x="328320" y="933805"/>
                  </a:lnTo>
                  <a:lnTo>
                    <a:pt x="328320" y="92541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/>
          <p:nvPr/>
        </p:nvSpPr>
        <p:spPr>
          <a:xfrm>
            <a:off x="5159356" y="8182294"/>
            <a:ext cx="111125" cy="1712595"/>
          </a:xfrm>
          <a:custGeom>
            <a:avLst/>
            <a:gdLst/>
            <a:ahLst/>
            <a:cxnLst/>
            <a:rect l="l" t="t" r="r" b="b"/>
            <a:pathLst>
              <a:path w="111125" h="1712595">
                <a:moveTo>
                  <a:pt x="0" y="0"/>
                </a:moveTo>
                <a:lnTo>
                  <a:pt x="70730" y="1686315"/>
                </a:lnTo>
                <a:lnTo>
                  <a:pt x="90751" y="1712251"/>
                </a:lnTo>
                <a:lnTo>
                  <a:pt x="92531" y="1712251"/>
                </a:lnTo>
                <a:lnTo>
                  <a:pt x="99860" y="1710189"/>
                </a:lnTo>
                <a:lnTo>
                  <a:pt x="105809" y="1704581"/>
                </a:lnTo>
                <a:lnTo>
                  <a:pt x="109757" y="1696295"/>
                </a:lnTo>
                <a:lnTo>
                  <a:pt x="111085" y="1686199"/>
                </a:lnTo>
                <a:lnTo>
                  <a:pt x="82939" y="13266"/>
                </a:lnTo>
                <a:lnTo>
                  <a:pt x="0" y="0"/>
                </a:lnTo>
                <a:close/>
              </a:path>
            </a:pathLst>
          </a:custGeom>
          <a:solidFill>
            <a:srgbClr val="2B86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1230820" y="8117376"/>
            <a:ext cx="4197350" cy="1777364"/>
          </a:xfrm>
          <a:custGeom>
            <a:avLst/>
            <a:gdLst/>
            <a:ahLst/>
            <a:cxnLst/>
            <a:rect l="l" t="t" r="r" b="b"/>
            <a:pathLst>
              <a:path w="4197350" h="1777365">
                <a:moveTo>
                  <a:pt x="4197210" y="57594"/>
                </a:moveTo>
                <a:lnTo>
                  <a:pt x="4192676" y="35166"/>
                </a:lnTo>
                <a:lnTo>
                  <a:pt x="4180332" y="16865"/>
                </a:lnTo>
                <a:lnTo>
                  <a:pt x="4162031" y="4521"/>
                </a:lnTo>
                <a:lnTo>
                  <a:pt x="4139615" y="0"/>
                </a:lnTo>
                <a:lnTo>
                  <a:pt x="57581" y="0"/>
                </a:lnTo>
                <a:lnTo>
                  <a:pt x="35166" y="4521"/>
                </a:lnTo>
                <a:lnTo>
                  <a:pt x="16865" y="16865"/>
                </a:lnTo>
                <a:lnTo>
                  <a:pt x="4533" y="35179"/>
                </a:lnTo>
                <a:lnTo>
                  <a:pt x="0" y="57594"/>
                </a:lnTo>
                <a:lnTo>
                  <a:pt x="4533" y="79997"/>
                </a:lnTo>
                <a:lnTo>
                  <a:pt x="16865" y="98298"/>
                </a:lnTo>
                <a:lnTo>
                  <a:pt x="35166" y="110642"/>
                </a:lnTo>
                <a:lnTo>
                  <a:pt x="57569" y="115163"/>
                </a:lnTo>
                <a:lnTo>
                  <a:pt x="312953" y="115163"/>
                </a:lnTo>
                <a:lnTo>
                  <a:pt x="285419" y="1751126"/>
                </a:lnTo>
                <a:lnTo>
                  <a:pt x="286753" y="1761223"/>
                </a:lnTo>
                <a:lnTo>
                  <a:pt x="290703" y="1769503"/>
                </a:lnTo>
                <a:lnTo>
                  <a:pt x="296659" y="1775117"/>
                </a:lnTo>
                <a:lnTo>
                  <a:pt x="303987" y="1777174"/>
                </a:lnTo>
                <a:lnTo>
                  <a:pt x="305752" y="1777174"/>
                </a:lnTo>
                <a:lnTo>
                  <a:pt x="394398" y="115163"/>
                </a:lnTo>
                <a:lnTo>
                  <a:pt x="4139641" y="115163"/>
                </a:lnTo>
                <a:lnTo>
                  <a:pt x="4162044" y="110642"/>
                </a:lnTo>
                <a:lnTo>
                  <a:pt x="4180344" y="98298"/>
                </a:lnTo>
                <a:lnTo>
                  <a:pt x="4192676" y="79997"/>
                </a:lnTo>
                <a:lnTo>
                  <a:pt x="4197210" y="57594"/>
                </a:lnTo>
                <a:close/>
              </a:path>
            </a:pathLst>
          </a:custGeom>
          <a:solidFill>
            <a:srgbClr val="2B868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4" name="object 64" descr=""/>
          <p:cNvGrpSpPr/>
          <p:nvPr/>
        </p:nvGrpSpPr>
        <p:grpSpPr>
          <a:xfrm>
            <a:off x="3765493" y="7164811"/>
            <a:ext cx="1299845" cy="953135"/>
            <a:chOff x="3765493" y="7164811"/>
            <a:chExt cx="1299845" cy="953135"/>
          </a:xfrm>
        </p:grpSpPr>
        <p:sp>
          <p:nvSpPr>
            <p:cNvPr id="65" name="object 65" descr=""/>
            <p:cNvSpPr/>
            <p:nvPr/>
          </p:nvSpPr>
          <p:spPr>
            <a:xfrm>
              <a:off x="3765493" y="7164811"/>
              <a:ext cx="1257300" cy="810260"/>
            </a:xfrm>
            <a:custGeom>
              <a:avLst/>
              <a:gdLst/>
              <a:ahLst/>
              <a:cxnLst/>
              <a:rect l="l" t="t" r="r" b="b"/>
              <a:pathLst>
                <a:path w="1257300" h="810259">
                  <a:moveTo>
                    <a:pt x="1257082" y="0"/>
                  </a:moveTo>
                  <a:lnTo>
                    <a:pt x="78898" y="0"/>
                  </a:lnTo>
                  <a:lnTo>
                    <a:pt x="0" y="809996"/>
                  </a:lnTo>
                  <a:lnTo>
                    <a:pt x="1178184" y="809996"/>
                  </a:lnTo>
                  <a:lnTo>
                    <a:pt x="1257082" y="0"/>
                  </a:lnTo>
                  <a:close/>
                </a:path>
              </a:pathLst>
            </a:custGeom>
            <a:solidFill>
              <a:srgbClr val="D4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808115" y="7164811"/>
              <a:ext cx="1257300" cy="810260"/>
            </a:xfrm>
            <a:custGeom>
              <a:avLst/>
              <a:gdLst/>
              <a:ahLst/>
              <a:cxnLst/>
              <a:rect l="l" t="t" r="r" b="b"/>
              <a:pathLst>
                <a:path w="1257300" h="810259">
                  <a:moveTo>
                    <a:pt x="1257061" y="0"/>
                  </a:moveTo>
                  <a:lnTo>
                    <a:pt x="78898" y="0"/>
                  </a:lnTo>
                  <a:lnTo>
                    <a:pt x="0" y="809996"/>
                  </a:lnTo>
                  <a:lnTo>
                    <a:pt x="1178173" y="809996"/>
                  </a:lnTo>
                  <a:lnTo>
                    <a:pt x="1257061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132465" y="7630966"/>
              <a:ext cx="429259" cy="486409"/>
            </a:xfrm>
            <a:custGeom>
              <a:avLst/>
              <a:gdLst/>
              <a:ahLst/>
              <a:cxnLst/>
              <a:rect l="l" t="t" r="r" b="b"/>
              <a:pathLst>
                <a:path w="429260" h="486409">
                  <a:moveTo>
                    <a:pt x="429221" y="452767"/>
                  </a:moveTo>
                  <a:lnTo>
                    <a:pt x="333959" y="452767"/>
                  </a:lnTo>
                  <a:lnTo>
                    <a:pt x="400278" y="0"/>
                  </a:lnTo>
                  <a:lnTo>
                    <a:pt x="191211" y="0"/>
                  </a:lnTo>
                  <a:lnTo>
                    <a:pt x="124879" y="452767"/>
                  </a:lnTo>
                  <a:lnTo>
                    <a:pt x="0" y="452767"/>
                  </a:lnTo>
                  <a:lnTo>
                    <a:pt x="0" y="486410"/>
                  </a:lnTo>
                  <a:lnTo>
                    <a:pt x="429221" y="486410"/>
                  </a:lnTo>
                  <a:lnTo>
                    <a:pt x="429221" y="452767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 descr=""/>
          <p:cNvGrpSpPr/>
          <p:nvPr/>
        </p:nvGrpSpPr>
        <p:grpSpPr>
          <a:xfrm>
            <a:off x="5620510" y="8250711"/>
            <a:ext cx="1501140" cy="1624965"/>
            <a:chOff x="5620510" y="8250711"/>
            <a:chExt cx="1501140" cy="1624965"/>
          </a:xfrm>
        </p:grpSpPr>
        <p:sp>
          <p:nvSpPr>
            <p:cNvPr id="69" name="object 69" descr=""/>
            <p:cNvSpPr/>
            <p:nvPr/>
          </p:nvSpPr>
          <p:spPr>
            <a:xfrm>
              <a:off x="5620510" y="8250711"/>
              <a:ext cx="1501140" cy="92710"/>
            </a:xfrm>
            <a:custGeom>
              <a:avLst/>
              <a:gdLst/>
              <a:ahLst/>
              <a:cxnLst/>
              <a:rect l="l" t="t" r="r" b="b"/>
              <a:pathLst>
                <a:path w="1501140" h="92709">
                  <a:moveTo>
                    <a:pt x="1490886" y="0"/>
                  </a:moveTo>
                  <a:lnTo>
                    <a:pt x="10219" y="0"/>
                  </a:lnTo>
                  <a:lnTo>
                    <a:pt x="6250" y="2036"/>
                  </a:lnTo>
                  <a:lnTo>
                    <a:pt x="3001" y="7579"/>
                  </a:lnTo>
                  <a:lnTo>
                    <a:pt x="806" y="15783"/>
                  </a:lnTo>
                  <a:lnTo>
                    <a:pt x="0" y="25800"/>
                  </a:lnTo>
                  <a:lnTo>
                    <a:pt x="0" y="66374"/>
                  </a:lnTo>
                  <a:lnTo>
                    <a:pt x="806" y="76402"/>
                  </a:lnTo>
                  <a:lnTo>
                    <a:pt x="3001" y="84608"/>
                  </a:lnTo>
                  <a:lnTo>
                    <a:pt x="6250" y="90150"/>
                  </a:lnTo>
                  <a:lnTo>
                    <a:pt x="10219" y="92185"/>
                  </a:lnTo>
                  <a:lnTo>
                    <a:pt x="1490886" y="92185"/>
                  </a:lnTo>
                  <a:lnTo>
                    <a:pt x="1494845" y="90150"/>
                  </a:lnTo>
                  <a:lnTo>
                    <a:pt x="1498091" y="84608"/>
                  </a:lnTo>
                  <a:lnTo>
                    <a:pt x="1500288" y="76402"/>
                  </a:lnTo>
                  <a:lnTo>
                    <a:pt x="1501095" y="66374"/>
                  </a:lnTo>
                  <a:lnTo>
                    <a:pt x="1501095" y="25800"/>
                  </a:lnTo>
                  <a:lnTo>
                    <a:pt x="1500288" y="15783"/>
                  </a:lnTo>
                  <a:lnTo>
                    <a:pt x="1498091" y="7579"/>
                  </a:lnTo>
                  <a:lnTo>
                    <a:pt x="1494845" y="2036"/>
                  </a:lnTo>
                  <a:lnTo>
                    <a:pt x="149088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620510" y="8250711"/>
              <a:ext cx="1194435" cy="92710"/>
            </a:xfrm>
            <a:custGeom>
              <a:avLst/>
              <a:gdLst/>
              <a:ahLst/>
              <a:cxnLst/>
              <a:rect l="l" t="t" r="r" b="b"/>
              <a:pathLst>
                <a:path w="1194434" h="92709">
                  <a:moveTo>
                    <a:pt x="1184864" y="0"/>
                  </a:moveTo>
                  <a:lnTo>
                    <a:pt x="9371" y="0"/>
                  </a:lnTo>
                  <a:lnTo>
                    <a:pt x="5733" y="2036"/>
                  </a:lnTo>
                  <a:lnTo>
                    <a:pt x="2753" y="7579"/>
                  </a:lnTo>
                  <a:lnTo>
                    <a:pt x="739" y="15783"/>
                  </a:lnTo>
                  <a:lnTo>
                    <a:pt x="0" y="25800"/>
                  </a:lnTo>
                  <a:lnTo>
                    <a:pt x="0" y="66374"/>
                  </a:lnTo>
                  <a:lnTo>
                    <a:pt x="739" y="76402"/>
                  </a:lnTo>
                  <a:lnTo>
                    <a:pt x="2753" y="84608"/>
                  </a:lnTo>
                  <a:lnTo>
                    <a:pt x="5733" y="90150"/>
                  </a:lnTo>
                  <a:lnTo>
                    <a:pt x="9371" y="92185"/>
                  </a:lnTo>
                  <a:lnTo>
                    <a:pt x="1184864" y="92185"/>
                  </a:lnTo>
                  <a:lnTo>
                    <a:pt x="1188506" y="90150"/>
                  </a:lnTo>
                  <a:lnTo>
                    <a:pt x="1191485" y="84608"/>
                  </a:lnTo>
                  <a:lnTo>
                    <a:pt x="1193497" y="76402"/>
                  </a:lnTo>
                  <a:lnTo>
                    <a:pt x="1194235" y="66374"/>
                  </a:lnTo>
                  <a:lnTo>
                    <a:pt x="1194235" y="25800"/>
                  </a:lnTo>
                  <a:lnTo>
                    <a:pt x="1193497" y="15783"/>
                  </a:lnTo>
                  <a:lnTo>
                    <a:pt x="1191485" y="7579"/>
                  </a:lnTo>
                  <a:lnTo>
                    <a:pt x="1188506" y="2036"/>
                  </a:lnTo>
                  <a:lnTo>
                    <a:pt x="118486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751877" y="8342897"/>
              <a:ext cx="294640" cy="1532255"/>
            </a:xfrm>
            <a:custGeom>
              <a:avLst/>
              <a:gdLst/>
              <a:ahLst/>
              <a:cxnLst/>
              <a:rect l="l" t="t" r="r" b="b"/>
              <a:pathLst>
                <a:path w="294640" h="1532254">
                  <a:moveTo>
                    <a:pt x="0" y="1532152"/>
                  </a:moveTo>
                  <a:lnTo>
                    <a:pt x="294577" y="1532152"/>
                  </a:lnTo>
                  <a:lnTo>
                    <a:pt x="294577" y="0"/>
                  </a:lnTo>
                  <a:lnTo>
                    <a:pt x="0" y="0"/>
                  </a:lnTo>
                  <a:lnTo>
                    <a:pt x="0" y="1532152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700684" y="8342897"/>
              <a:ext cx="1051560" cy="1532255"/>
            </a:xfrm>
            <a:custGeom>
              <a:avLst/>
              <a:gdLst/>
              <a:ahLst/>
              <a:cxnLst/>
              <a:rect l="l" t="t" r="r" b="b"/>
              <a:pathLst>
                <a:path w="1051559" h="1532254">
                  <a:moveTo>
                    <a:pt x="1051193" y="0"/>
                  </a:moveTo>
                  <a:lnTo>
                    <a:pt x="0" y="0"/>
                  </a:lnTo>
                  <a:lnTo>
                    <a:pt x="0" y="1532152"/>
                  </a:lnTo>
                  <a:lnTo>
                    <a:pt x="1051193" y="1532152"/>
                  </a:lnTo>
                  <a:lnTo>
                    <a:pt x="1051193" y="0"/>
                  </a:lnTo>
                  <a:close/>
                </a:path>
              </a:pathLst>
            </a:custGeom>
            <a:solidFill>
              <a:srgbClr val="D4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757164" y="8386286"/>
              <a:ext cx="938530" cy="1404620"/>
            </a:xfrm>
            <a:custGeom>
              <a:avLst/>
              <a:gdLst/>
              <a:ahLst/>
              <a:cxnLst/>
              <a:rect l="l" t="t" r="r" b="b"/>
              <a:pathLst>
                <a:path w="938529" h="1404620">
                  <a:moveTo>
                    <a:pt x="561416" y="1012825"/>
                  </a:moveTo>
                  <a:lnTo>
                    <a:pt x="554570" y="1005992"/>
                  </a:lnTo>
                  <a:lnTo>
                    <a:pt x="365633" y="1005992"/>
                  </a:lnTo>
                  <a:lnTo>
                    <a:pt x="358800" y="1012825"/>
                  </a:lnTo>
                  <a:lnTo>
                    <a:pt x="358800" y="1029538"/>
                  </a:lnTo>
                  <a:lnTo>
                    <a:pt x="365633" y="1036383"/>
                  </a:lnTo>
                  <a:lnTo>
                    <a:pt x="373989" y="1036383"/>
                  </a:lnTo>
                  <a:lnTo>
                    <a:pt x="554570" y="1036383"/>
                  </a:lnTo>
                  <a:lnTo>
                    <a:pt x="561416" y="1029538"/>
                  </a:lnTo>
                  <a:lnTo>
                    <a:pt x="561416" y="1012825"/>
                  </a:lnTo>
                  <a:close/>
                </a:path>
                <a:path w="938529" h="1404620">
                  <a:moveTo>
                    <a:pt x="561416" y="530047"/>
                  </a:moveTo>
                  <a:lnTo>
                    <a:pt x="554570" y="523201"/>
                  </a:lnTo>
                  <a:lnTo>
                    <a:pt x="365633" y="523201"/>
                  </a:lnTo>
                  <a:lnTo>
                    <a:pt x="358800" y="530047"/>
                  </a:lnTo>
                  <a:lnTo>
                    <a:pt x="358800" y="546760"/>
                  </a:lnTo>
                  <a:lnTo>
                    <a:pt x="365633" y="553593"/>
                  </a:lnTo>
                  <a:lnTo>
                    <a:pt x="373989" y="553593"/>
                  </a:lnTo>
                  <a:lnTo>
                    <a:pt x="554570" y="553593"/>
                  </a:lnTo>
                  <a:lnTo>
                    <a:pt x="561416" y="546760"/>
                  </a:lnTo>
                  <a:lnTo>
                    <a:pt x="561416" y="530047"/>
                  </a:lnTo>
                  <a:close/>
                </a:path>
                <a:path w="938529" h="1404620">
                  <a:moveTo>
                    <a:pt x="561416" y="66916"/>
                  </a:moveTo>
                  <a:lnTo>
                    <a:pt x="554570" y="60083"/>
                  </a:lnTo>
                  <a:lnTo>
                    <a:pt x="365633" y="60083"/>
                  </a:lnTo>
                  <a:lnTo>
                    <a:pt x="358800" y="66916"/>
                  </a:lnTo>
                  <a:lnTo>
                    <a:pt x="358800" y="83629"/>
                  </a:lnTo>
                  <a:lnTo>
                    <a:pt x="365633" y="90474"/>
                  </a:lnTo>
                  <a:lnTo>
                    <a:pt x="373989" y="90474"/>
                  </a:lnTo>
                  <a:lnTo>
                    <a:pt x="554570" y="90474"/>
                  </a:lnTo>
                  <a:lnTo>
                    <a:pt x="561416" y="83629"/>
                  </a:lnTo>
                  <a:lnTo>
                    <a:pt x="561416" y="66916"/>
                  </a:lnTo>
                  <a:close/>
                </a:path>
                <a:path w="938529" h="1404620">
                  <a:moveTo>
                    <a:pt x="938212" y="0"/>
                  </a:moveTo>
                  <a:lnTo>
                    <a:pt x="928065" y="0"/>
                  </a:lnTo>
                  <a:lnTo>
                    <a:pt x="928065" y="10160"/>
                  </a:lnTo>
                  <a:lnTo>
                    <a:pt x="928065" y="464451"/>
                  </a:lnTo>
                  <a:lnTo>
                    <a:pt x="928065" y="474586"/>
                  </a:lnTo>
                  <a:lnTo>
                    <a:pt x="928065" y="938060"/>
                  </a:lnTo>
                  <a:lnTo>
                    <a:pt x="10121" y="938060"/>
                  </a:lnTo>
                  <a:lnTo>
                    <a:pt x="10121" y="474586"/>
                  </a:lnTo>
                  <a:lnTo>
                    <a:pt x="928065" y="474586"/>
                  </a:lnTo>
                  <a:lnTo>
                    <a:pt x="928065" y="464451"/>
                  </a:lnTo>
                  <a:lnTo>
                    <a:pt x="10121" y="464451"/>
                  </a:lnTo>
                  <a:lnTo>
                    <a:pt x="10121" y="10160"/>
                  </a:lnTo>
                  <a:lnTo>
                    <a:pt x="928065" y="10160"/>
                  </a:lnTo>
                  <a:lnTo>
                    <a:pt x="928065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394460"/>
                  </a:lnTo>
                  <a:lnTo>
                    <a:pt x="0" y="1404620"/>
                  </a:lnTo>
                  <a:lnTo>
                    <a:pt x="938212" y="1404620"/>
                  </a:lnTo>
                  <a:lnTo>
                    <a:pt x="938212" y="1394460"/>
                  </a:lnTo>
                  <a:lnTo>
                    <a:pt x="10121" y="1394460"/>
                  </a:lnTo>
                  <a:lnTo>
                    <a:pt x="10121" y="948182"/>
                  </a:lnTo>
                  <a:lnTo>
                    <a:pt x="928065" y="948182"/>
                  </a:lnTo>
                  <a:lnTo>
                    <a:pt x="928065" y="1394066"/>
                  </a:lnTo>
                  <a:lnTo>
                    <a:pt x="938212" y="1394066"/>
                  </a:lnTo>
                  <a:lnTo>
                    <a:pt x="938212" y="10160"/>
                  </a:lnTo>
                  <a:lnTo>
                    <a:pt x="938212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" name="object 74" descr=""/>
          <p:cNvGrpSpPr/>
          <p:nvPr/>
        </p:nvGrpSpPr>
        <p:grpSpPr>
          <a:xfrm>
            <a:off x="9908230" y="4403674"/>
            <a:ext cx="868044" cy="842010"/>
            <a:chOff x="9908230" y="4403674"/>
            <a:chExt cx="868044" cy="842010"/>
          </a:xfrm>
        </p:grpSpPr>
        <p:sp>
          <p:nvSpPr>
            <p:cNvPr id="75" name="object 75" descr=""/>
            <p:cNvSpPr/>
            <p:nvPr/>
          </p:nvSpPr>
          <p:spPr>
            <a:xfrm>
              <a:off x="9908230" y="4403674"/>
              <a:ext cx="868044" cy="842010"/>
            </a:xfrm>
            <a:custGeom>
              <a:avLst/>
              <a:gdLst/>
              <a:ahLst/>
              <a:cxnLst/>
              <a:rect l="l" t="t" r="r" b="b"/>
              <a:pathLst>
                <a:path w="868045" h="842010">
                  <a:moveTo>
                    <a:pt x="785620" y="0"/>
                  </a:moveTo>
                  <a:lnTo>
                    <a:pt x="81861" y="0"/>
                  </a:lnTo>
                  <a:lnTo>
                    <a:pt x="50075" y="6459"/>
                  </a:lnTo>
                  <a:lnTo>
                    <a:pt x="24046" y="24046"/>
                  </a:lnTo>
                  <a:lnTo>
                    <a:pt x="6459" y="50075"/>
                  </a:lnTo>
                  <a:lnTo>
                    <a:pt x="0" y="81861"/>
                  </a:lnTo>
                  <a:lnTo>
                    <a:pt x="0" y="759736"/>
                  </a:lnTo>
                  <a:lnTo>
                    <a:pt x="6459" y="791521"/>
                  </a:lnTo>
                  <a:lnTo>
                    <a:pt x="24046" y="817551"/>
                  </a:lnTo>
                  <a:lnTo>
                    <a:pt x="50075" y="835138"/>
                  </a:lnTo>
                  <a:lnTo>
                    <a:pt x="81861" y="841597"/>
                  </a:lnTo>
                  <a:lnTo>
                    <a:pt x="785599" y="841597"/>
                  </a:lnTo>
                  <a:lnTo>
                    <a:pt x="817390" y="835136"/>
                  </a:lnTo>
                  <a:lnTo>
                    <a:pt x="843423" y="817545"/>
                  </a:lnTo>
                  <a:lnTo>
                    <a:pt x="861011" y="791512"/>
                  </a:lnTo>
                  <a:lnTo>
                    <a:pt x="867470" y="759725"/>
                  </a:lnTo>
                  <a:lnTo>
                    <a:pt x="867470" y="81850"/>
                  </a:lnTo>
                  <a:lnTo>
                    <a:pt x="861013" y="50071"/>
                  </a:lnTo>
                  <a:lnTo>
                    <a:pt x="843429" y="24045"/>
                  </a:lnTo>
                  <a:lnTo>
                    <a:pt x="817404" y="6459"/>
                  </a:lnTo>
                  <a:lnTo>
                    <a:pt x="785620" y="0"/>
                  </a:lnTo>
                  <a:close/>
                </a:path>
              </a:pathLst>
            </a:custGeom>
            <a:solidFill>
              <a:srgbClr val="B9E0DC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9945802" y="4440126"/>
              <a:ext cx="792480" cy="768985"/>
            </a:xfrm>
            <a:custGeom>
              <a:avLst/>
              <a:gdLst/>
              <a:ahLst/>
              <a:cxnLst/>
              <a:rect l="l" t="t" r="r" b="b"/>
              <a:pathLst>
                <a:path w="792479" h="768985">
                  <a:moveTo>
                    <a:pt x="717559" y="0"/>
                  </a:moveTo>
                  <a:lnTo>
                    <a:pt x="74783" y="0"/>
                  </a:lnTo>
                  <a:lnTo>
                    <a:pt x="45746" y="5900"/>
                  </a:lnTo>
                  <a:lnTo>
                    <a:pt x="21967" y="21967"/>
                  </a:lnTo>
                  <a:lnTo>
                    <a:pt x="5900" y="45746"/>
                  </a:lnTo>
                  <a:lnTo>
                    <a:pt x="0" y="74783"/>
                  </a:lnTo>
                  <a:lnTo>
                    <a:pt x="0" y="693916"/>
                  </a:lnTo>
                  <a:lnTo>
                    <a:pt x="5899" y="722944"/>
                  </a:lnTo>
                  <a:lnTo>
                    <a:pt x="21961" y="746716"/>
                  </a:lnTo>
                  <a:lnTo>
                    <a:pt x="45733" y="762778"/>
                  </a:lnTo>
                  <a:lnTo>
                    <a:pt x="74762" y="768678"/>
                  </a:lnTo>
                  <a:lnTo>
                    <a:pt x="717559" y="768678"/>
                  </a:lnTo>
                  <a:lnTo>
                    <a:pt x="746589" y="762778"/>
                  </a:lnTo>
                  <a:lnTo>
                    <a:pt x="770365" y="746715"/>
                  </a:lnTo>
                  <a:lnTo>
                    <a:pt x="786431" y="722940"/>
                  </a:lnTo>
                  <a:lnTo>
                    <a:pt x="792331" y="693905"/>
                  </a:lnTo>
                  <a:lnTo>
                    <a:pt x="792331" y="74772"/>
                  </a:lnTo>
                  <a:lnTo>
                    <a:pt x="786431" y="45737"/>
                  </a:lnTo>
                  <a:lnTo>
                    <a:pt x="770365" y="21962"/>
                  </a:lnTo>
                  <a:lnTo>
                    <a:pt x="746589" y="5899"/>
                  </a:lnTo>
                  <a:lnTo>
                    <a:pt x="717559" y="0"/>
                  </a:lnTo>
                  <a:close/>
                </a:path>
              </a:pathLst>
            </a:custGeom>
            <a:solidFill>
              <a:srgbClr val="E2F7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0010635" y="4498980"/>
              <a:ext cx="662305" cy="661670"/>
            </a:xfrm>
            <a:custGeom>
              <a:avLst/>
              <a:gdLst/>
              <a:ahLst/>
              <a:cxnLst/>
              <a:rect l="l" t="t" r="r" b="b"/>
              <a:pathLst>
                <a:path w="662304" h="661670">
                  <a:moveTo>
                    <a:pt x="35928" y="312788"/>
                  </a:moveTo>
                  <a:lnTo>
                    <a:pt x="34518" y="305790"/>
                  </a:lnTo>
                  <a:lnTo>
                    <a:pt x="30670" y="300075"/>
                  </a:lnTo>
                  <a:lnTo>
                    <a:pt x="24955" y="296227"/>
                  </a:lnTo>
                  <a:lnTo>
                    <a:pt x="17957" y="294817"/>
                  </a:lnTo>
                  <a:lnTo>
                    <a:pt x="10972" y="296227"/>
                  </a:lnTo>
                  <a:lnTo>
                    <a:pt x="5257" y="300075"/>
                  </a:lnTo>
                  <a:lnTo>
                    <a:pt x="1409" y="305790"/>
                  </a:lnTo>
                  <a:lnTo>
                    <a:pt x="0" y="312788"/>
                  </a:lnTo>
                  <a:lnTo>
                    <a:pt x="1409" y="319773"/>
                  </a:lnTo>
                  <a:lnTo>
                    <a:pt x="5257" y="325488"/>
                  </a:lnTo>
                  <a:lnTo>
                    <a:pt x="10972" y="329336"/>
                  </a:lnTo>
                  <a:lnTo>
                    <a:pt x="17957" y="330746"/>
                  </a:lnTo>
                  <a:lnTo>
                    <a:pt x="24955" y="329336"/>
                  </a:lnTo>
                  <a:lnTo>
                    <a:pt x="30670" y="325488"/>
                  </a:lnTo>
                  <a:lnTo>
                    <a:pt x="34518" y="319773"/>
                  </a:lnTo>
                  <a:lnTo>
                    <a:pt x="35928" y="312788"/>
                  </a:lnTo>
                  <a:close/>
                </a:path>
                <a:path w="662304" h="661670">
                  <a:moveTo>
                    <a:pt x="80060" y="484784"/>
                  </a:moveTo>
                  <a:lnTo>
                    <a:pt x="78740" y="478028"/>
                  </a:lnTo>
                  <a:lnTo>
                    <a:pt x="74803" y="472084"/>
                  </a:lnTo>
                  <a:lnTo>
                    <a:pt x="68846" y="468134"/>
                  </a:lnTo>
                  <a:lnTo>
                    <a:pt x="62090" y="466826"/>
                  </a:lnTo>
                  <a:lnTo>
                    <a:pt x="55333" y="468134"/>
                  </a:lnTo>
                  <a:lnTo>
                    <a:pt x="49390" y="472084"/>
                  </a:lnTo>
                  <a:lnTo>
                    <a:pt x="45427" y="478028"/>
                  </a:lnTo>
                  <a:lnTo>
                    <a:pt x="44119" y="484784"/>
                  </a:lnTo>
                  <a:lnTo>
                    <a:pt x="45427" y="491553"/>
                  </a:lnTo>
                  <a:lnTo>
                    <a:pt x="49390" y="497497"/>
                  </a:lnTo>
                  <a:lnTo>
                    <a:pt x="55333" y="501446"/>
                  </a:lnTo>
                  <a:lnTo>
                    <a:pt x="62090" y="502754"/>
                  </a:lnTo>
                  <a:lnTo>
                    <a:pt x="68846" y="501446"/>
                  </a:lnTo>
                  <a:lnTo>
                    <a:pt x="74803" y="497497"/>
                  </a:lnTo>
                  <a:lnTo>
                    <a:pt x="78740" y="491553"/>
                  </a:lnTo>
                  <a:lnTo>
                    <a:pt x="80060" y="484784"/>
                  </a:lnTo>
                  <a:close/>
                </a:path>
                <a:path w="662304" h="661670">
                  <a:moveTo>
                    <a:pt x="87464" y="160261"/>
                  </a:moveTo>
                  <a:lnTo>
                    <a:pt x="87325" y="153377"/>
                  </a:lnTo>
                  <a:lnTo>
                    <a:pt x="84607" y="147040"/>
                  </a:lnTo>
                  <a:lnTo>
                    <a:pt x="79502" y="142062"/>
                  </a:lnTo>
                  <a:lnTo>
                    <a:pt x="72859" y="139458"/>
                  </a:lnTo>
                  <a:lnTo>
                    <a:pt x="65963" y="139598"/>
                  </a:lnTo>
                  <a:lnTo>
                    <a:pt x="59639" y="142303"/>
                  </a:lnTo>
                  <a:lnTo>
                    <a:pt x="54660" y="147408"/>
                  </a:lnTo>
                  <a:lnTo>
                    <a:pt x="52057" y="154063"/>
                  </a:lnTo>
                  <a:lnTo>
                    <a:pt x="52197" y="160947"/>
                  </a:lnTo>
                  <a:lnTo>
                    <a:pt x="54902" y="167284"/>
                  </a:lnTo>
                  <a:lnTo>
                    <a:pt x="60020" y="172262"/>
                  </a:lnTo>
                  <a:lnTo>
                    <a:pt x="66662" y="174866"/>
                  </a:lnTo>
                  <a:lnTo>
                    <a:pt x="73545" y="174713"/>
                  </a:lnTo>
                  <a:lnTo>
                    <a:pt x="79870" y="172008"/>
                  </a:lnTo>
                  <a:lnTo>
                    <a:pt x="84848" y="166903"/>
                  </a:lnTo>
                  <a:lnTo>
                    <a:pt x="87464" y="160261"/>
                  </a:lnTo>
                  <a:close/>
                </a:path>
                <a:path w="662304" h="661670">
                  <a:moveTo>
                    <a:pt x="192913" y="597928"/>
                  </a:moveTo>
                  <a:lnTo>
                    <a:pt x="191592" y="591172"/>
                  </a:lnTo>
                  <a:lnTo>
                    <a:pt x="187642" y="585216"/>
                  </a:lnTo>
                  <a:lnTo>
                    <a:pt x="181698" y="581266"/>
                  </a:lnTo>
                  <a:lnTo>
                    <a:pt x="174929" y="579958"/>
                  </a:lnTo>
                  <a:lnTo>
                    <a:pt x="168173" y="581266"/>
                  </a:lnTo>
                  <a:lnTo>
                    <a:pt x="162229" y="585216"/>
                  </a:lnTo>
                  <a:lnTo>
                    <a:pt x="158280" y="591172"/>
                  </a:lnTo>
                  <a:lnTo>
                    <a:pt x="156959" y="597928"/>
                  </a:lnTo>
                  <a:lnTo>
                    <a:pt x="158280" y="604685"/>
                  </a:lnTo>
                  <a:lnTo>
                    <a:pt x="162229" y="610616"/>
                  </a:lnTo>
                  <a:lnTo>
                    <a:pt x="168173" y="614578"/>
                  </a:lnTo>
                  <a:lnTo>
                    <a:pt x="174929" y="615886"/>
                  </a:lnTo>
                  <a:lnTo>
                    <a:pt x="181698" y="614578"/>
                  </a:lnTo>
                  <a:lnTo>
                    <a:pt x="187642" y="610616"/>
                  </a:lnTo>
                  <a:lnTo>
                    <a:pt x="191592" y="604685"/>
                  </a:lnTo>
                  <a:lnTo>
                    <a:pt x="192913" y="597928"/>
                  </a:lnTo>
                  <a:close/>
                </a:path>
                <a:path w="662304" h="661670">
                  <a:moveTo>
                    <a:pt x="205879" y="50165"/>
                  </a:moveTo>
                  <a:lnTo>
                    <a:pt x="203720" y="43370"/>
                  </a:lnTo>
                  <a:lnTo>
                    <a:pt x="199085" y="37934"/>
                  </a:lnTo>
                  <a:lnTo>
                    <a:pt x="192951" y="34823"/>
                  </a:lnTo>
                  <a:lnTo>
                    <a:pt x="186093" y="34226"/>
                  </a:lnTo>
                  <a:lnTo>
                    <a:pt x="179285" y="36398"/>
                  </a:lnTo>
                  <a:lnTo>
                    <a:pt x="173863" y="41021"/>
                  </a:lnTo>
                  <a:lnTo>
                    <a:pt x="170738" y="47155"/>
                  </a:lnTo>
                  <a:lnTo>
                    <a:pt x="170141" y="54025"/>
                  </a:lnTo>
                  <a:lnTo>
                    <a:pt x="172313" y="60820"/>
                  </a:lnTo>
                  <a:lnTo>
                    <a:pt x="176936" y="66255"/>
                  </a:lnTo>
                  <a:lnTo>
                    <a:pt x="183083" y="69380"/>
                  </a:lnTo>
                  <a:lnTo>
                    <a:pt x="189953" y="69964"/>
                  </a:lnTo>
                  <a:lnTo>
                    <a:pt x="196748" y="67805"/>
                  </a:lnTo>
                  <a:lnTo>
                    <a:pt x="202171" y="63169"/>
                  </a:lnTo>
                  <a:lnTo>
                    <a:pt x="205295" y="57023"/>
                  </a:lnTo>
                  <a:lnTo>
                    <a:pt x="205879" y="50165"/>
                  </a:lnTo>
                  <a:close/>
                </a:path>
                <a:path w="662304" h="661670">
                  <a:moveTo>
                    <a:pt x="349288" y="643534"/>
                  </a:moveTo>
                  <a:lnTo>
                    <a:pt x="347878" y="636536"/>
                  </a:lnTo>
                  <a:lnTo>
                    <a:pt x="344030" y="630834"/>
                  </a:lnTo>
                  <a:lnTo>
                    <a:pt x="338315" y="626973"/>
                  </a:lnTo>
                  <a:lnTo>
                    <a:pt x="331330" y="625563"/>
                  </a:lnTo>
                  <a:lnTo>
                    <a:pt x="324332" y="626973"/>
                  </a:lnTo>
                  <a:lnTo>
                    <a:pt x="318617" y="630834"/>
                  </a:lnTo>
                  <a:lnTo>
                    <a:pt x="314769" y="636536"/>
                  </a:lnTo>
                  <a:lnTo>
                    <a:pt x="313359" y="643534"/>
                  </a:lnTo>
                  <a:lnTo>
                    <a:pt x="314769" y="650519"/>
                  </a:lnTo>
                  <a:lnTo>
                    <a:pt x="318617" y="656234"/>
                  </a:lnTo>
                  <a:lnTo>
                    <a:pt x="324332" y="660095"/>
                  </a:lnTo>
                  <a:lnTo>
                    <a:pt x="331330" y="661504"/>
                  </a:lnTo>
                  <a:lnTo>
                    <a:pt x="338315" y="660095"/>
                  </a:lnTo>
                  <a:lnTo>
                    <a:pt x="344030" y="656234"/>
                  </a:lnTo>
                  <a:lnTo>
                    <a:pt x="347878" y="650519"/>
                  </a:lnTo>
                  <a:lnTo>
                    <a:pt x="349288" y="643534"/>
                  </a:lnTo>
                  <a:close/>
                </a:path>
                <a:path w="662304" h="661670">
                  <a:moveTo>
                    <a:pt x="349288" y="17970"/>
                  </a:moveTo>
                  <a:lnTo>
                    <a:pt x="347878" y="10972"/>
                  </a:lnTo>
                  <a:lnTo>
                    <a:pt x="344030" y="5257"/>
                  </a:lnTo>
                  <a:lnTo>
                    <a:pt x="338315" y="1409"/>
                  </a:lnTo>
                  <a:lnTo>
                    <a:pt x="331330" y="0"/>
                  </a:lnTo>
                  <a:lnTo>
                    <a:pt x="324332" y="1409"/>
                  </a:lnTo>
                  <a:lnTo>
                    <a:pt x="318617" y="5257"/>
                  </a:lnTo>
                  <a:lnTo>
                    <a:pt x="314769" y="10972"/>
                  </a:lnTo>
                  <a:lnTo>
                    <a:pt x="313359" y="17970"/>
                  </a:lnTo>
                  <a:lnTo>
                    <a:pt x="314769" y="24955"/>
                  </a:lnTo>
                  <a:lnTo>
                    <a:pt x="318617" y="30670"/>
                  </a:lnTo>
                  <a:lnTo>
                    <a:pt x="324332" y="34518"/>
                  </a:lnTo>
                  <a:lnTo>
                    <a:pt x="331330" y="35941"/>
                  </a:lnTo>
                  <a:lnTo>
                    <a:pt x="338315" y="34518"/>
                  </a:lnTo>
                  <a:lnTo>
                    <a:pt x="344030" y="30670"/>
                  </a:lnTo>
                  <a:lnTo>
                    <a:pt x="347878" y="24955"/>
                  </a:lnTo>
                  <a:lnTo>
                    <a:pt x="349288" y="17970"/>
                  </a:lnTo>
                  <a:close/>
                </a:path>
                <a:path w="662304" h="661670">
                  <a:moveTo>
                    <a:pt x="491934" y="54025"/>
                  </a:moveTo>
                  <a:lnTo>
                    <a:pt x="491337" y="47155"/>
                  </a:lnTo>
                  <a:lnTo>
                    <a:pt x="488213" y="41021"/>
                  </a:lnTo>
                  <a:lnTo>
                    <a:pt x="482790" y="36398"/>
                  </a:lnTo>
                  <a:lnTo>
                    <a:pt x="475996" y="34226"/>
                  </a:lnTo>
                  <a:lnTo>
                    <a:pt x="469125" y="34823"/>
                  </a:lnTo>
                  <a:lnTo>
                    <a:pt x="462978" y="37934"/>
                  </a:lnTo>
                  <a:lnTo>
                    <a:pt x="458355" y="43370"/>
                  </a:lnTo>
                  <a:lnTo>
                    <a:pt x="456184" y="50165"/>
                  </a:lnTo>
                  <a:lnTo>
                    <a:pt x="456780" y="57023"/>
                  </a:lnTo>
                  <a:lnTo>
                    <a:pt x="459905" y="63169"/>
                  </a:lnTo>
                  <a:lnTo>
                    <a:pt x="465328" y="67805"/>
                  </a:lnTo>
                  <a:lnTo>
                    <a:pt x="472122" y="69964"/>
                  </a:lnTo>
                  <a:lnTo>
                    <a:pt x="478993" y="69380"/>
                  </a:lnTo>
                  <a:lnTo>
                    <a:pt x="485140" y="66255"/>
                  </a:lnTo>
                  <a:lnTo>
                    <a:pt x="489762" y="60820"/>
                  </a:lnTo>
                  <a:lnTo>
                    <a:pt x="491934" y="54025"/>
                  </a:lnTo>
                  <a:close/>
                </a:path>
                <a:path w="662304" h="661670">
                  <a:moveTo>
                    <a:pt x="505117" y="597928"/>
                  </a:moveTo>
                  <a:lnTo>
                    <a:pt x="503796" y="591172"/>
                  </a:lnTo>
                  <a:lnTo>
                    <a:pt x="499846" y="585216"/>
                  </a:lnTo>
                  <a:lnTo>
                    <a:pt x="493903" y="581266"/>
                  </a:lnTo>
                  <a:lnTo>
                    <a:pt x="487146" y="579958"/>
                  </a:lnTo>
                  <a:lnTo>
                    <a:pt x="480377" y="581266"/>
                  </a:lnTo>
                  <a:lnTo>
                    <a:pt x="474433" y="585216"/>
                  </a:lnTo>
                  <a:lnTo>
                    <a:pt x="470496" y="591172"/>
                  </a:lnTo>
                  <a:lnTo>
                    <a:pt x="469176" y="597928"/>
                  </a:lnTo>
                  <a:lnTo>
                    <a:pt x="470496" y="604685"/>
                  </a:lnTo>
                  <a:lnTo>
                    <a:pt x="474433" y="610616"/>
                  </a:lnTo>
                  <a:lnTo>
                    <a:pt x="480377" y="614578"/>
                  </a:lnTo>
                  <a:lnTo>
                    <a:pt x="487146" y="615886"/>
                  </a:lnTo>
                  <a:lnTo>
                    <a:pt x="493903" y="614578"/>
                  </a:lnTo>
                  <a:lnTo>
                    <a:pt x="499846" y="610616"/>
                  </a:lnTo>
                  <a:lnTo>
                    <a:pt x="503796" y="604685"/>
                  </a:lnTo>
                  <a:lnTo>
                    <a:pt x="505117" y="597928"/>
                  </a:lnTo>
                  <a:close/>
                </a:path>
                <a:path w="662304" h="661670">
                  <a:moveTo>
                    <a:pt x="610019" y="154063"/>
                  </a:moveTo>
                  <a:lnTo>
                    <a:pt x="607415" y="147408"/>
                  </a:lnTo>
                  <a:lnTo>
                    <a:pt x="602437" y="142303"/>
                  </a:lnTo>
                  <a:lnTo>
                    <a:pt x="596099" y="139598"/>
                  </a:lnTo>
                  <a:lnTo>
                    <a:pt x="589216" y="139458"/>
                  </a:lnTo>
                  <a:lnTo>
                    <a:pt x="582574" y="142062"/>
                  </a:lnTo>
                  <a:lnTo>
                    <a:pt x="577469" y="147040"/>
                  </a:lnTo>
                  <a:lnTo>
                    <a:pt x="574751" y="153377"/>
                  </a:lnTo>
                  <a:lnTo>
                    <a:pt x="574611" y="160261"/>
                  </a:lnTo>
                  <a:lnTo>
                    <a:pt x="577215" y="166903"/>
                  </a:lnTo>
                  <a:lnTo>
                    <a:pt x="582193" y="172008"/>
                  </a:lnTo>
                  <a:lnTo>
                    <a:pt x="588530" y="174713"/>
                  </a:lnTo>
                  <a:lnTo>
                    <a:pt x="595414" y="174866"/>
                  </a:lnTo>
                  <a:lnTo>
                    <a:pt x="602068" y="172262"/>
                  </a:lnTo>
                  <a:lnTo>
                    <a:pt x="607174" y="167284"/>
                  </a:lnTo>
                  <a:lnTo>
                    <a:pt x="609879" y="160947"/>
                  </a:lnTo>
                  <a:lnTo>
                    <a:pt x="610019" y="154063"/>
                  </a:lnTo>
                  <a:close/>
                </a:path>
                <a:path w="662304" h="661670">
                  <a:moveTo>
                    <a:pt x="617956" y="484784"/>
                  </a:moveTo>
                  <a:lnTo>
                    <a:pt x="616635" y="478028"/>
                  </a:lnTo>
                  <a:lnTo>
                    <a:pt x="612686" y="472084"/>
                  </a:lnTo>
                  <a:lnTo>
                    <a:pt x="606742" y="468134"/>
                  </a:lnTo>
                  <a:lnTo>
                    <a:pt x="599986" y="466826"/>
                  </a:lnTo>
                  <a:lnTo>
                    <a:pt x="593229" y="468134"/>
                  </a:lnTo>
                  <a:lnTo>
                    <a:pt x="587273" y="472084"/>
                  </a:lnTo>
                  <a:lnTo>
                    <a:pt x="583336" y="478028"/>
                  </a:lnTo>
                  <a:lnTo>
                    <a:pt x="582015" y="484784"/>
                  </a:lnTo>
                  <a:lnTo>
                    <a:pt x="583336" y="491553"/>
                  </a:lnTo>
                  <a:lnTo>
                    <a:pt x="587273" y="497497"/>
                  </a:lnTo>
                  <a:lnTo>
                    <a:pt x="593229" y="501446"/>
                  </a:lnTo>
                  <a:lnTo>
                    <a:pt x="599986" y="502754"/>
                  </a:lnTo>
                  <a:lnTo>
                    <a:pt x="606742" y="501446"/>
                  </a:lnTo>
                  <a:lnTo>
                    <a:pt x="612686" y="497497"/>
                  </a:lnTo>
                  <a:lnTo>
                    <a:pt x="616635" y="491553"/>
                  </a:lnTo>
                  <a:lnTo>
                    <a:pt x="617956" y="484784"/>
                  </a:lnTo>
                  <a:close/>
                </a:path>
                <a:path w="662304" h="661670">
                  <a:moveTo>
                    <a:pt x="662076" y="312788"/>
                  </a:moveTo>
                  <a:lnTo>
                    <a:pt x="660666" y="305790"/>
                  </a:lnTo>
                  <a:lnTo>
                    <a:pt x="656805" y="300075"/>
                  </a:lnTo>
                  <a:lnTo>
                    <a:pt x="651103" y="296227"/>
                  </a:lnTo>
                  <a:lnTo>
                    <a:pt x="644105" y="294817"/>
                  </a:lnTo>
                  <a:lnTo>
                    <a:pt x="637108" y="296227"/>
                  </a:lnTo>
                  <a:lnTo>
                    <a:pt x="631405" y="300075"/>
                  </a:lnTo>
                  <a:lnTo>
                    <a:pt x="627557" y="305790"/>
                  </a:lnTo>
                  <a:lnTo>
                    <a:pt x="626135" y="312788"/>
                  </a:lnTo>
                  <a:lnTo>
                    <a:pt x="627557" y="319773"/>
                  </a:lnTo>
                  <a:lnTo>
                    <a:pt x="631405" y="325488"/>
                  </a:lnTo>
                  <a:lnTo>
                    <a:pt x="637108" y="329336"/>
                  </a:lnTo>
                  <a:lnTo>
                    <a:pt x="644105" y="330746"/>
                  </a:lnTo>
                  <a:lnTo>
                    <a:pt x="651103" y="329336"/>
                  </a:lnTo>
                  <a:lnTo>
                    <a:pt x="656805" y="325488"/>
                  </a:lnTo>
                  <a:lnTo>
                    <a:pt x="660666" y="319773"/>
                  </a:lnTo>
                  <a:lnTo>
                    <a:pt x="662076" y="312788"/>
                  </a:lnTo>
                  <a:close/>
                </a:path>
              </a:pathLst>
            </a:custGeom>
            <a:solidFill>
              <a:srgbClr val="B9E0DC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37120" y="4587263"/>
              <a:ext cx="139264" cy="242460"/>
            </a:xfrm>
            <a:prstGeom prst="rect">
              <a:avLst/>
            </a:prstGeom>
          </p:spPr>
        </p:pic>
      </p:grpSp>
      <p:grpSp>
        <p:nvGrpSpPr>
          <p:cNvPr id="79" name="object 79" descr=""/>
          <p:cNvGrpSpPr/>
          <p:nvPr/>
        </p:nvGrpSpPr>
        <p:grpSpPr>
          <a:xfrm>
            <a:off x="8017678" y="6302857"/>
            <a:ext cx="5516245" cy="3592829"/>
            <a:chOff x="8017678" y="6302857"/>
            <a:chExt cx="5516245" cy="3592829"/>
          </a:xfrm>
        </p:grpSpPr>
        <p:sp>
          <p:nvSpPr>
            <p:cNvPr id="80" name="object 80" descr=""/>
            <p:cNvSpPr/>
            <p:nvPr/>
          </p:nvSpPr>
          <p:spPr>
            <a:xfrm>
              <a:off x="10802602" y="6702215"/>
              <a:ext cx="192405" cy="836930"/>
            </a:xfrm>
            <a:custGeom>
              <a:avLst/>
              <a:gdLst/>
              <a:ahLst/>
              <a:cxnLst/>
              <a:rect l="l" t="t" r="r" b="b"/>
              <a:pathLst>
                <a:path w="192404" h="836929">
                  <a:moveTo>
                    <a:pt x="0" y="836602"/>
                  </a:moveTo>
                  <a:lnTo>
                    <a:pt x="192056" y="836602"/>
                  </a:lnTo>
                  <a:lnTo>
                    <a:pt x="192056" y="0"/>
                  </a:lnTo>
                  <a:lnTo>
                    <a:pt x="0" y="0"/>
                  </a:lnTo>
                  <a:lnTo>
                    <a:pt x="0" y="836602"/>
                  </a:lnTo>
                  <a:close/>
                </a:path>
              </a:pathLst>
            </a:custGeom>
            <a:solidFill>
              <a:srgbClr val="2081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0452759" y="6702215"/>
              <a:ext cx="349885" cy="836930"/>
            </a:xfrm>
            <a:custGeom>
              <a:avLst/>
              <a:gdLst/>
              <a:ahLst/>
              <a:cxnLst/>
              <a:rect l="l" t="t" r="r" b="b"/>
              <a:pathLst>
                <a:path w="349884" h="836929">
                  <a:moveTo>
                    <a:pt x="349842" y="0"/>
                  </a:moveTo>
                  <a:lnTo>
                    <a:pt x="0" y="0"/>
                  </a:lnTo>
                  <a:lnTo>
                    <a:pt x="0" y="836602"/>
                  </a:lnTo>
                  <a:lnTo>
                    <a:pt x="349842" y="836602"/>
                  </a:lnTo>
                  <a:lnTo>
                    <a:pt x="349842" y="0"/>
                  </a:lnTo>
                  <a:close/>
                </a:path>
              </a:pathLst>
            </a:custGeom>
            <a:solidFill>
              <a:srgbClr val="B3DD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0440305" y="6302857"/>
              <a:ext cx="807085" cy="445134"/>
            </a:xfrm>
            <a:custGeom>
              <a:avLst/>
              <a:gdLst/>
              <a:ahLst/>
              <a:cxnLst/>
              <a:rect l="l" t="t" r="r" b="b"/>
              <a:pathLst>
                <a:path w="807084" h="445134">
                  <a:moveTo>
                    <a:pt x="691005" y="0"/>
                  </a:moveTo>
                  <a:lnTo>
                    <a:pt x="116048" y="0"/>
                  </a:lnTo>
                  <a:lnTo>
                    <a:pt x="70992" y="9157"/>
                  </a:lnTo>
                  <a:lnTo>
                    <a:pt x="34091" y="34091"/>
                  </a:lnTo>
                  <a:lnTo>
                    <a:pt x="9157" y="70992"/>
                  </a:lnTo>
                  <a:lnTo>
                    <a:pt x="0" y="116048"/>
                  </a:lnTo>
                  <a:lnTo>
                    <a:pt x="0" y="328963"/>
                  </a:lnTo>
                  <a:lnTo>
                    <a:pt x="9157" y="374024"/>
                  </a:lnTo>
                  <a:lnTo>
                    <a:pt x="34091" y="410924"/>
                  </a:lnTo>
                  <a:lnTo>
                    <a:pt x="70992" y="435856"/>
                  </a:lnTo>
                  <a:lnTo>
                    <a:pt x="116048" y="445012"/>
                  </a:lnTo>
                  <a:lnTo>
                    <a:pt x="691005" y="445012"/>
                  </a:lnTo>
                  <a:lnTo>
                    <a:pt x="736066" y="435856"/>
                  </a:lnTo>
                  <a:lnTo>
                    <a:pt x="772965" y="410924"/>
                  </a:lnTo>
                  <a:lnTo>
                    <a:pt x="797897" y="374024"/>
                  </a:lnTo>
                  <a:lnTo>
                    <a:pt x="807053" y="328963"/>
                  </a:lnTo>
                  <a:lnTo>
                    <a:pt x="807053" y="116048"/>
                  </a:lnTo>
                  <a:lnTo>
                    <a:pt x="797897" y="70992"/>
                  </a:lnTo>
                  <a:lnTo>
                    <a:pt x="772965" y="34091"/>
                  </a:lnTo>
                  <a:lnTo>
                    <a:pt x="736066" y="9157"/>
                  </a:lnTo>
                  <a:lnTo>
                    <a:pt x="691005" y="0"/>
                  </a:lnTo>
                  <a:close/>
                </a:path>
              </a:pathLst>
            </a:custGeom>
            <a:solidFill>
              <a:srgbClr val="2081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0105910" y="6302863"/>
              <a:ext cx="1346200" cy="1476375"/>
            </a:xfrm>
            <a:custGeom>
              <a:avLst/>
              <a:gdLst/>
              <a:ahLst/>
              <a:cxnLst/>
              <a:rect l="l" t="t" r="r" b="b"/>
              <a:pathLst>
                <a:path w="1346200" h="1476375">
                  <a:moveTo>
                    <a:pt x="831469" y="117144"/>
                  </a:moveTo>
                  <a:lnTo>
                    <a:pt x="822236" y="71666"/>
                  </a:lnTo>
                  <a:lnTo>
                    <a:pt x="797064" y="34417"/>
                  </a:lnTo>
                  <a:lnTo>
                    <a:pt x="759815" y="9245"/>
                  </a:lnTo>
                  <a:lnTo>
                    <a:pt x="714324" y="0"/>
                  </a:lnTo>
                  <a:lnTo>
                    <a:pt x="141554" y="0"/>
                  </a:lnTo>
                  <a:lnTo>
                    <a:pt x="96075" y="9245"/>
                  </a:lnTo>
                  <a:lnTo>
                    <a:pt x="58826" y="34417"/>
                  </a:lnTo>
                  <a:lnTo>
                    <a:pt x="33655" y="71666"/>
                  </a:lnTo>
                  <a:lnTo>
                    <a:pt x="24409" y="117144"/>
                  </a:lnTo>
                  <a:lnTo>
                    <a:pt x="24409" y="336257"/>
                  </a:lnTo>
                  <a:lnTo>
                    <a:pt x="33655" y="381749"/>
                  </a:lnTo>
                  <a:lnTo>
                    <a:pt x="58826" y="418998"/>
                  </a:lnTo>
                  <a:lnTo>
                    <a:pt x="96075" y="444157"/>
                  </a:lnTo>
                  <a:lnTo>
                    <a:pt x="141554" y="453402"/>
                  </a:lnTo>
                  <a:lnTo>
                    <a:pt x="714324" y="453402"/>
                  </a:lnTo>
                  <a:lnTo>
                    <a:pt x="759815" y="444157"/>
                  </a:lnTo>
                  <a:lnTo>
                    <a:pt x="797064" y="418998"/>
                  </a:lnTo>
                  <a:lnTo>
                    <a:pt x="822236" y="381749"/>
                  </a:lnTo>
                  <a:lnTo>
                    <a:pt x="831469" y="336257"/>
                  </a:lnTo>
                  <a:lnTo>
                    <a:pt x="831469" y="117144"/>
                  </a:lnTo>
                  <a:close/>
                </a:path>
                <a:path w="1346200" h="1476375">
                  <a:moveTo>
                    <a:pt x="1346111" y="1475930"/>
                  </a:moveTo>
                  <a:lnTo>
                    <a:pt x="1342758" y="1430261"/>
                  </a:lnTo>
                  <a:lnTo>
                    <a:pt x="1333017" y="1386687"/>
                  </a:lnTo>
                  <a:lnTo>
                    <a:pt x="1317383" y="1345653"/>
                  </a:lnTo>
                  <a:lnTo>
                    <a:pt x="1296314" y="1307668"/>
                  </a:lnTo>
                  <a:lnTo>
                    <a:pt x="1270292" y="1273187"/>
                  </a:lnTo>
                  <a:lnTo>
                    <a:pt x="1239799" y="1242695"/>
                  </a:lnTo>
                  <a:lnTo>
                    <a:pt x="1205318" y="1216672"/>
                  </a:lnTo>
                  <a:lnTo>
                    <a:pt x="1167333" y="1195603"/>
                  </a:lnTo>
                  <a:lnTo>
                    <a:pt x="1126299" y="1179969"/>
                  </a:lnTo>
                  <a:lnTo>
                    <a:pt x="1082725" y="1170228"/>
                  </a:lnTo>
                  <a:lnTo>
                    <a:pt x="1037056" y="1166876"/>
                  </a:lnTo>
                  <a:lnTo>
                    <a:pt x="309054" y="1166876"/>
                  </a:lnTo>
                  <a:lnTo>
                    <a:pt x="258940" y="1170927"/>
                  </a:lnTo>
                  <a:lnTo>
                    <a:pt x="211391" y="1182649"/>
                  </a:lnTo>
                  <a:lnTo>
                    <a:pt x="167030" y="1201394"/>
                  </a:lnTo>
                  <a:lnTo>
                    <a:pt x="126517" y="1226515"/>
                  </a:lnTo>
                  <a:lnTo>
                    <a:pt x="90500" y="1257388"/>
                  </a:lnTo>
                  <a:lnTo>
                    <a:pt x="59639" y="1293406"/>
                  </a:lnTo>
                  <a:lnTo>
                    <a:pt x="34518" y="1333919"/>
                  </a:lnTo>
                  <a:lnTo>
                    <a:pt x="15773" y="1378267"/>
                  </a:lnTo>
                  <a:lnTo>
                    <a:pt x="4051" y="1425816"/>
                  </a:lnTo>
                  <a:lnTo>
                    <a:pt x="0" y="1475930"/>
                  </a:lnTo>
                  <a:lnTo>
                    <a:pt x="1346111" y="1475930"/>
                  </a:lnTo>
                  <a:close/>
                </a:path>
              </a:pathLst>
            </a:custGeom>
            <a:solidFill>
              <a:srgbClr val="B9E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0220452" y="6380295"/>
              <a:ext cx="1231900" cy="1398905"/>
            </a:xfrm>
            <a:custGeom>
              <a:avLst/>
              <a:gdLst/>
              <a:ahLst/>
              <a:cxnLst/>
              <a:rect l="l" t="t" r="r" b="b"/>
              <a:pathLst>
                <a:path w="1231900" h="1398904">
                  <a:moveTo>
                    <a:pt x="576313" y="0"/>
                  </a:moveTo>
                  <a:lnTo>
                    <a:pt x="0" y="0"/>
                  </a:lnTo>
                  <a:lnTo>
                    <a:pt x="0" y="244906"/>
                  </a:lnTo>
                  <a:lnTo>
                    <a:pt x="576313" y="244906"/>
                  </a:lnTo>
                  <a:lnTo>
                    <a:pt x="576313" y="0"/>
                  </a:lnTo>
                  <a:close/>
                </a:path>
                <a:path w="1231900" h="1398904">
                  <a:moveTo>
                    <a:pt x="1231569" y="1398498"/>
                  </a:moveTo>
                  <a:lnTo>
                    <a:pt x="1228217" y="1352829"/>
                  </a:lnTo>
                  <a:lnTo>
                    <a:pt x="1218476" y="1309255"/>
                  </a:lnTo>
                  <a:lnTo>
                    <a:pt x="1202842" y="1268222"/>
                  </a:lnTo>
                  <a:lnTo>
                    <a:pt x="1181773" y="1230236"/>
                  </a:lnTo>
                  <a:lnTo>
                    <a:pt x="1155750" y="1195755"/>
                  </a:lnTo>
                  <a:lnTo>
                    <a:pt x="1125258" y="1165263"/>
                  </a:lnTo>
                  <a:lnTo>
                    <a:pt x="1090777" y="1139240"/>
                  </a:lnTo>
                  <a:lnTo>
                    <a:pt x="1052791" y="1118171"/>
                  </a:lnTo>
                  <a:lnTo>
                    <a:pt x="1011758" y="1102537"/>
                  </a:lnTo>
                  <a:lnTo>
                    <a:pt x="968184" y="1092796"/>
                  </a:lnTo>
                  <a:lnTo>
                    <a:pt x="922515" y="1089444"/>
                  </a:lnTo>
                  <a:lnTo>
                    <a:pt x="595058" y="1089444"/>
                  </a:lnTo>
                  <a:lnTo>
                    <a:pt x="544918" y="1093495"/>
                  </a:lnTo>
                  <a:lnTo>
                    <a:pt x="497370" y="1105217"/>
                  </a:lnTo>
                  <a:lnTo>
                    <a:pt x="453047" y="1123962"/>
                  </a:lnTo>
                  <a:lnTo>
                    <a:pt x="412572" y="1149083"/>
                  </a:lnTo>
                  <a:lnTo>
                    <a:pt x="376605" y="1179957"/>
                  </a:lnTo>
                  <a:lnTo>
                    <a:pt x="345694" y="1215974"/>
                  </a:lnTo>
                  <a:lnTo>
                    <a:pt x="320573" y="1256487"/>
                  </a:lnTo>
                  <a:lnTo>
                    <a:pt x="301828" y="1300835"/>
                  </a:lnTo>
                  <a:lnTo>
                    <a:pt x="290131" y="1348384"/>
                  </a:lnTo>
                  <a:lnTo>
                    <a:pt x="286092" y="1398498"/>
                  </a:lnTo>
                  <a:lnTo>
                    <a:pt x="1231569" y="1398498"/>
                  </a:lnTo>
                  <a:close/>
                </a:path>
              </a:pathLst>
            </a:custGeom>
            <a:solidFill>
              <a:srgbClr val="2081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8735923" y="7773803"/>
              <a:ext cx="4798060" cy="2121535"/>
            </a:xfrm>
            <a:custGeom>
              <a:avLst/>
              <a:gdLst/>
              <a:ahLst/>
              <a:cxnLst/>
              <a:rect l="l" t="t" r="r" b="b"/>
              <a:pathLst>
                <a:path w="4798059" h="2121534">
                  <a:moveTo>
                    <a:pt x="4797526" y="2086660"/>
                  </a:moveTo>
                  <a:lnTo>
                    <a:pt x="4522355" y="133096"/>
                  </a:lnTo>
                  <a:lnTo>
                    <a:pt x="4685182" y="133096"/>
                  </a:lnTo>
                  <a:lnTo>
                    <a:pt x="4711090" y="127863"/>
                  </a:lnTo>
                  <a:lnTo>
                    <a:pt x="4732236" y="113601"/>
                  </a:lnTo>
                  <a:lnTo>
                    <a:pt x="4746498" y="92456"/>
                  </a:lnTo>
                  <a:lnTo>
                    <a:pt x="4751730" y="66548"/>
                  </a:lnTo>
                  <a:lnTo>
                    <a:pt x="4746498" y="40652"/>
                  </a:lnTo>
                  <a:lnTo>
                    <a:pt x="4732236" y="19494"/>
                  </a:lnTo>
                  <a:lnTo>
                    <a:pt x="4711090" y="5232"/>
                  </a:lnTo>
                  <a:lnTo>
                    <a:pt x="4685182" y="0"/>
                  </a:lnTo>
                  <a:lnTo>
                    <a:pt x="66522" y="0"/>
                  </a:lnTo>
                  <a:lnTo>
                    <a:pt x="40627" y="5232"/>
                  </a:lnTo>
                  <a:lnTo>
                    <a:pt x="19481" y="19481"/>
                  </a:lnTo>
                  <a:lnTo>
                    <a:pt x="5219" y="40640"/>
                  </a:lnTo>
                  <a:lnTo>
                    <a:pt x="0" y="66535"/>
                  </a:lnTo>
                  <a:lnTo>
                    <a:pt x="5219" y="92456"/>
                  </a:lnTo>
                  <a:lnTo>
                    <a:pt x="19481" y="113601"/>
                  </a:lnTo>
                  <a:lnTo>
                    <a:pt x="40627" y="127863"/>
                  </a:lnTo>
                  <a:lnTo>
                    <a:pt x="66522" y="133096"/>
                  </a:lnTo>
                  <a:lnTo>
                    <a:pt x="4364698" y="133096"/>
                  </a:lnTo>
                  <a:lnTo>
                    <a:pt x="4735360" y="2100834"/>
                  </a:lnTo>
                  <a:lnTo>
                    <a:pt x="4739144" y="2109813"/>
                  </a:lnTo>
                  <a:lnTo>
                    <a:pt x="4746155" y="2116632"/>
                  </a:lnTo>
                  <a:lnTo>
                    <a:pt x="4755464" y="2120684"/>
                  </a:lnTo>
                  <a:lnTo>
                    <a:pt x="4766132" y="2121331"/>
                  </a:lnTo>
                  <a:lnTo>
                    <a:pt x="4767707" y="2121154"/>
                  </a:lnTo>
                  <a:lnTo>
                    <a:pt x="4780661" y="2117242"/>
                  </a:lnTo>
                  <a:lnTo>
                    <a:pt x="4790579" y="2109444"/>
                  </a:lnTo>
                  <a:lnTo>
                    <a:pt x="4796523" y="2098878"/>
                  </a:lnTo>
                  <a:lnTo>
                    <a:pt x="4797526" y="2086660"/>
                  </a:lnTo>
                  <a:close/>
                </a:path>
              </a:pathLst>
            </a:custGeom>
            <a:solidFill>
              <a:srgbClr val="2D87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8017678" y="8412806"/>
              <a:ext cx="1610360" cy="171450"/>
            </a:xfrm>
            <a:custGeom>
              <a:avLst/>
              <a:gdLst/>
              <a:ahLst/>
              <a:cxnLst/>
              <a:rect l="l" t="t" r="r" b="b"/>
              <a:pathLst>
                <a:path w="1610359" h="171450">
                  <a:moveTo>
                    <a:pt x="1610212" y="0"/>
                  </a:moveTo>
                  <a:lnTo>
                    <a:pt x="0" y="0"/>
                  </a:lnTo>
                  <a:lnTo>
                    <a:pt x="0" y="34281"/>
                  </a:lnTo>
                  <a:lnTo>
                    <a:pt x="6969" y="77488"/>
                  </a:lnTo>
                  <a:lnTo>
                    <a:pt x="26374" y="115013"/>
                  </a:lnTo>
                  <a:lnTo>
                    <a:pt x="55966" y="144604"/>
                  </a:lnTo>
                  <a:lnTo>
                    <a:pt x="93490" y="164010"/>
                  </a:lnTo>
                  <a:lnTo>
                    <a:pt x="136697" y="170979"/>
                  </a:lnTo>
                  <a:lnTo>
                    <a:pt x="1610212" y="170979"/>
                  </a:lnTo>
                  <a:lnTo>
                    <a:pt x="1610212" y="0"/>
                  </a:lnTo>
                  <a:close/>
                </a:path>
              </a:pathLst>
            </a:custGeom>
            <a:solidFill>
              <a:srgbClr val="AFDB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592008" y="8412806"/>
              <a:ext cx="1293495" cy="171450"/>
            </a:xfrm>
            <a:custGeom>
              <a:avLst/>
              <a:gdLst/>
              <a:ahLst/>
              <a:cxnLst/>
              <a:rect l="l" t="t" r="r" b="b"/>
              <a:pathLst>
                <a:path w="1293495" h="171450">
                  <a:moveTo>
                    <a:pt x="1207542" y="0"/>
                  </a:moveTo>
                  <a:lnTo>
                    <a:pt x="85482" y="0"/>
                  </a:lnTo>
                  <a:lnTo>
                    <a:pt x="52206" y="6719"/>
                  </a:lnTo>
                  <a:lnTo>
                    <a:pt x="25034" y="25042"/>
                  </a:lnTo>
                  <a:lnTo>
                    <a:pt x="6714" y="52218"/>
                  </a:lnTo>
                  <a:lnTo>
                    <a:pt x="0" y="85494"/>
                  </a:lnTo>
                  <a:lnTo>
                    <a:pt x="6720" y="118769"/>
                  </a:lnTo>
                  <a:lnTo>
                    <a:pt x="25042" y="145941"/>
                  </a:lnTo>
                  <a:lnTo>
                    <a:pt x="52216" y="164261"/>
                  </a:lnTo>
                  <a:lnTo>
                    <a:pt x="85492" y="170979"/>
                  </a:lnTo>
                  <a:lnTo>
                    <a:pt x="1207552" y="170979"/>
                  </a:lnTo>
                  <a:lnTo>
                    <a:pt x="1240827" y="164261"/>
                  </a:lnTo>
                  <a:lnTo>
                    <a:pt x="1268000" y="145940"/>
                  </a:lnTo>
                  <a:lnTo>
                    <a:pt x="1286320" y="118765"/>
                  </a:lnTo>
                  <a:lnTo>
                    <a:pt x="1293034" y="85484"/>
                  </a:lnTo>
                  <a:lnTo>
                    <a:pt x="1286314" y="52213"/>
                  </a:lnTo>
                  <a:lnTo>
                    <a:pt x="1267992" y="25041"/>
                  </a:lnTo>
                  <a:lnTo>
                    <a:pt x="1240818" y="6719"/>
                  </a:lnTo>
                  <a:lnTo>
                    <a:pt x="120754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336724" y="8583796"/>
              <a:ext cx="945515" cy="1236980"/>
            </a:xfrm>
            <a:custGeom>
              <a:avLst/>
              <a:gdLst/>
              <a:ahLst/>
              <a:cxnLst/>
              <a:rect l="l" t="t" r="r" b="b"/>
              <a:pathLst>
                <a:path w="945515" h="1236979">
                  <a:moveTo>
                    <a:pt x="945134" y="1151255"/>
                  </a:moveTo>
                  <a:lnTo>
                    <a:pt x="525208" y="1111897"/>
                  </a:lnTo>
                  <a:lnTo>
                    <a:pt x="546798" y="0"/>
                  </a:lnTo>
                  <a:lnTo>
                    <a:pt x="398348" y="0"/>
                  </a:lnTo>
                  <a:lnTo>
                    <a:pt x="422871" y="1113116"/>
                  </a:lnTo>
                  <a:lnTo>
                    <a:pt x="0" y="1151255"/>
                  </a:lnTo>
                  <a:lnTo>
                    <a:pt x="0" y="1236624"/>
                  </a:lnTo>
                  <a:lnTo>
                    <a:pt x="425602" y="1236624"/>
                  </a:lnTo>
                  <a:lnTo>
                    <a:pt x="522795" y="1236624"/>
                  </a:lnTo>
                  <a:lnTo>
                    <a:pt x="945134" y="1236624"/>
                  </a:lnTo>
                  <a:lnTo>
                    <a:pt x="945134" y="1151255"/>
                  </a:lnTo>
                  <a:close/>
                </a:path>
              </a:pathLst>
            </a:custGeom>
            <a:solidFill>
              <a:srgbClr val="0D767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44928" y="9729265"/>
              <a:ext cx="155482" cy="155492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90051" y="9729265"/>
              <a:ext cx="155482" cy="155492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8289489" y="8583789"/>
              <a:ext cx="1040130" cy="81280"/>
            </a:xfrm>
            <a:custGeom>
              <a:avLst/>
              <a:gdLst/>
              <a:ahLst/>
              <a:cxnLst/>
              <a:rect l="l" t="t" r="r" b="b"/>
              <a:pathLst>
                <a:path w="1040129" h="81279">
                  <a:moveTo>
                    <a:pt x="1039633" y="0"/>
                  </a:moveTo>
                  <a:lnTo>
                    <a:pt x="0" y="0"/>
                  </a:lnTo>
                  <a:lnTo>
                    <a:pt x="6375" y="31578"/>
                  </a:lnTo>
                  <a:lnTo>
                    <a:pt x="23761" y="57366"/>
                  </a:lnTo>
                  <a:lnTo>
                    <a:pt x="49545" y="74752"/>
                  </a:lnTo>
                  <a:lnTo>
                    <a:pt x="81117" y="81128"/>
                  </a:lnTo>
                  <a:lnTo>
                    <a:pt x="958504" y="81128"/>
                  </a:lnTo>
                  <a:lnTo>
                    <a:pt x="990083" y="74752"/>
                  </a:lnTo>
                  <a:lnTo>
                    <a:pt x="1015870" y="57366"/>
                  </a:lnTo>
                  <a:lnTo>
                    <a:pt x="1033257" y="31578"/>
                  </a:lnTo>
                  <a:lnTo>
                    <a:pt x="1039633" y="0"/>
                  </a:lnTo>
                  <a:close/>
                </a:path>
              </a:pathLst>
            </a:custGeom>
            <a:solidFill>
              <a:srgbClr val="0D76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8092537" y="6984714"/>
              <a:ext cx="1328420" cy="1599565"/>
            </a:xfrm>
            <a:custGeom>
              <a:avLst/>
              <a:gdLst/>
              <a:ahLst/>
              <a:cxnLst/>
              <a:rect l="l" t="t" r="r" b="b"/>
              <a:pathLst>
                <a:path w="1328420" h="1599565">
                  <a:moveTo>
                    <a:pt x="1016262" y="0"/>
                  </a:moveTo>
                  <a:lnTo>
                    <a:pt x="311603" y="0"/>
                  </a:lnTo>
                  <a:lnTo>
                    <a:pt x="269321" y="3527"/>
                  </a:lnTo>
                  <a:lnTo>
                    <a:pt x="228768" y="13801"/>
                  </a:lnTo>
                  <a:lnTo>
                    <a:pt x="190315" y="30363"/>
                  </a:lnTo>
                  <a:lnTo>
                    <a:pt x="154333" y="52752"/>
                  </a:lnTo>
                  <a:lnTo>
                    <a:pt x="121193" y="80507"/>
                  </a:lnTo>
                  <a:lnTo>
                    <a:pt x="91268" y="113168"/>
                  </a:lnTo>
                  <a:lnTo>
                    <a:pt x="64927" y="150274"/>
                  </a:lnTo>
                  <a:lnTo>
                    <a:pt x="42543" y="191365"/>
                  </a:lnTo>
                  <a:lnTo>
                    <a:pt x="24487" y="235982"/>
                  </a:lnTo>
                  <a:lnTo>
                    <a:pt x="11131" y="283662"/>
                  </a:lnTo>
                  <a:lnTo>
                    <a:pt x="2844" y="333947"/>
                  </a:lnTo>
                  <a:lnTo>
                    <a:pt x="0" y="386375"/>
                  </a:lnTo>
                  <a:lnTo>
                    <a:pt x="0" y="1525105"/>
                  </a:lnTo>
                  <a:lnTo>
                    <a:pt x="5813" y="1553894"/>
                  </a:lnTo>
                  <a:lnTo>
                    <a:pt x="21668" y="1577406"/>
                  </a:lnTo>
                  <a:lnTo>
                    <a:pt x="45185" y="1593258"/>
                  </a:lnTo>
                  <a:lnTo>
                    <a:pt x="73987" y="1599071"/>
                  </a:lnTo>
                  <a:lnTo>
                    <a:pt x="1327854" y="1599071"/>
                  </a:lnTo>
                  <a:lnTo>
                    <a:pt x="1327854" y="386375"/>
                  </a:lnTo>
                  <a:lnTo>
                    <a:pt x="1325010" y="333947"/>
                  </a:lnTo>
                  <a:lnTo>
                    <a:pt x="1316724" y="283662"/>
                  </a:lnTo>
                  <a:lnTo>
                    <a:pt x="1303368" y="235982"/>
                  </a:lnTo>
                  <a:lnTo>
                    <a:pt x="1285313" y="191365"/>
                  </a:lnTo>
                  <a:lnTo>
                    <a:pt x="1262930" y="150274"/>
                  </a:lnTo>
                  <a:lnTo>
                    <a:pt x="1236591" y="113168"/>
                  </a:lnTo>
                  <a:lnTo>
                    <a:pt x="1206667" y="80507"/>
                  </a:lnTo>
                  <a:lnTo>
                    <a:pt x="1173529" y="52752"/>
                  </a:lnTo>
                  <a:lnTo>
                    <a:pt x="1137548" y="30363"/>
                  </a:lnTo>
                  <a:lnTo>
                    <a:pt x="1099096" y="13801"/>
                  </a:lnTo>
                  <a:lnTo>
                    <a:pt x="1058543" y="3527"/>
                  </a:lnTo>
                  <a:lnTo>
                    <a:pt x="101626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8017679" y="6984714"/>
              <a:ext cx="1328420" cy="1599565"/>
            </a:xfrm>
            <a:custGeom>
              <a:avLst/>
              <a:gdLst/>
              <a:ahLst/>
              <a:cxnLst/>
              <a:rect l="l" t="t" r="r" b="b"/>
              <a:pathLst>
                <a:path w="1328420" h="1599565">
                  <a:moveTo>
                    <a:pt x="1016251" y="0"/>
                  </a:moveTo>
                  <a:lnTo>
                    <a:pt x="311603" y="0"/>
                  </a:lnTo>
                  <a:lnTo>
                    <a:pt x="269321" y="3527"/>
                  </a:lnTo>
                  <a:lnTo>
                    <a:pt x="228768" y="13801"/>
                  </a:lnTo>
                  <a:lnTo>
                    <a:pt x="190315" y="30363"/>
                  </a:lnTo>
                  <a:lnTo>
                    <a:pt x="154333" y="52752"/>
                  </a:lnTo>
                  <a:lnTo>
                    <a:pt x="121193" y="80507"/>
                  </a:lnTo>
                  <a:lnTo>
                    <a:pt x="91268" y="113168"/>
                  </a:lnTo>
                  <a:lnTo>
                    <a:pt x="64927" y="150274"/>
                  </a:lnTo>
                  <a:lnTo>
                    <a:pt x="42543" y="191365"/>
                  </a:lnTo>
                  <a:lnTo>
                    <a:pt x="24487" y="235982"/>
                  </a:lnTo>
                  <a:lnTo>
                    <a:pt x="11131" y="283662"/>
                  </a:lnTo>
                  <a:lnTo>
                    <a:pt x="2844" y="333947"/>
                  </a:lnTo>
                  <a:lnTo>
                    <a:pt x="0" y="386375"/>
                  </a:lnTo>
                  <a:lnTo>
                    <a:pt x="0" y="1464154"/>
                  </a:lnTo>
                  <a:lnTo>
                    <a:pt x="6878" y="1506797"/>
                  </a:lnTo>
                  <a:lnTo>
                    <a:pt x="26031" y="1543833"/>
                  </a:lnTo>
                  <a:lnTo>
                    <a:pt x="55237" y="1573039"/>
                  </a:lnTo>
                  <a:lnTo>
                    <a:pt x="92273" y="1592193"/>
                  </a:lnTo>
                  <a:lnTo>
                    <a:pt x="134917" y="1599071"/>
                  </a:lnTo>
                  <a:lnTo>
                    <a:pt x="1327854" y="1599071"/>
                  </a:lnTo>
                  <a:lnTo>
                    <a:pt x="1327854" y="386375"/>
                  </a:lnTo>
                  <a:lnTo>
                    <a:pt x="1325010" y="333947"/>
                  </a:lnTo>
                  <a:lnTo>
                    <a:pt x="1316723" y="283662"/>
                  </a:lnTo>
                  <a:lnTo>
                    <a:pt x="1303366" y="235982"/>
                  </a:lnTo>
                  <a:lnTo>
                    <a:pt x="1285310" y="191365"/>
                  </a:lnTo>
                  <a:lnTo>
                    <a:pt x="1262927" y="150274"/>
                  </a:lnTo>
                  <a:lnTo>
                    <a:pt x="1236586" y="113168"/>
                  </a:lnTo>
                  <a:lnTo>
                    <a:pt x="1206661" y="80507"/>
                  </a:lnTo>
                  <a:lnTo>
                    <a:pt x="1173521" y="52752"/>
                  </a:lnTo>
                  <a:lnTo>
                    <a:pt x="1137539" y="30363"/>
                  </a:lnTo>
                  <a:lnTo>
                    <a:pt x="1099086" y="13801"/>
                  </a:lnTo>
                  <a:lnTo>
                    <a:pt x="1058533" y="3527"/>
                  </a:lnTo>
                  <a:lnTo>
                    <a:pt x="1016251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4" name="object 94" descr=""/>
          <p:cNvGrpSpPr/>
          <p:nvPr/>
        </p:nvGrpSpPr>
        <p:grpSpPr>
          <a:xfrm>
            <a:off x="15445122" y="6425362"/>
            <a:ext cx="2326005" cy="3449954"/>
            <a:chOff x="15445122" y="6425362"/>
            <a:chExt cx="2326005" cy="3449954"/>
          </a:xfrm>
        </p:grpSpPr>
        <p:sp>
          <p:nvSpPr>
            <p:cNvPr id="95" name="object 95" descr=""/>
            <p:cNvSpPr/>
            <p:nvPr/>
          </p:nvSpPr>
          <p:spPr>
            <a:xfrm>
              <a:off x="16301974" y="8391315"/>
              <a:ext cx="261620" cy="1471295"/>
            </a:xfrm>
            <a:custGeom>
              <a:avLst/>
              <a:gdLst/>
              <a:ahLst/>
              <a:cxnLst/>
              <a:rect l="l" t="t" r="r" b="b"/>
              <a:pathLst>
                <a:path w="261619" h="1471295">
                  <a:moveTo>
                    <a:pt x="0" y="1471075"/>
                  </a:moveTo>
                  <a:lnTo>
                    <a:pt x="261269" y="1471075"/>
                  </a:lnTo>
                  <a:lnTo>
                    <a:pt x="261269" y="0"/>
                  </a:lnTo>
                  <a:lnTo>
                    <a:pt x="0" y="0"/>
                  </a:lnTo>
                  <a:lnTo>
                    <a:pt x="0" y="1471075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5445118" y="8052085"/>
              <a:ext cx="2165350" cy="1810385"/>
            </a:xfrm>
            <a:custGeom>
              <a:avLst/>
              <a:gdLst/>
              <a:ahLst/>
              <a:cxnLst/>
              <a:rect l="l" t="t" r="r" b="b"/>
              <a:pathLst>
                <a:path w="2165350" h="1810384">
                  <a:moveTo>
                    <a:pt x="2165197" y="191414"/>
                  </a:moveTo>
                  <a:lnTo>
                    <a:pt x="2160143" y="147523"/>
                  </a:lnTo>
                  <a:lnTo>
                    <a:pt x="2145741" y="107238"/>
                  </a:lnTo>
                  <a:lnTo>
                    <a:pt x="2123148" y="71691"/>
                  </a:lnTo>
                  <a:lnTo>
                    <a:pt x="2093506" y="42049"/>
                  </a:lnTo>
                  <a:lnTo>
                    <a:pt x="2057971" y="19456"/>
                  </a:lnTo>
                  <a:lnTo>
                    <a:pt x="2017687" y="5054"/>
                  </a:lnTo>
                  <a:lnTo>
                    <a:pt x="1973795" y="0"/>
                  </a:lnTo>
                  <a:lnTo>
                    <a:pt x="0" y="0"/>
                  </a:lnTo>
                  <a:lnTo>
                    <a:pt x="0" y="165569"/>
                  </a:lnTo>
                  <a:lnTo>
                    <a:pt x="4508" y="210235"/>
                  </a:lnTo>
                  <a:lnTo>
                    <a:pt x="17411" y="251841"/>
                  </a:lnTo>
                  <a:lnTo>
                    <a:pt x="37846" y="289483"/>
                  </a:lnTo>
                  <a:lnTo>
                    <a:pt x="64909" y="322287"/>
                  </a:lnTo>
                  <a:lnTo>
                    <a:pt x="97713" y="349351"/>
                  </a:lnTo>
                  <a:lnTo>
                    <a:pt x="135356" y="369785"/>
                  </a:lnTo>
                  <a:lnTo>
                    <a:pt x="176949" y="382701"/>
                  </a:lnTo>
                  <a:lnTo>
                    <a:pt x="221615" y="387197"/>
                  </a:lnTo>
                  <a:lnTo>
                    <a:pt x="1118120" y="387197"/>
                  </a:lnTo>
                  <a:lnTo>
                    <a:pt x="1118120" y="1810308"/>
                  </a:lnTo>
                  <a:lnTo>
                    <a:pt x="1541564" y="1810308"/>
                  </a:lnTo>
                  <a:lnTo>
                    <a:pt x="1541564" y="387197"/>
                  </a:lnTo>
                  <a:lnTo>
                    <a:pt x="1969414" y="387197"/>
                  </a:lnTo>
                  <a:lnTo>
                    <a:pt x="2014308" y="382028"/>
                  </a:lnTo>
                  <a:lnTo>
                    <a:pt x="2055520" y="367296"/>
                  </a:lnTo>
                  <a:lnTo>
                    <a:pt x="2091867" y="344182"/>
                  </a:lnTo>
                  <a:lnTo>
                    <a:pt x="2122182" y="313867"/>
                  </a:lnTo>
                  <a:lnTo>
                    <a:pt x="2145296" y="277507"/>
                  </a:lnTo>
                  <a:lnTo>
                    <a:pt x="2160028" y="236308"/>
                  </a:lnTo>
                  <a:lnTo>
                    <a:pt x="2165197" y="191414"/>
                  </a:lnTo>
                  <a:close/>
                </a:path>
              </a:pathLst>
            </a:custGeom>
            <a:solidFill>
              <a:srgbClr val="B9E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5445122" y="6790125"/>
              <a:ext cx="1433195" cy="1262380"/>
            </a:xfrm>
            <a:custGeom>
              <a:avLst/>
              <a:gdLst/>
              <a:ahLst/>
              <a:cxnLst/>
              <a:rect l="l" t="t" r="r" b="b"/>
              <a:pathLst>
                <a:path w="1433194" h="1262379">
                  <a:moveTo>
                    <a:pt x="1432993" y="0"/>
                  </a:moveTo>
                  <a:lnTo>
                    <a:pt x="0" y="0"/>
                  </a:lnTo>
                  <a:lnTo>
                    <a:pt x="0" y="120258"/>
                  </a:lnTo>
                  <a:lnTo>
                    <a:pt x="9516" y="165520"/>
                  </a:lnTo>
                  <a:lnTo>
                    <a:pt x="35471" y="202484"/>
                  </a:lnTo>
                  <a:lnTo>
                    <a:pt x="73969" y="227408"/>
                  </a:lnTo>
                  <a:lnTo>
                    <a:pt x="121116" y="236547"/>
                  </a:lnTo>
                  <a:lnTo>
                    <a:pt x="170466" y="239119"/>
                  </a:lnTo>
                  <a:lnTo>
                    <a:pt x="218410" y="246651"/>
                  </a:lnTo>
                  <a:lnTo>
                    <a:pt x="264648" y="258874"/>
                  </a:lnTo>
                  <a:lnTo>
                    <a:pt x="308880" y="275516"/>
                  </a:lnTo>
                  <a:lnTo>
                    <a:pt x="350804" y="296305"/>
                  </a:lnTo>
                  <a:lnTo>
                    <a:pt x="390122" y="320970"/>
                  </a:lnTo>
                  <a:lnTo>
                    <a:pt x="426531" y="349240"/>
                  </a:lnTo>
                  <a:lnTo>
                    <a:pt x="459732" y="380843"/>
                  </a:lnTo>
                  <a:lnTo>
                    <a:pt x="489425" y="415507"/>
                  </a:lnTo>
                  <a:lnTo>
                    <a:pt x="515308" y="452963"/>
                  </a:lnTo>
                  <a:lnTo>
                    <a:pt x="537081" y="492937"/>
                  </a:lnTo>
                  <a:lnTo>
                    <a:pt x="554445" y="535159"/>
                  </a:lnTo>
                  <a:lnTo>
                    <a:pt x="567098" y="579357"/>
                  </a:lnTo>
                  <a:lnTo>
                    <a:pt x="574740" y="625260"/>
                  </a:lnTo>
                  <a:lnTo>
                    <a:pt x="577071" y="672597"/>
                  </a:lnTo>
                  <a:lnTo>
                    <a:pt x="574146" y="718522"/>
                  </a:lnTo>
                  <a:lnTo>
                    <a:pt x="566369" y="763031"/>
                  </a:lnTo>
                  <a:lnTo>
                    <a:pt x="553998" y="805878"/>
                  </a:lnTo>
                  <a:lnTo>
                    <a:pt x="537287" y="846818"/>
                  </a:lnTo>
                  <a:lnTo>
                    <a:pt x="516493" y="885604"/>
                  </a:lnTo>
                  <a:lnTo>
                    <a:pt x="491871" y="921991"/>
                  </a:lnTo>
                  <a:lnTo>
                    <a:pt x="463677" y="955733"/>
                  </a:lnTo>
                  <a:lnTo>
                    <a:pt x="432167" y="986585"/>
                  </a:lnTo>
                  <a:lnTo>
                    <a:pt x="397597" y="1014300"/>
                  </a:lnTo>
                  <a:lnTo>
                    <a:pt x="360223" y="1038633"/>
                  </a:lnTo>
                  <a:lnTo>
                    <a:pt x="320300" y="1059339"/>
                  </a:lnTo>
                  <a:lnTo>
                    <a:pt x="278083" y="1076172"/>
                  </a:lnTo>
                  <a:lnTo>
                    <a:pt x="233830" y="1088885"/>
                  </a:lnTo>
                  <a:lnTo>
                    <a:pt x="187796" y="1097233"/>
                  </a:lnTo>
                  <a:lnTo>
                    <a:pt x="140236" y="1100971"/>
                  </a:lnTo>
                  <a:lnTo>
                    <a:pt x="126854" y="1101160"/>
                  </a:lnTo>
                  <a:lnTo>
                    <a:pt x="77472" y="1110733"/>
                  </a:lnTo>
                  <a:lnTo>
                    <a:pt x="37150" y="1136841"/>
                  </a:lnTo>
                  <a:lnTo>
                    <a:pt x="9967" y="1175562"/>
                  </a:lnTo>
                  <a:lnTo>
                    <a:pt x="0" y="1222978"/>
                  </a:lnTo>
                  <a:lnTo>
                    <a:pt x="0" y="1261951"/>
                  </a:lnTo>
                  <a:lnTo>
                    <a:pt x="1432993" y="1261951"/>
                  </a:lnTo>
                  <a:lnTo>
                    <a:pt x="143299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5445123" y="6425364"/>
              <a:ext cx="1433195" cy="595630"/>
            </a:xfrm>
            <a:custGeom>
              <a:avLst/>
              <a:gdLst/>
              <a:ahLst/>
              <a:cxnLst/>
              <a:rect l="l" t="t" r="r" b="b"/>
              <a:pathLst>
                <a:path w="1433194" h="595629">
                  <a:moveTo>
                    <a:pt x="1432993" y="0"/>
                  </a:moveTo>
                  <a:lnTo>
                    <a:pt x="114216" y="0"/>
                  </a:lnTo>
                  <a:lnTo>
                    <a:pt x="69759" y="8619"/>
                  </a:lnTo>
                  <a:lnTo>
                    <a:pt x="33454" y="32125"/>
                  </a:lnTo>
                  <a:lnTo>
                    <a:pt x="8976" y="66989"/>
                  </a:lnTo>
                  <a:lnTo>
                    <a:pt x="0" y="109682"/>
                  </a:lnTo>
                  <a:lnTo>
                    <a:pt x="0" y="478676"/>
                  </a:lnTo>
                  <a:lnTo>
                    <a:pt x="10168" y="525518"/>
                  </a:lnTo>
                  <a:lnTo>
                    <a:pt x="37744" y="563253"/>
                  </a:lnTo>
                  <a:lnTo>
                    <a:pt x="78338" y="587864"/>
                  </a:lnTo>
                  <a:lnTo>
                    <a:pt x="127556" y="595332"/>
                  </a:lnTo>
                  <a:lnTo>
                    <a:pt x="1432993" y="534224"/>
                  </a:lnTo>
                  <a:lnTo>
                    <a:pt x="1432993" y="0"/>
                  </a:lnTo>
                  <a:close/>
                </a:path>
              </a:pathLst>
            </a:custGeom>
            <a:solidFill>
              <a:srgbClr val="CE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5936625" y="6790125"/>
              <a:ext cx="1433195" cy="1262380"/>
            </a:xfrm>
            <a:custGeom>
              <a:avLst/>
              <a:gdLst/>
              <a:ahLst/>
              <a:cxnLst/>
              <a:rect l="l" t="t" r="r" b="b"/>
              <a:pathLst>
                <a:path w="1433194" h="1262379">
                  <a:moveTo>
                    <a:pt x="1432993" y="0"/>
                  </a:moveTo>
                  <a:lnTo>
                    <a:pt x="0" y="0"/>
                  </a:lnTo>
                  <a:lnTo>
                    <a:pt x="0" y="236547"/>
                  </a:lnTo>
                  <a:lnTo>
                    <a:pt x="121116" y="236547"/>
                  </a:lnTo>
                  <a:lnTo>
                    <a:pt x="170466" y="239119"/>
                  </a:lnTo>
                  <a:lnTo>
                    <a:pt x="218411" y="246651"/>
                  </a:lnTo>
                  <a:lnTo>
                    <a:pt x="264649" y="258874"/>
                  </a:lnTo>
                  <a:lnTo>
                    <a:pt x="308881" y="275516"/>
                  </a:lnTo>
                  <a:lnTo>
                    <a:pt x="350807" y="296305"/>
                  </a:lnTo>
                  <a:lnTo>
                    <a:pt x="390125" y="320970"/>
                  </a:lnTo>
                  <a:lnTo>
                    <a:pt x="426535" y="349240"/>
                  </a:lnTo>
                  <a:lnTo>
                    <a:pt x="459736" y="380843"/>
                  </a:lnTo>
                  <a:lnTo>
                    <a:pt x="489429" y="415507"/>
                  </a:lnTo>
                  <a:lnTo>
                    <a:pt x="515312" y="452963"/>
                  </a:lnTo>
                  <a:lnTo>
                    <a:pt x="537086" y="492937"/>
                  </a:lnTo>
                  <a:lnTo>
                    <a:pt x="554449" y="535159"/>
                  </a:lnTo>
                  <a:lnTo>
                    <a:pt x="567101" y="579357"/>
                  </a:lnTo>
                  <a:lnTo>
                    <a:pt x="574742" y="625260"/>
                  </a:lnTo>
                  <a:lnTo>
                    <a:pt x="577071" y="672597"/>
                  </a:lnTo>
                  <a:lnTo>
                    <a:pt x="574146" y="718522"/>
                  </a:lnTo>
                  <a:lnTo>
                    <a:pt x="566369" y="763031"/>
                  </a:lnTo>
                  <a:lnTo>
                    <a:pt x="553998" y="805878"/>
                  </a:lnTo>
                  <a:lnTo>
                    <a:pt x="537287" y="846818"/>
                  </a:lnTo>
                  <a:lnTo>
                    <a:pt x="516493" y="885604"/>
                  </a:lnTo>
                  <a:lnTo>
                    <a:pt x="491871" y="921991"/>
                  </a:lnTo>
                  <a:lnTo>
                    <a:pt x="463677" y="955733"/>
                  </a:lnTo>
                  <a:lnTo>
                    <a:pt x="432167" y="986585"/>
                  </a:lnTo>
                  <a:lnTo>
                    <a:pt x="397597" y="1014300"/>
                  </a:lnTo>
                  <a:lnTo>
                    <a:pt x="360223" y="1038633"/>
                  </a:lnTo>
                  <a:lnTo>
                    <a:pt x="320300" y="1059339"/>
                  </a:lnTo>
                  <a:lnTo>
                    <a:pt x="278083" y="1076172"/>
                  </a:lnTo>
                  <a:lnTo>
                    <a:pt x="233830" y="1088885"/>
                  </a:lnTo>
                  <a:lnTo>
                    <a:pt x="187796" y="1097233"/>
                  </a:lnTo>
                  <a:lnTo>
                    <a:pt x="140236" y="1100971"/>
                  </a:lnTo>
                  <a:lnTo>
                    <a:pt x="126854" y="1101160"/>
                  </a:lnTo>
                  <a:lnTo>
                    <a:pt x="77472" y="1110733"/>
                  </a:lnTo>
                  <a:lnTo>
                    <a:pt x="37150" y="1136841"/>
                  </a:lnTo>
                  <a:lnTo>
                    <a:pt x="9967" y="1175562"/>
                  </a:lnTo>
                  <a:lnTo>
                    <a:pt x="0" y="1222978"/>
                  </a:lnTo>
                  <a:lnTo>
                    <a:pt x="0" y="1261951"/>
                  </a:lnTo>
                  <a:lnTo>
                    <a:pt x="1432993" y="1261951"/>
                  </a:lnTo>
                  <a:lnTo>
                    <a:pt x="1432993" y="0"/>
                  </a:lnTo>
                  <a:close/>
                </a:path>
              </a:pathLst>
            </a:custGeom>
            <a:solidFill>
              <a:srgbClr val="B9E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5445124" y="6425366"/>
              <a:ext cx="612775" cy="601345"/>
            </a:xfrm>
            <a:custGeom>
              <a:avLst/>
              <a:gdLst/>
              <a:ahLst/>
              <a:cxnLst/>
              <a:rect l="l" t="t" r="r" b="b"/>
              <a:pathLst>
                <a:path w="612775" h="601345">
                  <a:moveTo>
                    <a:pt x="491503" y="0"/>
                  </a:moveTo>
                  <a:lnTo>
                    <a:pt x="93672" y="0"/>
                  </a:lnTo>
                  <a:lnTo>
                    <a:pt x="57209" y="7070"/>
                  </a:lnTo>
                  <a:lnTo>
                    <a:pt x="27435" y="26349"/>
                  </a:lnTo>
                  <a:lnTo>
                    <a:pt x="7360" y="54943"/>
                  </a:lnTo>
                  <a:lnTo>
                    <a:pt x="0" y="89955"/>
                  </a:lnTo>
                  <a:lnTo>
                    <a:pt x="0" y="494351"/>
                  </a:lnTo>
                  <a:lnTo>
                    <a:pt x="8752" y="535986"/>
                  </a:lnTo>
                  <a:lnTo>
                    <a:pt x="32622" y="569985"/>
                  </a:lnTo>
                  <a:lnTo>
                    <a:pt x="68028" y="592906"/>
                  </a:lnTo>
                  <a:lnTo>
                    <a:pt x="111389" y="601311"/>
                  </a:lnTo>
                  <a:lnTo>
                    <a:pt x="612620" y="601311"/>
                  </a:lnTo>
                  <a:lnTo>
                    <a:pt x="491503" y="0"/>
                  </a:lnTo>
                  <a:close/>
                </a:path>
              </a:pathLst>
            </a:custGeom>
            <a:solidFill>
              <a:srgbClr val="E2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5936627" y="6425363"/>
              <a:ext cx="1433195" cy="601345"/>
            </a:xfrm>
            <a:custGeom>
              <a:avLst/>
              <a:gdLst/>
              <a:ahLst/>
              <a:cxnLst/>
              <a:rect l="l" t="t" r="r" b="b"/>
              <a:pathLst>
                <a:path w="1433194" h="601345">
                  <a:moveTo>
                    <a:pt x="1432993" y="0"/>
                  </a:moveTo>
                  <a:lnTo>
                    <a:pt x="86112" y="0"/>
                  </a:lnTo>
                  <a:lnTo>
                    <a:pt x="52593" y="6500"/>
                  </a:lnTo>
                  <a:lnTo>
                    <a:pt x="25221" y="24224"/>
                  </a:lnTo>
                  <a:lnTo>
                    <a:pt x="6767" y="50508"/>
                  </a:lnTo>
                  <a:lnTo>
                    <a:pt x="0" y="82688"/>
                  </a:lnTo>
                  <a:lnTo>
                    <a:pt x="0" y="502372"/>
                  </a:lnTo>
                  <a:lnTo>
                    <a:pt x="11048" y="540913"/>
                  </a:lnTo>
                  <a:lnTo>
                    <a:pt x="39555" y="573013"/>
                  </a:lnTo>
                  <a:lnTo>
                    <a:pt x="78563" y="594528"/>
                  </a:lnTo>
                  <a:lnTo>
                    <a:pt x="121116" y="601311"/>
                  </a:lnTo>
                  <a:lnTo>
                    <a:pt x="1432993" y="534224"/>
                  </a:lnTo>
                  <a:lnTo>
                    <a:pt x="1432993" y="0"/>
                  </a:lnTo>
                  <a:close/>
                </a:path>
              </a:pathLst>
            </a:custGeom>
            <a:solidFill>
              <a:srgbClr val="B9E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5665973" y="7789783"/>
              <a:ext cx="120650" cy="129539"/>
            </a:xfrm>
            <a:custGeom>
              <a:avLst/>
              <a:gdLst/>
              <a:ahLst/>
              <a:cxnLst/>
              <a:rect l="l" t="t" r="r" b="b"/>
              <a:pathLst>
                <a:path w="120650" h="129540">
                  <a:moveTo>
                    <a:pt x="0" y="129147"/>
                  </a:moveTo>
                  <a:lnTo>
                    <a:pt x="120300" y="129147"/>
                  </a:lnTo>
                  <a:lnTo>
                    <a:pt x="120300" y="0"/>
                  </a:lnTo>
                  <a:lnTo>
                    <a:pt x="0" y="0"/>
                  </a:lnTo>
                  <a:lnTo>
                    <a:pt x="0" y="129147"/>
                  </a:lnTo>
                  <a:close/>
                </a:path>
              </a:pathLst>
            </a:custGeom>
            <a:solidFill>
              <a:srgbClr val="2D87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5630895" y="7723565"/>
              <a:ext cx="186055" cy="66675"/>
            </a:xfrm>
            <a:custGeom>
              <a:avLst/>
              <a:gdLst/>
              <a:ahLst/>
              <a:cxnLst/>
              <a:rect l="l" t="t" r="r" b="b"/>
              <a:pathLst>
                <a:path w="186055" h="66675">
                  <a:moveTo>
                    <a:pt x="185439" y="0"/>
                  </a:moveTo>
                  <a:lnTo>
                    <a:pt x="0" y="0"/>
                  </a:lnTo>
                  <a:lnTo>
                    <a:pt x="0" y="66217"/>
                  </a:lnTo>
                  <a:lnTo>
                    <a:pt x="185439" y="66217"/>
                  </a:lnTo>
                  <a:lnTo>
                    <a:pt x="185439" y="0"/>
                  </a:lnTo>
                  <a:close/>
                </a:path>
              </a:pathLst>
            </a:custGeom>
            <a:solidFill>
              <a:srgbClr val="B9E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5525631" y="6580982"/>
              <a:ext cx="324485" cy="288925"/>
            </a:xfrm>
            <a:custGeom>
              <a:avLst/>
              <a:gdLst/>
              <a:ahLst/>
              <a:cxnLst/>
              <a:rect l="l" t="t" r="r" b="b"/>
              <a:pathLst>
                <a:path w="324484" h="288925">
                  <a:moveTo>
                    <a:pt x="324115" y="0"/>
                  </a:moveTo>
                  <a:lnTo>
                    <a:pt x="0" y="0"/>
                  </a:lnTo>
                  <a:lnTo>
                    <a:pt x="0" y="288766"/>
                  </a:lnTo>
                  <a:lnTo>
                    <a:pt x="324115" y="288766"/>
                  </a:lnTo>
                  <a:lnTo>
                    <a:pt x="324115" y="0"/>
                  </a:lnTo>
                  <a:close/>
                </a:path>
              </a:pathLst>
            </a:custGeom>
            <a:solidFill>
              <a:srgbClr val="2D87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5936621" y="6425367"/>
              <a:ext cx="1783714" cy="1759585"/>
            </a:xfrm>
            <a:custGeom>
              <a:avLst/>
              <a:gdLst/>
              <a:ahLst/>
              <a:cxnLst/>
              <a:rect l="l" t="t" r="r" b="b"/>
              <a:pathLst>
                <a:path w="1783715" h="1759584">
                  <a:moveTo>
                    <a:pt x="1432991" y="1587728"/>
                  </a:moveTo>
                  <a:lnTo>
                    <a:pt x="0" y="1587728"/>
                  </a:lnTo>
                  <a:lnTo>
                    <a:pt x="0" y="1759102"/>
                  </a:lnTo>
                  <a:lnTo>
                    <a:pt x="1432991" y="1759102"/>
                  </a:lnTo>
                  <a:lnTo>
                    <a:pt x="1432991" y="1587728"/>
                  </a:lnTo>
                  <a:close/>
                </a:path>
                <a:path w="1783715" h="1759584">
                  <a:moveTo>
                    <a:pt x="1783270" y="95364"/>
                  </a:moveTo>
                  <a:lnTo>
                    <a:pt x="1775777" y="58254"/>
                  </a:lnTo>
                  <a:lnTo>
                    <a:pt x="1755330" y="27940"/>
                  </a:lnTo>
                  <a:lnTo>
                    <a:pt x="1725015" y="7493"/>
                  </a:lnTo>
                  <a:lnTo>
                    <a:pt x="1687906" y="0"/>
                  </a:lnTo>
                  <a:lnTo>
                    <a:pt x="1432991" y="0"/>
                  </a:lnTo>
                  <a:lnTo>
                    <a:pt x="1432991" y="524357"/>
                  </a:lnTo>
                  <a:lnTo>
                    <a:pt x="1652270" y="524357"/>
                  </a:lnTo>
                  <a:lnTo>
                    <a:pt x="1703260" y="514070"/>
                  </a:lnTo>
                  <a:lnTo>
                    <a:pt x="1744903" y="485990"/>
                  </a:lnTo>
                  <a:lnTo>
                    <a:pt x="1772970" y="444347"/>
                  </a:lnTo>
                  <a:lnTo>
                    <a:pt x="1783270" y="393357"/>
                  </a:lnTo>
                  <a:lnTo>
                    <a:pt x="1783270" y="95364"/>
                  </a:lnTo>
                  <a:close/>
                </a:path>
              </a:pathLst>
            </a:custGeom>
            <a:solidFill>
              <a:srgbClr val="B9E0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369621" y="6949723"/>
              <a:ext cx="135964" cy="135357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17719900" y="6554941"/>
              <a:ext cx="50800" cy="132715"/>
            </a:xfrm>
            <a:custGeom>
              <a:avLst/>
              <a:gdLst/>
              <a:ahLst/>
              <a:cxnLst/>
              <a:rect l="l" t="t" r="r" b="b"/>
              <a:pathLst>
                <a:path w="50800" h="132715">
                  <a:moveTo>
                    <a:pt x="50762" y="0"/>
                  </a:moveTo>
                  <a:lnTo>
                    <a:pt x="0" y="0"/>
                  </a:lnTo>
                  <a:lnTo>
                    <a:pt x="0" y="132603"/>
                  </a:lnTo>
                  <a:lnTo>
                    <a:pt x="50762" y="132603"/>
                  </a:lnTo>
                  <a:lnTo>
                    <a:pt x="50762" y="0"/>
                  </a:lnTo>
                  <a:close/>
                </a:path>
              </a:pathLst>
            </a:custGeom>
            <a:solidFill>
              <a:srgbClr val="2D87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5984271" y="9750595"/>
              <a:ext cx="1002665" cy="124460"/>
            </a:xfrm>
            <a:custGeom>
              <a:avLst/>
              <a:gdLst/>
              <a:ahLst/>
              <a:cxnLst/>
              <a:rect l="l" t="t" r="r" b="b"/>
              <a:pathLst>
                <a:path w="1002665" h="124459">
                  <a:moveTo>
                    <a:pt x="1002419" y="0"/>
                  </a:moveTo>
                  <a:lnTo>
                    <a:pt x="124467" y="0"/>
                  </a:lnTo>
                  <a:lnTo>
                    <a:pt x="76023" y="9781"/>
                  </a:lnTo>
                  <a:lnTo>
                    <a:pt x="36459" y="36454"/>
                  </a:lnTo>
                  <a:lnTo>
                    <a:pt x="9782" y="76014"/>
                  </a:lnTo>
                  <a:lnTo>
                    <a:pt x="0" y="124456"/>
                  </a:lnTo>
                  <a:lnTo>
                    <a:pt x="1002419" y="124456"/>
                  </a:lnTo>
                  <a:lnTo>
                    <a:pt x="100241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6437350" y="9750595"/>
              <a:ext cx="736600" cy="124460"/>
            </a:xfrm>
            <a:custGeom>
              <a:avLst/>
              <a:gdLst/>
              <a:ahLst/>
              <a:cxnLst/>
              <a:rect l="l" t="t" r="r" b="b"/>
              <a:pathLst>
                <a:path w="736600" h="124459">
                  <a:moveTo>
                    <a:pt x="612127" y="0"/>
                  </a:moveTo>
                  <a:lnTo>
                    <a:pt x="124467" y="0"/>
                  </a:lnTo>
                  <a:lnTo>
                    <a:pt x="76019" y="9781"/>
                  </a:lnTo>
                  <a:lnTo>
                    <a:pt x="36455" y="36454"/>
                  </a:lnTo>
                  <a:lnTo>
                    <a:pt x="9781" y="76014"/>
                  </a:lnTo>
                  <a:lnTo>
                    <a:pt x="0" y="124456"/>
                  </a:lnTo>
                  <a:lnTo>
                    <a:pt x="736584" y="124456"/>
                  </a:lnTo>
                  <a:lnTo>
                    <a:pt x="726803" y="76014"/>
                  </a:lnTo>
                  <a:lnTo>
                    <a:pt x="700130" y="36454"/>
                  </a:lnTo>
                  <a:lnTo>
                    <a:pt x="660570" y="9781"/>
                  </a:lnTo>
                  <a:lnTo>
                    <a:pt x="612127" y="0"/>
                  </a:lnTo>
                  <a:close/>
                </a:path>
              </a:pathLst>
            </a:custGeom>
            <a:solidFill>
              <a:srgbClr val="B9E0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 descr=""/>
          <p:cNvSpPr/>
          <p:nvPr/>
        </p:nvSpPr>
        <p:spPr>
          <a:xfrm>
            <a:off x="4983099" y="66731"/>
            <a:ext cx="2167890" cy="3406775"/>
          </a:xfrm>
          <a:custGeom>
            <a:avLst/>
            <a:gdLst/>
            <a:ahLst/>
            <a:cxnLst/>
            <a:rect l="l" t="t" r="r" b="b"/>
            <a:pathLst>
              <a:path w="2167890" h="3406775">
                <a:moveTo>
                  <a:pt x="2167686" y="3342894"/>
                </a:moveTo>
                <a:lnTo>
                  <a:pt x="2162683" y="3318078"/>
                </a:lnTo>
                <a:lnTo>
                  <a:pt x="2149017" y="3297809"/>
                </a:lnTo>
                <a:lnTo>
                  <a:pt x="2128748" y="3284143"/>
                </a:lnTo>
                <a:lnTo>
                  <a:pt x="2103932" y="3279140"/>
                </a:lnTo>
                <a:lnTo>
                  <a:pt x="1904568" y="3279140"/>
                </a:lnTo>
                <a:lnTo>
                  <a:pt x="1904568" y="0"/>
                </a:lnTo>
                <a:lnTo>
                  <a:pt x="1840826" y="0"/>
                </a:lnTo>
                <a:lnTo>
                  <a:pt x="1840826" y="3279140"/>
                </a:lnTo>
                <a:lnTo>
                  <a:pt x="318770" y="3279140"/>
                </a:lnTo>
                <a:lnTo>
                  <a:pt x="318770" y="0"/>
                </a:lnTo>
                <a:lnTo>
                  <a:pt x="255016" y="0"/>
                </a:lnTo>
                <a:lnTo>
                  <a:pt x="255016" y="3279140"/>
                </a:lnTo>
                <a:lnTo>
                  <a:pt x="63754" y="3279140"/>
                </a:lnTo>
                <a:lnTo>
                  <a:pt x="38938" y="3284143"/>
                </a:lnTo>
                <a:lnTo>
                  <a:pt x="18669" y="3297809"/>
                </a:lnTo>
                <a:lnTo>
                  <a:pt x="5003" y="3318078"/>
                </a:lnTo>
                <a:lnTo>
                  <a:pt x="0" y="3342894"/>
                </a:lnTo>
                <a:lnTo>
                  <a:pt x="5003" y="3367709"/>
                </a:lnTo>
                <a:lnTo>
                  <a:pt x="18669" y="3387966"/>
                </a:lnTo>
                <a:lnTo>
                  <a:pt x="38938" y="3401631"/>
                </a:lnTo>
                <a:lnTo>
                  <a:pt x="63754" y="3406635"/>
                </a:lnTo>
                <a:lnTo>
                  <a:pt x="2103932" y="3406635"/>
                </a:lnTo>
                <a:lnTo>
                  <a:pt x="2128748" y="3401631"/>
                </a:lnTo>
                <a:lnTo>
                  <a:pt x="2149017" y="3387966"/>
                </a:lnTo>
                <a:lnTo>
                  <a:pt x="2162683" y="3367709"/>
                </a:lnTo>
                <a:lnTo>
                  <a:pt x="2167686" y="3342894"/>
                </a:lnTo>
                <a:close/>
              </a:path>
            </a:pathLst>
          </a:custGeom>
          <a:solidFill>
            <a:srgbClr val="DEF8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1" name="object 111" descr=""/>
          <p:cNvGrpSpPr/>
          <p:nvPr/>
        </p:nvGrpSpPr>
        <p:grpSpPr>
          <a:xfrm>
            <a:off x="17488523" y="7204771"/>
            <a:ext cx="1727200" cy="2682240"/>
            <a:chOff x="17488523" y="7204771"/>
            <a:chExt cx="1727200" cy="2682240"/>
          </a:xfrm>
        </p:grpSpPr>
        <p:sp>
          <p:nvSpPr>
            <p:cNvPr id="112" name="object 112" descr=""/>
            <p:cNvSpPr/>
            <p:nvPr/>
          </p:nvSpPr>
          <p:spPr>
            <a:xfrm>
              <a:off x="17987444" y="7204771"/>
              <a:ext cx="1228090" cy="1320800"/>
            </a:xfrm>
            <a:custGeom>
              <a:avLst/>
              <a:gdLst/>
              <a:ahLst/>
              <a:cxnLst/>
              <a:rect l="l" t="t" r="r" b="b"/>
              <a:pathLst>
                <a:path w="1228090" h="1320800">
                  <a:moveTo>
                    <a:pt x="939803" y="0"/>
                  </a:moveTo>
                  <a:lnTo>
                    <a:pt x="288158" y="0"/>
                  </a:lnTo>
                  <a:lnTo>
                    <a:pt x="241420" y="4176"/>
                  </a:lnTo>
                  <a:lnTo>
                    <a:pt x="197081" y="16267"/>
                  </a:lnTo>
                  <a:lnTo>
                    <a:pt x="155737" y="35617"/>
                  </a:lnTo>
                  <a:lnTo>
                    <a:pt x="117979" y="61567"/>
                  </a:lnTo>
                  <a:lnTo>
                    <a:pt x="84403" y="93461"/>
                  </a:lnTo>
                  <a:lnTo>
                    <a:pt x="55600" y="130643"/>
                  </a:lnTo>
                  <a:lnTo>
                    <a:pt x="32165" y="172454"/>
                  </a:lnTo>
                  <a:lnTo>
                    <a:pt x="14691" y="218239"/>
                  </a:lnTo>
                  <a:lnTo>
                    <a:pt x="3771" y="267340"/>
                  </a:lnTo>
                  <a:lnTo>
                    <a:pt x="0" y="319100"/>
                  </a:lnTo>
                  <a:lnTo>
                    <a:pt x="0" y="1320661"/>
                  </a:lnTo>
                  <a:lnTo>
                    <a:pt x="1227973" y="1320661"/>
                  </a:lnTo>
                  <a:lnTo>
                    <a:pt x="1227973" y="319100"/>
                  </a:lnTo>
                  <a:lnTo>
                    <a:pt x="1224201" y="267340"/>
                  </a:lnTo>
                  <a:lnTo>
                    <a:pt x="1213281" y="218239"/>
                  </a:lnTo>
                  <a:lnTo>
                    <a:pt x="1195807" y="172454"/>
                  </a:lnTo>
                  <a:lnTo>
                    <a:pt x="1172371" y="130643"/>
                  </a:lnTo>
                  <a:lnTo>
                    <a:pt x="1143568" y="93461"/>
                  </a:lnTo>
                  <a:lnTo>
                    <a:pt x="1109990" y="61567"/>
                  </a:lnTo>
                  <a:lnTo>
                    <a:pt x="1072232" y="35617"/>
                  </a:lnTo>
                  <a:lnTo>
                    <a:pt x="1030885" y="16267"/>
                  </a:lnTo>
                  <a:lnTo>
                    <a:pt x="986545" y="4176"/>
                  </a:lnTo>
                  <a:lnTo>
                    <a:pt x="939803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7918209" y="7204771"/>
              <a:ext cx="1228090" cy="1320800"/>
            </a:xfrm>
            <a:custGeom>
              <a:avLst/>
              <a:gdLst/>
              <a:ahLst/>
              <a:cxnLst/>
              <a:rect l="l" t="t" r="r" b="b"/>
              <a:pathLst>
                <a:path w="1228090" h="1320800">
                  <a:moveTo>
                    <a:pt x="939814" y="0"/>
                  </a:moveTo>
                  <a:lnTo>
                    <a:pt x="288169" y="0"/>
                  </a:lnTo>
                  <a:lnTo>
                    <a:pt x="241427" y="4176"/>
                  </a:lnTo>
                  <a:lnTo>
                    <a:pt x="197087" y="16267"/>
                  </a:lnTo>
                  <a:lnTo>
                    <a:pt x="155740" y="35617"/>
                  </a:lnTo>
                  <a:lnTo>
                    <a:pt x="117982" y="61567"/>
                  </a:lnTo>
                  <a:lnTo>
                    <a:pt x="84404" y="93461"/>
                  </a:lnTo>
                  <a:lnTo>
                    <a:pt x="55601" y="130643"/>
                  </a:lnTo>
                  <a:lnTo>
                    <a:pt x="32165" y="172454"/>
                  </a:lnTo>
                  <a:lnTo>
                    <a:pt x="14691" y="218239"/>
                  </a:lnTo>
                  <a:lnTo>
                    <a:pt x="3771" y="267340"/>
                  </a:lnTo>
                  <a:lnTo>
                    <a:pt x="0" y="319100"/>
                  </a:lnTo>
                  <a:lnTo>
                    <a:pt x="0" y="1320661"/>
                  </a:lnTo>
                  <a:lnTo>
                    <a:pt x="1227973" y="1320661"/>
                  </a:lnTo>
                  <a:lnTo>
                    <a:pt x="1227973" y="319100"/>
                  </a:lnTo>
                  <a:lnTo>
                    <a:pt x="1224201" y="267340"/>
                  </a:lnTo>
                  <a:lnTo>
                    <a:pt x="1213282" y="218239"/>
                  </a:lnTo>
                  <a:lnTo>
                    <a:pt x="1195809" y="172454"/>
                  </a:lnTo>
                  <a:lnTo>
                    <a:pt x="1172375" y="130643"/>
                  </a:lnTo>
                  <a:lnTo>
                    <a:pt x="1143573" y="93461"/>
                  </a:lnTo>
                  <a:lnTo>
                    <a:pt x="1109997" y="61567"/>
                  </a:lnTo>
                  <a:lnTo>
                    <a:pt x="1072240" y="35617"/>
                  </a:lnTo>
                  <a:lnTo>
                    <a:pt x="1030895" y="16267"/>
                  </a:lnTo>
                  <a:lnTo>
                    <a:pt x="986555" y="4176"/>
                  </a:lnTo>
                  <a:lnTo>
                    <a:pt x="93981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7726327" y="8525429"/>
              <a:ext cx="1489710" cy="158115"/>
            </a:xfrm>
            <a:custGeom>
              <a:avLst/>
              <a:gdLst/>
              <a:ahLst/>
              <a:cxnLst/>
              <a:rect l="l" t="t" r="r" b="b"/>
              <a:pathLst>
                <a:path w="1489709" h="158115">
                  <a:moveTo>
                    <a:pt x="1489085" y="0"/>
                  </a:moveTo>
                  <a:lnTo>
                    <a:pt x="0" y="0"/>
                  </a:lnTo>
                  <a:lnTo>
                    <a:pt x="0" y="158120"/>
                  </a:lnTo>
                  <a:lnTo>
                    <a:pt x="1362681" y="158120"/>
                  </a:lnTo>
                  <a:lnTo>
                    <a:pt x="1411882" y="148187"/>
                  </a:lnTo>
                  <a:lnTo>
                    <a:pt x="1452061" y="121097"/>
                  </a:lnTo>
                  <a:lnTo>
                    <a:pt x="1479151" y="80917"/>
                  </a:lnTo>
                  <a:lnTo>
                    <a:pt x="1489085" y="31716"/>
                  </a:lnTo>
                  <a:lnTo>
                    <a:pt x="1489085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7488523" y="8525429"/>
              <a:ext cx="1196340" cy="158115"/>
            </a:xfrm>
            <a:custGeom>
              <a:avLst/>
              <a:gdLst/>
              <a:ahLst/>
              <a:cxnLst/>
              <a:rect l="l" t="t" r="r" b="b"/>
              <a:pathLst>
                <a:path w="1196340" h="158115">
                  <a:moveTo>
                    <a:pt x="1116698" y="0"/>
                  </a:moveTo>
                  <a:lnTo>
                    <a:pt x="79055" y="0"/>
                  </a:lnTo>
                  <a:lnTo>
                    <a:pt x="48282" y="6213"/>
                  </a:lnTo>
                  <a:lnTo>
                    <a:pt x="23153" y="23158"/>
                  </a:lnTo>
                  <a:lnTo>
                    <a:pt x="6212" y="48291"/>
                  </a:lnTo>
                  <a:lnTo>
                    <a:pt x="0" y="79065"/>
                  </a:lnTo>
                  <a:lnTo>
                    <a:pt x="6212" y="109838"/>
                  </a:lnTo>
                  <a:lnTo>
                    <a:pt x="23153" y="134967"/>
                  </a:lnTo>
                  <a:lnTo>
                    <a:pt x="48282" y="151908"/>
                  </a:lnTo>
                  <a:lnTo>
                    <a:pt x="79055" y="158120"/>
                  </a:lnTo>
                  <a:lnTo>
                    <a:pt x="1116709" y="158120"/>
                  </a:lnTo>
                  <a:lnTo>
                    <a:pt x="1147476" y="151908"/>
                  </a:lnTo>
                  <a:lnTo>
                    <a:pt x="1172601" y="134968"/>
                  </a:lnTo>
                  <a:lnTo>
                    <a:pt x="1189542" y="109843"/>
                  </a:lnTo>
                  <a:lnTo>
                    <a:pt x="1195754" y="79076"/>
                  </a:lnTo>
                  <a:lnTo>
                    <a:pt x="1189541" y="48291"/>
                  </a:lnTo>
                  <a:lnTo>
                    <a:pt x="1172600" y="23158"/>
                  </a:lnTo>
                  <a:lnTo>
                    <a:pt x="1147471" y="6213"/>
                  </a:lnTo>
                  <a:lnTo>
                    <a:pt x="1116698" y="0"/>
                  </a:lnTo>
                  <a:close/>
                </a:path>
              </a:pathLst>
            </a:custGeom>
            <a:solidFill>
              <a:srgbClr val="AFE2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8046319" y="8683554"/>
              <a:ext cx="874394" cy="1143635"/>
            </a:xfrm>
            <a:custGeom>
              <a:avLst/>
              <a:gdLst/>
              <a:ahLst/>
              <a:cxnLst/>
              <a:rect l="l" t="t" r="r" b="b"/>
              <a:pathLst>
                <a:path w="874394" h="1143634">
                  <a:moveTo>
                    <a:pt x="874026" y="1064653"/>
                  </a:moveTo>
                  <a:lnTo>
                    <a:pt x="482955" y="1029398"/>
                  </a:lnTo>
                  <a:lnTo>
                    <a:pt x="505650" y="0"/>
                  </a:lnTo>
                  <a:lnTo>
                    <a:pt x="368376" y="0"/>
                  </a:lnTo>
                  <a:lnTo>
                    <a:pt x="388327" y="1028255"/>
                  </a:lnTo>
                  <a:lnTo>
                    <a:pt x="0" y="1064653"/>
                  </a:lnTo>
                  <a:lnTo>
                    <a:pt x="0" y="1143609"/>
                  </a:lnTo>
                  <a:lnTo>
                    <a:pt x="390575" y="1143609"/>
                  </a:lnTo>
                  <a:lnTo>
                    <a:pt x="480441" y="1143609"/>
                  </a:lnTo>
                  <a:lnTo>
                    <a:pt x="874026" y="1143609"/>
                  </a:lnTo>
                  <a:lnTo>
                    <a:pt x="874026" y="1064653"/>
                  </a:lnTo>
                  <a:close/>
                </a:path>
              </a:pathLst>
            </a:custGeom>
            <a:solidFill>
              <a:srgbClr val="20818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861477" y="9742868"/>
              <a:ext cx="143786" cy="143786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987438" y="9742868"/>
              <a:ext cx="143796" cy="143786"/>
            </a:xfrm>
            <a:prstGeom prst="rect">
              <a:avLst/>
            </a:prstGeom>
          </p:spPr>
        </p:pic>
        <p:sp>
          <p:nvSpPr>
            <p:cNvPr id="119" name="object 119" descr=""/>
            <p:cNvSpPr/>
            <p:nvPr/>
          </p:nvSpPr>
          <p:spPr>
            <a:xfrm>
              <a:off x="18002622" y="8683548"/>
              <a:ext cx="962025" cy="75565"/>
            </a:xfrm>
            <a:custGeom>
              <a:avLst/>
              <a:gdLst/>
              <a:ahLst/>
              <a:cxnLst/>
              <a:rect l="l" t="t" r="r" b="b"/>
              <a:pathLst>
                <a:path w="962025" h="75565">
                  <a:moveTo>
                    <a:pt x="961436" y="0"/>
                  </a:moveTo>
                  <a:lnTo>
                    <a:pt x="0" y="0"/>
                  </a:lnTo>
                  <a:lnTo>
                    <a:pt x="5896" y="29203"/>
                  </a:lnTo>
                  <a:lnTo>
                    <a:pt x="21975" y="53054"/>
                  </a:lnTo>
                  <a:lnTo>
                    <a:pt x="45826" y="69136"/>
                  </a:lnTo>
                  <a:lnTo>
                    <a:pt x="75034" y="75034"/>
                  </a:lnTo>
                  <a:lnTo>
                    <a:pt x="886412" y="75034"/>
                  </a:lnTo>
                  <a:lnTo>
                    <a:pt x="915614" y="69136"/>
                  </a:lnTo>
                  <a:lnTo>
                    <a:pt x="939462" y="53054"/>
                  </a:lnTo>
                  <a:lnTo>
                    <a:pt x="955540" y="29203"/>
                  </a:lnTo>
                  <a:lnTo>
                    <a:pt x="961436" y="0"/>
                  </a:lnTo>
                  <a:close/>
                </a:path>
              </a:pathLst>
            </a:custGeom>
            <a:solidFill>
              <a:srgbClr val="20818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0" name="object 120" descr=""/>
          <p:cNvGrpSpPr/>
          <p:nvPr/>
        </p:nvGrpSpPr>
        <p:grpSpPr>
          <a:xfrm>
            <a:off x="6435154" y="4007092"/>
            <a:ext cx="1962785" cy="2425065"/>
            <a:chOff x="6435154" y="4007092"/>
            <a:chExt cx="1962785" cy="2425065"/>
          </a:xfrm>
        </p:grpSpPr>
        <p:sp>
          <p:nvSpPr>
            <p:cNvPr id="121" name="object 121" descr=""/>
            <p:cNvSpPr/>
            <p:nvPr/>
          </p:nvSpPr>
          <p:spPr>
            <a:xfrm>
              <a:off x="6486011" y="4073394"/>
              <a:ext cx="1859280" cy="2358390"/>
            </a:xfrm>
            <a:custGeom>
              <a:avLst/>
              <a:gdLst/>
              <a:ahLst/>
              <a:cxnLst/>
              <a:rect l="l" t="t" r="r" b="b"/>
              <a:pathLst>
                <a:path w="1859279" h="2358390">
                  <a:moveTo>
                    <a:pt x="0" y="2358347"/>
                  </a:moveTo>
                  <a:lnTo>
                    <a:pt x="1859032" y="2358347"/>
                  </a:lnTo>
                  <a:lnTo>
                    <a:pt x="1859032" y="0"/>
                  </a:lnTo>
                  <a:lnTo>
                    <a:pt x="0" y="0"/>
                  </a:lnTo>
                  <a:lnTo>
                    <a:pt x="0" y="2358347"/>
                  </a:lnTo>
                  <a:close/>
                </a:path>
              </a:pathLst>
            </a:custGeom>
            <a:solidFill>
              <a:srgbClr val="DEF8F8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6758724" y="4343101"/>
              <a:ext cx="1334770" cy="384810"/>
            </a:xfrm>
            <a:custGeom>
              <a:avLst/>
              <a:gdLst/>
              <a:ahLst/>
              <a:cxnLst/>
              <a:rect l="l" t="t" r="r" b="b"/>
              <a:pathLst>
                <a:path w="1334770" h="384810">
                  <a:moveTo>
                    <a:pt x="354431" y="164198"/>
                  </a:moveTo>
                  <a:lnTo>
                    <a:pt x="192887" y="164198"/>
                  </a:lnTo>
                  <a:lnTo>
                    <a:pt x="192887" y="234873"/>
                  </a:lnTo>
                  <a:lnTo>
                    <a:pt x="275259" y="234873"/>
                  </a:lnTo>
                  <a:lnTo>
                    <a:pt x="275259" y="288010"/>
                  </a:lnTo>
                  <a:lnTo>
                    <a:pt x="258660" y="297776"/>
                  </a:lnTo>
                  <a:lnTo>
                    <a:pt x="240118" y="304749"/>
                  </a:lnTo>
                  <a:lnTo>
                    <a:pt x="219887" y="308940"/>
                  </a:lnTo>
                  <a:lnTo>
                    <a:pt x="198196" y="310337"/>
                  </a:lnTo>
                  <a:lnTo>
                    <a:pt x="152806" y="301459"/>
                  </a:lnTo>
                  <a:lnTo>
                    <a:pt x="117170" y="276847"/>
                  </a:lnTo>
                  <a:lnTo>
                    <a:pt x="93878" y="239483"/>
                  </a:lnTo>
                  <a:lnTo>
                    <a:pt x="85547" y="192354"/>
                  </a:lnTo>
                  <a:lnTo>
                    <a:pt x="93865" y="146964"/>
                  </a:lnTo>
                  <a:lnTo>
                    <a:pt x="116636" y="109791"/>
                  </a:lnTo>
                  <a:lnTo>
                    <a:pt x="150558" y="84670"/>
                  </a:lnTo>
                  <a:lnTo>
                    <a:pt x="192354" y="75450"/>
                  </a:lnTo>
                  <a:lnTo>
                    <a:pt x="221678" y="77978"/>
                  </a:lnTo>
                  <a:lnTo>
                    <a:pt x="246367" y="85356"/>
                  </a:lnTo>
                  <a:lnTo>
                    <a:pt x="268351" y="97205"/>
                  </a:lnTo>
                  <a:lnTo>
                    <a:pt x="289598" y="113195"/>
                  </a:lnTo>
                  <a:lnTo>
                    <a:pt x="341134" y="51015"/>
                  </a:lnTo>
                  <a:lnTo>
                    <a:pt x="311365" y="29133"/>
                  </a:lnTo>
                  <a:lnTo>
                    <a:pt x="278638" y="13144"/>
                  </a:lnTo>
                  <a:lnTo>
                    <a:pt x="240639" y="3340"/>
                  </a:lnTo>
                  <a:lnTo>
                    <a:pt x="195021" y="0"/>
                  </a:lnTo>
                  <a:lnTo>
                    <a:pt x="148742" y="5105"/>
                  </a:lnTo>
                  <a:lnTo>
                    <a:pt x="107086" y="19634"/>
                  </a:lnTo>
                  <a:lnTo>
                    <a:pt x="70967" y="42405"/>
                  </a:lnTo>
                  <a:lnTo>
                    <a:pt x="41275" y="72250"/>
                  </a:lnTo>
                  <a:lnTo>
                    <a:pt x="18948" y="107975"/>
                  </a:lnTo>
                  <a:lnTo>
                    <a:pt x="4889" y="148399"/>
                  </a:lnTo>
                  <a:lnTo>
                    <a:pt x="0" y="192354"/>
                  </a:lnTo>
                  <a:lnTo>
                    <a:pt x="4749" y="237985"/>
                  </a:lnTo>
                  <a:lnTo>
                    <a:pt x="18503" y="279069"/>
                  </a:lnTo>
                  <a:lnTo>
                    <a:pt x="40487" y="314693"/>
                  </a:lnTo>
                  <a:lnTo>
                    <a:pt x="69938" y="343979"/>
                  </a:lnTo>
                  <a:lnTo>
                    <a:pt x="106108" y="366014"/>
                  </a:lnTo>
                  <a:lnTo>
                    <a:pt x="148221" y="379895"/>
                  </a:lnTo>
                  <a:lnTo>
                    <a:pt x="195529" y="384733"/>
                  </a:lnTo>
                  <a:lnTo>
                    <a:pt x="243687" y="380072"/>
                  </a:lnTo>
                  <a:lnTo>
                    <a:pt x="286143" y="367385"/>
                  </a:lnTo>
                  <a:lnTo>
                    <a:pt x="323024" y="348627"/>
                  </a:lnTo>
                  <a:lnTo>
                    <a:pt x="354431" y="325742"/>
                  </a:lnTo>
                  <a:lnTo>
                    <a:pt x="354431" y="164198"/>
                  </a:lnTo>
                  <a:close/>
                </a:path>
                <a:path w="1334770" h="384810">
                  <a:moveTo>
                    <a:pt x="808723" y="6375"/>
                  </a:moveTo>
                  <a:lnTo>
                    <a:pt x="724763" y="6375"/>
                  </a:lnTo>
                  <a:lnTo>
                    <a:pt x="724763" y="246024"/>
                  </a:lnTo>
                  <a:lnTo>
                    <a:pt x="721283" y="273812"/>
                  </a:lnTo>
                  <a:lnTo>
                    <a:pt x="711339" y="292989"/>
                  </a:lnTo>
                  <a:lnTo>
                    <a:pt x="695617" y="304101"/>
                  </a:lnTo>
                  <a:lnTo>
                    <a:pt x="674814" y="307682"/>
                  </a:lnTo>
                  <a:lnTo>
                    <a:pt x="656183" y="305155"/>
                  </a:lnTo>
                  <a:lnTo>
                    <a:pt x="639000" y="297853"/>
                  </a:lnTo>
                  <a:lnTo>
                    <a:pt x="622719" y="286156"/>
                  </a:lnTo>
                  <a:lnTo>
                    <a:pt x="606793" y="270471"/>
                  </a:lnTo>
                  <a:lnTo>
                    <a:pt x="555231" y="327863"/>
                  </a:lnTo>
                  <a:lnTo>
                    <a:pt x="576872" y="349364"/>
                  </a:lnTo>
                  <a:lnTo>
                    <a:pt x="603923" y="367118"/>
                  </a:lnTo>
                  <a:lnTo>
                    <a:pt x="637070" y="379209"/>
                  </a:lnTo>
                  <a:lnTo>
                    <a:pt x="676922" y="383667"/>
                  </a:lnTo>
                  <a:lnTo>
                    <a:pt x="705866" y="381482"/>
                  </a:lnTo>
                  <a:lnTo>
                    <a:pt x="754570" y="364159"/>
                  </a:lnTo>
                  <a:lnTo>
                    <a:pt x="788543" y="330390"/>
                  </a:lnTo>
                  <a:lnTo>
                    <a:pt x="806386" y="280746"/>
                  </a:lnTo>
                  <a:lnTo>
                    <a:pt x="808723" y="249758"/>
                  </a:lnTo>
                  <a:lnTo>
                    <a:pt x="808723" y="6375"/>
                  </a:lnTo>
                  <a:close/>
                </a:path>
                <a:path w="1334770" h="384810">
                  <a:moveTo>
                    <a:pt x="1334744" y="6375"/>
                  </a:moveTo>
                  <a:lnTo>
                    <a:pt x="1051509" y="6375"/>
                  </a:lnTo>
                  <a:lnTo>
                    <a:pt x="1051509" y="81305"/>
                  </a:lnTo>
                  <a:lnTo>
                    <a:pt x="1051509" y="160045"/>
                  </a:lnTo>
                  <a:lnTo>
                    <a:pt x="1051509" y="234975"/>
                  </a:lnTo>
                  <a:lnTo>
                    <a:pt x="1051509" y="378485"/>
                  </a:lnTo>
                  <a:lnTo>
                    <a:pt x="1133348" y="378485"/>
                  </a:lnTo>
                  <a:lnTo>
                    <a:pt x="1133348" y="234975"/>
                  </a:lnTo>
                  <a:lnTo>
                    <a:pt x="1310843" y="234975"/>
                  </a:lnTo>
                  <a:lnTo>
                    <a:pt x="1310843" y="160045"/>
                  </a:lnTo>
                  <a:lnTo>
                    <a:pt x="1133348" y="160045"/>
                  </a:lnTo>
                  <a:lnTo>
                    <a:pt x="1133348" y="81305"/>
                  </a:lnTo>
                  <a:lnTo>
                    <a:pt x="1334744" y="81305"/>
                  </a:lnTo>
                  <a:lnTo>
                    <a:pt x="1334744" y="6375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87692" y="5226848"/>
              <a:ext cx="102562" cy="111336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48368" y="5228683"/>
              <a:ext cx="73348" cy="109190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7091959" y="5228684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1965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44450"/>
                  </a:lnTo>
                  <a:lnTo>
                    <a:pt x="0" y="66040"/>
                  </a:lnTo>
                  <a:lnTo>
                    <a:pt x="0" y="107950"/>
                  </a:lnTo>
                  <a:lnTo>
                    <a:pt x="23685" y="107950"/>
                  </a:lnTo>
                  <a:lnTo>
                    <a:pt x="23685" y="66040"/>
                  </a:lnTo>
                  <a:lnTo>
                    <a:pt x="75044" y="66040"/>
                  </a:lnTo>
                  <a:lnTo>
                    <a:pt x="75044" y="44450"/>
                  </a:lnTo>
                  <a:lnTo>
                    <a:pt x="23685" y="44450"/>
                  </a:lnTo>
                  <a:lnTo>
                    <a:pt x="23685" y="21590"/>
                  </a:lnTo>
                  <a:lnTo>
                    <a:pt x="81965" y="21590"/>
                  </a:lnTo>
                  <a:lnTo>
                    <a:pt x="81965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238962" y="5228682"/>
              <a:ext cx="99180" cy="107651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7405319" y="5228684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1965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44450"/>
                  </a:lnTo>
                  <a:lnTo>
                    <a:pt x="0" y="66040"/>
                  </a:lnTo>
                  <a:lnTo>
                    <a:pt x="0" y="107950"/>
                  </a:lnTo>
                  <a:lnTo>
                    <a:pt x="23685" y="107950"/>
                  </a:lnTo>
                  <a:lnTo>
                    <a:pt x="23685" y="66040"/>
                  </a:lnTo>
                  <a:lnTo>
                    <a:pt x="75044" y="66040"/>
                  </a:lnTo>
                  <a:lnTo>
                    <a:pt x="75044" y="44450"/>
                  </a:lnTo>
                  <a:lnTo>
                    <a:pt x="23685" y="44450"/>
                  </a:lnTo>
                  <a:lnTo>
                    <a:pt x="23685" y="21590"/>
                  </a:lnTo>
                  <a:lnTo>
                    <a:pt x="81965" y="21590"/>
                  </a:lnTo>
                  <a:lnTo>
                    <a:pt x="81965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43092" y="5228684"/>
              <a:ext cx="107944" cy="108426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06379" y="5227157"/>
              <a:ext cx="85201" cy="110719"/>
            </a:xfrm>
            <a:prstGeom prst="rect">
              <a:avLst/>
            </a:prstGeom>
          </p:spPr>
        </p:pic>
        <p:sp>
          <p:nvSpPr>
            <p:cNvPr id="130" name="object 130" descr=""/>
            <p:cNvSpPr/>
            <p:nvPr/>
          </p:nvSpPr>
          <p:spPr>
            <a:xfrm>
              <a:off x="7858290" y="5228684"/>
              <a:ext cx="91440" cy="107950"/>
            </a:xfrm>
            <a:custGeom>
              <a:avLst/>
              <a:gdLst/>
              <a:ahLst/>
              <a:cxnLst/>
              <a:rect l="l" t="t" r="r" b="b"/>
              <a:pathLst>
                <a:path w="91440" h="107950">
                  <a:moveTo>
                    <a:pt x="91033" y="0"/>
                  </a:moveTo>
                  <a:lnTo>
                    <a:pt x="67348" y="0"/>
                  </a:lnTo>
                  <a:lnTo>
                    <a:pt x="67348" y="43180"/>
                  </a:lnTo>
                  <a:lnTo>
                    <a:pt x="23672" y="43180"/>
                  </a:lnTo>
                  <a:lnTo>
                    <a:pt x="23672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64770"/>
                  </a:lnTo>
                  <a:lnTo>
                    <a:pt x="0" y="107950"/>
                  </a:lnTo>
                  <a:lnTo>
                    <a:pt x="23672" y="107950"/>
                  </a:lnTo>
                  <a:lnTo>
                    <a:pt x="23672" y="64770"/>
                  </a:lnTo>
                  <a:lnTo>
                    <a:pt x="67348" y="64770"/>
                  </a:lnTo>
                  <a:lnTo>
                    <a:pt x="67348" y="107950"/>
                  </a:lnTo>
                  <a:lnTo>
                    <a:pt x="91033" y="107950"/>
                  </a:lnTo>
                  <a:lnTo>
                    <a:pt x="91033" y="64770"/>
                  </a:lnTo>
                  <a:lnTo>
                    <a:pt x="91033" y="43180"/>
                  </a:lnTo>
                  <a:lnTo>
                    <a:pt x="91033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010506" y="5228683"/>
              <a:ext cx="73348" cy="109190"/>
            </a:xfrm>
            <a:prstGeom prst="rect">
              <a:avLst/>
            </a:prstGeom>
          </p:spPr>
        </p:pic>
        <p:sp>
          <p:nvSpPr>
            <p:cNvPr id="132" name="object 132" descr=""/>
            <p:cNvSpPr/>
            <p:nvPr/>
          </p:nvSpPr>
          <p:spPr>
            <a:xfrm>
              <a:off x="6789081" y="5512560"/>
              <a:ext cx="57150" cy="80010"/>
            </a:xfrm>
            <a:custGeom>
              <a:avLst/>
              <a:gdLst/>
              <a:ahLst/>
              <a:cxnLst/>
              <a:rect l="l" t="t" r="r" b="b"/>
              <a:pathLst>
                <a:path w="57150" h="80010">
                  <a:moveTo>
                    <a:pt x="17486" y="0"/>
                  </a:moveTo>
                  <a:lnTo>
                    <a:pt x="0" y="0"/>
                  </a:lnTo>
                  <a:lnTo>
                    <a:pt x="0" y="79505"/>
                  </a:lnTo>
                  <a:lnTo>
                    <a:pt x="57118" y="79505"/>
                  </a:lnTo>
                  <a:lnTo>
                    <a:pt x="57118" y="63600"/>
                  </a:lnTo>
                  <a:lnTo>
                    <a:pt x="17486" y="63600"/>
                  </a:lnTo>
                  <a:lnTo>
                    <a:pt x="17486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06806" y="5511204"/>
              <a:ext cx="73359" cy="82217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893401" y="5512560"/>
              <a:ext cx="72343" cy="79505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24630" y="5511204"/>
              <a:ext cx="75746" cy="82217"/>
            </a:xfrm>
            <a:prstGeom prst="rect">
              <a:avLst/>
            </a:prstGeom>
          </p:spPr>
        </p:pic>
        <p:sp>
          <p:nvSpPr>
            <p:cNvPr id="136" name="object 136" descr=""/>
            <p:cNvSpPr/>
            <p:nvPr/>
          </p:nvSpPr>
          <p:spPr>
            <a:xfrm>
              <a:off x="7243242" y="5512567"/>
              <a:ext cx="167005" cy="80645"/>
            </a:xfrm>
            <a:custGeom>
              <a:avLst/>
              <a:gdLst/>
              <a:ahLst/>
              <a:cxnLst/>
              <a:rect l="l" t="t" r="r" b="b"/>
              <a:pathLst>
                <a:path w="167004" h="80645">
                  <a:moveTo>
                    <a:pt x="54165" y="0"/>
                  </a:moveTo>
                  <a:lnTo>
                    <a:pt x="36220" y="0"/>
                  </a:lnTo>
                  <a:lnTo>
                    <a:pt x="36220" y="60426"/>
                  </a:lnTo>
                  <a:lnTo>
                    <a:pt x="32143" y="64401"/>
                  </a:lnTo>
                  <a:lnTo>
                    <a:pt x="19977" y="64401"/>
                  </a:lnTo>
                  <a:lnTo>
                    <a:pt x="15557" y="61442"/>
                  </a:lnTo>
                  <a:lnTo>
                    <a:pt x="11010" y="56438"/>
                  </a:lnTo>
                  <a:lnTo>
                    <a:pt x="0" y="68719"/>
                  </a:lnTo>
                  <a:lnTo>
                    <a:pt x="4622" y="73304"/>
                  </a:lnTo>
                  <a:lnTo>
                    <a:pt x="10401" y="77101"/>
                  </a:lnTo>
                  <a:lnTo>
                    <a:pt x="17475" y="79679"/>
                  </a:lnTo>
                  <a:lnTo>
                    <a:pt x="26009" y="80632"/>
                  </a:lnTo>
                  <a:lnTo>
                    <a:pt x="34632" y="80632"/>
                  </a:lnTo>
                  <a:lnTo>
                    <a:pt x="41795" y="78143"/>
                  </a:lnTo>
                  <a:lnTo>
                    <a:pt x="51447" y="68491"/>
                  </a:lnTo>
                  <a:lnTo>
                    <a:pt x="54165" y="61442"/>
                  </a:lnTo>
                  <a:lnTo>
                    <a:pt x="54165" y="0"/>
                  </a:lnTo>
                  <a:close/>
                </a:path>
                <a:path w="167004" h="80645">
                  <a:moveTo>
                    <a:pt x="166547" y="0"/>
                  </a:moveTo>
                  <a:lnTo>
                    <a:pt x="106019" y="0"/>
                  </a:lnTo>
                  <a:lnTo>
                    <a:pt x="106019" y="79502"/>
                  </a:lnTo>
                  <a:lnTo>
                    <a:pt x="123507" y="79502"/>
                  </a:lnTo>
                  <a:lnTo>
                    <a:pt x="123507" y="48729"/>
                  </a:lnTo>
                  <a:lnTo>
                    <a:pt x="161442" y="48729"/>
                  </a:lnTo>
                  <a:lnTo>
                    <a:pt x="161442" y="32829"/>
                  </a:lnTo>
                  <a:lnTo>
                    <a:pt x="123507" y="32829"/>
                  </a:lnTo>
                  <a:lnTo>
                    <a:pt x="123507" y="15900"/>
                  </a:lnTo>
                  <a:lnTo>
                    <a:pt x="166547" y="15900"/>
                  </a:lnTo>
                  <a:lnTo>
                    <a:pt x="166547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457799" y="5512561"/>
              <a:ext cx="73254" cy="79505"/>
            </a:xfrm>
            <a:prstGeom prst="rect">
              <a:avLst/>
            </a:prstGeom>
          </p:spPr>
        </p:pic>
        <p:sp>
          <p:nvSpPr>
            <p:cNvPr id="138" name="object 138" descr=""/>
            <p:cNvSpPr/>
            <p:nvPr/>
          </p:nvSpPr>
          <p:spPr>
            <a:xfrm>
              <a:off x="7580627" y="5512560"/>
              <a:ext cx="60960" cy="80010"/>
            </a:xfrm>
            <a:custGeom>
              <a:avLst/>
              <a:gdLst/>
              <a:ahLst/>
              <a:cxnLst/>
              <a:rect l="l" t="t" r="r" b="b"/>
              <a:pathLst>
                <a:path w="60959" h="80010">
                  <a:moveTo>
                    <a:pt x="60521" y="0"/>
                  </a:moveTo>
                  <a:lnTo>
                    <a:pt x="0" y="0"/>
                  </a:lnTo>
                  <a:lnTo>
                    <a:pt x="0" y="79505"/>
                  </a:lnTo>
                  <a:lnTo>
                    <a:pt x="17475" y="79505"/>
                  </a:lnTo>
                  <a:lnTo>
                    <a:pt x="17475" y="48731"/>
                  </a:lnTo>
                  <a:lnTo>
                    <a:pt x="55411" y="48731"/>
                  </a:lnTo>
                  <a:lnTo>
                    <a:pt x="55411" y="32826"/>
                  </a:lnTo>
                  <a:lnTo>
                    <a:pt x="17475" y="32826"/>
                  </a:lnTo>
                  <a:lnTo>
                    <a:pt x="17475" y="15905"/>
                  </a:lnTo>
                  <a:lnTo>
                    <a:pt x="60521" y="15905"/>
                  </a:lnTo>
                  <a:lnTo>
                    <a:pt x="60521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82330" y="5512560"/>
              <a:ext cx="79725" cy="80070"/>
            </a:xfrm>
            <a:prstGeom prst="rect">
              <a:avLst/>
            </a:prstGeom>
          </p:spPr>
        </p:pic>
        <p:sp>
          <p:nvSpPr>
            <p:cNvPr id="140" name="object 140" descr=""/>
            <p:cNvSpPr/>
            <p:nvPr/>
          </p:nvSpPr>
          <p:spPr>
            <a:xfrm>
              <a:off x="7802880" y="5511434"/>
              <a:ext cx="63500" cy="81915"/>
            </a:xfrm>
            <a:custGeom>
              <a:avLst/>
              <a:gdLst/>
              <a:ahLst/>
              <a:cxnLst/>
              <a:rect l="l" t="t" r="r" b="b"/>
              <a:pathLst>
                <a:path w="63500" h="81914">
                  <a:moveTo>
                    <a:pt x="31004" y="0"/>
                  </a:moveTo>
                  <a:lnTo>
                    <a:pt x="19799" y="1714"/>
                  </a:lnTo>
                  <a:lnTo>
                    <a:pt x="10994" y="6566"/>
                  </a:lnTo>
                  <a:lnTo>
                    <a:pt x="5236" y="14122"/>
                  </a:lnTo>
                  <a:lnTo>
                    <a:pt x="3172" y="23946"/>
                  </a:lnTo>
                  <a:lnTo>
                    <a:pt x="5037" y="33969"/>
                  </a:lnTo>
                  <a:lnTo>
                    <a:pt x="10341" y="40695"/>
                  </a:lnTo>
                  <a:lnTo>
                    <a:pt x="18646" y="45182"/>
                  </a:lnTo>
                  <a:lnTo>
                    <a:pt x="29517" y="48490"/>
                  </a:lnTo>
                  <a:lnTo>
                    <a:pt x="42815" y="51904"/>
                  </a:lnTo>
                  <a:lnTo>
                    <a:pt x="45537" y="54176"/>
                  </a:lnTo>
                  <a:lnTo>
                    <a:pt x="45537" y="63474"/>
                  </a:lnTo>
                  <a:lnTo>
                    <a:pt x="41213" y="66312"/>
                  </a:lnTo>
                  <a:lnTo>
                    <a:pt x="34061" y="66312"/>
                  </a:lnTo>
                  <a:lnTo>
                    <a:pt x="27530" y="65635"/>
                  </a:lnTo>
                  <a:lnTo>
                    <a:pt x="21475" y="63703"/>
                  </a:lnTo>
                  <a:lnTo>
                    <a:pt x="15782" y="60662"/>
                  </a:lnTo>
                  <a:lnTo>
                    <a:pt x="10334" y="56657"/>
                  </a:lnTo>
                  <a:lnTo>
                    <a:pt x="0" y="69045"/>
                  </a:lnTo>
                  <a:lnTo>
                    <a:pt x="7600" y="74624"/>
                  </a:lnTo>
                  <a:lnTo>
                    <a:pt x="15924" y="78598"/>
                  </a:lnTo>
                  <a:lnTo>
                    <a:pt x="24718" y="80976"/>
                  </a:lnTo>
                  <a:lnTo>
                    <a:pt x="33726" y="81767"/>
                  </a:lnTo>
                  <a:lnTo>
                    <a:pt x="45517" y="80136"/>
                  </a:lnTo>
                  <a:lnTo>
                    <a:pt x="54745" y="75365"/>
                  </a:lnTo>
                  <a:lnTo>
                    <a:pt x="60759" y="67635"/>
                  </a:lnTo>
                  <a:lnTo>
                    <a:pt x="62909" y="57129"/>
                  </a:lnTo>
                  <a:lnTo>
                    <a:pt x="61238" y="48015"/>
                  </a:lnTo>
                  <a:lnTo>
                    <a:pt x="56354" y="41380"/>
                  </a:lnTo>
                  <a:lnTo>
                    <a:pt x="48446" y="36599"/>
                  </a:lnTo>
                  <a:lnTo>
                    <a:pt x="37705" y="33046"/>
                  </a:lnTo>
                  <a:lnTo>
                    <a:pt x="23967" y="29527"/>
                  </a:lnTo>
                  <a:lnTo>
                    <a:pt x="20554" y="27821"/>
                  </a:lnTo>
                  <a:lnTo>
                    <a:pt x="20554" y="18512"/>
                  </a:lnTo>
                  <a:lnTo>
                    <a:pt x="24072" y="15444"/>
                  </a:lnTo>
                  <a:lnTo>
                    <a:pt x="37464" y="15444"/>
                  </a:lnTo>
                  <a:lnTo>
                    <a:pt x="44396" y="18397"/>
                  </a:lnTo>
                  <a:lnTo>
                    <a:pt x="51443" y="23266"/>
                  </a:lnTo>
                  <a:lnTo>
                    <a:pt x="60521" y="10114"/>
                  </a:lnTo>
                  <a:lnTo>
                    <a:pt x="54136" y="5800"/>
                  </a:lnTo>
                  <a:lnTo>
                    <a:pt x="47082" y="2626"/>
                  </a:lnTo>
                  <a:lnTo>
                    <a:pt x="39368" y="668"/>
                  </a:lnTo>
                  <a:lnTo>
                    <a:pt x="31004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915037" y="5512560"/>
              <a:ext cx="67223" cy="79505"/>
            </a:xfrm>
            <a:prstGeom prst="rect">
              <a:avLst/>
            </a:prstGeom>
          </p:spPr>
        </p:pic>
        <p:sp>
          <p:nvSpPr>
            <p:cNvPr id="142" name="object 142" descr=""/>
            <p:cNvSpPr/>
            <p:nvPr/>
          </p:nvSpPr>
          <p:spPr>
            <a:xfrm>
              <a:off x="6785216" y="5512567"/>
              <a:ext cx="1296670" cy="532765"/>
            </a:xfrm>
            <a:custGeom>
              <a:avLst/>
              <a:gdLst/>
              <a:ahLst/>
              <a:cxnLst/>
              <a:rect l="l" t="t" r="r" b="b"/>
              <a:pathLst>
                <a:path w="1296670" h="532764">
                  <a:moveTo>
                    <a:pt x="40043" y="484174"/>
                  </a:moveTo>
                  <a:lnTo>
                    <a:pt x="29641" y="484174"/>
                  </a:lnTo>
                  <a:lnTo>
                    <a:pt x="29641" y="502932"/>
                  </a:lnTo>
                  <a:lnTo>
                    <a:pt x="10426" y="502932"/>
                  </a:lnTo>
                  <a:lnTo>
                    <a:pt x="10426" y="484174"/>
                  </a:lnTo>
                  <a:lnTo>
                    <a:pt x="0" y="484174"/>
                  </a:lnTo>
                  <a:lnTo>
                    <a:pt x="0" y="531533"/>
                  </a:lnTo>
                  <a:lnTo>
                    <a:pt x="10426" y="531533"/>
                  </a:lnTo>
                  <a:lnTo>
                    <a:pt x="10426" y="512533"/>
                  </a:lnTo>
                  <a:lnTo>
                    <a:pt x="29641" y="512533"/>
                  </a:lnTo>
                  <a:lnTo>
                    <a:pt x="29641" y="531533"/>
                  </a:lnTo>
                  <a:lnTo>
                    <a:pt x="40043" y="531533"/>
                  </a:lnTo>
                  <a:lnTo>
                    <a:pt x="40043" y="484174"/>
                  </a:lnTo>
                  <a:close/>
                </a:path>
                <a:path w="1296670" h="532764">
                  <a:moveTo>
                    <a:pt x="43611" y="298640"/>
                  </a:moveTo>
                  <a:lnTo>
                    <a:pt x="14300" y="298640"/>
                  </a:lnTo>
                  <a:lnTo>
                    <a:pt x="14300" y="251625"/>
                  </a:lnTo>
                  <a:lnTo>
                    <a:pt x="1371" y="251625"/>
                  </a:lnTo>
                  <a:lnTo>
                    <a:pt x="1371" y="310400"/>
                  </a:lnTo>
                  <a:lnTo>
                    <a:pt x="43611" y="310400"/>
                  </a:lnTo>
                  <a:lnTo>
                    <a:pt x="43611" y="298640"/>
                  </a:lnTo>
                  <a:close/>
                </a:path>
                <a:path w="1296670" h="532764">
                  <a:moveTo>
                    <a:pt x="99187" y="484174"/>
                  </a:moveTo>
                  <a:lnTo>
                    <a:pt x="88506" y="484174"/>
                  </a:lnTo>
                  <a:lnTo>
                    <a:pt x="88506" y="520179"/>
                  </a:lnTo>
                  <a:lnTo>
                    <a:pt x="86067" y="522541"/>
                  </a:lnTo>
                  <a:lnTo>
                    <a:pt x="78841" y="522541"/>
                  </a:lnTo>
                  <a:lnTo>
                    <a:pt x="76200" y="520788"/>
                  </a:lnTo>
                  <a:lnTo>
                    <a:pt x="73482" y="517817"/>
                  </a:lnTo>
                  <a:lnTo>
                    <a:pt x="66929" y="525119"/>
                  </a:lnTo>
                  <a:lnTo>
                    <a:pt x="70167" y="528980"/>
                  </a:lnTo>
                  <a:lnTo>
                    <a:pt x="75031" y="532231"/>
                  </a:lnTo>
                  <a:lnTo>
                    <a:pt x="87566" y="532231"/>
                  </a:lnTo>
                  <a:lnTo>
                    <a:pt x="91821" y="530745"/>
                  </a:lnTo>
                  <a:lnTo>
                    <a:pt x="97574" y="524979"/>
                  </a:lnTo>
                  <a:lnTo>
                    <a:pt x="99187" y="520788"/>
                  </a:lnTo>
                  <a:lnTo>
                    <a:pt x="99187" y="484174"/>
                  </a:lnTo>
                  <a:close/>
                </a:path>
                <a:path w="1296670" h="532764">
                  <a:moveTo>
                    <a:pt x="132003" y="310400"/>
                  </a:moveTo>
                  <a:lnTo>
                    <a:pt x="106997" y="276555"/>
                  </a:lnTo>
                  <a:lnTo>
                    <a:pt x="130924" y="251625"/>
                  </a:lnTo>
                  <a:lnTo>
                    <a:pt x="115290" y="251625"/>
                  </a:lnTo>
                  <a:lnTo>
                    <a:pt x="91452" y="277304"/>
                  </a:lnTo>
                  <a:lnTo>
                    <a:pt x="91452" y="251625"/>
                  </a:lnTo>
                  <a:lnTo>
                    <a:pt x="78524" y="251625"/>
                  </a:lnTo>
                  <a:lnTo>
                    <a:pt x="78524" y="310400"/>
                  </a:lnTo>
                  <a:lnTo>
                    <a:pt x="91452" y="310400"/>
                  </a:lnTo>
                  <a:lnTo>
                    <a:pt x="91452" y="292430"/>
                  </a:lnTo>
                  <a:lnTo>
                    <a:pt x="98259" y="285369"/>
                  </a:lnTo>
                  <a:lnTo>
                    <a:pt x="116471" y="310400"/>
                  </a:lnTo>
                  <a:lnTo>
                    <a:pt x="132003" y="310400"/>
                  </a:lnTo>
                  <a:close/>
                </a:path>
                <a:path w="1296670" h="532764">
                  <a:moveTo>
                    <a:pt x="173710" y="507873"/>
                  </a:moveTo>
                  <a:lnTo>
                    <a:pt x="171869" y="498487"/>
                  </a:lnTo>
                  <a:lnTo>
                    <a:pt x="168503" y="493585"/>
                  </a:lnTo>
                  <a:lnTo>
                    <a:pt x="166700" y="490982"/>
                  </a:lnTo>
                  <a:lnTo>
                    <a:pt x="162826" y="488556"/>
                  </a:lnTo>
                  <a:lnTo>
                    <a:pt x="162826" y="499478"/>
                  </a:lnTo>
                  <a:lnTo>
                    <a:pt x="162826" y="516407"/>
                  </a:lnTo>
                  <a:lnTo>
                    <a:pt x="157060" y="522135"/>
                  </a:lnTo>
                  <a:lnTo>
                    <a:pt x="140500" y="522135"/>
                  </a:lnTo>
                  <a:lnTo>
                    <a:pt x="140500" y="493585"/>
                  </a:lnTo>
                  <a:lnTo>
                    <a:pt x="157060" y="493585"/>
                  </a:lnTo>
                  <a:lnTo>
                    <a:pt x="162826" y="499478"/>
                  </a:lnTo>
                  <a:lnTo>
                    <a:pt x="162826" y="488556"/>
                  </a:lnTo>
                  <a:lnTo>
                    <a:pt x="158750" y="485990"/>
                  </a:lnTo>
                  <a:lnTo>
                    <a:pt x="148539" y="484187"/>
                  </a:lnTo>
                  <a:lnTo>
                    <a:pt x="130073" y="484187"/>
                  </a:lnTo>
                  <a:lnTo>
                    <a:pt x="130073" y="531545"/>
                  </a:lnTo>
                  <a:lnTo>
                    <a:pt x="148539" y="531545"/>
                  </a:lnTo>
                  <a:lnTo>
                    <a:pt x="158750" y="529717"/>
                  </a:lnTo>
                  <a:lnTo>
                    <a:pt x="166700" y="524700"/>
                  </a:lnTo>
                  <a:lnTo>
                    <a:pt x="168465" y="522135"/>
                  </a:lnTo>
                  <a:lnTo>
                    <a:pt x="171869" y="517194"/>
                  </a:lnTo>
                  <a:lnTo>
                    <a:pt x="173710" y="507873"/>
                  </a:lnTo>
                  <a:close/>
                </a:path>
                <a:path w="1296670" h="532764">
                  <a:moveTo>
                    <a:pt x="216623" y="301421"/>
                  </a:moveTo>
                  <a:lnTo>
                    <a:pt x="208394" y="292595"/>
                  </a:lnTo>
                  <a:lnTo>
                    <a:pt x="203771" y="296786"/>
                  </a:lnTo>
                  <a:lnTo>
                    <a:pt x="199644" y="299491"/>
                  </a:lnTo>
                  <a:lnTo>
                    <a:pt x="182854" y="299491"/>
                  </a:lnTo>
                  <a:lnTo>
                    <a:pt x="175882" y="291084"/>
                  </a:lnTo>
                  <a:lnTo>
                    <a:pt x="175882" y="270751"/>
                  </a:lnTo>
                  <a:lnTo>
                    <a:pt x="183032" y="262521"/>
                  </a:lnTo>
                  <a:lnTo>
                    <a:pt x="199644" y="262521"/>
                  </a:lnTo>
                  <a:lnTo>
                    <a:pt x="203517" y="264972"/>
                  </a:lnTo>
                  <a:lnTo>
                    <a:pt x="208051" y="269087"/>
                  </a:lnTo>
                  <a:lnTo>
                    <a:pt x="215773" y="260172"/>
                  </a:lnTo>
                  <a:lnTo>
                    <a:pt x="210324" y="254812"/>
                  </a:lnTo>
                  <a:lnTo>
                    <a:pt x="204101" y="250596"/>
                  </a:lnTo>
                  <a:lnTo>
                    <a:pt x="193014" y="250596"/>
                  </a:lnTo>
                  <a:lnTo>
                    <a:pt x="180619" y="252996"/>
                  </a:lnTo>
                  <a:lnTo>
                    <a:pt x="170929" y="259537"/>
                  </a:lnTo>
                  <a:lnTo>
                    <a:pt x="164617" y="269201"/>
                  </a:lnTo>
                  <a:lnTo>
                    <a:pt x="162369" y="281012"/>
                  </a:lnTo>
                  <a:lnTo>
                    <a:pt x="164642" y="292950"/>
                  </a:lnTo>
                  <a:lnTo>
                    <a:pt x="170954" y="302602"/>
                  </a:lnTo>
                  <a:lnTo>
                    <a:pt x="180505" y="309054"/>
                  </a:lnTo>
                  <a:lnTo>
                    <a:pt x="192519" y="311404"/>
                  </a:lnTo>
                  <a:lnTo>
                    <a:pt x="200215" y="310756"/>
                  </a:lnTo>
                  <a:lnTo>
                    <a:pt x="206552" y="308838"/>
                  </a:lnTo>
                  <a:lnTo>
                    <a:pt x="211899" y="305701"/>
                  </a:lnTo>
                  <a:lnTo>
                    <a:pt x="216623" y="301421"/>
                  </a:lnTo>
                  <a:close/>
                </a:path>
                <a:path w="1296670" h="532764">
                  <a:moveTo>
                    <a:pt x="239280" y="484174"/>
                  </a:moveTo>
                  <a:lnTo>
                    <a:pt x="203212" y="484174"/>
                  </a:lnTo>
                  <a:lnTo>
                    <a:pt x="203212" y="531533"/>
                  </a:lnTo>
                  <a:lnTo>
                    <a:pt x="213639" y="531533"/>
                  </a:lnTo>
                  <a:lnTo>
                    <a:pt x="213639" y="513219"/>
                  </a:lnTo>
                  <a:lnTo>
                    <a:pt x="236232" y="513219"/>
                  </a:lnTo>
                  <a:lnTo>
                    <a:pt x="236232" y="503732"/>
                  </a:lnTo>
                  <a:lnTo>
                    <a:pt x="213639" y="503732"/>
                  </a:lnTo>
                  <a:lnTo>
                    <a:pt x="213639" y="493649"/>
                  </a:lnTo>
                  <a:lnTo>
                    <a:pt x="239280" y="493649"/>
                  </a:lnTo>
                  <a:lnTo>
                    <a:pt x="239280" y="484174"/>
                  </a:lnTo>
                  <a:close/>
                </a:path>
                <a:path w="1296670" h="532764">
                  <a:moveTo>
                    <a:pt x="305511" y="276542"/>
                  </a:moveTo>
                  <a:lnTo>
                    <a:pt x="279984" y="276542"/>
                  </a:lnTo>
                  <a:lnTo>
                    <a:pt x="279984" y="287731"/>
                  </a:lnTo>
                  <a:lnTo>
                    <a:pt x="293001" y="287731"/>
                  </a:lnTo>
                  <a:lnTo>
                    <a:pt x="293001" y="296113"/>
                  </a:lnTo>
                  <a:lnTo>
                    <a:pt x="289737" y="298475"/>
                  </a:lnTo>
                  <a:lnTo>
                    <a:pt x="285534" y="299643"/>
                  </a:lnTo>
                  <a:lnTo>
                    <a:pt x="280835" y="299643"/>
                  </a:lnTo>
                  <a:lnTo>
                    <a:pt x="273659" y="298246"/>
                  </a:lnTo>
                  <a:lnTo>
                    <a:pt x="268020" y="294360"/>
                  </a:lnTo>
                  <a:lnTo>
                    <a:pt x="264350" y="288455"/>
                  </a:lnTo>
                  <a:lnTo>
                    <a:pt x="263029" y="281012"/>
                  </a:lnTo>
                  <a:lnTo>
                    <a:pt x="263029" y="270840"/>
                  </a:lnTo>
                  <a:lnTo>
                    <a:pt x="270497" y="262521"/>
                  </a:lnTo>
                  <a:lnTo>
                    <a:pt x="286715" y="262521"/>
                  </a:lnTo>
                  <a:lnTo>
                    <a:pt x="290741" y="264718"/>
                  </a:lnTo>
                  <a:lnTo>
                    <a:pt x="295275" y="268490"/>
                  </a:lnTo>
                  <a:lnTo>
                    <a:pt x="303428" y="258673"/>
                  </a:lnTo>
                  <a:lnTo>
                    <a:pt x="297281" y="253453"/>
                  </a:lnTo>
                  <a:lnTo>
                    <a:pt x="290906" y="250596"/>
                  </a:lnTo>
                  <a:lnTo>
                    <a:pt x="280339" y="250596"/>
                  </a:lnTo>
                  <a:lnTo>
                    <a:pt x="268008" y="252996"/>
                  </a:lnTo>
                  <a:lnTo>
                    <a:pt x="258241" y="259537"/>
                  </a:lnTo>
                  <a:lnTo>
                    <a:pt x="251828" y="269201"/>
                  </a:lnTo>
                  <a:lnTo>
                    <a:pt x="249504" y="281012"/>
                  </a:lnTo>
                  <a:lnTo>
                    <a:pt x="251764" y="293166"/>
                  </a:lnTo>
                  <a:lnTo>
                    <a:pt x="258089" y="302793"/>
                  </a:lnTo>
                  <a:lnTo>
                    <a:pt x="267855" y="309118"/>
                  </a:lnTo>
                  <a:lnTo>
                    <a:pt x="280403" y="311404"/>
                  </a:lnTo>
                  <a:lnTo>
                    <a:pt x="288023" y="310667"/>
                  </a:lnTo>
                  <a:lnTo>
                    <a:pt x="294728" y="308660"/>
                  </a:lnTo>
                  <a:lnTo>
                    <a:pt x="300558" y="305701"/>
                  </a:lnTo>
                  <a:lnTo>
                    <a:pt x="305511" y="302082"/>
                  </a:lnTo>
                  <a:lnTo>
                    <a:pt x="305511" y="276542"/>
                  </a:lnTo>
                  <a:close/>
                </a:path>
                <a:path w="1296670" h="532764">
                  <a:moveTo>
                    <a:pt x="316090" y="507860"/>
                  </a:moveTo>
                  <a:lnTo>
                    <a:pt x="314223" y="498297"/>
                  </a:lnTo>
                  <a:lnTo>
                    <a:pt x="310667" y="492988"/>
                  </a:lnTo>
                  <a:lnTo>
                    <a:pt x="309016" y="490512"/>
                  </a:lnTo>
                  <a:lnTo>
                    <a:pt x="305193" y="488010"/>
                  </a:lnTo>
                  <a:lnTo>
                    <a:pt x="305193" y="516115"/>
                  </a:lnTo>
                  <a:lnTo>
                    <a:pt x="299377" y="522744"/>
                  </a:lnTo>
                  <a:lnTo>
                    <a:pt x="282600" y="522744"/>
                  </a:lnTo>
                  <a:lnTo>
                    <a:pt x="276758" y="516115"/>
                  </a:lnTo>
                  <a:lnTo>
                    <a:pt x="276644" y="499605"/>
                  </a:lnTo>
                  <a:lnTo>
                    <a:pt x="282460" y="492988"/>
                  </a:lnTo>
                  <a:lnTo>
                    <a:pt x="299237" y="492988"/>
                  </a:lnTo>
                  <a:lnTo>
                    <a:pt x="305079" y="499605"/>
                  </a:lnTo>
                  <a:lnTo>
                    <a:pt x="305193" y="516115"/>
                  </a:lnTo>
                  <a:lnTo>
                    <a:pt x="305193" y="488010"/>
                  </a:lnTo>
                  <a:lnTo>
                    <a:pt x="301078" y="485292"/>
                  </a:lnTo>
                  <a:lnTo>
                    <a:pt x="290982" y="483374"/>
                  </a:lnTo>
                  <a:lnTo>
                    <a:pt x="280873" y="485305"/>
                  </a:lnTo>
                  <a:lnTo>
                    <a:pt x="272884" y="490562"/>
                  </a:lnTo>
                  <a:lnTo>
                    <a:pt x="267627" y="498360"/>
                  </a:lnTo>
                  <a:lnTo>
                    <a:pt x="265747" y="507860"/>
                  </a:lnTo>
                  <a:lnTo>
                    <a:pt x="267614" y="517423"/>
                  </a:lnTo>
                  <a:lnTo>
                    <a:pt x="272808" y="525208"/>
                  </a:lnTo>
                  <a:lnTo>
                    <a:pt x="280758" y="530440"/>
                  </a:lnTo>
                  <a:lnTo>
                    <a:pt x="290842" y="532358"/>
                  </a:lnTo>
                  <a:lnTo>
                    <a:pt x="300951" y="530428"/>
                  </a:lnTo>
                  <a:lnTo>
                    <a:pt x="308940" y="525157"/>
                  </a:lnTo>
                  <a:lnTo>
                    <a:pt x="310578" y="522744"/>
                  </a:lnTo>
                  <a:lnTo>
                    <a:pt x="314198" y="517372"/>
                  </a:lnTo>
                  <a:lnTo>
                    <a:pt x="316090" y="507860"/>
                  </a:lnTo>
                  <a:close/>
                </a:path>
                <a:path w="1296670" h="532764">
                  <a:moveTo>
                    <a:pt x="377278" y="251625"/>
                  </a:moveTo>
                  <a:lnTo>
                    <a:pt x="364020" y="251625"/>
                  </a:lnTo>
                  <a:lnTo>
                    <a:pt x="364020" y="296291"/>
                  </a:lnTo>
                  <a:lnTo>
                    <a:pt x="360984" y="299224"/>
                  </a:lnTo>
                  <a:lnTo>
                    <a:pt x="352005" y="299224"/>
                  </a:lnTo>
                  <a:lnTo>
                    <a:pt x="348742" y="297040"/>
                  </a:lnTo>
                  <a:lnTo>
                    <a:pt x="345376" y="293344"/>
                  </a:lnTo>
                  <a:lnTo>
                    <a:pt x="337223" y="302425"/>
                  </a:lnTo>
                  <a:lnTo>
                    <a:pt x="341261" y="307213"/>
                  </a:lnTo>
                  <a:lnTo>
                    <a:pt x="347306" y="311238"/>
                  </a:lnTo>
                  <a:lnTo>
                    <a:pt x="362851" y="311238"/>
                  </a:lnTo>
                  <a:lnTo>
                    <a:pt x="368134" y="309384"/>
                  </a:lnTo>
                  <a:lnTo>
                    <a:pt x="375272" y="302260"/>
                  </a:lnTo>
                  <a:lnTo>
                    <a:pt x="377278" y="297040"/>
                  </a:lnTo>
                  <a:lnTo>
                    <a:pt x="377278" y="251625"/>
                  </a:lnTo>
                  <a:close/>
                </a:path>
                <a:path w="1296670" h="532764">
                  <a:moveTo>
                    <a:pt x="379628" y="522084"/>
                  </a:moveTo>
                  <a:lnTo>
                    <a:pt x="356006" y="522084"/>
                  </a:lnTo>
                  <a:lnTo>
                    <a:pt x="356006" y="484174"/>
                  </a:lnTo>
                  <a:lnTo>
                    <a:pt x="345592" y="484174"/>
                  </a:lnTo>
                  <a:lnTo>
                    <a:pt x="345592" y="531533"/>
                  </a:lnTo>
                  <a:lnTo>
                    <a:pt x="379628" y="531533"/>
                  </a:lnTo>
                  <a:lnTo>
                    <a:pt x="379628" y="522084"/>
                  </a:lnTo>
                  <a:close/>
                </a:path>
                <a:path w="1296670" h="532764">
                  <a:moveTo>
                    <a:pt x="455079" y="484174"/>
                  </a:moveTo>
                  <a:lnTo>
                    <a:pt x="443852" y="484174"/>
                  </a:lnTo>
                  <a:lnTo>
                    <a:pt x="431406" y="504215"/>
                  </a:lnTo>
                  <a:lnTo>
                    <a:pt x="418947" y="484174"/>
                  </a:lnTo>
                  <a:lnTo>
                    <a:pt x="407708" y="484174"/>
                  </a:lnTo>
                  <a:lnTo>
                    <a:pt x="407708" y="531533"/>
                  </a:lnTo>
                  <a:lnTo>
                    <a:pt x="417931" y="531533"/>
                  </a:lnTo>
                  <a:lnTo>
                    <a:pt x="417931" y="500837"/>
                  </a:lnTo>
                  <a:lnTo>
                    <a:pt x="431139" y="520852"/>
                  </a:lnTo>
                  <a:lnTo>
                    <a:pt x="431406" y="520852"/>
                  </a:lnTo>
                  <a:lnTo>
                    <a:pt x="444728" y="500634"/>
                  </a:lnTo>
                  <a:lnTo>
                    <a:pt x="444728" y="531533"/>
                  </a:lnTo>
                  <a:lnTo>
                    <a:pt x="455079" y="531533"/>
                  </a:lnTo>
                  <a:lnTo>
                    <a:pt x="455079" y="484174"/>
                  </a:lnTo>
                  <a:close/>
                </a:path>
                <a:path w="1296670" h="532764">
                  <a:moveTo>
                    <a:pt x="460400" y="251625"/>
                  </a:moveTo>
                  <a:lnTo>
                    <a:pt x="415645" y="251625"/>
                  </a:lnTo>
                  <a:lnTo>
                    <a:pt x="415645" y="310400"/>
                  </a:lnTo>
                  <a:lnTo>
                    <a:pt x="428574" y="310400"/>
                  </a:lnTo>
                  <a:lnTo>
                    <a:pt x="428574" y="287629"/>
                  </a:lnTo>
                  <a:lnTo>
                    <a:pt x="456628" y="287629"/>
                  </a:lnTo>
                  <a:lnTo>
                    <a:pt x="456628" y="275882"/>
                  </a:lnTo>
                  <a:lnTo>
                    <a:pt x="428574" y="275882"/>
                  </a:lnTo>
                  <a:lnTo>
                    <a:pt x="428574" y="263359"/>
                  </a:lnTo>
                  <a:lnTo>
                    <a:pt x="460400" y="263359"/>
                  </a:lnTo>
                  <a:lnTo>
                    <a:pt x="460400" y="251625"/>
                  </a:lnTo>
                  <a:close/>
                </a:path>
                <a:path w="1296670" h="532764">
                  <a:moveTo>
                    <a:pt x="520903" y="509143"/>
                  </a:moveTo>
                  <a:lnTo>
                    <a:pt x="515493" y="505701"/>
                  </a:lnTo>
                  <a:lnTo>
                    <a:pt x="497700" y="501091"/>
                  </a:lnTo>
                  <a:lnTo>
                    <a:pt x="495668" y="500087"/>
                  </a:lnTo>
                  <a:lnTo>
                    <a:pt x="495668" y="494525"/>
                  </a:lnTo>
                  <a:lnTo>
                    <a:pt x="497763" y="492709"/>
                  </a:lnTo>
                  <a:lnTo>
                    <a:pt x="505764" y="492709"/>
                  </a:lnTo>
                  <a:lnTo>
                    <a:pt x="509879" y="494461"/>
                  </a:lnTo>
                  <a:lnTo>
                    <a:pt x="514083" y="497382"/>
                  </a:lnTo>
                  <a:lnTo>
                    <a:pt x="519480" y="489534"/>
                  </a:lnTo>
                  <a:lnTo>
                    <a:pt x="514692" y="485673"/>
                  </a:lnTo>
                  <a:lnTo>
                    <a:pt x="508800" y="483514"/>
                  </a:lnTo>
                  <a:lnTo>
                    <a:pt x="492226" y="483514"/>
                  </a:lnTo>
                  <a:lnTo>
                    <a:pt x="485330" y="489191"/>
                  </a:lnTo>
                  <a:lnTo>
                    <a:pt x="485330" y="507326"/>
                  </a:lnTo>
                  <a:lnTo>
                    <a:pt x="491490" y="509968"/>
                  </a:lnTo>
                  <a:lnTo>
                    <a:pt x="508927" y="514426"/>
                  </a:lnTo>
                  <a:lnTo>
                    <a:pt x="510565" y="515772"/>
                  </a:lnTo>
                  <a:lnTo>
                    <a:pt x="510565" y="521335"/>
                  </a:lnTo>
                  <a:lnTo>
                    <a:pt x="507987" y="523024"/>
                  </a:lnTo>
                  <a:lnTo>
                    <a:pt x="498309" y="523024"/>
                  </a:lnTo>
                  <a:lnTo>
                    <a:pt x="493852" y="520788"/>
                  </a:lnTo>
                  <a:lnTo>
                    <a:pt x="489585" y="517271"/>
                  </a:lnTo>
                  <a:lnTo>
                    <a:pt x="483438" y="524649"/>
                  </a:lnTo>
                  <a:lnTo>
                    <a:pt x="489115" y="529717"/>
                  </a:lnTo>
                  <a:lnTo>
                    <a:pt x="496366" y="532218"/>
                  </a:lnTo>
                  <a:lnTo>
                    <a:pt x="513753" y="532218"/>
                  </a:lnTo>
                  <a:lnTo>
                    <a:pt x="520903" y="526948"/>
                  </a:lnTo>
                  <a:lnTo>
                    <a:pt x="520903" y="509143"/>
                  </a:lnTo>
                  <a:close/>
                </a:path>
                <a:path w="1296670" h="532764">
                  <a:moveTo>
                    <a:pt x="550049" y="281012"/>
                  </a:moveTo>
                  <a:lnTo>
                    <a:pt x="547763" y="269367"/>
                  </a:lnTo>
                  <a:lnTo>
                    <a:pt x="543585" y="263296"/>
                  </a:lnTo>
                  <a:lnTo>
                    <a:pt x="541362" y="260057"/>
                  </a:lnTo>
                  <a:lnTo>
                    <a:pt x="536524" y="257035"/>
                  </a:lnTo>
                  <a:lnTo>
                    <a:pt x="536524" y="270586"/>
                  </a:lnTo>
                  <a:lnTo>
                    <a:pt x="536524" y="291579"/>
                  </a:lnTo>
                  <a:lnTo>
                    <a:pt x="529399" y="298729"/>
                  </a:lnTo>
                  <a:lnTo>
                    <a:pt x="508825" y="298729"/>
                  </a:lnTo>
                  <a:lnTo>
                    <a:pt x="508825" y="263296"/>
                  </a:lnTo>
                  <a:lnTo>
                    <a:pt x="529399" y="263296"/>
                  </a:lnTo>
                  <a:lnTo>
                    <a:pt x="536524" y="270586"/>
                  </a:lnTo>
                  <a:lnTo>
                    <a:pt x="536524" y="257035"/>
                  </a:lnTo>
                  <a:lnTo>
                    <a:pt x="531495" y="253873"/>
                  </a:lnTo>
                  <a:lnTo>
                    <a:pt x="518820" y="251625"/>
                  </a:lnTo>
                  <a:lnTo>
                    <a:pt x="495896" y="251625"/>
                  </a:lnTo>
                  <a:lnTo>
                    <a:pt x="495896" y="310400"/>
                  </a:lnTo>
                  <a:lnTo>
                    <a:pt x="518820" y="310400"/>
                  </a:lnTo>
                  <a:lnTo>
                    <a:pt x="531495" y="308140"/>
                  </a:lnTo>
                  <a:lnTo>
                    <a:pt x="541362" y="301904"/>
                  </a:lnTo>
                  <a:lnTo>
                    <a:pt x="543547" y="298729"/>
                  </a:lnTo>
                  <a:lnTo>
                    <a:pt x="547763" y="292582"/>
                  </a:lnTo>
                  <a:lnTo>
                    <a:pt x="550049" y="281012"/>
                  </a:lnTo>
                  <a:close/>
                </a:path>
                <a:path w="1296670" h="532764">
                  <a:moveTo>
                    <a:pt x="557479" y="484174"/>
                  </a:moveTo>
                  <a:lnTo>
                    <a:pt x="546798" y="484174"/>
                  </a:lnTo>
                  <a:lnTo>
                    <a:pt x="546798" y="520179"/>
                  </a:lnTo>
                  <a:lnTo>
                    <a:pt x="544360" y="522541"/>
                  </a:lnTo>
                  <a:lnTo>
                    <a:pt x="537121" y="522541"/>
                  </a:lnTo>
                  <a:lnTo>
                    <a:pt x="534479" y="520788"/>
                  </a:lnTo>
                  <a:lnTo>
                    <a:pt x="531787" y="517817"/>
                  </a:lnTo>
                  <a:lnTo>
                    <a:pt x="525221" y="525119"/>
                  </a:lnTo>
                  <a:lnTo>
                    <a:pt x="528447" y="528980"/>
                  </a:lnTo>
                  <a:lnTo>
                    <a:pt x="533323" y="532231"/>
                  </a:lnTo>
                  <a:lnTo>
                    <a:pt x="545846" y="532231"/>
                  </a:lnTo>
                  <a:lnTo>
                    <a:pt x="550100" y="530745"/>
                  </a:lnTo>
                  <a:lnTo>
                    <a:pt x="555866" y="524979"/>
                  </a:lnTo>
                  <a:lnTo>
                    <a:pt x="557479" y="520788"/>
                  </a:lnTo>
                  <a:lnTo>
                    <a:pt x="557479" y="484174"/>
                  </a:lnTo>
                  <a:close/>
                </a:path>
                <a:path w="1296670" h="532764">
                  <a:moveTo>
                    <a:pt x="624420" y="484174"/>
                  </a:moveTo>
                  <a:lnTo>
                    <a:pt x="588352" y="484174"/>
                  </a:lnTo>
                  <a:lnTo>
                    <a:pt x="588352" y="531533"/>
                  </a:lnTo>
                  <a:lnTo>
                    <a:pt x="598792" y="531533"/>
                  </a:lnTo>
                  <a:lnTo>
                    <a:pt x="598792" y="513219"/>
                  </a:lnTo>
                  <a:lnTo>
                    <a:pt x="621385" y="513219"/>
                  </a:lnTo>
                  <a:lnTo>
                    <a:pt x="621385" y="503732"/>
                  </a:lnTo>
                  <a:lnTo>
                    <a:pt x="598792" y="503732"/>
                  </a:lnTo>
                  <a:lnTo>
                    <a:pt x="598792" y="493649"/>
                  </a:lnTo>
                  <a:lnTo>
                    <a:pt x="624420" y="493649"/>
                  </a:lnTo>
                  <a:lnTo>
                    <a:pt x="624420" y="484174"/>
                  </a:lnTo>
                  <a:close/>
                </a:path>
                <a:path w="1296670" h="532764">
                  <a:moveTo>
                    <a:pt x="631469" y="251625"/>
                  </a:moveTo>
                  <a:lnTo>
                    <a:pt x="586727" y="251625"/>
                  </a:lnTo>
                  <a:lnTo>
                    <a:pt x="586727" y="310400"/>
                  </a:lnTo>
                  <a:lnTo>
                    <a:pt x="599655" y="310400"/>
                  </a:lnTo>
                  <a:lnTo>
                    <a:pt x="599655" y="287629"/>
                  </a:lnTo>
                  <a:lnTo>
                    <a:pt x="627697" y="287629"/>
                  </a:lnTo>
                  <a:lnTo>
                    <a:pt x="627697" y="275882"/>
                  </a:lnTo>
                  <a:lnTo>
                    <a:pt x="599655" y="275882"/>
                  </a:lnTo>
                  <a:lnTo>
                    <a:pt x="599655" y="263359"/>
                  </a:lnTo>
                  <a:lnTo>
                    <a:pt x="631469" y="263359"/>
                  </a:lnTo>
                  <a:lnTo>
                    <a:pt x="631469" y="251625"/>
                  </a:lnTo>
                  <a:close/>
                </a:path>
                <a:path w="1296670" h="532764">
                  <a:moveTo>
                    <a:pt x="696620" y="507873"/>
                  </a:moveTo>
                  <a:lnTo>
                    <a:pt x="694778" y="498487"/>
                  </a:lnTo>
                  <a:lnTo>
                    <a:pt x="691413" y="493585"/>
                  </a:lnTo>
                  <a:lnTo>
                    <a:pt x="689622" y="490982"/>
                  </a:lnTo>
                  <a:lnTo>
                    <a:pt x="685723" y="488543"/>
                  </a:lnTo>
                  <a:lnTo>
                    <a:pt x="685723" y="499478"/>
                  </a:lnTo>
                  <a:lnTo>
                    <a:pt x="685723" y="516407"/>
                  </a:lnTo>
                  <a:lnTo>
                    <a:pt x="679996" y="522135"/>
                  </a:lnTo>
                  <a:lnTo>
                    <a:pt x="663409" y="522135"/>
                  </a:lnTo>
                  <a:lnTo>
                    <a:pt x="663409" y="493585"/>
                  </a:lnTo>
                  <a:lnTo>
                    <a:pt x="679996" y="493585"/>
                  </a:lnTo>
                  <a:lnTo>
                    <a:pt x="685723" y="499478"/>
                  </a:lnTo>
                  <a:lnTo>
                    <a:pt x="685723" y="488543"/>
                  </a:lnTo>
                  <a:lnTo>
                    <a:pt x="681672" y="485990"/>
                  </a:lnTo>
                  <a:lnTo>
                    <a:pt x="671449" y="484187"/>
                  </a:lnTo>
                  <a:lnTo>
                    <a:pt x="652983" y="484187"/>
                  </a:lnTo>
                  <a:lnTo>
                    <a:pt x="652983" y="531545"/>
                  </a:lnTo>
                  <a:lnTo>
                    <a:pt x="671449" y="531545"/>
                  </a:lnTo>
                  <a:lnTo>
                    <a:pt x="681672" y="529717"/>
                  </a:lnTo>
                  <a:lnTo>
                    <a:pt x="689622" y="524700"/>
                  </a:lnTo>
                  <a:lnTo>
                    <a:pt x="691388" y="522135"/>
                  </a:lnTo>
                  <a:lnTo>
                    <a:pt x="694778" y="517194"/>
                  </a:lnTo>
                  <a:lnTo>
                    <a:pt x="696620" y="507873"/>
                  </a:lnTo>
                  <a:close/>
                </a:path>
                <a:path w="1296670" h="532764">
                  <a:moveTo>
                    <a:pt x="716940" y="294271"/>
                  </a:moveTo>
                  <a:lnTo>
                    <a:pt x="716851" y="286131"/>
                  </a:lnTo>
                  <a:lnTo>
                    <a:pt x="712736" y="282270"/>
                  </a:lnTo>
                  <a:lnTo>
                    <a:pt x="705942" y="279666"/>
                  </a:lnTo>
                  <a:lnTo>
                    <a:pt x="710145" y="277317"/>
                  </a:lnTo>
                  <a:lnTo>
                    <a:pt x="711987" y="275374"/>
                  </a:lnTo>
                  <a:lnTo>
                    <a:pt x="713663" y="273621"/>
                  </a:lnTo>
                  <a:lnTo>
                    <a:pt x="713663" y="262940"/>
                  </a:lnTo>
                  <a:lnTo>
                    <a:pt x="713663" y="262788"/>
                  </a:lnTo>
                  <a:lnTo>
                    <a:pt x="712317" y="259511"/>
                  </a:lnTo>
                  <a:lnTo>
                    <a:pt x="706259" y="253466"/>
                  </a:lnTo>
                  <a:lnTo>
                    <a:pt x="704088" y="252717"/>
                  </a:lnTo>
                  <a:lnTo>
                    <a:pt x="704088" y="288556"/>
                  </a:lnTo>
                  <a:lnTo>
                    <a:pt x="704088" y="297040"/>
                  </a:lnTo>
                  <a:lnTo>
                    <a:pt x="700659" y="299046"/>
                  </a:lnTo>
                  <a:lnTo>
                    <a:pt x="679577" y="299046"/>
                  </a:lnTo>
                  <a:lnTo>
                    <a:pt x="679577" y="286131"/>
                  </a:lnTo>
                  <a:lnTo>
                    <a:pt x="701154" y="286131"/>
                  </a:lnTo>
                  <a:lnTo>
                    <a:pt x="704088" y="288556"/>
                  </a:lnTo>
                  <a:lnTo>
                    <a:pt x="704088" y="252717"/>
                  </a:lnTo>
                  <a:lnTo>
                    <a:pt x="700976" y="251625"/>
                  </a:lnTo>
                  <a:lnTo>
                    <a:pt x="700824" y="251625"/>
                  </a:lnTo>
                  <a:lnTo>
                    <a:pt x="700824" y="265137"/>
                  </a:lnTo>
                  <a:lnTo>
                    <a:pt x="700824" y="273532"/>
                  </a:lnTo>
                  <a:lnTo>
                    <a:pt x="697204" y="275374"/>
                  </a:lnTo>
                  <a:lnTo>
                    <a:pt x="679577" y="275374"/>
                  </a:lnTo>
                  <a:lnTo>
                    <a:pt x="679577" y="262940"/>
                  </a:lnTo>
                  <a:lnTo>
                    <a:pt x="697788" y="262940"/>
                  </a:lnTo>
                  <a:lnTo>
                    <a:pt x="700824" y="265137"/>
                  </a:lnTo>
                  <a:lnTo>
                    <a:pt x="700824" y="251625"/>
                  </a:lnTo>
                  <a:lnTo>
                    <a:pt x="666978" y="251625"/>
                  </a:lnTo>
                  <a:lnTo>
                    <a:pt x="666978" y="310400"/>
                  </a:lnTo>
                  <a:lnTo>
                    <a:pt x="694931" y="310400"/>
                  </a:lnTo>
                  <a:lnTo>
                    <a:pt x="703973" y="309397"/>
                  </a:lnTo>
                  <a:lnTo>
                    <a:pt x="710907" y="306362"/>
                  </a:lnTo>
                  <a:lnTo>
                    <a:pt x="715365" y="301332"/>
                  </a:lnTo>
                  <a:lnTo>
                    <a:pt x="715873" y="299046"/>
                  </a:lnTo>
                  <a:lnTo>
                    <a:pt x="716940" y="294271"/>
                  </a:lnTo>
                  <a:close/>
                </a:path>
                <a:path w="1296670" h="532764">
                  <a:moveTo>
                    <a:pt x="762190" y="484174"/>
                  </a:moveTo>
                  <a:lnTo>
                    <a:pt x="726135" y="484174"/>
                  </a:lnTo>
                  <a:lnTo>
                    <a:pt x="726135" y="531533"/>
                  </a:lnTo>
                  <a:lnTo>
                    <a:pt x="736561" y="531533"/>
                  </a:lnTo>
                  <a:lnTo>
                    <a:pt x="736561" y="513219"/>
                  </a:lnTo>
                  <a:lnTo>
                    <a:pt x="759155" y="513219"/>
                  </a:lnTo>
                  <a:lnTo>
                    <a:pt x="759155" y="503732"/>
                  </a:lnTo>
                  <a:lnTo>
                    <a:pt x="736561" y="503732"/>
                  </a:lnTo>
                  <a:lnTo>
                    <a:pt x="736561" y="493649"/>
                  </a:lnTo>
                  <a:lnTo>
                    <a:pt x="762190" y="493649"/>
                  </a:lnTo>
                  <a:lnTo>
                    <a:pt x="762190" y="484174"/>
                  </a:lnTo>
                  <a:close/>
                </a:path>
                <a:path w="1296670" h="532764">
                  <a:moveTo>
                    <a:pt x="810031" y="310400"/>
                  </a:moveTo>
                  <a:lnTo>
                    <a:pt x="804418" y="297218"/>
                  </a:lnTo>
                  <a:lnTo>
                    <a:pt x="799553" y="285788"/>
                  </a:lnTo>
                  <a:lnTo>
                    <a:pt x="791451" y="266738"/>
                  </a:lnTo>
                  <a:lnTo>
                    <a:pt x="786511" y="255143"/>
                  </a:lnTo>
                  <a:lnTo>
                    <a:pt x="786511" y="285788"/>
                  </a:lnTo>
                  <a:lnTo>
                    <a:pt x="770902" y="285788"/>
                  </a:lnTo>
                  <a:lnTo>
                    <a:pt x="778700" y="266738"/>
                  </a:lnTo>
                  <a:lnTo>
                    <a:pt x="786511" y="285788"/>
                  </a:lnTo>
                  <a:lnTo>
                    <a:pt x="786511" y="255143"/>
                  </a:lnTo>
                  <a:lnTo>
                    <a:pt x="784834" y="251206"/>
                  </a:lnTo>
                  <a:lnTo>
                    <a:pt x="772909" y="251206"/>
                  </a:lnTo>
                  <a:lnTo>
                    <a:pt x="747725" y="310400"/>
                  </a:lnTo>
                  <a:lnTo>
                    <a:pt x="760907" y="310400"/>
                  </a:lnTo>
                  <a:lnTo>
                    <a:pt x="766279" y="297218"/>
                  </a:lnTo>
                  <a:lnTo>
                    <a:pt x="791133" y="297218"/>
                  </a:lnTo>
                  <a:lnTo>
                    <a:pt x="796505" y="310400"/>
                  </a:lnTo>
                  <a:lnTo>
                    <a:pt x="810031" y="310400"/>
                  </a:lnTo>
                  <a:close/>
                </a:path>
                <a:path w="1296670" h="532764">
                  <a:moveTo>
                    <a:pt x="831024" y="522414"/>
                  </a:moveTo>
                  <a:lnTo>
                    <a:pt x="830961" y="511987"/>
                  </a:lnTo>
                  <a:lnTo>
                    <a:pt x="827633" y="508889"/>
                  </a:lnTo>
                  <a:lnTo>
                    <a:pt x="822147" y="506780"/>
                  </a:lnTo>
                  <a:lnTo>
                    <a:pt x="825538" y="504888"/>
                  </a:lnTo>
                  <a:lnTo>
                    <a:pt x="827024" y="503339"/>
                  </a:lnTo>
                  <a:lnTo>
                    <a:pt x="828382" y="501916"/>
                  </a:lnTo>
                  <a:lnTo>
                    <a:pt x="828382" y="493318"/>
                  </a:lnTo>
                  <a:lnTo>
                    <a:pt x="828382" y="493191"/>
                  </a:lnTo>
                  <a:lnTo>
                    <a:pt x="827303" y="490537"/>
                  </a:lnTo>
                  <a:lnTo>
                    <a:pt x="822426" y="485673"/>
                  </a:lnTo>
                  <a:lnTo>
                    <a:pt x="820661" y="485063"/>
                  </a:lnTo>
                  <a:lnTo>
                    <a:pt x="820661" y="513956"/>
                  </a:lnTo>
                  <a:lnTo>
                    <a:pt x="820661" y="520788"/>
                  </a:lnTo>
                  <a:lnTo>
                    <a:pt x="817892" y="522414"/>
                  </a:lnTo>
                  <a:lnTo>
                    <a:pt x="800900" y="522414"/>
                  </a:lnTo>
                  <a:lnTo>
                    <a:pt x="800900" y="511987"/>
                  </a:lnTo>
                  <a:lnTo>
                    <a:pt x="818299" y="511987"/>
                  </a:lnTo>
                  <a:lnTo>
                    <a:pt x="820661" y="513956"/>
                  </a:lnTo>
                  <a:lnTo>
                    <a:pt x="820661" y="485063"/>
                  </a:lnTo>
                  <a:lnTo>
                    <a:pt x="818172" y="484187"/>
                  </a:lnTo>
                  <a:lnTo>
                    <a:pt x="818032" y="484187"/>
                  </a:lnTo>
                  <a:lnTo>
                    <a:pt x="818032" y="495071"/>
                  </a:lnTo>
                  <a:lnTo>
                    <a:pt x="817905" y="501916"/>
                  </a:lnTo>
                  <a:lnTo>
                    <a:pt x="815136" y="503339"/>
                  </a:lnTo>
                  <a:lnTo>
                    <a:pt x="800900" y="503339"/>
                  </a:lnTo>
                  <a:lnTo>
                    <a:pt x="800900" y="493318"/>
                  </a:lnTo>
                  <a:lnTo>
                    <a:pt x="815594" y="493318"/>
                  </a:lnTo>
                  <a:lnTo>
                    <a:pt x="818032" y="495071"/>
                  </a:lnTo>
                  <a:lnTo>
                    <a:pt x="818032" y="484187"/>
                  </a:lnTo>
                  <a:lnTo>
                    <a:pt x="790765" y="484187"/>
                  </a:lnTo>
                  <a:lnTo>
                    <a:pt x="790765" y="531545"/>
                  </a:lnTo>
                  <a:lnTo>
                    <a:pt x="823988" y="531545"/>
                  </a:lnTo>
                  <a:lnTo>
                    <a:pt x="831024" y="527215"/>
                  </a:lnTo>
                  <a:lnTo>
                    <a:pt x="831024" y="522414"/>
                  </a:lnTo>
                  <a:close/>
                </a:path>
                <a:path w="1296670" h="532764">
                  <a:moveTo>
                    <a:pt x="886752" y="293014"/>
                  </a:moveTo>
                  <a:lnTo>
                    <a:pt x="857961" y="272605"/>
                  </a:lnTo>
                  <a:lnTo>
                    <a:pt x="855433" y="271348"/>
                  </a:lnTo>
                  <a:lnTo>
                    <a:pt x="855433" y="264477"/>
                  </a:lnTo>
                  <a:lnTo>
                    <a:pt x="858037" y="262204"/>
                  </a:lnTo>
                  <a:lnTo>
                    <a:pt x="867943" y="262204"/>
                  </a:lnTo>
                  <a:lnTo>
                    <a:pt x="873074" y="264375"/>
                  </a:lnTo>
                  <a:lnTo>
                    <a:pt x="878268" y="267995"/>
                  </a:lnTo>
                  <a:lnTo>
                    <a:pt x="884986" y="258241"/>
                  </a:lnTo>
                  <a:lnTo>
                    <a:pt x="879030" y="253453"/>
                  </a:lnTo>
                  <a:lnTo>
                    <a:pt x="871715" y="250774"/>
                  </a:lnTo>
                  <a:lnTo>
                    <a:pt x="863168" y="250774"/>
                  </a:lnTo>
                  <a:lnTo>
                    <a:pt x="854875" y="252044"/>
                  </a:lnTo>
                  <a:lnTo>
                    <a:pt x="848372" y="255638"/>
                  </a:lnTo>
                  <a:lnTo>
                    <a:pt x="844105" y="261226"/>
                  </a:lnTo>
                  <a:lnTo>
                    <a:pt x="842581" y="268490"/>
                  </a:lnTo>
                  <a:lnTo>
                    <a:pt x="843965" y="275894"/>
                  </a:lnTo>
                  <a:lnTo>
                    <a:pt x="847890" y="280873"/>
                  </a:lnTo>
                  <a:lnTo>
                    <a:pt x="854024" y="284187"/>
                  </a:lnTo>
                  <a:lnTo>
                    <a:pt x="862063" y="286626"/>
                  </a:lnTo>
                  <a:lnTo>
                    <a:pt x="871893" y="289140"/>
                  </a:lnTo>
                  <a:lnTo>
                    <a:pt x="873912" y="290842"/>
                  </a:lnTo>
                  <a:lnTo>
                    <a:pt x="873912" y="297713"/>
                  </a:lnTo>
                  <a:lnTo>
                    <a:pt x="870724" y="299808"/>
                  </a:lnTo>
                  <a:lnTo>
                    <a:pt x="858710" y="299808"/>
                  </a:lnTo>
                  <a:lnTo>
                    <a:pt x="853160" y="297053"/>
                  </a:lnTo>
                  <a:lnTo>
                    <a:pt x="847890" y="292684"/>
                  </a:lnTo>
                  <a:lnTo>
                    <a:pt x="840232" y="301828"/>
                  </a:lnTo>
                  <a:lnTo>
                    <a:pt x="845858" y="305968"/>
                  </a:lnTo>
                  <a:lnTo>
                    <a:pt x="852017" y="308902"/>
                  </a:lnTo>
                  <a:lnTo>
                    <a:pt x="858520" y="310654"/>
                  </a:lnTo>
                  <a:lnTo>
                    <a:pt x="865174" y="311238"/>
                  </a:lnTo>
                  <a:lnTo>
                    <a:pt x="873887" y="310032"/>
                  </a:lnTo>
                  <a:lnTo>
                    <a:pt x="880719" y="306501"/>
                  </a:lnTo>
                  <a:lnTo>
                    <a:pt x="885164" y="300786"/>
                  </a:lnTo>
                  <a:lnTo>
                    <a:pt x="886752" y="293014"/>
                  </a:lnTo>
                  <a:close/>
                </a:path>
                <a:path w="1296670" h="532764">
                  <a:moveTo>
                    <a:pt x="905992" y="531545"/>
                  </a:moveTo>
                  <a:lnTo>
                    <a:pt x="901471" y="520928"/>
                  </a:lnTo>
                  <a:lnTo>
                    <a:pt x="897559" y="511721"/>
                  </a:lnTo>
                  <a:lnTo>
                    <a:pt x="891019" y="496366"/>
                  </a:lnTo>
                  <a:lnTo>
                    <a:pt x="887056" y="487045"/>
                  </a:lnTo>
                  <a:lnTo>
                    <a:pt x="887056" y="511721"/>
                  </a:lnTo>
                  <a:lnTo>
                    <a:pt x="874471" y="511721"/>
                  </a:lnTo>
                  <a:lnTo>
                    <a:pt x="880757" y="496366"/>
                  </a:lnTo>
                  <a:lnTo>
                    <a:pt x="887056" y="511721"/>
                  </a:lnTo>
                  <a:lnTo>
                    <a:pt x="887056" y="487045"/>
                  </a:lnTo>
                  <a:lnTo>
                    <a:pt x="885698" y="483844"/>
                  </a:lnTo>
                  <a:lnTo>
                    <a:pt x="876084" y="483844"/>
                  </a:lnTo>
                  <a:lnTo>
                    <a:pt x="855802" y="531545"/>
                  </a:lnTo>
                  <a:lnTo>
                    <a:pt x="866419" y="531545"/>
                  </a:lnTo>
                  <a:lnTo>
                    <a:pt x="870750" y="520928"/>
                  </a:lnTo>
                  <a:lnTo>
                    <a:pt x="890765" y="520928"/>
                  </a:lnTo>
                  <a:lnTo>
                    <a:pt x="895096" y="531545"/>
                  </a:lnTo>
                  <a:lnTo>
                    <a:pt x="905992" y="531545"/>
                  </a:lnTo>
                  <a:close/>
                </a:path>
                <a:path w="1296670" h="532764">
                  <a:moveTo>
                    <a:pt x="967790" y="509143"/>
                  </a:moveTo>
                  <a:lnTo>
                    <a:pt x="962355" y="505701"/>
                  </a:lnTo>
                  <a:lnTo>
                    <a:pt x="944575" y="501091"/>
                  </a:lnTo>
                  <a:lnTo>
                    <a:pt x="942543" y="500087"/>
                  </a:lnTo>
                  <a:lnTo>
                    <a:pt x="942543" y="494525"/>
                  </a:lnTo>
                  <a:lnTo>
                    <a:pt x="944638" y="492709"/>
                  </a:lnTo>
                  <a:lnTo>
                    <a:pt x="952639" y="492709"/>
                  </a:lnTo>
                  <a:lnTo>
                    <a:pt x="956754" y="494461"/>
                  </a:lnTo>
                  <a:lnTo>
                    <a:pt x="960945" y="497382"/>
                  </a:lnTo>
                  <a:lnTo>
                    <a:pt x="966355" y="489534"/>
                  </a:lnTo>
                  <a:lnTo>
                    <a:pt x="961542" y="485673"/>
                  </a:lnTo>
                  <a:lnTo>
                    <a:pt x="955675" y="483514"/>
                  </a:lnTo>
                  <a:lnTo>
                    <a:pt x="939088" y="483514"/>
                  </a:lnTo>
                  <a:lnTo>
                    <a:pt x="932192" y="489191"/>
                  </a:lnTo>
                  <a:lnTo>
                    <a:pt x="932192" y="507326"/>
                  </a:lnTo>
                  <a:lnTo>
                    <a:pt x="938339" y="509968"/>
                  </a:lnTo>
                  <a:lnTo>
                    <a:pt x="955802" y="514426"/>
                  </a:lnTo>
                  <a:lnTo>
                    <a:pt x="957427" y="515772"/>
                  </a:lnTo>
                  <a:lnTo>
                    <a:pt x="957427" y="521335"/>
                  </a:lnTo>
                  <a:lnTo>
                    <a:pt x="954862" y="523024"/>
                  </a:lnTo>
                  <a:lnTo>
                    <a:pt x="945184" y="523024"/>
                  </a:lnTo>
                  <a:lnTo>
                    <a:pt x="940727" y="520788"/>
                  </a:lnTo>
                  <a:lnTo>
                    <a:pt x="936459" y="517271"/>
                  </a:lnTo>
                  <a:lnTo>
                    <a:pt x="930300" y="524649"/>
                  </a:lnTo>
                  <a:lnTo>
                    <a:pt x="935990" y="529717"/>
                  </a:lnTo>
                  <a:lnTo>
                    <a:pt x="943229" y="532218"/>
                  </a:lnTo>
                  <a:lnTo>
                    <a:pt x="960602" y="532218"/>
                  </a:lnTo>
                  <a:lnTo>
                    <a:pt x="967790" y="526948"/>
                  </a:lnTo>
                  <a:lnTo>
                    <a:pt x="967790" y="509143"/>
                  </a:lnTo>
                  <a:close/>
                </a:path>
                <a:path w="1296670" h="532764">
                  <a:moveTo>
                    <a:pt x="967930" y="251625"/>
                  </a:moveTo>
                  <a:lnTo>
                    <a:pt x="923175" y="251625"/>
                  </a:lnTo>
                  <a:lnTo>
                    <a:pt x="923175" y="310400"/>
                  </a:lnTo>
                  <a:lnTo>
                    <a:pt x="936104" y="310400"/>
                  </a:lnTo>
                  <a:lnTo>
                    <a:pt x="936104" y="287629"/>
                  </a:lnTo>
                  <a:lnTo>
                    <a:pt x="964145" y="287629"/>
                  </a:lnTo>
                  <a:lnTo>
                    <a:pt x="964145" y="275882"/>
                  </a:lnTo>
                  <a:lnTo>
                    <a:pt x="936104" y="275882"/>
                  </a:lnTo>
                  <a:lnTo>
                    <a:pt x="936104" y="263359"/>
                  </a:lnTo>
                  <a:lnTo>
                    <a:pt x="967930" y="263359"/>
                  </a:lnTo>
                  <a:lnTo>
                    <a:pt x="967930" y="251625"/>
                  </a:lnTo>
                  <a:close/>
                </a:path>
                <a:path w="1296670" h="532764">
                  <a:moveTo>
                    <a:pt x="1033145" y="484174"/>
                  </a:moveTo>
                  <a:lnTo>
                    <a:pt x="997089" y="484174"/>
                  </a:lnTo>
                  <a:lnTo>
                    <a:pt x="997089" y="531533"/>
                  </a:lnTo>
                  <a:lnTo>
                    <a:pt x="1007516" y="531533"/>
                  </a:lnTo>
                  <a:lnTo>
                    <a:pt x="1007516" y="513219"/>
                  </a:lnTo>
                  <a:lnTo>
                    <a:pt x="1030109" y="513219"/>
                  </a:lnTo>
                  <a:lnTo>
                    <a:pt x="1030109" y="503732"/>
                  </a:lnTo>
                  <a:lnTo>
                    <a:pt x="1007516" y="503732"/>
                  </a:lnTo>
                  <a:lnTo>
                    <a:pt x="1007516" y="493649"/>
                  </a:lnTo>
                  <a:lnTo>
                    <a:pt x="1033145" y="493649"/>
                  </a:lnTo>
                  <a:lnTo>
                    <a:pt x="1033145" y="484174"/>
                  </a:lnTo>
                  <a:close/>
                </a:path>
                <a:path w="1296670" h="532764">
                  <a:moveTo>
                    <a:pt x="1057325" y="251625"/>
                  </a:moveTo>
                  <a:lnTo>
                    <a:pt x="1043393" y="251625"/>
                  </a:lnTo>
                  <a:lnTo>
                    <a:pt x="1028039" y="293014"/>
                  </a:lnTo>
                  <a:lnTo>
                    <a:pt x="1012659" y="251625"/>
                  </a:lnTo>
                  <a:lnTo>
                    <a:pt x="998385" y="251625"/>
                  </a:lnTo>
                  <a:lnTo>
                    <a:pt x="1022146" y="310819"/>
                  </a:lnTo>
                  <a:lnTo>
                    <a:pt x="1033576" y="310819"/>
                  </a:lnTo>
                  <a:lnTo>
                    <a:pt x="1057325" y="251625"/>
                  </a:lnTo>
                  <a:close/>
                </a:path>
                <a:path w="1296670" h="532764">
                  <a:moveTo>
                    <a:pt x="1105154" y="484174"/>
                  </a:moveTo>
                  <a:lnTo>
                    <a:pt x="1093927" y="484174"/>
                  </a:lnTo>
                  <a:lnTo>
                    <a:pt x="1081544" y="517550"/>
                  </a:lnTo>
                  <a:lnTo>
                    <a:pt x="1069162" y="484174"/>
                  </a:lnTo>
                  <a:lnTo>
                    <a:pt x="1057668" y="484174"/>
                  </a:lnTo>
                  <a:lnTo>
                    <a:pt x="1076807" y="531888"/>
                  </a:lnTo>
                  <a:lnTo>
                    <a:pt x="1086002" y="531888"/>
                  </a:lnTo>
                  <a:lnTo>
                    <a:pt x="1105154" y="484174"/>
                  </a:lnTo>
                  <a:close/>
                </a:path>
                <a:path w="1296670" h="532764">
                  <a:moveTo>
                    <a:pt x="1134071" y="293014"/>
                  </a:moveTo>
                  <a:lnTo>
                    <a:pt x="1105255" y="272605"/>
                  </a:lnTo>
                  <a:lnTo>
                    <a:pt x="1102741" y="271348"/>
                  </a:lnTo>
                  <a:lnTo>
                    <a:pt x="1102741" y="264477"/>
                  </a:lnTo>
                  <a:lnTo>
                    <a:pt x="1105331" y="262204"/>
                  </a:lnTo>
                  <a:lnTo>
                    <a:pt x="1115237" y="262204"/>
                  </a:lnTo>
                  <a:lnTo>
                    <a:pt x="1120368" y="264375"/>
                  </a:lnTo>
                  <a:lnTo>
                    <a:pt x="1125575" y="267995"/>
                  </a:lnTo>
                  <a:lnTo>
                    <a:pt x="1132293" y="258241"/>
                  </a:lnTo>
                  <a:lnTo>
                    <a:pt x="1126337" y="253453"/>
                  </a:lnTo>
                  <a:lnTo>
                    <a:pt x="1119035" y="250774"/>
                  </a:lnTo>
                  <a:lnTo>
                    <a:pt x="1110462" y="250774"/>
                  </a:lnTo>
                  <a:lnTo>
                    <a:pt x="1102182" y="252044"/>
                  </a:lnTo>
                  <a:lnTo>
                    <a:pt x="1095667" y="255638"/>
                  </a:lnTo>
                  <a:lnTo>
                    <a:pt x="1091412" y="261226"/>
                  </a:lnTo>
                  <a:lnTo>
                    <a:pt x="1089888" y="268490"/>
                  </a:lnTo>
                  <a:lnTo>
                    <a:pt x="1091272" y="275894"/>
                  </a:lnTo>
                  <a:lnTo>
                    <a:pt x="1095184" y="280873"/>
                  </a:lnTo>
                  <a:lnTo>
                    <a:pt x="1101331" y="284187"/>
                  </a:lnTo>
                  <a:lnTo>
                    <a:pt x="1109370" y="286626"/>
                  </a:lnTo>
                  <a:lnTo>
                    <a:pt x="1119200" y="289140"/>
                  </a:lnTo>
                  <a:lnTo>
                    <a:pt x="1121206" y="290842"/>
                  </a:lnTo>
                  <a:lnTo>
                    <a:pt x="1121206" y="297713"/>
                  </a:lnTo>
                  <a:lnTo>
                    <a:pt x="1118019" y="299808"/>
                  </a:lnTo>
                  <a:lnTo>
                    <a:pt x="1106017" y="299808"/>
                  </a:lnTo>
                  <a:lnTo>
                    <a:pt x="1100467" y="297053"/>
                  </a:lnTo>
                  <a:lnTo>
                    <a:pt x="1095184" y="292684"/>
                  </a:lnTo>
                  <a:lnTo>
                    <a:pt x="1087539" y="301828"/>
                  </a:lnTo>
                  <a:lnTo>
                    <a:pt x="1093165" y="305968"/>
                  </a:lnTo>
                  <a:lnTo>
                    <a:pt x="1099324" y="308902"/>
                  </a:lnTo>
                  <a:lnTo>
                    <a:pt x="1105814" y="310654"/>
                  </a:lnTo>
                  <a:lnTo>
                    <a:pt x="1112469" y="311238"/>
                  </a:lnTo>
                  <a:lnTo>
                    <a:pt x="1121194" y="310032"/>
                  </a:lnTo>
                  <a:lnTo>
                    <a:pt x="1128026" y="306501"/>
                  </a:lnTo>
                  <a:lnTo>
                    <a:pt x="1132471" y="300786"/>
                  </a:lnTo>
                  <a:lnTo>
                    <a:pt x="1134071" y="293014"/>
                  </a:lnTo>
                  <a:close/>
                </a:path>
                <a:path w="1296670" h="532764">
                  <a:moveTo>
                    <a:pt x="1166939" y="509143"/>
                  </a:moveTo>
                  <a:lnTo>
                    <a:pt x="1161529" y="505701"/>
                  </a:lnTo>
                  <a:lnTo>
                    <a:pt x="1143736" y="501091"/>
                  </a:lnTo>
                  <a:lnTo>
                    <a:pt x="1141704" y="500087"/>
                  </a:lnTo>
                  <a:lnTo>
                    <a:pt x="1141704" y="494525"/>
                  </a:lnTo>
                  <a:lnTo>
                    <a:pt x="1143800" y="492709"/>
                  </a:lnTo>
                  <a:lnTo>
                    <a:pt x="1151788" y="492709"/>
                  </a:lnTo>
                  <a:lnTo>
                    <a:pt x="1155903" y="494461"/>
                  </a:lnTo>
                  <a:lnTo>
                    <a:pt x="1160106" y="497382"/>
                  </a:lnTo>
                  <a:lnTo>
                    <a:pt x="1165517" y="489534"/>
                  </a:lnTo>
                  <a:lnTo>
                    <a:pt x="1160716" y="485673"/>
                  </a:lnTo>
                  <a:lnTo>
                    <a:pt x="1154823" y="483514"/>
                  </a:lnTo>
                  <a:lnTo>
                    <a:pt x="1138262" y="483514"/>
                  </a:lnTo>
                  <a:lnTo>
                    <a:pt x="1131354" y="489191"/>
                  </a:lnTo>
                  <a:lnTo>
                    <a:pt x="1131354" y="507326"/>
                  </a:lnTo>
                  <a:lnTo>
                    <a:pt x="1137513" y="509968"/>
                  </a:lnTo>
                  <a:lnTo>
                    <a:pt x="1154963" y="514426"/>
                  </a:lnTo>
                  <a:lnTo>
                    <a:pt x="1156589" y="515772"/>
                  </a:lnTo>
                  <a:lnTo>
                    <a:pt x="1156589" y="521335"/>
                  </a:lnTo>
                  <a:lnTo>
                    <a:pt x="1154010" y="523024"/>
                  </a:lnTo>
                  <a:lnTo>
                    <a:pt x="1144333" y="523024"/>
                  </a:lnTo>
                  <a:lnTo>
                    <a:pt x="1139875" y="520788"/>
                  </a:lnTo>
                  <a:lnTo>
                    <a:pt x="1135621" y="517271"/>
                  </a:lnTo>
                  <a:lnTo>
                    <a:pt x="1129461" y="524649"/>
                  </a:lnTo>
                  <a:lnTo>
                    <a:pt x="1135138" y="529717"/>
                  </a:lnTo>
                  <a:lnTo>
                    <a:pt x="1142390" y="532218"/>
                  </a:lnTo>
                  <a:lnTo>
                    <a:pt x="1159764" y="532218"/>
                  </a:lnTo>
                  <a:lnTo>
                    <a:pt x="1166939" y="526948"/>
                  </a:lnTo>
                  <a:lnTo>
                    <a:pt x="1166939" y="509143"/>
                  </a:lnTo>
                  <a:close/>
                </a:path>
                <a:path w="1296670" h="532764">
                  <a:moveTo>
                    <a:pt x="1220177" y="251625"/>
                  </a:moveTo>
                  <a:lnTo>
                    <a:pt x="1207249" y="251625"/>
                  </a:lnTo>
                  <a:lnTo>
                    <a:pt x="1207249" y="274866"/>
                  </a:lnTo>
                  <a:lnTo>
                    <a:pt x="1183411" y="274866"/>
                  </a:lnTo>
                  <a:lnTo>
                    <a:pt x="1183411" y="251625"/>
                  </a:lnTo>
                  <a:lnTo>
                    <a:pt x="1170470" y="251625"/>
                  </a:lnTo>
                  <a:lnTo>
                    <a:pt x="1170470" y="310400"/>
                  </a:lnTo>
                  <a:lnTo>
                    <a:pt x="1183411" y="310400"/>
                  </a:lnTo>
                  <a:lnTo>
                    <a:pt x="1183411" y="286804"/>
                  </a:lnTo>
                  <a:lnTo>
                    <a:pt x="1207249" y="286804"/>
                  </a:lnTo>
                  <a:lnTo>
                    <a:pt x="1207249" y="310400"/>
                  </a:lnTo>
                  <a:lnTo>
                    <a:pt x="1220177" y="310400"/>
                  </a:lnTo>
                  <a:lnTo>
                    <a:pt x="1220177" y="251625"/>
                  </a:lnTo>
                  <a:close/>
                </a:path>
                <a:path w="1296670" h="532764">
                  <a:moveTo>
                    <a:pt x="1236306" y="484174"/>
                  </a:moveTo>
                  <a:lnTo>
                    <a:pt x="1225892" y="484174"/>
                  </a:lnTo>
                  <a:lnTo>
                    <a:pt x="1225892" y="502932"/>
                  </a:lnTo>
                  <a:lnTo>
                    <a:pt x="1206665" y="502932"/>
                  </a:lnTo>
                  <a:lnTo>
                    <a:pt x="1206665" y="484174"/>
                  </a:lnTo>
                  <a:lnTo>
                    <a:pt x="1196238" y="484174"/>
                  </a:lnTo>
                  <a:lnTo>
                    <a:pt x="1196238" y="531533"/>
                  </a:lnTo>
                  <a:lnTo>
                    <a:pt x="1206665" y="531533"/>
                  </a:lnTo>
                  <a:lnTo>
                    <a:pt x="1206665" y="512533"/>
                  </a:lnTo>
                  <a:lnTo>
                    <a:pt x="1225892" y="512533"/>
                  </a:lnTo>
                  <a:lnTo>
                    <a:pt x="1225892" y="531533"/>
                  </a:lnTo>
                  <a:lnTo>
                    <a:pt x="1236306" y="531533"/>
                  </a:lnTo>
                  <a:lnTo>
                    <a:pt x="1236306" y="484174"/>
                  </a:lnTo>
                  <a:close/>
                </a:path>
                <a:path w="1296670" h="532764">
                  <a:moveTo>
                    <a:pt x="1293647" y="251625"/>
                  </a:moveTo>
                  <a:lnTo>
                    <a:pt x="1280363" y="251625"/>
                  </a:lnTo>
                  <a:lnTo>
                    <a:pt x="1280363" y="296291"/>
                  </a:lnTo>
                  <a:lnTo>
                    <a:pt x="1277353" y="299224"/>
                  </a:lnTo>
                  <a:lnTo>
                    <a:pt x="1268361" y="299224"/>
                  </a:lnTo>
                  <a:lnTo>
                    <a:pt x="1265097" y="297040"/>
                  </a:lnTo>
                  <a:lnTo>
                    <a:pt x="1261732" y="293344"/>
                  </a:lnTo>
                  <a:lnTo>
                    <a:pt x="1253578" y="302425"/>
                  </a:lnTo>
                  <a:lnTo>
                    <a:pt x="1257617" y="307213"/>
                  </a:lnTo>
                  <a:lnTo>
                    <a:pt x="1263662" y="311238"/>
                  </a:lnTo>
                  <a:lnTo>
                    <a:pt x="1279194" y="311238"/>
                  </a:lnTo>
                  <a:lnTo>
                    <a:pt x="1284490" y="309384"/>
                  </a:lnTo>
                  <a:lnTo>
                    <a:pt x="1291628" y="302260"/>
                  </a:lnTo>
                  <a:lnTo>
                    <a:pt x="1293647" y="297040"/>
                  </a:lnTo>
                  <a:lnTo>
                    <a:pt x="1293647" y="251625"/>
                  </a:lnTo>
                  <a:close/>
                </a:path>
                <a:path w="1296670" h="532764">
                  <a:moveTo>
                    <a:pt x="1295438" y="484174"/>
                  </a:moveTo>
                  <a:lnTo>
                    <a:pt x="1284744" y="484174"/>
                  </a:lnTo>
                  <a:lnTo>
                    <a:pt x="1284744" y="520179"/>
                  </a:lnTo>
                  <a:lnTo>
                    <a:pt x="1282319" y="522541"/>
                  </a:lnTo>
                  <a:lnTo>
                    <a:pt x="1275080" y="522541"/>
                  </a:lnTo>
                  <a:lnTo>
                    <a:pt x="1272438" y="520788"/>
                  </a:lnTo>
                  <a:lnTo>
                    <a:pt x="1269733" y="517817"/>
                  </a:lnTo>
                  <a:lnTo>
                    <a:pt x="1263167" y="525119"/>
                  </a:lnTo>
                  <a:lnTo>
                    <a:pt x="1266431" y="528980"/>
                  </a:lnTo>
                  <a:lnTo>
                    <a:pt x="1271295" y="532231"/>
                  </a:lnTo>
                  <a:lnTo>
                    <a:pt x="1283804" y="532231"/>
                  </a:lnTo>
                  <a:lnTo>
                    <a:pt x="1288072" y="530745"/>
                  </a:lnTo>
                  <a:lnTo>
                    <a:pt x="1293812" y="524979"/>
                  </a:lnTo>
                  <a:lnTo>
                    <a:pt x="1295438" y="520788"/>
                  </a:lnTo>
                  <a:lnTo>
                    <a:pt x="1295438" y="484174"/>
                  </a:lnTo>
                  <a:close/>
                </a:path>
                <a:path w="1296670" h="532764">
                  <a:moveTo>
                    <a:pt x="1296352" y="0"/>
                  </a:moveTo>
                  <a:lnTo>
                    <a:pt x="1278407" y="0"/>
                  </a:lnTo>
                  <a:lnTo>
                    <a:pt x="1278407" y="60426"/>
                  </a:lnTo>
                  <a:lnTo>
                    <a:pt x="1274330" y="64401"/>
                  </a:lnTo>
                  <a:lnTo>
                    <a:pt x="1262176" y="64401"/>
                  </a:lnTo>
                  <a:lnTo>
                    <a:pt x="1257757" y="61442"/>
                  </a:lnTo>
                  <a:lnTo>
                    <a:pt x="1253197" y="56438"/>
                  </a:lnTo>
                  <a:lnTo>
                    <a:pt x="1242187" y="68719"/>
                  </a:lnTo>
                  <a:lnTo>
                    <a:pt x="1246809" y="73304"/>
                  </a:lnTo>
                  <a:lnTo>
                    <a:pt x="1252601" y="77101"/>
                  </a:lnTo>
                  <a:lnTo>
                    <a:pt x="1259674" y="79679"/>
                  </a:lnTo>
                  <a:lnTo>
                    <a:pt x="1268196" y="80632"/>
                  </a:lnTo>
                  <a:lnTo>
                    <a:pt x="1276832" y="80632"/>
                  </a:lnTo>
                  <a:lnTo>
                    <a:pt x="1283995" y="78143"/>
                  </a:lnTo>
                  <a:lnTo>
                    <a:pt x="1293647" y="68491"/>
                  </a:lnTo>
                  <a:lnTo>
                    <a:pt x="1296352" y="61442"/>
                  </a:lnTo>
                  <a:lnTo>
                    <a:pt x="1296352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797931" y="4899847"/>
              <a:ext cx="139451" cy="153241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023411" y="4899848"/>
              <a:ext cx="141189" cy="153241"/>
            </a:xfrm>
            <a:prstGeom prst="rect">
              <a:avLst/>
            </a:prstGeom>
          </p:spPr>
        </p:pic>
        <p:pic>
          <p:nvPicPr>
            <p:cNvPr id="145" name="object 14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260278" y="4899849"/>
              <a:ext cx="121273" cy="153241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72175" y="4899847"/>
              <a:ext cx="153230" cy="153241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721066" y="4897224"/>
              <a:ext cx="141419" cy="158497"/>
            </a:xfrm>
            <a:prstGeom prst="rect">
              <a:avLst/>
            </a:prstGeom>
          </p:spPr>
        </p:pic>
        <p:pic>
          <p:nvPicPr>
            <p:cNvPr id="148" name="object 14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955086" y="4899852"/>
              <a:ext cx="130247" cy="153241"/>
            </a:xfrm>
            <a:prstGeom prst="rect">
              <a:avLst/>
            </a:prstGeom>
          </p:spPr>
        </p:pic>
        <p:sp>
          <p:nvSpPr>
            <p:cNvPr id="149" name="object 149" descr=""/>
            <p:cNvSpPr/>
            <p:nvPr/>
          </p:nvSpPr>
          <p:spPr>
            <a:xfrm>
              <a:off x="6435154" y="4007092"/>
              <a:ext cx="1962785" cy="66675"/>
            </a:xfrm>
            <a:custGeom>
              <a:avLst/>
              <a:gdLst/>
              <a:ahLst/>
              <a:cxnLst/>
              <a:rect l="l" t="t" r="r" b="b"/>
              <a:pathLst>
                <a:path w="1962784" h="66675">
                  <a:moveTo>
                    <a:pt x="1962631" y="0"/>
                  </a:moveTo>
                  <a:lnTo>
                    <a:pt x="0" y="0"/>
                  </a:lnTo>
                  <a:lnTo>
                    <a:pt x="0" y="66301"/>
                  </a:lnTo>
                  <a:lnTo>
                    <a:pt x="1962631" y="66301"/>
                  </a:lnTo>
                  <a:lnTo>
                    <a:pt x="1962631" y="0"/>
                  </a:lnTo>
                  <a:close/>
                </a:path>
              </a:pathLst>
            </a:custGeom>
            <a:solidFill>
              <a:srgbClr val="ACDAD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0" name="object 150" descr=""/>
          <p:cNvSpPr/>
          <p:nvPr/>
        </p:nvSpPr>
        <p:spPr>
          <a:xfrm>
            <a:off x="14274737" y="9009359"/>
            <a:ext cx="22860" cy="807085"/>
          </a:xfrm>
          <a:custGeom>
            <a:avLst/>
            <a:gdLst/>
            <a:ahLst/>
            <a:cxnLst/>
            <a:rect l="l" t="t" r="r" b="b"/>
            <a:pathLst>
              <a:path w="22859" h="807084">
                <a:moveTo>
                  <a:pt x="0" y="806750"/>
                </a:moveTo>
                <a:lnTo>
                  <a:pt x="22543" y="806750"/>
                </a:lnTo>
                <a:lnTo>
                  <a:pt x="22543" y="0"/>
                </a:lnTo>
                <a:lnTo>
                  <a:pt x="0" y="0"/>
                </a:lnTo>
                <a:lnTo>
                  <a:pt x="0" y="806750"/>
                </a:lnTo>
                <a:close/>
              </a:path>
            </a:pathLst>
          </a:custGeom>
          <a:solidFill>
            <a:srgbClr val="B9E0D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1" name="object 151" descr=""/>
          <p:cNvGrpSpPr/>
          <p:nvPr/>
        </p:nvGrpSpPr>
        <p:grpSpPr>
          <a:xfrm>
            <a:off x="13923683" y="8081188"/>
            <a:ext cx="1330325" cy="1793875"/>
            <a:chOff x="13923683" y="8081188"/>
            <a:chExt cx="1330325" cy="1793875"/>
          </a:xfrm>
        </p:grpSpPr>
        <p:sp>
          <p:nvSpPr>
            <p:cNvPr id="152" name="object 152" descr=""/>
            <p:cNvSpPr/>
            <p:nvPr/>
          </p:nvSpPr>
          <p:spPr>
            <a:xfrm>
              <a:off x="15188396" y="9009359"/>
              <a:ext cx="22860" cy="807085"/>
            </a:xfrm>
            <a:custGeom>
              <a:avLst/>
              <a:gdLst/>
              <a:ahLst/>
              <a:cxnLst/>
              <a:rect l="l" t="t" r="r" b="b"/>
              <a:pathLst>
                <a:path w="22859" h="807084">
                  <a:moveTo>
                    <a:pt x="0" y="806750"/>
                  </a:moveTo>
                  <a:lnTo>
                    <a:pt x="22543" y="806750"/>
                  </a:lnTo>
                  <a:lnTo>
                    <a:pt x="22543" y="0"/>
                  </a:lnTo>
                  <a:lnTo>
                    <a:pt x="0" y="0"/>
                  </a:lnTo>
                  <a:lnTo>
                    <a:pt x="0" y="806750"/>
                  </a:lnTo>
                  <a:close/>
                </a:path>
              </a:pathLst>
            </a:custGeom>
            <a:solidFill>
              <a:srgbClr val="B9E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4266456" y="8428550"/>
              <a:ext cx="944880" cy="581025"/>
            </a:xfrm>
            <a:custGeom>
              <a:avLst/>
              <a:gdLst/>
              <a:ahLst/>
              <a:cxnLst/>
              <a:rect l="l" t="t" r="r" b="b"/>
              <a:pathLst>
                <a:path w="944880" h="581025">
                  <a:moveTo>
                    <a:pt x="944662" y="0"/>
                  </a:moveTo>
                  <a:lnTo>
                    <a:pt x="0" y="0"/>
                  </a:lnTo>
                  <a:lnTo>
                    <a:pt x="0" y="580809"/>
                  </a:lnTo>
                  <a:lnTo>
                    <a:pt x="944662" y="580809"/>
                  </a:lnTo>
                  <a:lnTo>
                    <a:pt x="94466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3971041" y="8428550"/>
              <a:ext cx="295910" cy="581025"/>
            </a:xfrm>
            <a:custGeom>
              <a:avLst/>
              <a:gdLst/>
              <a:ahLst/>
              <a:cxnLst/>
              <a:rect l="l" t="t" r="r" b="b"/>
              <a:pathLst>
                <a:path w="295909" h="581025">
                  <a:moveTo>
                    <a:pt x="295415" y="0"/>
                  </a:moveTo>
                  <a:lnTo>
                    <a:pt x="0" y="0"/>
                  </a:lnTo>
                  <a:lnTo>
                    <a:pt x="0" y="580809"/>
                  </a:lnTo>
                  <a:lnTo>
                    <a:pt x="295415" y="580809"/>
                  </a:lnTo>
                  <a:lnTo>
                    <a:pt x="295415" y="0"/>
                  </a:lnTo>
                  <a:close/>
                </a:path>
              </a:pathLst>
            </a:custGeom>
            <a:solidFill>
              <a:srgbClr val="B9E0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4286002" y="8439283"/>
              <a:ext cx="913765" cy="558165"/>
            </a:xfrm>
            <a:custGeom>
              <a:avLst/>
              <a:gdLst/>
              <a:ahLst/>
              <a:cxnLst/>
              <a:rect l="l" t="t" r="r" b="b"/>
              <a:pathLst>
                <a:path w="913765" h="558165">
                  <a:moveTo>
                    <a:pt x="913650" y="281393"/>
                  </a:moveTo>
                  <a:lnTo>
                    <a:pt x="0" y="281393"/>
                  </a:lnTo>
                  <a:lnTo>
                    <a:pt x="0" y="558038"/>
                  </a:lnTo>
                  <a:lnTo>
                    <a:pt x="913650" y="558038"/>
                  </a:lnTo>
                  <a:lnTo>
                    <a:pt x="913650" y="281393"/>
                  </a:lnTo>
                  <a:close/>
                </a:path>
                <a:path w="913765" h="558165">
                  <a:moveTo>
                    <a:pt x="913650" y="0"/>
                  </a:moveTo>
                  <a:lnTo>
                    <a:pt x="0" y="0"/>
                  </a:lnTo>
                  <a:lnTo>
                    <a:pt x="0" y="269405"/>
                  </a:lnTo>
                  <a:lnTo>
                    <a:pt x="913650" y="269405"/>
                  </a:lnTo>
                  <a:lnTo>
                    <a:pt x="913650" y="0"/>
                  </a:lnTo>
                  <a:close/>
                </a:path>
              </a:pathLst>
            </a:custGeom>
            <a:solidFill>
              <a:srgbClr val="ED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4274738" y="9296324"/>
              <a:ext cx="932180" cy="15240"/>
            </a:xfrm>
            <a:custGeom>
              <a:avLst/>
              <a:gdLst/>
              <a:ahLst/>
              <a:cxnLst/>
              <a:rect l="l" t="t" r="r" b="b"/>
              <a:pathLst>
                <a:path w="932180" h="15240">
                  <a:moveTo>
                    <a:pt x="931594" y="0"/>
                  </a:moveTo>
                  <a:lnTo>
                    <a:pt x="0" y="0"/>
                  </a:lnTo>
                  <a:lnTo>
                    <a:pt x="0" y="14784"/>
                  </a:lnTo>
                  <a:lnTo>
                    <a:pt x="931594" y="14784"/>
                  </a:lnTo>
                  <a:lnTo>
                    <a:pt x="931594" y="0"/>
                  </a:lnTo>
                  <a:close/>
                </a:path>
              </a:pathLst>
            </a:custGeom>
            <a:solidFill>
              <a:srgbClr val="B9E0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222603" y="9757159"/>
              <a:ext cx="117881" cy="117891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13975817" y="8988761"/>
              <a:ext cx="932180" cy="827405"/>
            </a:xfrm>
            <a:custGeom>
              <a:avLst/>
              <a:gdLst/>
              <a:ahLst/>
              <a:cxnLst/>
              <a:rect l="l" t="t" r="r" b="b"/>
              <a:pathLst>
                <a:path w="932180" h="827404">
                  <a:moveTo>
                    <a:pt x="931583" y="307568"/>
                  </a:moveTo>
                  <a:lnTo>
                    <a:pt x="22529" y="307568"/>
                  </a:lnTo>
                  <a:lnTo>
                    <a:pt x="22529" y="0"/>
                  </a:lnTo>
                  <a:lnTo>
                    <a:pt x="0" y="0"/>
                  </a:lnTo>
                  <a:lnTo>
                    <a:pt x="0" y="307568"/>
                  </a:lnTo>
                  <a:lnTo>
                    <a:pt x="0" y="322351"/>
                  </a:lnTo>
                  <a:lnTo>
                    <a:pt x="0" y="827354"/>
                  </a:lnTo>
                  <a:lnTo>
                    <a:pt x="22529" y="827354"/>
                  </a:lnTo>
                  <a:lnTo>
                    <a:pt x="22529" y="322351"/>
                  </a:lnTo>
                  <a:lnTo>
                    <a:pt x="931583" y="322351"/>
                  </a:lnTo>
                  <a:lnTo>
                    <a:pt x="931583" y="307568"/>
                  </a:lnTo>
                  <a:close/>
                </a:path>
              </a:pathLst>
            </a:custGeom>
            <a:solidFill>
              <a:srgbClr val="B9E0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3923683" y="9757159"/>
              <a:ext cx="117881" cy="117891"/>
            </a:xfrm>
            <a:prstGeom prst="rect">
              <a:avLst/>
            </a:prstGeom>
          </p:spPr>
        </p:pic>
        <p:pic>
          <p:nvPicPr>
            <p:cNvPr id="160" name="object 160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5136112" y="9757159"/>
              <a:ext cx="117902" cy="117891"/>
            </a:xfrm>
            <a:prstGeom prst="rect">
              <a:avLst/>
            </a:prstGeom>
          </p:spPr>
        </p:pic>
        <p:sp>
          <p:nvSpPr>
            <p:cNvPr id="161" name="object 161" descr=""/>
            <p:cNvSpPr/>
            <p:nvPr/>
          </p:nvSpPr>
          <p:spPr>
            <a:xfrm>
              <a:off x="14673759" y="8557799"/>
              <a:ext cx="140970" cy="317500"/>
            </a:xfrm>
            <a:custGeom>
              <a:avLst/>
              <a:gdLst/>
              <a:ahLst/>
              <a:cxnLst/>
              <a:rect l="l" t="t" r="r" b="b"/>
              <a:pathLst>
                <a:path w="140969" h="317500">
                  <a:moveTo>
                    <a:pt x="140576" y="298500"/>
                  </a:moveTo>
                  <a:lnTo>
                    <a:pt x="135204" y="293128"/>
                  </a:lnTo>
                  <a:lnTo>
                    <a:pt x="5384" y="293128"/>
                  </a:lnTo>
                  <a:lnTo>
                    <a:pt x="0" y="298500"/>
                  </a:lnTo>
                  <a:lnTo>
                    <a:pt x="0" y="311772"/>
                  </a:lnTo>
                  <a:lnTo>
                    <a:pt x="5384" y="317131"/>
                  </a:lnTo>
                  <a:lnTo>
                    <a:pt x="128587" y="317131"/>
                  </a:lnTo>
                  <a:lnTo>
                    <a:pt x="135204" y="317131"/>
                  </a:lnTo>
                  <a:lnTo>
                    <a:pt x="140576" y="311772"/>
                  </a:lnTo>
                  <a:lnTo>
                    <a:pt x="140576" y="298500"/>
                  </a:lnTo>
                  <a:close/>
                </a:path>
                <a:path w="140969" h="317500">
                  <a:moveTo>
                    <a:pt x="140576" y="5372"/>
                  </a:moveTo>
                  <a:lnTo>
                    <a:pt x="135204" y="0"/>
                  </a:lnTo>
                  <a:lnTo>
                    <a:pt x="5384" y="0"/>
                  </a:lnTo>
                  <a:lnTo>
                    <a:pt x="0" y="5372"/>
                  </a:lnTo>
                  <a:lnTo>
                    <a:pt x="0" y="18630"/>
                  </a:lnTo>
                  <a:lnTo>
                    <a:pt x="5384" y="24003"/>
                  </a:lnTo>
                  <a:lnTo>
                    <a:pt x="128587" y="24003"/>
                  </a:lnTo>
                  <a:lnTo>
                    <a:pt x="135204" y="24003"/>
                  </a:lnTo>
                  <a:lnTo>
                    <a:pt x="140576" y="18630"/>
                  </a:lnTo>
                  <a:lnTo>
                    <a:pt x="140576" y="5372"/>
                  </a:lnTo>
                  <a:close/>
                </a:path>
              </a:pathLst>
            </a:custGeom>
            <a:solidFill>
              <a:srgbClr val="BFE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4673775" y="8091550"/>
              <a:ext cx="212090" cy="337185"/>
            </a:xfrm>
            <a:custGeom>
              <a:avLst/>
              <a:gdLst/>
              <a:ahLst/>
              <a:cxnLst/>
              <a:rect l="l" t="t" r="r" b="b"/>
              <a:pathLst>
                <a:path w="212090" h="337184">
                  <a:moveTo>
                    <a:pt x="145304" y="0"/>
                  </a:moveTo>
                  <a:lnTo>
                    <a:pt x="67662" y="0"/>
                  </a:lnTo>
                  <a:lnTo>
                    <a:pt x="66113" y="30302"/>
                  </a:lnTo>
                  <a:lnTo>
                    <a:pt x="63714" y="42119"/>
                  </a:lnTo>
                  <a:lnTo>
                    <a:pt x="58123" y="52510"/>
                  </a:lnTo>
                  <a:lnTo>
                    <a:pt x="49839" y="61014"/>
                  </a:lnTo>
                  <a:lnTo>
                    <a:pt x="24564" y="75938"/>
                  </a:lnTo>
                  <a:lnTo>
                    <a:pt x="12661" y="88213"/>
                  </a:lnTo>
                  <a:lnTo>
                    <a:pt x="4344" y="103309"/>
                  </a:lnTo>
                  <a:lnTo>
                    <a:pt x="303" y="120540"/>
                  </a:lnTo>
                  <a:lnTo>
                    <a:pt x="94" y="122540"/>
                  </a:lnTo>
                  <a:lnTo>
                    <a:pt x="0" y="337005"/>
                  </a:lnTo>
                  <a:lnTo>
                    <a:pt x="211501" y="337005"/>
                  </a:lnTo>
                  <a:lnTo>
                    <a:pt x="211501" y="127242"/>
                  </a:lnTo>
                  <a:lnTo>
                    <a:pt x="211501" y="124980"/>
                  </a:lnTo>
                  <a:lnTo>
                    <a:pt x="198547" y="88256"/>
                  </a:lnTo>
                  <a:lnTo>
                    <a:pt x="161297" y="61044"/>
                  </a:lnTo>
                  <a:lnTo>
                    <a:pt x="153177" y="52482"/>
                  </a:lnTo>
                  <a:lnTo>
                    <a:pt x="147843" y="42031"/>
                  </a:lnTo>
                  <a:lnTo>
                    <a:pt x="145796" y="30208"/>
                  </a:lnTo>
                  <a:lnTo>
                    <a:pt x="145304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4734046" y="8081188"/>
              <a:ext cx="90805" cy="24130"/>
            </a:xfrm>
            <a:custGeom>
              <a:avLst/>
              <a:gdLst/>
              <a:ahLst/>
              <a:cxnLst/>
              <a:rect l="l" t="t" r="r" b="b"/>
              <a:pathLst>
                <a:path w="90805" h="24129">
                  <a:moveTo>
                    <a:pt x="88185" y="0"/>
                  </a:moveTo>
                  <a:lnTo>
                    <a:pt x="2397" y="0"/>
                  </a:lnTo>
                  <a:lnTo>
                    <a:pt x="0" y="23664"/>
                  </a:lnTo>
                  <a:lnTo>
                    <a:pt x="90583" y="23664"/>
                  </a:lnTo>
                  <a:lnTo>
                    <a:pt x="88185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4673809" y="8212448"/>
              <a:ext cx="212090" cy="142240"/>
            </a:xfrm>
            <a:custGeom>
              <a:avLst/>
              <a:gdLst/>
              <a:ahLst/>
              <a:cxnLst/>
              <a:rect l="l" t="t" r="r" b="b"/>
              <a:pathLst>
                <a:path w="212090" h="142240">
                  <a:moveTo>
                    <a:pt x="211467" y="3810"/>
                  </a:moveTo>
                  <a:lnTo>
                    <a:pt x="211340" y="3810"/>
                  </a:lnTo>
                  <a:lnTo>
                    <a:pt x="211340" y="1270"/>
                  </a:lnTo>
                  <a:lnTo>
                    <a:pt x="211188" y="1270"/>
                  </a:lnTo>
                  <a:lnTo>
                    <a:pt x="211188" y="0"/>
                  </a:lnTo>
                  <a:lnTo>
                    <a:pt x="165" y="0"/>
                  </a:lnTo>
                  <a:lnTo>
                    <a:pt x="165" y="1270"/>
                  </a:lnTo>
                  <a:lnTo>
                    <a:pt x="50" y="3810"/>
                  </a:lnTo>
                  <a:lnTo>
                    <a:pt x="50" y="6350"/>
                  </a:lnTo>
                  <a:lnTo>
                    <a:pt x="0" y="142240"/>
                  </a:lnTo>
                  <a:lnTo>
                    <a:pt x="211467" y="142240"/>
                  </a:lnTo>
                  <a:lnTo>
                    <a:pt x="211467" y="6350"/>
                  </a:lnTo>
                  <a:lnTo>
                    <a:pt x="211467" y="3810"/>
                  </a:lnTo>
                  <a:close/>
                </a:path>
              </a:pathLst>
            </a:custGeom>
            <a:solidFill>
              <a:srgbClr val="DEF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5000626" y="8254871"/>
              <a:ext cx="105755" cy="173687"/>
            </a:xfrm>
            <a:prstGeom prst="rect">
              <a:avLst/>
            </a:prstGeom>
          </p:spPr>
        </p:pic>
      </p:grpSp>
      <p:sp>
        <p:nvSpPr>
          <p:cNvPr id="166" name="object 166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0086592" y="7314332"/>
            <a:ext cx="17780" cy="34925"/>
          </a:xfrm>
          <a:custGeom>
            <a:avLst/>
            <a:gdLst/>
            <a:ahLst/>
            <a:cxnLst/>
            <a:rect l="l" t="t" r="r" b="b"/>
            <a:pathLst>
              <a:path w="17780" h="34925">
                <a:moveTo>
                  <a:pt x="17507" y="0"/>
                </a:moveTo>
                <a:lnTo>
                  <a:pt x="0" y="0"/>
                </a:lnTo>
                <a:lnTo>
                  <a:pt x="0" y="34794"/>
                </a:lnTo>
                <a:lnTo>
                  <a:pt x="17507" y="34794"/>
                </a:lnTo>
                <a:lnTo>
                  <a:pt x="17507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0086592" y="7831866"/>
            <a:ext cx="17780" cy="34925"/>
          </a:xfrm>
          <a:custGeom>
            <a:avLst/>
            <a:gdLst/>
            <a:ahLst/>
            <a:cxnLst/>
            <a:rect l="l" t="t" r="r" b="b"/>
            <a:pathLst>
              <a:path w="17780" h="34925">
                <a:moveTo>
                  <a:pt x="17507" y="0"/>
                </a:moveTo>
                <a:lnTo>
                  <a:pt x="0" y="0"/>
                </a:lnTo>
                <a:lnTo>
                  <a:pt x="0" y="34794"/>
                </a:lnTo>
                <a:lnTo>
                  <a:pt x="17507" y="34794"/>
                </a:lnTo>
                <a:lnTo>
                  <a:pt x="17507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7656474"/>
            <a:ext cx="20104100" cy="3652520"/>
            <a:chOff x="0" y="7656474"/>
            <a:chExt cx="20104100" cy="3652520"/>
          </a:xfrm>
        </p:grpSpPr>
        <p:sp>
          <p:nvSpPr>
            <p:cNvPr id="5" name="object 5" descr=""/>
            <p:cNvSpPr/>
            <p:nvPr/>
          </p:nvSpPr>
          <p:spPr>
            <a:xfrm>
              <a:off x="20086592" y="8349389"/>
              <a:ext cx="17780" cy="34925"/>
            </a:xfrm>
            <a:custGeom>
              <a:avLst/>
              <a:gdLst/>
              <a:ahLst/>
              <a:cxnLst/>
              <a:rect l="l" t="t" r="r" b="b"/>
              <a:pathLst>
                <a:path w="17780" h="34925">
                  <a:moveTo>
                    <a:pt x="17507" y="0"/>
                  </a:moveTo>
                  <a:lnTo>
                    <a:pt x="0" y="0"/>
                  </a:lnTo>
                  <a:lnTo>
                    <a:pt x="0" y="34794"/>
                  </a:lnTo>
                  <a:lnTo>
                    <a:pt x="17507" y="34794"/>
                  </a:lnTo>
                  <a:lnTo>
                    <a:pt x="17507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7656474"/>
              <a:ext cx="20086320" cy="3652520"/>
            </a:xfrm>
            <a:custGeom>
              <a:avLst/>
              <a:gdLst/>
              <a:ahLst/>
              <a:cxnLst/>
              <a:rect l="l" t="t" r="r" b="b"/>
              <a:pathLst>
                <a:path w="20086320" h="3652520">
                  <a:moveTo>
                    <a:pt x="984" y="0"/>
                  </a:moveTo>
                  <a:lnTo>
                    <a:pt x="0" y="1721455"/>
                  </a:lnTo>
                  <a:lnTo>
                    <a:pt x="0" y="3652077"/>
                  </a:lnTo>
                  <a:lnTo>
                    <a:pt x="20084058" y="3652077"/>
                  </a:lnTo>
                  <a:lnTo>
                    <a:pt x="20086121" y="5601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EBF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3918246" y="1510728"/>
            <a:ext cx="4304665" cy="81280"/>
          </a:xfrm>
          <a:custGeom>
            <a:avLst/>
            <a:gdLst/>
            <a:ahLst/>
            <a:cxnLst/>
            <a:rect l="l" t="t" r="r" b="b"/>
            <a:pathLst>
              <a:path w="4304665" h="81280">
                <a:moveTo>
                  <a:pt x="0" y="81013"/>
                </a:moveTo>
                <a:lnTo>
                  <a:pt x="4304654" y="81013"/>
                </a:lnTo>
                <a:lnTo>
                  <a:pt x="4304654" y="0"/>
                </a:lnTo>
                <a:lnTo>
                  <a:pt x="0" y="0"/>
                </a:lnTo>
                <a:lnTo>
                  <a:pt x="0" y="81013"/>
                </a:lnTo>
                <a:close/>
              </a:path>
            </a:pathLst>
          </a:custGeom>
          <a:solidFill>
            <a:srgbClr val="C4C4C3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3918235" y="1591747"/>
            <a:ext cx="4304665" cy="86360"/>
          </a:xfrm>
          <a:custGeom>
            <a:avLst/>
            <a:gdLst/>
            <a:ahLst/>
            <a:cxnLst/>
            <a:rect l="l" t="t" r="r" b="b"/>
            <a:pathLst>
              <a:path w="4304665" h="86360">
                <a:moveTo>
                  <a:pt x="4304665" y="0"/>
                </a:moveTo>
                <a:lnTo>
                  <a:pt x="0" y="0"/>
                </a:lnTo>
                <a:lnTo>
                  <a:pt x="0" y="71513"/>
                </a:lnTo>
                <a:lnTo>
                  <a:pt x="0" y="85864"/>
                </a:lnTo>
                <a:lnTo>
                  <a:pt x="4304665" y="85864"/>
                </a:lnTo>
                <a:lnTo>
                  <a:pt x="4304665" y="71513"/>
                </a:lnTo>
                <a:lnTo>
                  <a:pt x="4304665" y="0"/>
                </a:lnTo>
                <a:close/>
              </a:path>
            </a:pathLst>
          </a:custGeom>
          <a:solidFill>
            <a:srgbClr val="C4C4C3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918246" y="1806416"/>
            <a:ext cx="53340" cy="5080"/>
          </a:xfrm>
          <a:custGeom>
            <a:avLst/>
            <a:gdLst/>
            <a:ahLst/>
            <a:cxnLst/>
            <a:rect l="l" t="t" r="r" b="b"/>
            <a:pathLst>
              <a:path w="53340" h="5080">
                <a:moveTo>
                  <a:pt x="0" y="5026"/>
                </a:moveTo>
                <a:lnTo>
                  <a:pt x="52773" y="5026"/>
                </a:lnTo>
                <a:lnTo>
                  <a:pt x="52773" y="0"/>
                </a:lnTo>
                <a:lnTo>
                  <a:pt x="0" y="0"/>
                </a:lnTo>
                <a:lnTo>
                  <a:pt x="0" y="5026"/>
                </a:lnTo>
                <a:close/>
              </a:path>
            </a:pathLst>
          </a:custGeom>
          <a:solidFill>
            <a:srgbClr val="C4C4C3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918235" y="1749126"/>
            <a:ext cx="4304665" cy="62865"/>
          </a:xfrm>
          <a:custGeom>
            <a:avLst/>
            <a:gdLst/>
            <a:ahLst/>
            <a:cxnLst/>
            <a:rect l="l" t="t" r="r" b="b"/>
            <a:pathLst>
              <a:path w="4304665" h="62864">
                <a:moveTo>
                  <a:pt x="4304665" y="0"/>
                </a:moveTo>
                <a:lnTo>
                  <a:pt x="0" y="0"/>
                </a:lnTo>
                <a:lnTo>
                  <a:pt x="0" y="29870"/>
                </a:lnTo>
                <a:lnTo>
                  <a:pt x="0" y="57289"/>
                </a:lnTo>
                <a:lnTo>
                  <a:pt x="4254144" y="57289"/>
                </a:lnTo>
                <a:lnTo>
                  <a:pt x="4254144" y="62318"/>
                </a:lnTo>
                <a:lnTo>
                  <a:pt x="4304665" y="62318"/>
                </a:lnTo>
                <a:lnTo>
                  <a:pt x="4304665" y="57289"/>
                </a:lnTo>
                <a:lnTo>
                  <a:pt x="4304665" y="29870"/>
                </a:lnTo>
                <a:lnTo>
                  <a:pt x="4304665" y="0"/>
                </a:lnTo>
                <a:close/>
              </a:path>
            </a:pathLst>
          </a:custGeom>
          <a:solidFill>
            <a:srgbClr val="C4C4C3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4032093" y="5603828"/>
            <a:ext cx="4072254" cy="215900"/>
          </a:xfrm>
          <a:custGeom>
            <a:avLst/>
            <a:gdLst/>
            <a:ahLst/>
            <a:cxnLst/>
            <a:rect l="l" t="t" r="r" b="b"/>
            <a:pathLst>
              <a:path w="4072255" h="215900">
                <a:moveTo>
                  <a:pt x="0" y="215470"/>
                </a:moveTo>
                <a:lnTo>
                  <a:pt x="4072148" y="215470"/>
                </a:lnTo>
                <a:lnTo>
                  <a:pt x="4072148" y="0"/>
                </a:lnTo>
                <a:lnTo>
                  <a:pt x="0" y="0"/>
                </a:lnTo>
                <a:lnTo>
                  <a:pt x="0" y="215470"/>
                </a:lnTo>
                <a:close/>
              </a:path>
            </a:pathLst>
          </a:custGeom>
          <a:solidFill>
            <a:srgbClr val="C4C4C3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4032090" y="5819311"/>
            <a:ext cx="4072254" cy="85725"/>
          </a:xfrm>
          <a:custGeom>
            <a:avLst/>
            <a:gdLst/>
            <a:ahLst/>
            <a:cxnLst/>
            <a:rect l="l" t="t" r="r" b="b"/>
            <a:pathLst>
              <a:path w="4072255" h="85725">
                <a:moveTo>
                  <a:pt x="4072140" y="0"/>
                </a:moveTo>
                <a:lnTo>
                  <a:pt x="0" y="0"/>
                </a:lnTo>
                <a:lnTo>
                  <a:pt x="0" y="58381"/>
                </a:lnTo>
                <a:lnTo>
                  <a:pt x="0" y="85509"/>
                </a:lnTo>
                <a:lnTo>
                  <a:pt x="4072140" y="85509"/>
                </a:lnTo>
                <a:lnTo>
                  <a:pt x="4072140" y="58381"/>
                </a:lnTo>
                <a:lnTo>
                  <a:pt x="4072140" y="0"/>
                </a:lnTo>
                <a:close/>
              </a:path>
            </a:pathLst>
          </a:custGeom>
          <a:solidFill>
            <a:srgbClr val="C4C4C3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3918245" y="1841315"/>
            <a:ext cx="4304665" cy="3676650"/>
            <a:chOff x="13918245" y="1841315"/>
            <a:chExt cx="4304665" cy="3676650"/>
          </a:xfrm>
        </p:grpSpPr>
        <p:sp>
          <p:nvSpPr>
            <p:cNvPr id="14" name="object 14" descr=""/>
            <p:cNvSpPr/>
            <p:nvPr/>
          </p:nvSpPr>
          <p:spPr>
            <a:xfrm>
              <a:off x="13918236" y="2220550"/>
              <a:ext cx="4304665" cy="3296920"/>
            </a:xfrm>
            <a:custGeom>
              <a:avLst/>
              <a:gdLst/>
              <a:ahLst/>
              <a:cxnLst/>
              <a:rect l="l" t="t" r="r" b="b"/>
              <a:pathLst>
                <a:path w="4304665" h="3296920">
                  <a:moveTo>
                    <a:pt x="4304652" y="0"/>
                  </a:moveTo>
                  <a:lnTo>
                    <a:pt x="3818852" y="0"/>
                  </a:lnTo>
                  <a:lnTo>
                    <a:pt x="3818852" y="62230"/>
                  </a:lnTo>
                  <a:lnTo>
                    <a:pt x="3818852" y="115570"/>
                  </a:lnTo>
                  <a:lnTo>
                    <a:pt x="3818852" y="3131705"/>
                  </a:lnTo>
                  <a:lnTo>
                    <a:pt x="3652850" y="3131705"/>
                  </a:lnTo>
                  <a:lnTo>
                    <a:pt x="3652850" y="1920240"/>
                  </a:lnTo>
                  <a:lnTo>
                    <a:pt x="654761" y="1920240"/>
                  </a:lnTo>
                  <a:lnTo>
                    <a:pt x="654761" y="3131705"/>
                  </a:lnTo>
                  <a:lnTo>
                    <a:pt x="488759" y="3131705"/>
                  </a:lnTo>
                  <a:lnTo>
                    <a:pt x="488759" y="0"/>
                  </a:lnTo>
                  <a:lnTo>
                    <a:pt x="0" y="0"/>
                  </a:lnTo>
                  <a:lnTo>
                    <a:pt x="0" y="62230"/>
                  </a:lnTo>
                  <a:lnTo>
                    <a:pt x="446697" y="62230"/>
                  </a:lnTo>
                  <a:lnTo>
                    <a:pt x="446697" y="115570"/>
                  </a:lnTo>
                  <a:lnTo>
                    <a:pt x="0" y="115570"/>
                  </a:lnTo>
                  <a:lnTo>
                    <a:pt x="0" y="179070"/>
                  </a:lnTo>
                  <a:lnTo>
                    <a:pt x="446697" y="179070"/>
                  </a:lnTo>
                  <a:lnTo>
                    <a:pt x="446697" y="232410"/>
                  </a:lnTo>
                  <a:lnTo>
                    <a:pt x="0" y="232410"/>
                  </a:lnTo>
                  <a:lnTo>
                    <a:pt x="0" y="294640"/>
                  </a:lnTo>
                  <a:lnTo>
                    <a:pt x="446697" y="294640"/>
                  </a:lnTo>
                  <a:lnTo>
                    <a:pt x="446697" y="347980"/>
                  </a:lnTo>
                  <a:lnTo>
                    <a:pt x="0" y="347980"/>
                  </a:lnTo>
                  <a:lnTo>
                    <a:pt x="0" y="410210"/>
                  </a:lnTo>
                  <a:lnTo>
                    <a:pt x="446697" y="410210"/>
                  </a:lnTo>
                  <a:lnTo>
                    <a:pt x="446697" y="463550"/>
                  </a:lnTo>
                  <a:lnTo>
                    <a:pt x="0" y="463550"/>
                  </a:lnTo>
                  <a:lnTo>
                    <a:pt x="0" y="525780"/>
                  </a:lnTo>
                  <a:lnTo>
                    <a:pt x="446697" y="525780"/>
                  </a:lnTo>
                  <a:lnTo>
                    <a:pt x="446697" y="579120"/>
                  </a:lnTo>
                  <a:lnTo>
                    <a:pt x="0" y="579120"/>
                  </a:lnTo>
                  <a:lnTo>
                    <a:pt x="0" y="641350"/>
                  </a:lnTo>
                  <a:lnTo>
                    <a:pt x="446697" y="641350"/>
                  </a:lnTo>
                  <a:lnTo>
                    <a:pt x="446697" y="692150"/>
                  </a:lnTo>
                  <a:lnTo>
                    <a:pt x="0" y="692150"/>
                  </a:lnTo>
                  <a:lnTo>
                    <a:pt x="0" y="756920"/>
                  </a:lnTo>
                  <a:lnTo>
                    <a:pt x="446697" y="756920"/>
                  </a:lnTo>
                  <a:lnTo>
                    <a:pt x="446697" y="807720"/>
                  </a:lnTo>
                  <a:lnTo>
                    <a:pt x="0" y="807720"/>
                  </a:lnTo>
                  <a:lnTo>
                    <a:pt x="0" y="869950"/>
                  </a:lnTo>
                  <a:lnTo>
                    <a:pt x="446697" y="869950"/>
                  </a:lnTo>
                  <a:lnTo>
                    <a:pt x="446697" y="923290"/>
                  </a:lnTo>
                  <a:lnTo>
                    <a:pt x="0" y="923290"/>
                  </a:lnTo>
                  <a:lnTo>
                    <a:pt x="0" y="985520"/>
                  </a:lnTo>
                  <a:lnTo>
                    <a:pt x="446697" y="985520"/>
                  </a:lnTo>
                  <a:lnTo>
                    <a:pt x="446697" y="1038860"/>
                  </a:lnTo>
                  <a:lnTo>
                    <a:pt x="0" y="1038860"/>
                  </a:lnTo>
                  <a:lnTo>
                    <a:pt x="0" y="1101090"/>
                  </a:lnTo>
                  <a:lnTo>
                    <a:pt x="446697" y="1101090"/>
                  </a:lnTo>
                  <a:lnTo>
                    <a:pt x="446697" y="1163320"/>
                  </a:lnTo>
                  <a:lnTo>
                    <a:pt x="0" y="1163320"/>
                  </a:lnTo>
                  <a:lnTo>
                    <a:pt x="0" y="1225550"/>
                  </a:lnTo>
                  <a:lnTo>
                    <a:pt x="446697" y="1225550"/>
                  </a:lnTo>
                  <a:lnTo>
                    <a:pt x="446697" y="1278890"/>
                  </a:lnTo>
                  <a:lnTo>
                    <a:pt x="0" y="1278890"/>
                  </a:lnTo>
                  <a:lnTo>
                    <a:pt x="0" y="1342390"/>
                  </a:lnTo>
                  <a:lnTo>
                    <a:pt x="446697" y="1342390"/>
                  </a:lnTo>
                  <a:lnTo>
                    <a:pt x="446697" y="1395730"/>
                  </a:lnTo>
                  <a:lnTo>
                    <a:pt x="0" y="1395730"/>
                  </a:lnTo>
                  <a:lnTo>
                    <a:pt x="0" y="1457960"/>
                  </a:lnTo>
                  <a:lnTo>
                    <a:pt x="446697" y="1457960"/>
                  </a:lnTo>
                  <a:lnTo>
                    <a:pt x="446697" y="1511300"/>
                  </a:lnTo>
                  <a:lnTo>
                    <a:pt x="0" y="1511300"/>
                  </a:lnTo>
                  <a:lnTo>
                    <a:pt x="0" y="1573530"/>
                  </a:lnTo>
                  <a:lnTo>
                    <a:pt x="446697" y="1573530"/>
                  </a:lnTo>
                  <a:lnTo>
                    <a:pt x="446697" y="1626870"/>
                  </a:lnTo>
                  <a:lnTo>
                    <a:pt x="0" y="1626870"/>
                  </a:lnTo>
                  <a:lnTo>
                    <a:pt x="0" y="1689100"/>
                  </a:lnTo>
                  <a:lnTo>
                    <a:pt x="446697" y="1689100"/>
                  </a:lnTo>
                  <a:lnTo>
                    <a:pt x="446697" y="1742440"/>
                  </a:lnTo>
                  <a:lnTo>
                    <a:pt x="0" y="1742440"/>
                  </a:lnTo>
                  <a:lnTo>
                    <a:pt x="0" y="1804670"/>
                  </a:lnTo>
                  <a:lnTo>
                    <a:pt x="446697" y="1804670"/>
                  </a:lnTo>
                  <a:lnTo>
                    <a:pt x="446697" y="1858010"/>
                  </a:lnTo>
                  <a:lnTo>
                    <a:pt x="0" y="1858010"/>
                  </a:lnTo>
                  <a:lnTo>
                    <a:pt x="0" y="1920240"/>
                  </a:lnTo>
                  <a:lnTo>
                    <a:pt x="446697" y="1920240"/>
                  </a:lnTo>
                  <a:lnTo>
                    <a:pt x="446697" y="3131705"/>
                  </a:lnTo>
                  <a:lnTo>
                    <a:pt x="446697" y="3214471"/>
                  </a:lnTo>
                  <a:lnTo>
                    <a:pt x="446697" y="3296805"/>
                  </a:lnTo>
                  <a:lnTo>
                    <a:pt x="3858666" y="3296805"/>
                  </a:lnTo>
                  <a:lnTo>
                    <a:pt x="3858666" y="3214471"/>
                  </a:lnTo>
                  <a:lnTo>
                    <a:pt x="3858666" y="3131705"/>
                  </a:lnTo>
                  <a:lnTo>
                    <a:pt x="3858666" y="1920240"/>
                  </a:lnTo>
                  <a:lnTo>
                    <a:pt x="4304652" y="1920240"/>
                  </a:lnTo>
                  <a:lnTo>
                    <a:pt x="4304652" y="1858010"/>
                  </a:lnTo>
                  <a:lnTo>
                    <a:pt x="3858666" y="1858010"/>
                  </a:lnTo>
                  <a:lnTo>
                    <a:pt x="3858666" y="1804670"/>
                  </a:lnTo>
                  <a:lnTo>
                    <a:pt x="4304652" y="1804670"/>
                  </a:lnTo>
                  <a:lnTo>
                    <a:pt x="4304652" y="1742440"/>
                  </a:lnTo>
                  <a:lnTo>
                    <a:pt x="3858666" y="1742440"/>
                  </a:lnTo>
                  <a:lnTo>
                    <a:pt x="3858666" y="1689100"/>
                  </a:lnTo>
                  <a:lnTo>
                    <a:pt x="4304652" y="1689100"/>
                  </a:lnTo>
                  <a:lnTo>
                    <a:pt x="4304652" y="1626870"/>
                  </a:lnTo>
                  <a:lnTo>
                    <a:pt x="3858666" y="1626870"/>
                  </a:lnTo>
                  <a:lnTo>
                    <a:pt x="3858666" y="1573530"/>
                  </a:lnTo>
                  <a:lnTo>
                    <a:pt x="4304652" y="1573530"/>
                  </a:lnTo>
                  <a:lnTo>
                    <a:pt x="4304652" y="1511300"/>
                  </a:lnTo>
                  <a:lnTo>
                    <a:pt x="3858666" y="1511300"/>
                  </a:lnTo>
                  <a:lnTo>
                    <a:pt x="3858666" y="1457960"/>
                  </a:lnTo>
                  <a:lnTo>
                    <a:pt x="4304652" y="1457960"/>
                  </a:lnTo>
                  <a:lnTo>
                    <a:pt x="4304652" y="1395730"/>
                  </a:lnTo>
                  <a:lnTo>
                    <a:pt x="3858666" y="1395730"/>
                  </a:lnTo>
                  <a:lnTo>
                    <a:pt x="3858666" y="1342390"/>
                  </a:lnTo>
                  <a:lnTo>
                    <a:pt x="4304652" y="1342390"/>
                  </a:lnTo>
                  <a:lnTo>
                    <a:pt x="4304652" y="1278890"/>
                  </a:lnTo>
                  <a:lnTo>
                    <a:pt x="3858666" y="1278890"/>
                  </a:lnTo>
                  <a:lnTo>
                    <a:pt x="3858666" y="1225550"/>
                  </a:lnTo>
                  <a:lnTo>
                    <a:pt x="4304652" y="1225550"/>
                  </a:lnTo>
                  <a:lnTo>
                    <a:pt x="4304652" y="1163320"/>
                  </a:lnTo>
                  <a:lnTo>
                    <a:pt x="3858666" y="1163320"/>
                  </a:lnTo>
                  <a:lnTo>
                    <a:pt x="3858666" y="1101090"/>
                  </a:lnTo>
                  <a:lnTo>
                    <a:pt x="4304652" y="1101090"/>
                  </a:lnTo>
                  <a:lnTo>
                    <a:pt x="4304652" y="1038860"/>
                  </a:lnTo>
                  <a:lnTo>
                    <a:pt x="3858666" y="1038860"/>
                  </a:lnTo>
                  <a:lnTo>
                    <a:pt x="3858666" y="985520"/>
                  </a:lnTo>
                  <a:lnTo>
                    <a:pt x="4304652" y="985520"/>
                  </a:lnTo>
                  <a:lnTo>
                    <a:pt x="4304652" y="923290"/>
                  </a:lnTo>
                  <a:lnTo>
                    <a:pt x="3858666" y="923290"/>
                  </a:lnTo>
                  <a:lnTo>
                    <a:pt x="3858666" y="869950"/>
                  </a:lnTo>
                  <a:lnTo>
                    <a:pt x="4304652" y="869950"/>
                  </a:lnTo>
                  <a:lnTo>
                    <a:pt x="4304652" y="807720"/>
                  </a:lnTo>
                  <a:lnTo>
                    <a:pt x="3858666" y="807720"/>
                  </a:lnTo>
                  <a:lnTo>
                    <a:pt x="3858666" y="756920"/>
                  </a:lnTo>
                  <a:lnTo>
                    <a:pt x="4304652" y="756920"/>
                  </a:lnTo>
                  <a:lnTo>
                    <a:pt x="4304652" y="692150"/>
                  </a:lnTo>
                  <a:lnTo>
                    <a:pt x="3858666" y="692150"/>
                  </a:lnTo>
                  <a:lnTo>
                    <a:pt x="3858666" y="641350"/>
                  </a:lnTo>
                  <a:lnTo>
                    <a:pt x="4304652" y="641350"/>
                  </a:lnTo>
                  <a:lnTo>
                    <a:pt x="4304652" y="579120"/>
                  </a:lnTo>
                  <a:lnTo>
                    <a:pt x="3858666" y="579120"/>
                  </a:lnTo>
                  <a:lnTo>
                    <a:pt x="3858666" y="525780"/>
                  </a:lnTo>
                  <a:lnTo>
                    <a:pt x="4304652" y="525780"/>
                  </a:lnTo>
                  <a:lnTo>
                    <a:pt x="4304652" y="463550"/>
                  </a:lnTo>
                  <a:lnTo>
                    <a:pt x="3858666" y="463550"/>
                  </a:lnTo>
                  <a:lnTo>
                    <a:pt x="3858666" y="410210"/>
                  </a:lnTo>
                  <a:lnTo>
                    <a:pt x="4304652" y="410210"/>
                  </a:lnTo>
                  <a:lnTo>
                    <a:pt x="4304652" y="347980"/>
                  </a:lnTo>
                  <a:lnTo>
                    <a:pt x="3858666" y="347980"/>
                  </a:lnTo>
                  <a:lnTo>
                    <a:pt x="3858666" y="294640"/>
                  </a:lnTo>
                  <a:lnTo>
                    <a:pt x="4304652" y="294640"/>
                  </a:lnTo>
                  <a:lnTo>
                    <a:pt x="4304652" y="232410"/>
                  </a:lnTo>
                  <a:lnTo>
                    <a:pt x="3858666" y="232410"/>
                  </a:lnTo>
                  <a:lnTo>
                    <a:pt x="3858666" y="179070"/>
                  </a:lnTo>
                  <a:lnTo>
                    <a:pt x="4304652" y="179070"/>
                  </a:lnTo>
                  <a:lnTo>
                    <a:pt x="4304652" y="115570"/>
                  </a:lnTo>
                  <a:lnTo>
                    <a:pt x="3858666" y="115570"/>
                  </a:lnTo>
                  <a:lnTo>
                    <a:pt x="3858666" y="62230"/>
                  </a:lnTo>
                  <a:lnTo>
                    <a:pt x="4304652" y="62230"/>
                  </a:lnTo>
                  <a:lnTo>
                    <a:pt x="4304652" y="0"/>
                  </a:lnTo>
                  <a:close/>
                </a:path>
              </a:pathLst>
            </a:custGeom>
            <a:solidFill>
              <a:srgbClr val="C4C4C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918236" y="1864950"/>
              <a:ext cx="4304665" cy="417830"/>
            </a:xfrm>
            <a:custGeom>
              <a:avLst/>
              <a:gdLst/>
              <a:ahLst/>
              <a:cxnLst/>
              <a:rect l="l" t="t" r="r" b="b"/>
              <a:pathLst>
                <a:path w="4304665" h="417830">
                  <a:moveTo>
                    <a:pt x="571741" y="107835"/>
                  </a:moveTo>
                  <a:lnTo>
                    <a:pt x="488759" y="107835"/>
                  </a:lnTo>
                  <a:lnTo>
                    <a:pt x="488759" y="62230"/>
                  </a:lnTo>
                  <a:lnTo>
                    <a:pt x="488759" y="24790"/>
                  </a:lnTo>
                  <a:lnTo>
                    <a:pt x="488759" y="0"/>
                  </a:lnTo>
                  <a:lnTo>
                    <a:pt x="0" y="0"/>
                  </a:lnTo>
                  <a:lnTo>
                    <a:pt x="0" y="24790"/>
                  </a:lnTo>
                  <a:lnTo>
                    <a:pt x="0" y="62230"/>
                  </a:lnTo>
                  <a:lnTo>
                    <a:pt x="446697" y="62230"/>
                  </a:lnTo>
                  <a:lnTo>
                    <a:pt x="446697" y="107835"/>
                  </a:lnTo>
                  <a:lnTo>
                    <a:pt x="446697" y="115570"/>
                  </a:lnTo>
                  <a:lnTo>
                    <a:pt x="0" y="115570"/>
                  </a:lnTo>
                  <a:lnTo>
                    <a:pt x="0" y="177800"/>
                  </a:lnTo>
                  <a:lnTo>
                    <a:pt x="446697" y="177800"/>
                  </a:lnTo>
                  <a:lnTo>
                    <a:pt x="446697" y="231140"/>
                  </a:lnTo>
                  <a:lnTo>
                    <a:pt x="0" y="231140"/>
                  </a:lnTo>
                  <a:lnTo>
                    <a:pt x="0" y="293370"/>
                  </a:lnTo>
                  <a:lnTo>
                    <a:pt x="446697" y="293370"/>
                  </a:lnTo>
                  <a:lnTo>
                    <a:pt x="446697" y="355600"/>
                  </a:lnTo>
                  <a:lnTo>
                    <a:pt x="488759" y="355600"/>
                  </a:lnTo>
                  <a:lnTo>
                    <a:pt x="488759" y="293370"/>
                  </a:lnTo>
                  <a:lnTo>
                    <a:pt x="488759" y="231140"/>
                  </a:lnTo>
                  <a:lnTo>
                    <a:pt x="488759" y="177800"/>
                  </a:lnTo>
                  <a:lnTo>
                    <a:pt x="488759" y="115570"/>
                  </a:lnTo>
                  <a:lnTo>
                    <a:pt x="571741" y="115570"/>
                  </a:lnTo>
                  <a:lnTo>
                    <a:pt x="571741" y="107835"/>
                  </a:lnTo>
                  <a:close/>
                </a:path>
                <a:path w="4304665" h="417830">
                  <a:moveTo>
                    <a:pt x="4304652" y="0"/>
                  </a:moveTo>
                  <a:lnTo>
                    <a:pt x="3818852" y="0"/>
                  </a:lnTo>
                  <a:lnTo>
                    <a:pt x="3818852" y="24790"/>
                  </a:lnTo>
                  <a:lnTo>
                    <a:pt x="3818852" y="62230"/>
                  </a:lnTo>
                  <a:lnTo>
                    <a:pt x="3735844" y="62230"/>
                  </a:lnTo>
                  <a:lnTo>
                    <a:pt x="3735844" y="107835"/>
                  </a:lnTo>
                  <a:lnTo>
                    <a:pt x="3818852" y="107835"/>
                  </a:lnTo>
                  <a:lnTo>
                    <a:pt x="3818852" y="115570"/>
                  </a:lnTo>
                  <a:lnTo>
                    <a:pt x="3818852" y="417830"/>
                  </a:lnTo>
                  <a:lnTo>
                    <a:pt x="4304652" y="417830"/>
                  </a:lnTo>
                  <a:lnTo>
                    <a:pt x="4304652" y="355600"/>
                  </a:lnTo>
                  <a:lnTo>
                    <a:pt x="3858666" y="355600"/>
                  </a:lnTo>
                  <a:lnTo>
                    <a:pt x="3858666" y="293370"/>
                  </a:lnTo>
                  <a:lnTo>
                    <a:pt x="4304652" y="293370"/>
                  </a:lnTo>
                  <a:lnTo>
                    <a:pt x="4304652" y="231140"/>
                  </a:lnTo>
                  <a:lnTo>
                    <a:pt x="3858666" y="231140"/>
                  </a:lnTo>
                  <a:lnTo>
                    <a:pt x="3858666" y="177800"/>
                  </a:lnTo>
                  <a:lnTo>
                    <a:pt x="4304652" y="177800"/>
                  </a:lnTo>
                  <a:lnTo>
                    <a:pt x="4304652" y="115570"/>
                  </a:lnTo>
                  <a:lnTo>
                    <a:pt x="3858666" y="115570"/>
                  </a:lnTo>
                  <a:lnTo>
                    <a:pt x="3858666" y="107835"/>
                  </a:lnTo>
                  <a:lnTo>
                    <a:pt x="3858666" y="62230"/>
                  </a:lnTo>
                  <a:lnTo>
                    <a:pt x="4304652" y="62230"/>
                  </a:lnTo>
                  <a:lnTo>
                    <a:pt x="4304652" y="24790"/>
                  </a:lnTo>
                  <a:lnTo>
                    <a:pt x="4304652" y="0"/>
                  </a:lnTo>
                  <a:close/>
                </a:path>
              </a:pathLst>
            </a:custGeom>
            <a:solidFill>
              <a:srgbClr val="C4C4C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489988" y="1972786"/>
              <a:ext cx="3081655" cy="3379470"/>
            </a:xfrm>
            <a:custGeom>
              <a:avLst/>
              <a:gdLst/>
              <a:ahLst/>
              <a:cxnLst/>
              <a:rect l="l" t="t" r="r" b="b"/>
              <a:pathLst>
                <a:path w="3081655" h="3379470">
                  <a:moveTo>
                    <a:pt x="0" y="3379469"/>
                  </a:moveTo>
                  <a:lnTo>
                    <a:pt x="3081099" y="3379469"/>
                  </a:lnTo>
                  <a:lnTo>
                    <a:pt x="3081099" y="0"/>
                  </a:lnTo>
                  <a:lnTo>
                    <a:pt x="0" y="0"/>
                  </a:lnTo>
                  <a:lnTo>
                    <a:pt x="0" y="3379469"/>
                  </a:lnTo>
                  <a:close/>
                </a:path>
              </a:pathLst>
            </a:custGeom>
            <a:solidFill>
              <a:srgbClr val="C5E9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406995" y="1841315"/>
              <a:ext cx="3330575" cy="3676650"/>
            </a:xfrm>
            <a:custGeom>
              <a:avLst/>
              <a:gdLst/>
              <a:ahLst/>
              <a:cxnLst/>
              <a:rect l="l" t="t" r="r" b="b"/>
              <a:pathLst>
                <a:path w="3330575" h="3676650">
                  <a:moveTo>
                    <a:pt x="3330092" y="0"/>
                  </a:moveTo>
                  <a:lnTo>
                    <a:pt x="0" y="0"/>
                  </a:lnTo>
                  <a:lnTo>
                    <a:pt x="0" y="131470"/>
                  </a:lnTo>
                  <a:lnTo>
                    <a:pt x="0" y="3510940"/>
                  </a:lnTo>
                  <a:lnTo>
                    <a:pt x="0" y="3676040"/>
                  </a:lnTo>
                  <a:lnTo>
                    <a:pt x="3330092" y="3676040"/>
                  </a:lnTo>
                  <a:lnTo>
                    <a:pt x="3330092" y="3510940"/>
                  </a:lnTo>
                  <a:lnTo>
                    <a:pt x="166001" y="3510940"/>
                  </a:lnTo>
                  <a:lnTo>
                    <a:pt x="166001" y="131470"/>
                  </a:lnTo>
                  <a:lnTo>
                    <a:pt x="3330092" y="131470"/>
                  </a:lnTo>
                  <a:lnTo>
                    <a:pt x="3330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489990" y="1889740"/>
              <a:ext cx="3164205" cy="3545840"/>
            </a:xfrm>
            <a:custGeom>
              <a:avLst/>
              <a:gdLst/>
              <a:ahLst/>
              <a:cxnLst/>
              <a:rect l="l" t="t" r="r" b="b"/>
              <a:pathLst>
                <a:path w="3164205" h="3545840">
                  <a:moveTo>
                    <a:pt x="1344650" y="0"/>
                  </a:moveTo>
                  <a:lnTo>
                    <a:pt x="882497" y="0"/>
                  </a:lnTo>
                  <a:lnTo>
                    <a:pt x="0" y="2061387"/>
                  </a:lnTo>
                  <a:lnTo>
                    <a:pt x="0" y="3120072"/>
                  </a:lnTo>
                  <a:lnTo>
                    <a:pt x="1344650" y="0"/>
                  </a:lnTo>
                  <a:close/>
                </a:path>
                <a:path w="3164205" h="3545840">
                  <a:moveTo>
                    <a:pt x="3164103" y="0"/>
                  </a:moveTo>
                  <a:lnTo>
                    <a:pt x="2332710" y="0"/>
                  </a:lnTo>
                  <a:lnTo>
                    <a:pt x="882497" y="3545294"/>
                  </a:lnTo>
                  <a:lnTo>
                    <a:pt x="2026246" y="3545294"/>
                  </a:lnTo>
                  <a:lnTo>
                    <a:pt x="3164103" y="628548"/>
                  </a:lnTo>
                  <a:lnTo>
                    <a:pt x="3164103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989034" y="1957050"/>
              <a:ext cx="166370" cy="3435985"/>
            </a:xfrm>
            <a:custGeom>
              <a:avLst/>
              <a:gdLst/>
              <a:ahLst/>
              <a:cxnLst/>
              <a:rect l="l" t="t" r="r" b="b"/>
              <a:pathLst>
                <a:path w="166369" h="3435985">
                  <a:moveTo>
                    <a:pt x="166001" y="2098103"/>
                  </a:moveTo>
                  <a:lnTo>
                    <a:pt x="0" y="2098103"/>
                  </a:lnTo>
                  <a:lnTo>
                    <a:pt x="0" y="3435947"/>
                  </a:lnTo>
                  <a:lnTo>
                    <a:pt x="166001" y="3435947"/>
                  </a:lnTo>
                  <a:lnTo>
                    <a:pt x="166001" y="2098103"/>
                  </a:lnTo>
                  <a:close/>
                </a:path>
                <a:path w="166369" h="3435985">
                  <a:moveTo>
                    <a:pt x="166001" y="1982381"/>
                  </a:moveTo>
                  <a:lnTo>
                    <a:pt x="0" y="1982381"/>
                  </a:lnTo>
                  <a:lnTo>
                    <a:pt x="0" y="2035784"/>
                  </a:lnTo>
                  <a:lnTo>
                    <a:pt x="166001" y="2035784"/>
                  </a:lnTo>
                  <a:lnTo>
                    <a:pt x="166001" y="1982381"/>
                  </a:lnTo>
                  <a:close/>
                </a:path>
                <a:path w="166369" h="3435985">
                  <a:moveTo>
                    <a:pt x="166001" y="1866646"/>
                  </a:moveTo>
                  <a:lnTo>
                    <a:pt x="0" y="1866646"/>
                  </a:lnTo>
                  <a:lnTo>
                    <a:pt x="0" y="1920049"/>
                  </a:lnTo>
                  <a:lnTo>
                    <a:pt x="166001" y="1920049"/>
                  </a:lnTo>
                  <a:lnTo>
                    <a:pt x="166001" y="1866646"/>
                  </a:lnTo>
                  <a:close/>
                </a:path>
                <a:path w="166369" h="3435985">
                  <a:moveTo>
                    <a:pt x="166001" y="1750910"/>
                  </a:moveTo>
                  <a:lnTo>
                    <a:pt x="0" y="1750910"/>
                  </a:lnTo>
                  <a:lnTo>
                    <a:pt x="0" y="1804314"/>
                  </a:lnTo>
                  <a:lnTo>
                    <a:pt x="166001" y="1804314"/>
                  </a:lnTo>
                  <a:lnTo>
                    <a:pt x="166001" y="1750910"/>
                  </a:lnTo>
                  <a:close/>
                </a:path>
                <a:path w="166369" h="3435985">
                  <a:moveTo>
                    <a:pt x="166001" y="1635175"/>
                  </a:moveTo>
                  <a:lnTo>
                    <a:pt x="0" y="1635175"/>
                  </a:lnTo>
                  <a:lnTo>
                    <a:pt x="0" y="1688579"/>
                  </a:lnTo>
                  <a:lnTo>
                    <a:pt x="166001" y="1688579"/>
                  </a:lnTo>
                  <a:lnTo>
                    <a:pt x="166001" y="1635175"/>
                  </a:lnTo>
                  <a:close/>
                </a:path>
                <a:path w="166369" h="3435985">
                  <a:moveTo>
                    <a:pt x="166001" y="1519440"/>
                  </a:moveTo>
                  <a:lnTo>
                    <a:pt x="0" y="1519440"/>
                  </a:lnTo>
                  <a:lnTo>
                    <a:pt x="0" y="1572844"/>
                  </a:lnTo>
                  <a:lnTo>
                    <a:pt x="166001" y="1572844"/>
                  </a:lnTo>
                  <a:lnTo>
                    <a:pt x="166001" y="1519440"/>
                  </a:lnTo>
                  <a:close/>
                </a:path>
                <a:path w="166369" h="3435985">
                  <a:moveTo>
                    <a:pt x="166001" y="1403705"/>
                  </a:moveTo>
                  <a:lnTo>
                    <a:pt x="0" y="1403705"/>
                  </a:lnTo>
                  <a:lnTo>
                    <a:pt x="0" y="1457109"/>
                  </a:lnTo>
                  <a:lnTo>
                    <a:pt x="166001" y="1457109"/>
                  </a:lnTo>
                  <a:lnTo>
                    <a:pt x="166001" y="1403705"/>
                  </a:lnTo>
                  <a:close/>
                </a:path>
                <a:path w="166369" h="3435985">
                  <a:moveTo>
                    <a:pt x="166001" y="1279067"/>
                  </a:moveTo>
                  <a:lnTo>
                    <a:pt x="0" y="1279067"/>
                  </a:lnTo>
                  <a:lnTo>
                    <a:pt x="0" y="1341374"/>
                  </a:lnTo>
                  <a:lnTo>
                    <a:pt x="166001" y="1341374"/>
                  </a:lnTo>
                  <a:lnTo>
                    <a:pt x="166001" y="1279067"/>
                  </a:lnTo>
                  <a:close/>
                </a:path>
                <a:path w="166369" h="3435985">
                  <a:moveTo>
                    <a:pt x="166001" y="1163332"/>
                  </a:moveTo>
                  <a:lnTo>
                    <a:pt x="0" y="1163332"/>
                  </a:lnTo>
                  <a:lnTo>
                    <a:pt x="0" y="1216748"/>
                  </a:lnTo>
                  <a:lnTo>
                    <a:pt x="166001" y="1216748"/>
                  </a:lnTo>
                  <a:lnTo>
                    <a:pt x="166001" y="1163332"/>
                  </a:lnTo>
                  <a:close/>
                </a:path>
                <a:path w="166369" h="3435985">
                  <a:moveTo>
                    <a:pt x="166001" y="1047597"/>
                  </a:moveTo>
                  <a:lnTo>
                    <a:pt x="0" y="1047597"/>
                  </a:lnTo>
                  <a:lnTo>
                    <a:pt x="0" y="1101013"/>
                  </a:lnTo>
                  <a:lnTo>
                    <a:pt x="166001" y="1101013"/>
                  </a:lnTo>
                  <a:lnTo>
                    <a:pt x="166001" y="1047597"/>
                  </a:lnTo>
                  <a:close/>
                </a:path>
                <a:path w="166369" h="3435985">
                  <a:moveTo>
                    <a:pt x="166001" y="934783"/>
                  </a:moveTo>
                  <a:lnTo>
                    <a:pt x="0" y="934783"/>
                  </a:lnTo>
                  <a:lnTo>
                    <a:pt x="0" y="985278"/>
                  </a:lnTo>
                  <a:lnTo>
                    <a:pt x="166001" y="985278"/>
                  </a:lnTo>
                  <a:lnTo>
                    <a:pt x="166001" y="934783"/>
                  </a:lnTo>
                  <a:close/>
                </a:path>
                <a:path w="166369" h="3435985">
                  <a:moveTo>
                    <a:pt x="166001" y="819048"/>
                  </a:moveTo>
                  <a:lnTo>
                    <a:pt x="0" y="819048"/>
                  </a:lnTo>
                  <a:lnTo>
                    <a:pt x="0" y="869543"/>
                  </a:lnTo>
                  <a:lnTo>
                    <a:pt x="166001" y="869543"/>
                  </a:lnTo>
                  <a:lnTo>
                    <a:pt x="166001" y="819048"/>
                  </a:lnTo>
                  <a:close/>
                </a:path>
                <a:path w="166369" h="3435985">
                  <a:moveTo>
                    <a:pt x="166001" y="703313"/>
                  </a:moveTo>
                  <a:lnTo>
                    <a:pt x="0" y="703313"/>
                  </a:lnTo>
                  <a:lnTo>
                    <a:pt x="0" y="756729"/>
                  </a:lnTo>
                  <a:lnTo>
                    <a:pt x="166001" y="756729"/>
                  </a:lnTo>
                  <a:lnTo>
                    <a:pt x="166001" y="703313"/>
                  </a:lnTo>
                  <a:close/>
                </a:path>
                <a:path w="166369" h="3435985">
                  <a:moveTo>
                    <a:pt x="166001" y="587578"/>
                  </a:moveTo>
                  <a:lnTo>
                    <a:pt x="0" y="587578"/>
                  </a:lnTo>
                  <a:lnTo>
                    <a:pt x="0" y="640994"/>
                  </a:lnTo>
                  <a:lnTo>
                    <a:pt x="166001" y="640994"/>
                  </a:lnTo>
                  <a:lnTo>
                    <a:pt x="166001" y="587578"/>
                  </a:lnTo>
                  <a:close/>
                </a:path>
                <a:path w="166369" h="3435985">
                  <a:moveTo>
                    <a:pt x="166001" y="471843"/>
                  </a:moveTo>
                  <a:lnTo>
                    <a:pt x="0" y="471843"/>
                  </a:lnTo>
                  <a:lnTo>
                    <a:pt x="0" y="525259"/>
                  </a:lnTo>
                  <a:lnTo>
                    <a:pt x="166001" y="525259"/>
                  </a:lnTo>
                  <a:lnTo>
                    <a:pt x="166001" y="471843"/>
                  </a:lnTo>
                  <a:close/>
                </a:path>
                <a:path w="166369" h="3435985">
                  <a:moveTo>
                    <a:pt x="166001" y="356108"/>
                  </a:moveTo>
                  <a:lnTo>
                    <a:pt x="0" y="356108"/>
                  </a:lnTo>
                  <a:lnTo>
                    <a:pt x="0" y="409524"/>
                  </a:lnTo>
                  <a:lnTo>
                    <a:pt x="166001" y="409524"/>
                  </a:lnTo>
                  <a:lnTo>
                    <a:pt x="166001" y="356108"/>
                  </a:lnTo>
                  <a:close/>
                </a:path>
                <a:path w="166369" h="3435985">
                  <a:moveTo>
                    <a:pt x="166001" y="240372"/>
                  </a:moveTo>
                  <a:lnTo>
                    <a:pt x="0" y="240372"/>
                  </a:lnTo>
                  <a:lnTo>
                    <a:pt x="0" y="293789"/>
                  </a:lnTo>
                  <a:lnTo>
                    <a:pt x="166001" y="293789"/>
                  </a:lnTo>
                  <a:lnTo>
                    <a:pt x="166001" y="240372"/>
                  </a:lnTo>
                  <a:close/>
                </a:path>
                <a:path w="166369" h="3435985">
                  <a:moveTo>
                    <a:pt x="166001" y="115735"/>
                  </a:moveTo>
                  <a:lnTo>
                    <a:pt x="0" y="115735"/>
                  </a:lnTo>
                  <a:lnTo>
                    <a:pt x="0" y="178054"/>
                  </a:lnTo>
                  <a:lnTo>
                    <a:pt x="166001" y="178054"/>
                  </a:lnTo>
                  <a:lnTo>
                    <a:pt x="166001" y="115735"/>
                  </a:lnTo>
                  <a:close/>
                </a:path>
                <a:path w="166369" h="3435985">
                  <a:moveTo>
                    <a:pt x="166001" y="0"/>
                  </a:moveTo>
                  <a:lnTo>
                    <a:pt x="0" y="0"/>
                  </a:lnTo>
                  <a:lnTo>
                    <a:pt x="0" y="53416"/>
                  </a:lnTo>
                  <a:lnTo>
                    <a:pt x="166001" y="53416"/>
                  </a:lnTo>
                  <a:lnTo>
                    <a:pt x="166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13971020" y="1424867"/>
            <a:ext cx="4201795" cy="167005"/>
          </a:xfrm>
          <a:custGeom>
            <a:avLst/>
            <a:gdLst/>
            <a:ahLst/>
            <a:cxnLst/>
            <a:rect l="l" t="t" r="r" b="b"/>
            <a:pathLst>
              <a:path w="4201794" h="167005">
                <a:moveTo>
                  <a:pt x="4201369" y="0"/>
                </a:moveTo>
                <a:lnTo>
                  <a:pt x="0" y="0"/>
                </a:lnTo>
                <a:lnTo>
                  <a:pt x="0" y="166874"/>
                </a:lnTo>
                <a:lnTo>
                  <a:pt x="4201369" y="166874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3971020" y="1663258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3971020" y="1778992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3971020" y="1894727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3971020" y="2010462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3971020" y="2135097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3971020" y="2250831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3971020" y="2366566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3971020" y="2482301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3971020" y="2598036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3971020" y="2713770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3971016" y="2826594"/>
            <a:ext cx="4201795" cy="65405"/>
          </a:xfrm>
          <a:custGeom>
            <a:avLst/>
            <a:gdLst/>
            <a:ahLst/>
            <a:cxnLst/>
            <a:rect l="l" t="t" r="r" b="b"/>
            <a:pathLst>
              <a:path w="4201794" h="65405">
                <a:moveTo>
                  <a:pt x="4201363" y="0"/>
                </a:moveTo>
                <a:lnTo>
                  <a:pt x="0" y="0"/>
                </a:lnTo>
                <a:lnTo>
                  <a:pt x="0" y="2921"/>
                </a:lnTo>
                <a:lnTo>
                  <a:pt x="0" y="62318"/>
                </a:lnTo>
                <a:lnTo>
                  <a:pt x="0" y="65239"/>
                </a:lnTo>
                <a:lnTo>
                  <a:pt x="4201363" y="65239"/>
                </a:lnTo>
                <a:lnTo>
                  <a:pt x="4201363" y="62318"/>
                </a:lnTo>
                <a:lnTo>
                  <a:pt x="4201363" y="2921"/>
                </a:lnTo>
                <a:lnTo>
                  <a:pt x="4201363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3971020" y="2942318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3971020" y="3058053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3971020" y="3173788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3971020" y="3298423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3971020" y="3414157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3971020" y="3529892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3971020" y="3645627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3971020" y="3761361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3971020" y="3877096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3971020" y="3992831"/>
            <a:ext cx="4201795" cy="62865"/>
          </a:xfrm>
          <a:custGeom>
            <a:avLst/>
            <a:gdLst/>
            <a:ahLst/>
            <a:cxnLst/>
            <a:rect l="l" t="t" r="r" b="b"/>
            <a:pathLst>
              <a:path w="4201794" h="62864">
                <a:moveTo>
                  <a:pt x="4201369" y="0"/>
                </a:moveTo>
                <a:lnTo>
                  <a:pt x="0" y="0"/>
                </a:lnTo>
                <a:lnTo>
                  <a:pt x="0" y="62322"/>
                </a:lnTo>
                <a:lnTo>
                  <a:pt x="4201369" y="62322"/>
                </a:lnTo>
                <a:lnTo>
                  <a:pt x="4201369" y="0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14082137" y="5454860"/>
            <a:ext cx="3974465" cy="364490"/>
            <a:chOff x="14082137" y="5454860"/>
            <a:chExt cx="3974465" cy="364490"/>
          </a:xfrm>
        </p:grpSpPr>
        <p:sp>
          <p:nvSpPr>
            <p:cNvPr id="43" name="object 43" descr=""/>
            <p:cNvSpPr/>
            <p:nvPr/>
          </p:nvSpPr>
          <p:spPr>
            <a:xfrm>
              <a:off x="14082137" y="5517790"/>
              <a:ext cx="3974465" cy="301625"/>
            </a:xfrm>
            <a:custGeom>
              <a:avLst/>
              <a:gdLst/>
              <a:ahLst/>
              <a:cxnLst/>
              <a:rect l="l" t="t" r="r" b="b"/>
              <a:pathLst>
                <a:path w="3974465" h="301625">
                  <a:moveTo>
                    <a:pt x="3974454" y="0"/>
                  </a:moveTo>
                  <a:lnTo>
                    <a:pt x="0" y="0"/>
                  </a:lnTo>
                  <a:lnTo>
                    <a:pt x="0" y="301509"/>
                  </a:lnTo>
                  <a:lnTo>
                    <a:pt x="3974454" y="301509"/>
                  </a:lnTo>
                  <a:lnTo>
                    <a:pt x="39744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4082129" y="5454871"/>
              <a:ext cx="3974465" cy="364490"/>
            </a:xfrm>
            <a:custGeom>
              <a:avLst/>
              <a:gdLst/>
              <a:ahLst/>
              <a:cxnLst/>
              <a:rect l="l" t="t" r="r" b="b"/>
              <a:pathLst>
                <a:path w="3974465" h="364489">
                  <a:moveTo>
                    <a:pt x="3646144" y="0"/>
                  </a:moveTo>
                  <a:lnTo>
                    <a:pt x="324866" y="0"/>
                  </a:lnTo>
                  <a:lnTo>
                    <a:pt x="324866" y="62928"/>
                  </a:lnTo>
                  <a:lnTo>
                    <a:pt x="3646144" y="62928"/>
                  </a:lnTo>
                  <a:lnTo>
                    <a:pt x="3646144" y="0"/>
                  </a:lnTo>
                  <a:close/>
                </a:path>
                <a:path w="3974465" h="364489">
                  <a:moveTo>
                    <a:pt x="3974452" y="301498"/>
                  </a:moveTo>
                  <a:lnTo>
                    <a:pt x="0" y="301498"/>
                  </a:lnTo>
                  <a:lnTo>
                    <a:pt x="0" y="364439"/>
                  </a:lnTo>
                  <a:lnTo>
                    <a:pt x="3974452" y="364439"/>
                  </a:lnTo>
                  <a:lnTo>
                    <a:pt x="3974452" y="301498"/>
                  </a:lnTo>
                  <a:close/>
                </a:path>
              </a:pathLst>
            </a:custGeom>
            <a:solidFill>
              <a:srgbClr val="C4C4C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14743007" y="5877685"/>
            <a:ext cx="1073150" cy="325755"/>
            <a:chOff x="14743007" y="5877685"/>
            <a:chExt cx="1073150" cy="325755"/>
          </a:xfrm>
        </p:grpSpPr>
        <p:sp>
          <p:nvSpPr>
            <p:cNvPr id="46" name="object 46" descr=""/>
            <p:cNvSpPr/>
            <p:nvPr/>
          </p:nvSpPr>
          <p:spPr>
            <a:xfrm>
              <a:off x="14743007" y="5877685"/>
              <a:ext cx="1073150" cy="325755"/>
            </a:xfrm>
            <a:custGeom>
              <a:avLst/>
              <a:gdLst/>
              <a:ahLst/>
              <a:cxnLst/>
              <a:rect l="l" t="t" r="r" b="b"/>
              <a:pathLst>
                <a:path w="1073150" h="325754">
                  <a:moveTo>
                    <a:pt x="1072543" y="0"/>
                  </a:moveTo>
                  <a:lnTo>
                    <a:pt x="0" y="0"/>
                  </a:lnTo>
                  <a:lnTo>
                    <a:pt x="0" y="325183"/>
                  </a:lnTo>
                  <a:lnTo>
                    <a:pt x="1072543" y="325183"/>
                  </a:lnTo>
                  <a:lnTo>
                    <a:pt x="1072543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95186" y="5956854"/>
              <a:ext cx="167199" cy="166853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4799591" y="5920688"/>
              <a:ext cx="480059" cy="238125"/>
            </a:xfrm>
            <a:custGeom>
              <a:avLst/>
              <a:gdLst/>
              <a:ahLst/>
              <a:cxnLst/>
              <a:rect l="l" t="t" r="r" b="b"/>
              <a:pathLst>
                <a:path w="480059" h="238125">
                  <a:moveTo>
                    <a:pt x="479681" y="0"/>
                  </a:moveTo>
                  <a:lnTo>
                    <a:pt x="0" y="0"/>
                  </a:lnTo>
                  <a:lnTo>
                    <a:pt x="0" y="237835"/>
                  </a:lnTo>
                  <a:lnTo>
                    <a:pt x="479681" y="237835"/>
                  </a:lnTo>
                  <a:lnTo>
                    <a:pt x="47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4837309" y="5944876"/>
              <a:ext cx="278765" cy="186055"/>
            </a:xfrm>
            <a:custGeom>
              <a:avLst/>
              <a:gdLst/>
              <a:ahLst/>
              <a:cxnLst/>
              <a:rect l="l" t="t" r="r" b="b"/>
              <a:pathLst>
                <a:path w="278765" h="186054">
                  <a:moveTo>
                    <a:pt x="18872" y="0"/>
                  </a:moveTo>
                  <a:lnTo>
                    <a:pt x="0" y="0"/>
                  </a:lnTo>
                  <a:lnTo>
                    <a:pt x="0" y="185432"/>
                  </a:lnTo>
                  <a:lnTo>
                    <a:pt x="18872" y="185432"/>
                  </a:lnTo>
                  <a:lnTo>
                    <a:pt x="18872" y="0"/>
                  </a:lnTo>
                  <a:close/>
                </a:path>
                <a:path w="278765" h="186054">
                  <a:moveTo>
                    <a:pt x="53378" y="0"/>
                  </a:moveTo>
                  <a:lnTo>
                    <a:pt x="34505" y="0"/>
                  </a:lnTo>
                  <a:lnTo>
                    <a:pt x="34505" y="185432"/>
                  </a:lnTo>
                  <a:lnTo>
                    <a:pt x="53378" y="185432"/>
                  </a:lnTo>
                  <a:lnTo>
                    <a:pt x="53378" y="0"/>
                  </a:lnTo>
                  <a:close/>
                </a:path>
                <a:path w="278765" h="186054">
                  <a:moveTo>
                    <a:pt x="278676" y="0"/>
                  </a:moveTo>
                  <a:lnTo>
                    <a:pt x="259803" y="0"/>
                  </a:lnTo>
                  <a:lnTo>
                    <a:pt x="259803" y="185432"/>
                  </a:lnTo>
                  <a:lnTo>
                    <a:pt x="278676" y="185432"/>
                  </a:lnTo>
                  <a:lnTo>
                    <a:pt x="278676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 descr=""/>
          <p:cNvGrpSpPr/>
          <p:nvPr/>
        </p:nvGrpSpPr>
        <p:grpSpPr>
          <a:xfrm>
            <a:off x="17150346" y="4797819"/>
            <a:ext cx="1664335" cy="1224915"/>
            <a:chOff x="17150346" y="4797819"/>
            <a:chExt cx="1664335" cy="1224915"/>
          </a:xfrm>
        </p:grpSpPr>
        <p:sp>
          <p:nvSpPr>
            <p:cNvPr id="51" name="object 51" descr=""/>
            <p:cNvSpPr/>
            <p:nvPr/>
          </p:nvSpPr>
          <p:spPr>
            <a:xfrm>
              <a:off x="17150346" y="4797819"/>
              <a:ext cx="1664335" cy="1224915"/>
            </a:xfrm>
            <a:custGeom>
              <a:avLst/>
              <a:gdLst/>
              <a:ahLst/>
              <a:cxnLst/>
              <a:rect l="l" t="t" r="r" b="b"/>
              <a:pathLst>
                <a:path w="1664334" h="1224914">
                  <a:moveTo>
                    <a:pt x="1619626" y="0"/>
                  </a:moveTo>
                  <a:lnTo>
                    <a:pt x="44522" y="0"/>
                  </a:lnTo>
                  <a:lnTo>
                    <a:pt x="35387" y="934"/>
                  </a:lnTo>
                  <a:lnTo>
                    <a:pt x="3372" y="27419"/>
                  </a:lnTo>
                  <a:lnTo>
                    <a:pt x="0" y="44407"/>
                  </a:lnTo>
                  <a:lnTo>
                    <a:pt x="0" y="1180047"/>
                  </a:lnTo>
                  <a:lnTo>
                    <a:pt x="3497" y="1197331"/>
                  </a:lnTo>
                  <a:lnTo>
                    <a:pt x="13037" y="1211447"/>
                  </a:lnTo>
                  <a:lnTo>
                    <a:pt x="27189" y="1220964"/>
                  </a:lnTo>
                  <a:lnTo>
                    <a:pt x="44522" y="1224454"/>
                  </a:lnTo>
                  <a:lnTo>
                    <a:pt x="1619626" y="1224454"/>
                  </a:lnTo>
                  <a:lnTo>
                    <a:pt x="1636954" y="1220964"/>
                  </a:lnTo>
                  <a:lnTo>
                    <a:pt x="1651106" y="1211447"/>
                  </a:lnTo>
                  <a:lnTo>
                    <a:pt x="1660649" y="1197331"/>
                  </a:lnTo>
                  <a:lnTo>
                    <a:pt x="1664148" y="1180047"/>
                  </a:lnTo>
                  <a:lnTo>
                    <a:pt x="1664148" y="44407"/>
                  </a:lnTo>
                  <a:lnTo>
                    <a:pt x="1644905" y="7849"/>
                  </a:lnTo>
                  <a:lnTo>
                    <a:pt x="1619626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7200523" y="4851643"/>
              <a:ext cx="1564005" cy="1012825"/>
            </a:xfrm>
            <a:custGeom>
              <a:avLst/>
              <a:gdLst/>
              <a:ahLst/>
              <a:cxnLst/>
              <a:rect l="l" t="t" r="r" b="b"/>
              <a:pathLst>
                <a:path w="1564005" h="1012825">
                  <a:moveTo>
                    <a:pt x="1563795" y="0"/>
                  </a:moveTo>
                  <a:lnTo>
                    <a:pt x="0" y="0"/>
                  </a:lnTo>
                  <a:lnTo>
                    <a:pt x="0" y="1012503"/>
                  </a:lnTo>
                  <a:lnTo>
                    <a:pt x="1563795" y="1012503"/>
                  </a:lnTo>
                  <a:lnTo>
                    <a:pt x="1563795" y="0"/>
                  </a:lnTo>
                  <a:close/>
                </a:path>
              </a:pathLst>
            </a:custGeom>
            <a:solidFill>
              <a:srgbClr val="D1D1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7957035" y="589960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81" y="0"/>
                  </a:moveTo>
                  <a:lnTo>
                    <a:pt x="15500" y="1988"/>
                  </a:lnTo>
                  <a:lnTo>
                    <a:pt x="7433" y="7412"/>
                  </a:lnTo>
                  <a:lnTo>
                    <a:pt x="1994" y="15456"/>
                  </a:lnTo>
                  <a:lnTo>
                    <a:pt x="0" y="25308"/>
                  </a:lnTo>
                  <a:lnTo>
                    <a:pt x="1994" y="35159"/>
                  </a:lnTo>
                  <a:lnTo>
                    <a:pt x="7433" y="43204"/>
                  </a:lnTo>
                  <a:lnTo>
                    <a:pt x="15500" y="48627"/>
                  </a:lnTo>
                  <a:lnTo>
                    <a:pt x="25381" y="50616"/>
                  </a:lnTo>
                  <a:lnTo>
                    <a:pt x="35262" y="48627"/>
                  </a:lnTo>
                  <a:lnTo>
                    <a:pt x="43329" y="43204"/>
                  </a:lnTo>
                  <a:lnTo>
                    <a:pt x="48768" y="35159"/>
                  </a:lnTo>
                  <a:lnTo>
                    <a:pt x="50762" y="25308"/>
                  </a:lnTo>
                  <a:lnTo>
                    <a:pt x="48768" y="15456"/>
                  </a:lnTo>
                  <a:lnTo>
                    <a:pt x="43329" y="7412"/>
                  </a:lnTo>
                  <a:lnTo>
                    <a:pt x="35262" y="1988"/>
                  </a:lnTo>
                  <a:lnTo>
                    <a:pt x="25381" y="0"/>
                  </a:lnTo>
                  <a:close/>
                </a:path>
              </a:pathLst>
            </a:custGeom>
            <a:solidFill>
              <a:srgbClr val="8B8B8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7961764" y="5904319"/>
              <a:ext cx="41910" cy="41275"/>
            </a:xfrm>
            <a:custGeom>
              <a:avLst/>
              <a:gdLst/>
              <a:ahLst/>
              <a:cxnLst/>
              <a:rect l="l" t="t" r="r" b="b"/>
              <a:pathLst>
                <a:path w="41909" h="41275">
                  <a:moveTo>
                    <a:pt x="20659" y="0"/>
                  </a:moveTo>
                  <a:lnTo>
                    <a:pt x="12616" y="1619"/>
                  </a:lnTo>
                  <a:lnTo>
                    <a:pt x="6049" y="6033"/>
                  </a:lnTo>
                  <a:lnTo>
                    <a:pt x="1622" y="12580"/>
                  </a:lnTo>
                  <a:lnTo>
                    <a:pt x="0" y="20596"/>
                  </a:lnTo>
                  <a:lnTo>
                    <a:pt x="1622" y="28611"/>
                  </a:lnTo>
                  <a:lnTo>
                    <a:pt x="6049" y="35158"/>
                  </a:lnTo>
                  <a:lnTo>
                    <a:pt x="12616" y="39573"/>
                  </a:lnTo>
                  <a:lnTo>
                    <a:pt x="20659" y="41192"/>
                  </a:lnTo>
                  <a:lnTo>
                    <a:pt x="28695" y="39573"/>
                  </a:lnTo>
                  <a:lnTo>
                    <a:pt x="35259" y="35158"/>
                  </a:lnTo>
                  <a:lnTo>
                    <a:pt x="39684" y="28611"/>
                  </a:lnTo>
                  <a:lnTo>
                    <a:pt x="41307" y="20596"/>
                  </a:lnTo>
                  <a:lnTo>
                    <a:pt x="39684" y="12580"/>
                  </a:lnTo>
                  <a:lnTo>
                    <a:pt x="35259" y="6033"/>
                  </a:lnTo>
                  <a:lnTo>
                    <a:pt x="28695" y="1619"/>
                  </a:lnTo>
                  <a:lnTo>
                    <a:pt x="20659" y="0"/>
                  </a:lnTo>
                  <a:close/>
                </a:path>
              </a:pathLst>
            </a:custGeom>
            <a:solidFill>
              <a:srgbClr val="8B8B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17612683" y="6022264"/>
            <a:ext cx="739775" cy="181610"/>
            <a:chOff x="17612683" y="6022264"/>
            <a:chExt cx="739775" cy="181610"/>
          </a:xfrm>
        </p:grpSpPr>
        <p:sp>
          <p:nvSpPr>
            <p:cNvPr id="56" name="object 56" descr=""/>
            <p:cNvSpPr/>
            <p:nvPr/>
          </p:nvSpPr>
          <p:spPr>
            <a:xfrm>
              <a:off x="17612683" y="6162205"/>
              <a:ext cx="739775" cy="41910"/>
            </a:xfrm>
            <a:custGeom>
              <a:avLst/>
              <a:gdLst/>
              <a:ahLst/>
              <a:cxnLst/>
              <a:rect l="l" t="t" r="r" b="b"/>
              <a:pathLst>
                <a:path w="739775" h="41910">
                  <a:moveTo>
                    <a:pt x="733768" y="0"/>
                  </a:moveTo>
                  <a:lnTo>
                    <a:pt x="5696" y="0"/>
                  </a:lnTo>
                  <a:lnTo>
                    <a:pt x="596" y="4743"/>
                  </a:lnTo>
                  <a:lnTo>
                    <a:pt x="41" y="10764"/>
                  </a:lnTo>
                  <a:lnTo>
                    <a:pt x="0" y="36208"/>
                  </a:lnTo>
                  <a:lnTo>
                    <a:pt x="5340" y="41538"/>
                  </a:lnTo>
                  <a:lnTo>
                    <a:pt x="734134" y="41538"/>
                  </a:lnTo>
                  <a:lnTo>
                    <a:pt x="739474" y="36208"/>
                  </a:lnTo>
                  <a:lnTo>
                    <a:pt x="739474" y="11842"/>
                  </a:lnTo>
                  <a:lnTo>
                    <a:pt x="738878" y="4743"/>
                  </a:lnTo>
                  <a:lnTo>
                    <a:pt x="733768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7769243" y="6022272"/>
              <a:ext cx="426720" cy="140335"/>
            </a:xfrm>
            <a:custGeom>
              <a:avLst/>
              <a:gdLst/>
              <a:ahLst/>
              <a:cxnLst/>
              <a:rect l="l" t="t" r="r" b="b"/>
              <a:pathLst>
                <a:path w="426719" h="140335">
                  <a:moveTo>
                    <a:pt x="363894" y="0"/>
                  </a:moveTo>
                  <a:lnTo>
                    <a:pt x="62458" y="0"/>
                  </a:lnTo>
                  <a:lnTo>
                    <a:pt x="0" y="139932"/>
                  </a:lnTo>
                  <a:lnTo>
                    <a:pt x="426353" y="139932"/>
                  </a:lnTo>
                  <a:lnTo>
                    <a:pt x="363894" y="0"/>
                  </a:lnTo>
                  <a:close/>
                </a:path>
              </a:pathLst>
            </a:custGeom>
            <a:solidFill>
              <a:srgbClr val="AAAA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7807086" y="6022264"/>
              <a:ext cx="351155" cy="55244"/>
            </a:xfrm>
            <a:custGeom>
              <a:avLst/>
              <a:gdLst/>
              <a:ahLst/>
              <a:cxnLst/>
              <a:rect l="l" t="t" r="r" b="b"/>
              <a:pathLst>
                <a:path w="351155" h="55245">
                  <a:moveTo>
                    <a:pt x="326042" y="0"/>
                  </a:moveTo>
                  <a:lnTo>
                    <a:pt x="24617" y="0"/>
                  </a:lnTo>
                  <a:lnTo>
                    <a:pt x="0" y="55171"/>
                  </a:lnTo>
                  <a:lnTo>
                    <a:pt x="350669" y="55171"/>
                  </a:lnTo>
                  <a:lnTo>
                    <a:pt x="326042" y="0"/>
                  </a:lnTo>
                  <a:close/>
                </a:path>
              </a:pathLst>
            </a:custGeom>
            <a:solidFill>
              <a:srgbClr val="1D1D1B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17162944" y="4797823"/>
            <a:ext cx="1639570" cy="1066800"/>
            <a:chOff x="17162944" y="4797823"/>
            <a:chExt cx="1639570" cy="1066800"/>
          </a:xfrm>
        </p:grpSpPr>
        <p:sp>
          <p:nvSpPr>
            <p:cNvPr id="60" name="object 60" descr=""/>
            <p:cNvSpPr/>
            <p:nvPr/>
          </p:nvSpPr>
          <p:spPr>
            <a:xfrm>
              <a:off x="17162944" y="4797823"/>
              <a:ext cx="1639570" cy="13970"/>
            </a:xfrm>
            <a:custGeom>
              <a:avLst/>
              <a:gdLst/>
              <a:ahLst/>
              <a:cxnLst/>
              <a:rect l="l" t="t" r="r" b="b"/>
              <a:pathLst>
                <a:path w="1639569" h="13970">
                  <a:moveTo>
                    <a:pt x="1607029" y="0"/>
                  </a:moveTo>
                  <a:lnTo>
                    <a:pt x="31925" y="0"/>
                  </a:lnTo>
                  <a:lnTo>
                    <a:pt x="22790" y="934"/>
                  </a:lnTo>
                  <a:lnTo>
                    <a:pt x="14297" y="3613"/>
                  </a:lnTo>
                  <a:lnTo>
                    <a:pt x="6637" y="7849"/>
                  </a:lnTo>
                  <a:lnTo>
                    <a:pt x="0" y="13455"/>
                  </a:lnTo>
                  <a:lnTo>
                    <a:pt x="1638944" y="13455"/>
                  </a:lnTo>
                  <a:lnTo>
                    <a:pt x="1632308" y="7849"/>
                  </a:lnTo>
                  <a:lnTo>
                    <a:pt x="1624652" y="3613"/>
                  </a:lnTo>
                  <a:lnTo>
                    <a:pt x="1616162" y="934"/>
                  </a:lnTo>
                  <a:lnTo>
                    <a:pt x="1607029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7200512" y="4851647"/>
              <a:ext cx="1564005" cy="1012825"/>
            </a:xfrm>
            <a:custGeom>
              <a:avLst/>
              <a:gdLst/>
              <a:ahLst/>
              <a:cxnLst/>
              <a:rect l="l" t="t" r="r" b="b"/>
              <a:pathLst>
                <a:path w="1564005" h="1012825">
                  <a:moveTo>
                    <a:pt x="877379" y="0"/>
                  </a:moveTo>
                  <a:lnTo>
                    <a:pt x="572084" y="0"/>
                  </a:lnTo>
                  <a:lnTo>
                    <a:pt x="0" y="570522"/>
                  </a:lnTo>
                  <a:lnTo>
                    <a:pt x="0" y="874991"/>
                  </a:lnTo>
                  <a:lnTo>
                    <a:pt x="877379" y="0"/>
                  </a:lnTo>
                  <a:close/>
                </a:path>
                <a:path w="1564005" h="1012825">
                  <a:moveTo>
                    <a:pt x="1563801" y="229971"/>
                  </a:moveTo>
                  <a:lnTo>
                    <a:pt x="779106" y="1012507"/>
                  </a:lnTo>
                  <a:lnTo>
                    <a:pt x="951572" y="1012507"/>
                  </a:lnTo>
                  <a:lnTo>
                    <a:pt x="1563801" y="401955"/>
                  </a:lnTo>
                  <a:lnTo>
                    <a:pt x="1563801" y="229971"/>
                  </a:lnTo>
                  <a:close/>
                </a:path>
                <a:path w="1564005" h="1012825">
                  <a:moveTo>
                    <a:pt x="1563801" y="0"/>
                  </a:moveTo>
                  <a:lnTo>
                    <a:pt x="1389405" y="0"/>
                  </a:lnTo>
                  <a:lnTo>
                    <a:pt x="374129" y="1012507"/>
                  </a:lnTo>
                  <a:lnTo>
                    <a:pt x="725449" y="1012507"/>
                  </a:lnTo>
                  <a:lnTo>
                    <a:pt x="1563801" y="176453"/>
                  </a:lnTo>
                  <a:lnTo>
                    <a:pt x="1563801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13479243" y="5784263"/>
            <a:ext cx="5773420" cy="2800350"/>
            <a:chOff x="13479243" y="5784263"/>
            <a:chExt cx="5773420" cy="2800350"/>
          </a:xfrm>
        </p:grpSpPr>
        <p:sp>
          <p:nvSpPr>
            <p:cNvPr id="63" name="object 63" descr=""/>
            <p:cNvSpPr/>
            <p:nvPr/>
          </p:nvSpPr>
          <p:spPr>
            <a:xfrm>
              <a:off x="13479234" y="6207473"/>
              <a:ext cx="5773420" cy="2280920"/>
            </a:xfrm>
            <a:custGeom>
              <a:avLst/>
              <a:gdLst/>
              <a:ahLst/>
              <a:cxnLst/>
              <a:rect l="l" t="t" r="r" b="b"/>
              <a:pathLst>
                <a:path w="5773419" h="2280920">
                  <a:moveTo>
                    <a:pt x="5773331" y="0"/>
                  </a:moveTo>
                  <a:lnTo>
                    <a:pt x="0" y="0"/>
                  </a:lnTo>
                  <a:lnTo>
                    <a:pt x="0" y="174688"/>
                  </a:lnTo>
                  <a:lnTo>
                    <a:pt x="177863" y="174688"/>
                  </a:lnTo>
                  <a:lnTo>
                    <a:pt x="177863" y="2120671"/>
                  </a:lnTo>
                  <a:lnTo>
                    <a:pt x="291058" y="2120671"/>
                  </a:lnTo>
                  <a:lnTo>
                    <a:pt x="291058" y="2280577"/>
                  </a:lnTo>
                  <a:lnTo>
                    <a:pt x="420395" y="2280577"/>
                  </a:lnTo>
                  <a:lnTo>
                    <a:pt x="420395" y="2120671"/>
                  </a:lnTo>
                  <a:lnTo>
                    <a:pt x="1503718" y="2120671"/>
                  </a:lnTo>
                  <a:lnTo>
                    <a:pt x="1503718" y="2280577"/>
                  </a:lnTo>
                  <a:lnTo>
                    <a:pt x="1633067" y="2280577"/>
                  </a:lnTo>
                  <a:lnTo>
                    <a:pt x="1633067" y="2120671"/>
                  </a:lnTo>
                  <a:lnTo>
                    <a:pt x="1762417" y="2120671"/>
                  </a:lnTo>
                  <a:lnTo>
                    <a:pt x="1762417" y="174688"/>
                  </a:lnTo>
                  <a:lnTo>
                    <a:pt x="5224513" y="174688"/>
                  </a:lnTo>
                  <a:lnTo>
                    <a:pt x="5224513" y="2275687"/>
                  </a:lnTo>
                  <a:lnTo>
                    <a:pt x="5353863" y="2275687"/>
                  </a:lnTo>
                  <a:lnTo>
                    <a:pt x="5353863" y="174688"/>
                  </a:lnTo>
                  <a:lnTo>
                    <a:pt x="5773331" y="174688"/>
                  </a:lnTo>
                  <a:lnTo>
                    <a:pt x="5773331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3770282" y="6502430"/>
              <a:ext cx="1342390" cy="476884"/>
            </a:xfrm>
            <a:custGeom>
              <a:avLst/>
              <a:gdLst/>
              <a:ahLst/>
              <a:cxnLst/>
              <a:rect l="l" t="t" r="r" b="b"/>
              <a:pathLst>
                <a:path w="1342390" h="476884">
                  <a:moveTo>
                    <a:pt x="1342021" y="0"/>
                  </a:moveTo>
                  <a:lnTo>
                    <a:pt x="0" y="0"/>
                  </a:lnTo>
                  <a:lnTo>
                    <a:pt x="0" y="476341"/>
                  </a:lnTo>
                  <a:lnTo>
                    <a:pt x="1342021" y="476341"/>
                  </a:lnTo>
                  <a:lnTo>
                    <a:pt x="1342021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4295774" y="6733051"/>
              <a:ext cx="291465" cy="53975"/>
            </a:xfrm>
            <a:custGeom>
              <a:avLst/>
              <a:gdLst/>
              <a:ahLst/>
              <a:cxnLst/>
              <a:rect l="l" t="t" r="r" b="b"/>
              <a:pathLst>
                <a:path w="291465" h="53975">
                  <a:moveTo>
                    <a:pt x="291038" y="0"/>
                  </a:moveTo>
                  <a:lnTo>
                    <a:pt x="0" y="0"/>
                  </a:lnTo>
                  <a:lnTo>
                    <a:pt x="0" y="53747"/>
                  </a:lnTo>
                  <a:lnTo>
                    <a:pt x="291038" y="53747"/>
                  </a:lnTo>
                  <a:lnTo>
                    <a:pt x="291038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3770282" y="7099040"/>
              <a:ext cx="1342390" cy="476884"/>
            </a:xfrm>
            <a:custGeom>
              <a:avLst/>
              <a:gdLst/>
              <a:ahLst/>
              <a:cxnLst/>
              <a:rect l="l" t="t" r="r" b="b"/>
              <a:pathLst>
                <a:path w="1342390" h="476884">
                  <a:moveTo>
                    <a:pt x="1342021" y="0"/>
                  </a:moveTo>
                  <a:lnTo>
                    <a:pt x="0" y="0"/>
                  </a:lnTo>
                  <a:lnTo>
                    <a:pt x="0" y="476341"/>
                  </a:lnTo>
                  <a:lnTo>
                    <a:pt x="1342021" y="476341"/>
                  </a:lnTo>
                  <a:lnTo>
                    <a:pt x="1342021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4295774" y="7329672"/>
              <a:ext cx="291465" cy="53975"/>
            </a:xfrm>
            <a:custGeom>
              <a:avLst/>
              <a:gdLst/>
              <a:ahLst/>
              <a:cxnLst/>
              <a:rect l="l" t="t" r="r" b="b"/>
              <a:pathLst>
                <a:path w="291465" h="53975">
                  <a:moveTo>
                    <a:pt x="291038" y="0"/>
                  </a:moveTo>
                  <a:lnTo>
                    <a:pt x="0" y="0"/>
                  </a:lnTo>
                  <a:lnTo>
                    <a:pt x="0" y="53747"/>
                  </a:lnTo>
                  <a:lnTo>
                    <a:pt x="291038" y="53747"/>
                  </a:lnTo>
                  <a:lnTo>
                    <a:pt x="291038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3770282" y="7695660"/>
              <a:ext cx="1342390" cy="476884"/>
            </a:xfrm>
            <a:custGeom>
              <a:avLst/>
              <a:gdLst/>
              <a:ahLst/>
              <a:cxnLst/>
              <a:rect l="l" t="t" r="r" b="b"/>
              <a:pathLst>
                <a:path w="1342390" h="476884">
                  <a:moveTo>
                    <a:pt x="1342021" y="0"/>
                  </a:moveTo>
                  <a:lnTo>
                    <a:pt x="0" y="0"/>
                  </a:lnTo>
                  <a:lnTo>
                    <a:pt x="0" y="476341"/>
                  </a:lnTo>
                  <a:lnTo>
                    <a:pt x="1342021" y="476341"/>
                  </a:lnTo>
                  <a:lnTo>
                    <a:pt x="1342021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4295774" y="7926282"/>
              <a:ext cx="291465" cy="53975"/>
            </a:xfrm>
            <a:custGeom>
              <a:avLst/>
              <a:gdLst/>
              <a:ahLst/>
              <a:cxnLst/>
              <a:rect l="l" t="t" r="r" b="b"/>
              <a:pathLst>
                <a:path w="291465" h="53975">
                  <a:moveTo>
                    <a:pt x="291038" y="0"/>
                  </a:moveTo>
                  <a:lnTo>
                    <a:pt x="0" y="0"/>
                  </a:lnTo>
                  <a:lnTo>
                    <a:pt x="0" y="53747"/>
                  </a:lnTo>
                  <a:lnTo>
                    <a:pt x="291038" y="53747"/>
                  </a:lnTo>
                  <a:lnTo>
                    <a:pt x="291038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89159" y="8453328"/>
              <a:ext cx="131430" cy="131074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68053" y="8453328"/>
              <a:ext cx="131430" cy="131074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46944" y="8453328"/>
              <a:ext cx="131430" cy="131074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15677210" y="5784271"/>
              <a:ext cx="1713864" cy="1642110"/>
            </a:xfrm>
            <a:custGeom>
              <a:avLst/>
              <a:gdLst/>
              <a:ahLst/>
              <a:cxnLst/>
              <a:rect l="l" t="t" r="r" b="b"/>
              <a:pathLst>
                <a:path w="1713865" h="1642109">
                  <a:moveTo>
                    <a:pt x="1688782" y="297078"/>
                  </a:moveTo>
                  <a:lnTo>
                    <a:pt x="1684870" y="249047"/>
                  </a:lnTo>
                  <a:lnTo>
                    <a:pt x="1673542" y="203428"/>
                  </a:lnTo>
                  <a:lnTo>
                    <a:pt x="1655419" y="160845"/>
                  </a:lnTo>
                  <a:lnTo>
                    <a:pt x="1631124" y="121907"/>
                  </a:lnTo>
                  <a:lnTo>
                    <a:pt x="1601292" y="87261"/>
                  </a:lnTo>
                  <a:lnTo>
                    <a:pt x="1566545" y="57505"/>
                  </a:lnTo>
                  <a:lnTo>
                    <a:pt x="1527505" y="33286"/>
                  </a:lnTo>
                  <a:lnTo>
                    <a:pt x="1484807" y="15201"/>
                  </a:lnTo>
                  <a:lnTo>
                    <a:pt x="1439062" y="3898"/>
                  </a:lnTo>
                  <a:lnTo>
                    <a:pt x="1390904" y="0"/>
                  </a:lnTo>
                  <a:lnTo>
                    <a:pt x="329920" y="0"/>
                  </a:lnTo>
                  <a:lnTo>
                    <a:pt x="281762" y="3898"/>
                  </a:lnTo>
                  <a:lnTo>
                    <a:pt x="236016" y="15201"/>
                  </a:lnTo>
                  <a:lnTo>
                    <a:pt x="193306" y="33286"/>
                  </a:lnTo>
                  <a:lnTo>
                    <a:pt x="154266" y="57505"/>
                  </a:lnTo>
                  <a:lnTo>
                    <a:pt x="119507" y="87261"/>
                  </a:lnTo>
                  <a:lnTo>
                    <a:pt x="89674" y="121907"/>
                  </a:lnTo>
                  <a:lnTo>
                    <a:pt x="65379" y="160845"/>
                  </a:lnTo>
                  <a:lnTo>
                    <a:pt x="47244" y="203428"/>
                  </a:lnTo>
                  <a:lnTo>
                    <a:pt x="35902" y="249047"/>
                  </a:lnTo>
                  <a:lnTo>
                    <a:pt x="31991" y="297078"/>
                  </a:lnTo>
                  <a:lnTo>
                    <a:pt x="31991" y="753275"/>
                  </a:lnTo>
                  <a:lnTo>
                    <a:pt x="37096" y="807974"/>
                  </a:lnTo>
                  <a:lnTo>
                    <a:pt x="51765" y="859409"/>
                  </a:lnTo>
                  <a:lnTo>
                    <a:pt x="75082" y="906665"/>
                  </a:lnTo>
                  <a:lnTo>
                    <a:pt x="106108" y="948791"/>
                  </a:lnTo>
                  <a:lnTo>
                    <a:pt x="141833" y="983234"/>
                  </a:lnTo>
                  <a:lnTo>
                    <a:pt x="182892" y="1011402"/>
                  </a:lnTo>
                  <a:lnTo>
                    <a:pt x="228447" y="1032510"/>
                  </a:lnTo>
                  <a:lnTo>
                    <a:pt x="277736" y="1045756"/>
                  </a:lnTo>
                  <a:lnTo>
                    <a:pt x="329920" y="1050353"/>
                  </a:lnTo>
                  <a:lnTo>
                    <a:pt x="1390904" y="1050353"/>
                  </a:lnTo>
                  <a:lnTo>
                    <a:pt x="1443088" y="1045756"/>
                  </a:lnTo>
                  <a:lnTo>
                    <a:pt x="1492364" y="1032510"/>
                  </a:lnTo>
                  <a:lnTo>
                    <a:pt x="1537919" y="1011402"/>
                  </a:lnTo>
                  <a:lnTo>
                    <a:pt x="1578965" y="983234"/>
                  </a:lnTo>
                  <a:lnTo>
                    <a:pt x="1614678" y="948791"/>
                  </a:lnTo>
                  <a:lnTo>
                    <a:pt x="1645704" y="906665"/>
                  </a:lnTo>
                  <a:lnTo>
                    <a:pt x="1669021" y="859409"/>
                  </a:lnTo>
                  <a:lnTo>
                    <a:pt x="1683689" y="807974"/>
                  </a:lnTo>
                  <a:lnTo>
                    <a:pt x="1688782" y="753275"/>
                  </a:lnTo>
                  <a:lnTo>
                    <a:pt x="1688782" y="297078"/>
                  </a:lnTo>
                  <a:close/>
                </a:path>
                <a:path w="1713865" h="1642109">
                  <a:moveTo>
                    <a:pt x="1713826" y="1382255"/>
                  </a:moveTo>
                  <a:lnTo>
                    <a:pt x="1704263" y="1335354"/>
                  </a:lnTo>
                  <a:lnTo>
                    <a:pt x="1678228" y="1296949"/>
                  </a:lnTo>
                  <a:lnTo>
                    <a:pt x="1639709" y="1271003"/>
                  </a:lnTo>
                  <a:lnTo>
                    <a:pt x="1592668" y="1261465"/>
                  </a:lnTo>
                  <a:lnTo>
                    <a:pt x="121158" y="1261465"/>
                  </a:lnTo>
                  <a:lnTo>
                    <a:pt x="74104" y="1271003"/>
                  </a:lnTo>
                  <a:lnTo>
                    <a:pt x="35572" y="1296949"/>
                  </a:lnTo>
                  <a:lnTo>
                    <a:pt x="9550" y="1335354"/>
                  </a:lnTo>
                  <a:lnTo>
                    <a:pt x="0" y="1382255"/>
                  </a:lnTo>
                  <a:lnTo>
                    <a:pt x="0" y="1529245"/>
                  </a:lnTo>
                  <a:lnTo>
                    <a:pt x="17716" y="1583537"/>
                  </a:lnTo>
                  <a:lnTo>
                    <a:pt x="44310" y="1614030"/>
                  </a:lnTo>
                  <a:lnTo>
                    <a:pt x="79679" y="1634261"/>
                  </a:lnTo>
                  <a:lnTo>
                    <a:pt x="121158" y="1641589"/>
                  </a:lnTo>
                  <a:lnTo>
                    <a:pt x="1592668" y="1641589"/>
                  </a:lnTo>
                  <a:lnTo>
                    <a:pt x="1634121" y="1634261"/>
                  </a:lnTo>
                  <a:lnTo>
                    <a:pt x="1669478" y="1614030"/>
                  </a:lnTo>
                  <a:lnTo>
                    <a:pt x="1696085" y="1583537"/>
                  </a:lnTo>
                  <a:lnTo>
                    <a:pt x="1711286" y="1545412"/>
                  </a:lnTo>
                  <a:lnTo>
                    <a:pt x="1713826" y="1529245"/>
                  </a:lnTo>
                  <a:lnTo>
                    <a:pt x="1713826" y="1382255"/>
                  </a:lnTo>
                  <a:close/>
                </a:path>
              </a:pathLst>
            </a:custGeom>
            <a:solidFill>
              <a:srgbClr val="91D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5709213" y="5784267"/>
              <a:ext cx="1657350" cy="393065"/>
            </a:xfrm>
            <a:custGeom>
              <a:avLst/>
              <a:gdLst/>
              <a:ahLst/>
              <a:cxnLst/>
              <a:rect l="l" t="t" r="r" b="b"/>
              <a:pathLst>
                <a:path w="1657350" h="393064">
                  <a:moveTo>
                    <a:pt x="1358901" y="0"/>
                  </a:moveTo>
                  <a:lnTo>
                    <a:pt x="297928" y="0"/>
                  </a:lnTo>
                  <a:lnTo>
                    <a:pt x="249768" y="3905"/>
                  </a:lnTo>
                  <a:lnTo>
                    <a:pt x="204021" y="15208"/>
                  </a:lnTo>
                  <a:lnTo>
                    <a:pt x="161313" y="33283"/>
                  </a:lnTo>
                  <a:lnTo>
                    <a:pt x="122270" y="57507"/>
                  </a:lnTo>
                  <a:lnTo>
                    <a:pt x="87516" y="87257"/>
                  </a:lnTo>
                  <a:lnTo>
                    <a:pt x="57679" y="121910"/>
                  </a:lnTo>
                  <a:lnTo>
                    <a:pt x="33383" y="160842"/>
                  </a:lnTo>
                  <a:lnTo>
                    <a:pt x="15254" y="203430"/>
                  </a:lnTo>
                  <a:lnTo>
                    <a:pt x="3917" y="249050"/>
                  </a:lnTo>
                  <a:lnTo>
                    <a:pt x="0" y="297079"/>
                  </a:lnTo>
                  <a:lnTo>
                    <a:pt x="0" y="392867"/>
                  </a:lnTo>
                  <a:lnTo>
                    <a:pt x="3917" y="344841"/>
                  </a:lnTo>
                  <a:lnTo>
                    <a:pt x="15254" y="299223"/>
                  </a:lnTo>
                  <a:lnTo>
                    <a:pt x="33383" y="256637"/>
                  </a:lnTo>
                  <a:lnTo>
                    <a:pt x="57679" y="217706"/>
                  </a:lnTo>
                  <a:lnTo>
                    <a:pt x="87516" y="183054"/>
                  </a:lnTo>
                  <a:lnTo>
                    <a:pt x="122270" y="153304"/>
                  </a:lnTo>
                  <a:lnTo>
                    <a:pt x="161313" y="129080"/>
                  </a:lnTo>
                  <a:lnTo>
                    <a:pt x="204021" y="111006"/>
                  </a:lnTo>
                  <a:lnTo>
                    <a:pt x="249768" y="99704"/>
                  </a:lnTo>
                  <a:lnTo>
                    <a:pt x="297928" y="95798"/>
                  </a:lnTo>
                  <a:lnTo>
                    <a:pt x="1358901" y="95798"/>
                  </a:lnTo>
                  <a:lnTo>
                    <a:pt x="1407059" y="99704"/>
                  </a:lnTo>
                  <a:lnTo>
                    <a:pt x="1452803" y="111006"/>
                  </a:lnTo>
                  <a:lnTo>
                    <a:pt x="1495506" y="129080"/>
                  </a:lnTo>
                  <a:lnTo>
                    <a:pt x="1534544" y="153304"/>
                  </a:lnTo>
                  <a:lnTo>
                    <a:pt x="1569291" y="183054"/>
                  </a:lnTo>
                  <a:lnTo>
                    <a:pt x="1599122" y="217706"/>
                  </a:lnTo>
                  <a:lnTo>
                    <a:pt x="1623413" y="256637"/>
                  </a:lnTo>
                  <a:lnTo>
                    <a:pt x="1641537" y="299223"/>
                  </a:lnTo>
                  <a:lnTo>
                    <a:pt x="1652870" y="344841"/>
                  </a:lnTo>
                  <a:lnTo>
                    <a:pt x="1656787" y="392867"/>
                  </a:lnTo>
                  <a:lnTo>
                    <a:pt x="1656787" y="297079"/>
                  </a:lnTo>
                  <a:lnTo>
                    <a:pt x="1652870" y="249050"/>
                  </a:lnTo>
                  <a:lnTo>
                    <a:pt x="1641537" y="203430"/>
                  </a:lnTo>
                  <a:lnTo>
                    <a:pt x="1623413" y="160842"/>
                  </a:lnTo>
                  <a:lnTo>
                    <a:pt x="1599122" y="121910"/>
                  </a:lnTo>
                  <a:lnTo>
                    <a:pt x="1569291" y="87257"/>
                  </a:lnTo>
                  <a:lnTo>
                    <a:pt x="1534544" y="57507"/>
                  </a:lnTo>
                  <a:lnTo>
                    <a:pt x="1495506" y="33283"/>
                  </a:lnTo>
                  <a:lnTo>
                    <a:pt x="1452803" y="15208"/>
                  </a:lnTo>
                  <a:lnTo>
                    <a:pt x="1407059" y="3905"/>
                  </a:lnTo>
                  <a:lnTo>
                    <a:pt x="135890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5783325" y="6733053"/>
              <a:ext cx="1508760" cy="101600"/>
            </a:xfrm>
            <a:custGeom>
              <a:avLst/>
              <a:gdLst/>
              <a:ahLst/>
              <a:cxnLst/>
              <a:rect l="l" t="t" r="r" b="b"/>
              <a:pathLst>
                <a:path w="1508759" h="101600">
                  <a:moveTo>
                    <a:pt x="1508571" y="0"/>
                  </a:moveTo>
                  <a:lnTo>
                    <a:pt x="0" y="0"/>
                  </a:lnTo>
                  <a:lnTo>
                    <a:pt x="35732" y="34442"/>
                  </a:lnTo>
                  <a:lnTo>
                    <a:pt x="76780" y="62616"/>
                  </a:lnTo>
                  <a:lnTo>
                    <a:pt x="122344" y="83725"/>
                  </a:lnTo>
                  <a:lnTo>
                    <a:pt x="171622" y="96974"/>
                  </a:lnTo>
                  <a:lnTo>
                    <a:pt x="223815" y="101567"/>
                  </a:lnTo>
                  <a:lnTo>
                    <a:pt x="1284788" y="101567"/>
                  </a:lnTo>
                  <a:lnTo>
                    <a:pt x="1336980" y="96974"/>
                  </a:lnTo>
                  <a:lnTo>
                    <a:pt x="1386257" y="83725"/>
                  </a:lnTo>
                  <a:lnTo>
                    <a:pt x="1431815" y="62616"/>
                  </a:lnTo>
                  <a:lnTo>
                    <a:pt x="1472854" y="34442"/>
                  </a:lnTo>
                  <a:lnTo>
                    <a:pt x="1508571" y="0"/>
                  </a:lnTo>
                  <a:close/>
                </a:path>
              </a:pathLst>
            </a:custGeom>
            <a:solidFill>
              <a:srgbClr val="9C9C9A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5922549" y="7421847"/>
              <a:ext cx="1223010" cy="1071245"/>
            </a:xfrm>
            <a:custGeom>
              <a:avLst/>
              <a:gdLst/>
              <a:ahLst/>
              <a:cxnLst/>
              <a:rect l="l" t="t" r="r" b="b"/>
              <a:pathLst>
                <a:path w="1223009" h="1071245">
                  <a:moveTo>
                    <a:pt x="1222438" y="1070991"/>
                  </a:moveTo>
                  <a:lnTo>
                    <a:pt x="1214793" y="1023607"/>
                  </a:lnTo>
                  <a:lnTo>
                    <a:pt x="1193520" y="982472"/>
                  </a:lnTo>
                  <a:lnTo>
                    <a:pt x="1161072" y="950023"/>
                  </a:lnTo>
                  <a:lnTo>
                    <a:pt x="1119924" y="928738"/>
                  </a:lnTo>
                  <a:lnTo>
                    <a:pt x="1072553" y="921105"/>
                  </a:lnTo>
                  <a:lnTo>
                    <a:pt x="661339" y="921105"/>
                  </a:lnTo>
                  <a:lnTo>
                    <a:pt x="661339" y="0"/>
                  </a:lnTo>
                  <a:lnTo>
                    <a:pt x="561086" y="0"/>
                  </a:lnTo>
                  <a:lnTo>
                    <a:pt x="561086" y="921105"/>
                  </a:lnTo>
                  <a:lnTo>
                    <a:pt x="149872" y="921105"/>
                  </a:lnTo>
                  <a:lnTo>
                    <a:pt x="102501" y="928738"/>
                  </a:lnTo>
                  <a:lnTo>
                    <a:pt x="61353" y="950023"/>
                  </a:lnTo>
                  <a:lnTo>
                    <a:pt x="28917" y="982472"/>
                  </a:lnTo>
                  <a:lnTo>
                    <a:pt x="7632" y="1023607"/>
                  </a:lnTo>
                  <a:lnTo>
                    <a:pt x="0" y="1070991"/>
                  </a:lnTo>
                  <a:lnTo>
                    <a:pt x="1222438" y="1070991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46172" y="7421838"/>
              <a:ext cx="168895" cy="209187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16334512" y="6154356"/>
              <a:ext cx="387985" cy="960755"/>
            </a:xfrm>
            <a:custGeom>
              <a:avLst/>
              <a:gdLst/>
              <a:ahLst/>
              <a:cxnLst/>
              <a:rect l="l" t="t" r="r" b="b"/>
              <a:pathLst>
                <a:path w="387984" h="960754">
                  <a:moveTo>
                    <a:pt x="280556" y="96719"/>
                  </a:moveTo>
                  <a:lnTo>
                    <a:pt x="111661" y="96719"/>
                  </a:lnTo>
                  <a:lnTo>
                    <a:pt x="111661" y="899805"/>
                  </a:lnTo>
                  <a:lnTo>
                    <a:pt x="116425" y="923331"/>
                  </a:lnTo>
                  <a:lnTo>
                    <a:pt x="129416" y="942541"/>
                  </a:lnTo>
                  <a:lnTo>
                    <a:pt x="148683" y="955493"/>
                  </a:lnTo>
                  <a:lnTo>
                    <a:pt x="172277" y="960243"/>
                  </a:lnTo>
                  <a:lnTo>
                    <a:pt x="219940" y="960243"/>
                  </a:lnTo>
                  <a:lnTo>
                    <a:pt x="243534" y="955493"/>
                  </a:lnTo>
                  <a:lnTo>
                    <a:pt x="262802" y="942541"/>
                  </a:lnTo>
                  <a:lnTo>
                    <a:pt x="275793" y="923331"/>
                  </a:lnTo>
                  <a:lnTo>
                    <a:pt x="280556" y="899805"/>
                  </a:lnTo>
                  <a:lnTo>
                    <a:pt x="280556" y="96719"/>
                  </a:lnTo>
                  <a:close/>
                </a:path>
                <a:path w="387984" h="960754">
                  <a:moveTo>
                    <a:pt x="339434" y="0"/>
                  </a:moveTo>
                  <a:lnTo>
                    <a:pt x="48490" y="0"/>
                  </a:lnTo>
                  <a:lnTo>
                    <a:pt x="29618" y="3800"/>
                  </a:lnTo>
                  <a:lnTo>
                    <a:pt x="14205" y="14164"/>
                  </a:lnTo>
                  <a:lnTo>
                    <a:pt x="3811" y="29534"/>
                  </a:lnTo>
                  <a:lnTo>
                    <a:pt x="0" y="48354"/>
                  </a:lnTo>
                  <a:lnTo>
                    <a:pt x="3811" y="67180"/>
                  </a:lnTo>
                  <a:lnTo>
                    <a:pt x="14205" y="82553"/>
                  </a:lnTo>
                  <a:lnTo>
                    <a:pt x="29618" y="92918"/>
                  </a:lnTo>
                  <a:lnTo>
                    <a:pt x="48490" y="96719"/>
                  </a:lnTo>
                  <a:lnTo>
                    <a:pt x="339434" y="96719"/>
                  </a:lnTo>
                  <a:lnTo>
                    <a:pt x="358311" y="92918"/>
                  </a:lnTo>
                  <a:lnTo>
                    <a:pt x="373724" y="82553"/>
                  </a:lnTo>
                  <a:lnTo>
                    <a:pt x="384115" y="67180"/>
                  </a:lnTo>
                  <a:lnTo>
                    <a:pt x="387925" y="48354"/>
                  </a:lnTo>
                  <a:lnTo>
                    <a:pt x="384115" y="29534"/>
                  </a:lnTo>
                  <a:lnTo>
                    <a:pt x="373724" y="14164"/>
                  </a:lnTo>
                  <a:lnTo>
                    <a:pt x="358311" y="3800"/>
                  </a:lnTo>
                  <a:lnTo>
                    <a:pt x="339434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5679756" y="7329671"/>
              <a:ext cx="1708785" cy="96520"/>
            </a:xfrm>
            <a:custGeom>
              <a:avLst/>
              <a:gdLst/>
              <a:ahLst/>
              <a:cxnLst/>
              <a:rect l="l" t="t" r="r" b="b"/>
              <a:pathLst>
                <a:path w="1708784" h="96520">
                  <a:moveTo>
                    <a:pt x="1708743" y="0"/>
                  </a:moveTo>
                  <a:lnTo>
                    <a:pt x="0" y="0"/>
                  </a:lnTo>
                  <a:lnTo>
                    <a:pt x="15180" y="38127"/>
                  </a:lnTo>
                  <a:lnTo>
                    <a:pt x="41774" y="68624"/>
                  </a:lnTo>
                  <a:lnTo>
                    <a:pt x="77135" y="88856"/>
                  </a:lnTo>
                  <a:lnTo>
                    <a:pt x="118614" y="96185"/>
                  </a:lnTo>
                  <a:lnTo>
                    <a:pt x="1590129" y="96185"/>
                  </a:lnTo>
                  <a:lnTo>
                    <a:pt x="1631586" y="88856"/>
                  </a:lnTo>
                  <a:lnTo>
                    <a:pt x="1666941" y="68624"/>
                  </a:lnTo>
                  <a:lnTo>
                    <a:pt x="1693543" y="38127"/>
                  </a:lnTo>
                  <a:lnTo>
                    <a:pt x="1708743" y="0"/>
                  </a:lnTo>
                  <a:close/>
                </a:path>
              </a:pathLst>
            </a:custGeom>
            <a:solidFill>
              <a:srgbClr val="9C9C9A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/>
          <p:nvPr/>
        </p:nvSpPr>
        <p:spPr>
          <a:xfrm>
            <a:off x="3790481" y="5336601"/>
            <a:ext cx="1147445" cy="81915"/>
          </a:xfrm>
          <a:custGeom>
            <a:avLst/>
            <a:gdLst/>
            <a:ahLst/>
            <a:cxnLst/>
            <a:rect l="l" t="t" r="r" b="b"/>
            <a:pathLst>
              <a:path w="1147445" h="81914">
                <a:moveTo>
                  <a:pt x="1147085" y="0"/>
                </a:moveTo>
                <a:lnTo>
                  <a:pt x="0" y="0"/>
                </a:lnTo>
                <a:lnTo>
                  <a:pt x="0" y="81526"/>
                </a:lnTo>
                <a:lnTo>
                  <a:pt x="1147085" y="81526"/>
                </a:lnTo>
                <a:lnTo>
                  <a:pt x="1147085" y="0"/>
                </a:lnTo>
                <a:close/>
              </a:path>
            </a:pathLst>
          </a:custGeom>
          <a:solidFill>
            <a:srgbClr val="91D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4184650" y="5582214"/>
            <a:ext cx="355600" cy="354330"/>
          </a:xfrm>
          <a:custGeom>
            <a:avLst/>
            <a:gdLst/>
            <a:ahLst/>
            <a:cxnLst/>
            <a:rect l="l" t="t" r="r" b="b"/>
            <a:pathLst>
              <a:path w="355600" h="354329">
                <a:moveTo>
                  <a:pt x="355104" y="123190"/>
                </a:moveTo>
                <a:lnTo>
                  <a:pt x="229196" y="123190"/>
                </a:lnTo>
                <a:lnTo>
                  <a:pt x="229196" y="0"/>
                </a:lnTo>
                <a:lnTo>
                  <a:pt x="125920" y="0"/>
                </a:lnTo>
                <a:lnTo>
                  <a:pt x="125920" y="123190"/>
                </a:lnTo>
                <a:lnTo>
                  <a:pt x="0" y="123190"/>
                </a:lnTo>
                <a:lnTo>
                  <a:pt x="0" y="231140"/>
                </a:lnTo>
                <a:lnTo>
                  <a:pt x="125920" y="231140"/>
                </a:lnTo>
                <a:lnTo>
                  <a:pt x="125920" y="354330"/>
                </a:lnTo>
                <a:lnTo>
                  <a:pt x="229196" y="354330"/>
                </a:lnTo>
                <a:lnTo>
                  <a:pt x="229196" y="231140"/>
                </a:lnTo>
                <a:lnTo>
                  <a:pt x="355104" y="231140"/>
                </a:lnTo>
                <a:lnTo>
                  <a:pt x="355104" y="123190"/>
                </a:lnTo>
                <a:close/>
              </a:path>
            </a:pathLst>
          </a:custGeom>
          <a:solidFill>
            <a:srgbClr val="91D4C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2" name="object 82" descr=""/>
          <p:cNvGrpSpPr/>
          <p:nvPr/>
        </p:nvGrpSpPr>
        <p:grpSpPr>
          <a:xfrm>
            <a:off x="3422890" y="5634913"/>
            <a:ext cx="253365" cy="490220"/>
            <a:chOff x="3422890" y="5634913"/>
            <a:chExt cx="253365" cy="490220"/>
          </a:xfrm>
        </p:grpSpPr>
        <p:sp>
          <p:nvSpPr>
            <p:cNvPr id="83" name="object 83" descr=""/>
            <p:cNvSpPr/>
            <p:nvPr/>
          </p:nvSpPr>
          <p:spPr>
            <a:xfrm>
              <a:off x="3422890" y="5831361"/>
              <a:ext cx="253365" cy="179070"/>
            </a:xfrm>
            <a:custGeom>
              <a:avLst/>
              <a:gdLst/>
              <a:ahLst/>
              <a:cxnLst/>
              <a:rect l="l" t="t" r="r" b="b"/>
              <a:pathLst>
                <a:path w="253364" h="179070">
                  <a:moveTo>
                    <a:pt x="253186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53186" y="178874"/>
                  </a:lnTo>
                  <a:lnTo>
                    <a:pt x="253186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422991" y="5634913"/>
              <a:ext cx="253365" cy="490220"/>
            </a:xfrm>
            <a:custGeom>
              <a:avLst/>
              <a:gdLst/>
              <a:ahLst/>
              <a:cxnLst/>
              <a:rect l="l" t="t" r="r" b="b"/>
              <a:pathLst>
                <a:path w="253364" h="490220">
                  <a:moveTo>
                    <a:pt x="232799" y="0"/>
                  </a:moveTo>
                  <a:lnTo>
                    <a:pt x="233008" y="4795"/>
                  </a:lnTo>
                  <a:lnTo>
                    <a:pt x="233008" y="393830"/>
                  </a:lnTo>
                  <a:lnTo>
                    <a:pt x="228489" y="416154"/>
                  </a:lnTo>
                  <a:lnTo>
                    <a:pt x="216164" y="434383"/>
                  </a:lnTo>
                  <a:lnTo>
                    <a:pt x="197885" y="446673"/>
                  </a:lnTo>
                  <a:lnTo>
                    <a:pt x="175502" y="451179"/>
                  </a:lnTo>
                  <a:lnTo>
                    <a:pt x="37328" y="451179"/>
                  </a:lnTo>
                  <a:lnTo>
                    <a:pt x="26897" y="450236"/>
                  </a:lnTo>
                  <a:lnTo>
                    <a:pt x="17089" y="447519"/>
                  </a:lnTo>
                  <a:lnTo>
                    <a:pt x="8069" y="443197"/>
                  </a:lnTo>
                  <a:lnTo>
                    <a:pt x="0" y="437442"/>
                  </a:lnTo>
                  <a:lnTo>
                    <a:pt x="5748" y="458066"/>
                  </a:lnTo>
                  <a:lnTo>
                    <a:pt x="18266" y="474752"/>
                  </a:lnTo>
                  <a:lnTo>
                    <a:pt x="35975" y="485921"/>
                  </a:lnTo>
                  <a:lnTo>
                    <a:pt x="57296" y="489995"/>
                  </a:lnTo>
                  <a:lnTo>
                    <a:pt x="195470" y="489995"/>
                  </a:lnTo>
                  <a:lnTo>
                    <a:pt x="217853" y="485488"/>
                  </a:lnTo>
                  <a:lnTo>
                    <a:pt x="236132" y="473198"/>
                  </a:lnTo>
                  <a:lnTo>
                    <a:pt x="248457" y="454969"/>
                  </a:lnTo>
                  <a:lnTo>
                    <a:pt x="252976" y="432646"/>
                  </a:lnTo>
                  <a:lnTo>
                    <a:pt x="252976" y="43611"/>
                  </a:lnTo>
                  <a:lnTo>
                    <a:pt x="251559" y="30907"/>
                  </a:lnTo>
                  <a:lnTo>
                    <a:pt x="247517" y="19198"/>
                  </a:lnTo>
                  <a:lnTo>
                    <a:pt x="241160" y="8793"/>
                  </a:lnTo>
                  <a:lnTo>
                    <a:pt x="232799" y="0"/>
                  </a:lnTo>
                  <a:close/>
                </a:path>
              </a:pathLst>
            </a:custGeom>
            <a:solidFill>
              <a:srgbClr val="9C9C9A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 descr=""/>
          <p:cNvGrpSpPr/>
          <p:nvPr/>
        </p:nvGrpSpPr>
        <p:grpSpPr>
          <a:xfrm>
            <a:off x="3463066" y="5297150"/>
            <a:ext cx="173355" cy="273050"/>
            <a:chOff x="3463066" y="5297150"/>
            <a:chExt cx="173355" cy="273050"/>
          </a:xfrm>
        </p:grpSpPr>
        <p:sp>
          <p:nvSpPr>
            <p:cNvPr id="86" name="object 86" descr=""/>
            <p:cNvSpPr/>
            <p:nvPr/>
          </p:nvSpPr>
          <p:spPr>
            <a:xfrm>
              <a:off x="3463066" y="5297150"/>
              <a:ext cx="173355" cy="258445"/>
            </a:xfrm>
            <a:custGeom>
              <a:avLst/>
              <a:gdLst/>
              <a:ahLst/>
              <a:cxnLst/>
              <a:rect l="l" t="t" r="r" b="b"/>
              <a:pathLst>
                <a:path w="173354" h="258445">
                  <a:moveTo>
                    <a:pt x="92300" y="0"/>
                  </a:moveTo>
                  <a:lnTo>
                    <a:pt x="80531" y="0"/>
                  </a:lnTo>
                  <a:lnTo>
                    <a:pt x="66923" y="2738"/>
                  </a:lnTo>
                  <a:lnTo>
                    <a:pt x="55809" y="10209"/>
                  </a:lnTo>
                  <a:lnTo>
                    <a:pt x="48316" y="21291"/>
                  </a:lnTo>
                  <a:lnTo>
                    <a:pt x="45569" y="34868"/>
                  </a:lnTo>
                  <a:lnTo>
                    <a:pt x="45569" y="124436"/>
                  </a:lnTo>
                  <a:lnTo>
                    <a:pt x="44342" y="131733"/>
                  </a:lnTo>
                  <a:lnTo>
                    <a:pt x="25297" y="146728"/>
                  </a:lnTo>
                  <a:lnTo>
                    <a:pt x="16805" y="146728"/>
                  </a:lnTo>
                  <a:lnTo>
                    <a:pt x="10994" y="149314"/>
                  </a:lnTo>
                  <a:lnTo>
                    <a:pt x="2596" y="157702"/>
                  </a:lnTo>
                  <a:lnTo>
                    <a:pt x="0" y="163492"/>
                  </a:lnTo>
                  <a:lnTo>
                    <a:pt x="0" y="234683"/>
                  </a:lnTo>
                  <a:lnTo>
                    <a:pt x="1823" y="243694"/>
                  </a:lnTo>
                  <a:lnTo>
                    <a:pt x="6796" y="251053"/>
                  </a:lnTo>
                  <a:lnTo>
                    <a:pt x="14175" y="256015"/>
                  </a:lnTo>
                  <a:lnTo>
                    <a:pt x="23213" y="257835"/>
                  </a:lnTo>
                  <a:lnTo>
                    <a:pt x="149618" y="257835"/>
                  </a:lnTo>
                  <a:lnTo>
                    <a:pt x="158656" y="256015"/>
                  </a:lnTo>
                  <a:lnTo>
                    <a:pt x="166035" y="251053"/>
                  </a:lnTo>
                  <a:lnTo>
                    <a:pt x="171009" y="243694"/>
                  </a:lnTo>
                  <a:lnTo>
                    <a:pt x="172832" y="234683"/>
                  </a:lnTo>
                  <a:lnTo>
                    <a:pt x="172832" y="169879"/>
                  </a:lnTo>
                  <a:lnTo>
                    <a:pt x="171009" y="160868"/>
                  </a:lnTo>
                  <a:lnTo>
                    <a:pt x="166035" y="153509"/>
                  </a:lnTo>
                  <a:lnTo>
                    <a:pt x="158656" y="148547"/>
                  </a:lnTo>
                  <a:lnTo>
                    <a:pt x="149618" y="146728"/>
                  </a:lnTo>
                  <a:lnTo>
                    <a:pt x="147524" y="146728"/>
                  </a:lnTo>
                  <a:lnTo>
                    <a:pt x="145503" y="146445"/>
                  </a:lnTo>
                  <a:lnTo>
                    <a:pt x="127263" y="124436"/>
                  </a:lnTo>
                  <a:lnTo>
                    <a:pt x="127263" y="34868"/>
                  </a:lnTo>
                  <a:lnTo>
                    <a:pt x="124515" y="21291"/>
                  </a:lnTo>
                  <a:lnTo>
                    <a:pt x="117022" y="10209"/>
                  </a:lnTo>
                  <a:lnTo>
                    <a:pt x="105909" y="2738"/>
                  </a:lnTo>
                  <a:lnTo>
                    <a:pt x="92300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463188" y="5414066"/>
              <a:ext cx="172720" cy="140970"/>
            </a:xfrm>
            <a:custGeom>
              <a:avLst/>
              <a:gdLst/>
              <a:ahLst/>
              <a:cxnLst/>
              <a:rect l="l" t="t" r="r" b="b"/>
              <a:pathLst>
                <a:path w="172720" h="140970">
                  <a:moveTo>
                    <a:pt x="143459" y="28994"/>
                  </a:moveTo>
                  <a:lnTo>
                    <a:pt x="136931" y="25971"/>
                  </a:lnTo>
                  <a:lnTo>
                    <a:pt x="131762" y="21107"/>
                  </a:lnTo>
                  <a:lnTo>
                    <a:pt x="128358" y="14820"/>
                  </a:lnTo>
                  <a:lnTo>
                    <a:pt x="127127" y="7518"/>
                  </a:lnTo>
                  <a:lnTo>
                    <a:pt x="127127" y="0"/>
                  </a:lnTo>
                  <a:lnTo>
                    <a:pt x="45440" y="0"/>
                  </a:lnTo>
                  <a:lnTo>
                    <a:pt x="45440" y="7518"/>
                  </a:lnTo>
                  <a:lnTo>
                    <a:pt x="44208" y="14820"/>
                  </a:lnTo>
                  <a:lnTo>
                    <a:pt x="40805" y="21107"/>
                  </a:lnTo>
                  <a:lnTo>
                    <a:pt x="35636" y="25971"/>
                  </a:lnTo>
                  <a:lnTo>
                    <a:pt x="29108" y="28994"/>
                  </a:lnTo>
                  <a:lnTo>
                    <a:pt x="143459" y="28994"/>
                  </a:lnTo>
                  <a:close/>
                </a:path>
                <a:path w="172720" h="140970">
                  <a:moveTo>
                    <a:pt x="172580" y="52971"/>
                  </a:moveTo>
                  <a:lnTo>
                    <a:pt x="170853" y="44208"/>
                  </a:lnTo>
                  <a:lnTo>
                    <a:pt x="166154" y="36982"/>
                  </a:lnTo>
                  <a:lnTo>
                    <a:pt x="159156" y="31978"/>
                  </a:lnTo>
                  <a:lnTo>
                    <a:pt x="150520" y="29845"/>
                  </a:lnTo>
                  <a:lnTo>
                    <a:pt x="150787" y="33362"/>
                  </a:lnTo>
                  <a:lnTo>
                    <a:pt x="150787" y="98158"/>
                  </a:lnTo>
                  <a:lnTo>
                    <a:pt x="148958" y="107175"/>
                  </a:lnTo>
                  <a:lnTo>
                    <a:pt x="143992" y="114528"/>
                  </a:lnTo>
                  <a:lnTo>
                    <a:pt x="136613" y="119494"/>
                  </a:lnTo>
                  <a:lnTo>
                    <a:pt x="127571" y="121310"/>
                  </a:lnTo>
                  <a:lnTo>
                    <a:pt x="0" y="121285"/>
                  </a:lnTo>
                  <a:lnTo>
                    <a:pt x="2667" y="129044"/>
                  </a:lnTo>
                  <a:lnTo>
                    <a:pt x="7747" y="135267"/>
                  </a:lnTo>
                  <a:lnTo>
                    <a:pt x="14693" y="139420"/>
                  </a:lnTo>
                  <a:lnTo>
                    <a:pt x="22948" y="140919"/>
                  </a:lnTo>
                  <a:lnTo>
                    <a:pt x="149364" y="140919"/>
                  </a:lnTo>
                  <a:lnTo>
                    <a:pt x="158394" y="139103"/>
                  </a:lnTo>
                  <a:lnTo>
                    <a:pt x="165773" y="134137"/>
                  </a:lnTo>
                  <a:lnTo>
                    <a:pt x="170751" y="126784"/>
                  </a:lnTo>
                  <a:lnTo>
                    <a:pt x="172580" y="117767"/>
                  </a:lnTo>
                  <a:lnTo>
                    <a:pt x="172580" y="52971"/>
                  </a:lnTo>
                  <a:close/>
                </a:path>
              </a:pathLst>
            </a:custGeom>
            <a:solidFill>
              <a:srgbClr val="E4332A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3477904" y="5551579"/>
              <a:ext cx="143510" cy="18415"/>
            </a:xfrm>
            <a:custGeom>
              <a:avLst/>
              <a:gdLst/>
              <a:ahLst/>
              <a:cxnLst/>
              <a:rect l="l" t="t" r="r" b="b"/>
              <a:pathLst>
                <a:path w="143510" h="18414">
                  <a:moveTo>
                    <a:pt x="143147" y="0"/>
                  </a:moveTo>
                  <a:lnTo>
                    <a:pt x="0" y="0"/>
                  </a:lnTo>
                  <a:lnTo>
                    <a:pt x="0" y="18104"/>
                  </a:lnTo>
                  <a:lnTo>
                    <a:pt x="143147" y="18104"/>
                  </a:lnTo>
                  <a:lnTo>
                    <a:pt x="143147" y="0"/>
                  </a:lnTo>
                  <a:close/>
                </a:path>
              </a:pathLst>
            </a:custGeom>
            <a:solidFill>
              <a:srgbClr val="9C9C9A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/>
          <p:nvPr/>
        </p:nvSpPr>
        <p:spPr>
          <a:xfrm>
            <a:off x="3463192" y="5848502"/>
            <a:ext cx="172720" cy="17780"/>
          </a:xfrm>
          <a:custGeom>
            <a:avLst/>
            <a:gdLst/>
            <a:ahLst/>
            <a:cxnLst/>
            <a:rect l="l" t="t" r="r" b="b"/>
            <a:pathLst>
              <a:path w="172720" h="17779">
                <a:moveTo>
                  <a:pt x="172706" y="0"/>
                </a:moveTo>
                <a:lnTo>
                  <a:pt x="0" y="0"/>
                </a:lnTo>
                <a:lnTo>
                  <a:pt x="0" y="17496"/>
                </a:lnTo>
                <a:lnTo>
                  <a:pt x="172706" y="17496"/>
                </a:lnTo>
                <a:lnTo>
                  <a:pt x="1727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3450353" y="5945669"/>
            <a:ext cx="51435" cy="51435"/>
          </a:xfrm>
          <a:custGeom>
            <a:avLst/>
            <a:gdLst/>
            <a:ahLst/>
            <a:cxnLst/>
            <a:rect l="l" t="t" r="r" b="b"/>
            <a:pathLst>
              <a:path w="51435" h="51435">
                <a:moveTo>
                  <a:pt x="25528" y="0"/>
                </a:moveTo>
                <a:lnTo>
                  <a:pt x="15593" y="1999"/>
                </a:lnTo>
                <a:lnTo>
                  <a:pt x="7478" y="7453"/>
                </a:lnTo>
                <a:lnTo>
                  <a:pt x="2006" y="15544"/>
                </a:lnTo>
                <a:lnTo>
                  <a:pt x="0" y="25454"/>
                </a:lnTo>
                <a:lnTo>
                  <a:pt x="2006" y="35364"/>
                </a:lnTo>
                <a:lnTo>
                  <a:pt x="7478" y="43455"/>
                </a:lnTo>
                <a:lnTo>
                  <a:pt x="15593" y="48909"/>
                </a:lnTo>
                <a:lnTo>
                  <a:pt x="25528" y="50909"/>
                </a:lnTo>
                <a:lnTo>
                  <a:pt x="35462" y="48909"/>
                </a:lnTo>
                <a:lnTo>
                  <a:pt x="43577" y="43455"/>
                </a:lnTo>
                <a:lnTo>
                  <a:pt x="49049" y="35364"/>
                </a:lnTo>
                <a:lnTo>
                  <a:pt x="51056" y="25454"/>
                </a:lnTo>
                <a:lnTo>
                  <a:pt x="49049" y="15544"/>
                </a:lnTo>
                <a:lnTo>
                  <a:pt x="43577" y="7453"/>
                </a:lnTo>
                <a:lnTo>
                  <a:pt x="35462" y="1999"/>
                </a:lnTo>
                <a:lnTo>
                  <a:pt x="255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3549483" y="5879904"/>
            <a:ext cx="86360" cy="17145"/>
          </a:xfrm>
          <a:custGeom>
            <a:avLst/>
            <a:gdLst/>
            <a:ahLst/>
            <a:cxnLst/>
            <a:rect l="l" t="t" r="r" b="b"/>
            <a:pathLst>
              <a:path w="86360" h="17145">
                <a:moveTo>
                  <a:pt x="86290" y="0"/>
                </a:moveTo>
                <a:lnTo>
                  <a:pt x="0" y="0"/>
                </a:lnTo>
                <a:lnTo>
                  <a:pt x="0" y="16879"/>
                </a:lnTo>
                <a:lnTo>
                  <a:pt x="86290" y="16879"/>
                </a:lnTo>
                <a:lnTo>
                  <a:pt x="862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3477909" y="5469511"/>
            <a:ext cx="27305" cy="50800"/>
          </a:xfrm>
          <a:custGeom>
            <a:avLst/>
            <a:gdLst/>
            <a:ahLst/>
            <a:cxnLst/>
            <a:rect l="l" t="t" r="r" b="b"/>
            <a:pathLst>
              <a:path w="27304" h="50800">
                <a:moveTo>
                  <a:pt x="20889" y="0"/>
                </a:moveTo>
                <a:lnTo>
                  <a:pt x="6020" y="0"/>
                </a:lnTo>
                <a:lnTo>
                  <a:pt x="0" y="6020"/>
                </a:lnTo>
                <a:lnTo>
                  <a:pt x="0" y="44668"/>
                </a:lnTo>
                <a:lnTo>
                  <a:pt x="6020" y="50689"/>
                </a:lnTo>
                <a:lnTo>
                  <a:pt x="13455" y="50689"/>
                </a:lnTo>
                <a:lnTo>
                  <a:pt x="20889" y="50689"/>
                </a:lnTo>
                <a:lnTo>
                  <a:pt x="26910" y="44668"/>
                </a:lnTo>
                <a:lnTo>
                  <a:pt x="26910" y="6020"/>
                </a:lnTo>
                <a:lnTo>
                  <a:pt x="20889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3" name="object 93" descr=""/>
          <p:cNvGrpSpPr/>
          <p:nvPr/>
        </p:nvGrpSpPr>
        <p:grpSpPr>
          <a:xfrm>
            <a:off x="3674894" y="3325204"/>
            <a:ext cx="337820" cy="840105"/>
            <a:chOff x="3674894" y="3325204"/>
            <a:chExt cx="337820" cy="840105"/>
          </a:xfrm>
        </p:grpSpPr>
        <p:sp>
          <p:nvSpPr>
            <p:cNvPr id="94" name="object 94" descr=""/>
            <p:cNvSpPr/>
            <p:nvPr/>
          </p:nvSpPr>
          <p:spPr>
            <a:xfrm>
              <a:off x="3674894" y="3428600"/>
              <a:ext cx="337820" cy="734695"/>
            </a:xfrm>
            <a:custGeom>
              <a:avLst/>
              <a:gdLst/>
              <a:ahLst/>
              <a:cxnLst/>
              <a:rect l="l" t="t" r="r" b="b"/>
              <a:pathLst>
                <a:path w="337820" h="734695">
                  <a:moveTo>
                    <a:pt x="251259" y="0"/>
                  </a:moveTo>
                  <a:lnTo>
                    <a:pt x="86311" y="0"/>
                  </a:lnTo>
                  <a:lnTo>
                    <a:pt x="86311" y="43590"/>
                  </a:lnTo>
                  <a:lnTo>
                    <a:pt x="82478" y="80273"/>
                  </a:lnTo>
                  <a:lnTo>
                    <a:pt x="71355" y="115046"/>
                  </a:lnTo>
                  <a:lnTo>
                    <a:pt x="53503" y="146972"/>
                  </a:lnTo>
                  <a:lnTo>
                    <a:pt x="17210" y="189505"/>
                  </a:lnTo>
                  <a:lnTo>
                    <a:pt x="7926" y="206125"/>
                  </a:lnTo>
                  <a:lnTo>
                    <a:pt x="2050" y="224562"/>
                  </a:lnTo>
                  <a:lnTo>
                    <a:pt x="0" y="244400"/>
                  </a:lnTo>
                  <a:lnTo>
                    <a:pt x="0" y="680921"/>
                  </a:lnTo>
                  <a:lnTo>
                    <a:pt x="4212" y="701732"/>
                  </a:lnTo>
                  <a:lnTo>
                    <a:pt x="15701" y="718726"/>
                  </a:lnTo>
                  <a:lnTo>
                    <a:pt x="32741" y="730184"/>
                  </a:lnTo>
                  <a:lnTo>
                    <a:pt x="53610" y="734386"/>
                  </a:lnTo>
                  <a:lnTo>
                    <a:pt x="283959" y="734386"/>
                  </a:lnTo>
                  <a:lnTo>
                    <a:pt x="304823" y="730184"/>
                  </a:lnTo>
                  <a:lnTo>
                    <a:pt x="321860" y="718726"/>
                  </a:lnTo>
                  <a:lnTo>
                    <a:pt x="333347" y="701732"/>
                  </a:lnTo>
                  <a:lnTo>
                    <a:pt x="337560" y="680921"/>
                  </a:lnTo>
                  <a:lnTo>
                    <a:pt x="337560" y="244400"/>
                  </a:lnTo>
                  <a:lnTo>
                    <a:pt x="335511" y="224562"/>
                  </a:lnTo>
                  <a:lnTo>
                    <a:pt x="329639" y="206125"/>
                  </a:lnTo>
                  <a:lnTo>
                    <a:pt x="320359" y="189505"/>
                  </a:lnTo>
                  <a:lnTo>
                    <a:pt x="284067" y="146972"/>
                  </a:lnTo>
                  <a:lnTo>
                    <a:pt x="266215" y="115046"/>
                  </a:lnTo>
                  <a:lnTo>
                    <a:pt x="255092" y="80273"/>
                  </a:lnTo>
                  <a:lnTo>
                    <a:pt x="251259" y="43590"/>
                  </a:lnTo>
                  <a:lnTo>
                    <a:pt x="251259" y="0"/>
                  </a:lnTo>
                  <a:close/>
                </a:path>
              </a:pathLst>
            </a:custGeom>
            <a:solidFill>
              <a:srgbClr val="AAAA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6177" y="3325204"/>
              <a:ext cx="190876" cy="124543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3675008" y="3815182"/>
              <a:ext cx="262255" cy="219710"/>
            </a:xfrm>
            <a:custGeom>
              <a:avLst/>
              <a:gdLst/>
              <a:ahLst/>
              <a:cxnLst/>
              <a:rect l="l" t="t" r="r" b="b"/>
              <a:pathLst>
                <a:path w="262254" h="219710">
                  <a:moveTo>
                    <a:pt x="262044" y="0"/>
                  </a:moveTo>
                  <a:lnTo>
                    <a:pt x="0" y="0"/>
                  </a:lnTo>
                  <a:lnTo>
                    <a:pt x="0" y="219375"/>
                  </a:lnTo>
                  <a:lnTo>
                    <a:pt x="262044" y="219375"/>
                  </a:lnTo>
                  <a:lnTo>
                    <a:pt x="262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3675010" y="3594918"/>
              <a:ext cx="337820" cy="570230"/>
            </a:xfrm>
            <a:custGeom>
              <a:avLst/>
              <a:gdLst/>
              <a:ahLst/>
              <a:cxnLst/>
              <a:rect l="l" t="t" r="r" b="b"/>
              <a:pathLst>
                <a:path w="337820" h="570229">
                  <a:moveTo>
                    <a:pt x="297666" y="0"/>
                  </a:moveTo>
                  <a:lnTo>
                    <a:pt x="300525" y="8365"/>
                  </a:lnTo>
                  <a:lnTo>
                    <a:pt x="302620" y="17054"/>
                  </a:lnTo>
                  <a:lnTo>
                    <a:pt x="303908" y="26030"/>
                  </a:lnTo>
                  <a:lnTo>
                    <a:pt x="304346" y="35255"/>
                  </a:lnTo>
                  <a:lnTo>
                    <a:pt x="304346" y="471765"/>
                  </a:lnTo>
                  <a:lnTo>
                    <a:pt x="300134" y="492576"/>
                  </a:lnTo>
                  <a:lnTo>
                    <a:pt x="288645" y="509570"/>
                  </a:lnTo>
                  <a:lnTo>
                    <a:pt x="271604" y="521028"/>
                  </a:lnTo>
                  <a:lnTo>
                    <a:pt x="250735" y="525230"/>
                  </a:lnTo>
                  <a:lnTo>
                    <a:pt x="13172" y="525230"/>
                  </a:lnTo>
                  <a:lnTo>
                    <a:pt x="6282" y="523795"/>
                  </a:lnTo>
                  <a:lnTo>
                    <a:pt x="0" y="521219"/>
                  </a:lnTo>
                  <a:lnTo>
                    <a:pt x="5431" y="540329"/>
                  </a:lnTo>
                  <a:lnTo>
                    <a:pt x="17109" y="555777"/>
                  </a:lnTo>
                  <a:lnTo>
                    <a:pt x="33578" y="566110"/>
                  </a:lnTo>
                  <a:lnTo>
                    <a:pt x="53380" y="569877"/>
                  </a:lnTo>
                  <a:lnTo>
                    <a:pt x="283729" y="569877"/>
                  </a:lnTo>
                  <a:lnTo>
                    <a:pt x="304594" y="565676"/>
                  </a:lnTo>
                  <a:lnTo>
                    <a:pt x="321635" y="554220"/>
                  </a:lnTo>
                  <a:lnTo>
                    <a:pt x="333126" y="537228"/>
                  </a:lnTo>
                  <a:lnTo>
                    <a:pt x="337340" y="516424"/>
                  </a:lnTo>
                  <a:lnTo>
                    <a:pt x="337340" y="79903"/>
                  </a:lnTo>
                  <a:lnTo>
                    <a:pt x="329414" y="41628"/>
                  </a:lnTo>
                  <a:lnTo>
                    <a:pt x="300912" y="3654"/>
                  </a:lnTo>
                  <a:lnTo>
                    <a:pt x="297666" y="0"/>
                  </a:lnTo>
                  <a:close/>
                </a:path>
              </a:pathLst>
            </a:custGeom>
            <a:solidFill>
              <a:srgbClr val="8B8B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19080" y="3647590"/>
              <a:ext cx="86950" cy="122938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3674897" y="3857478"/>
              <a:ext cx="262255" cy="177165"/>
            </a:xfrm>
            <a:custGeom>
              <a:avLst/>
              <a:gdLst/>
              <a:ahLst/>
              <a:cxnLst/>
              <a:rect l="l" t="t" r="r" b="b"/>
              <a:pathLst>
                <a:path w="262254" h="177164">
                  <a:moveTo>
                    <a:pt x="214274" y="0"/>
                  </a:moveTo>
                  <a:lnTo>
                    <a:pt x="0" y="0"/>
                  </a:lnTo>
                  <a:lnTo>
                    <a:pt x="0" y="40601"/>
                  </a:lnTo>
                  <a:lnTo>
                    <a:pt x="214274" y="40601"/>
                  </a:lnTo>
                  <a:lnTo>
                    <a:pt x="214274" y="0"/>
                  </a:lnTo>
                  <a:close/>
                </a:path>
                <a:path w="262254" h="177164">
                  <a:moveTo>
                    <a:pt x="262153" y="99733"/>
                  </a:moveTo>
                  <a:lnTo>
                    <a:pt x="155638" y="99733"/>
                  </a:lnTo>
                  <a:lnTo>
                    <a:pt x="155638" y="177088"/>
                  </a:lnTo>
                  <a:lnTo>
                    <a:pt x="262153" y="177088"/>
                  </a:lnTo>
                  <a:lnTo>
                    <a:pt x="262153" y="99733"/>
                  </a:lnTo>
                  <a:close/>
                </a:path>
              </a:pathLst>
            </a:custGeom>
            <a:solidFill>
              <a:srgbClr val="91D4C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" name="object 100" descr=""/>
          <p:cNvGrpSpPr/>
          <p:nvPr/>
        </p:nvGrpSpPr>
        <p:grpSpPr>
          <a:xfrm>
            <a:off x="4094411" y="3325204"/>
            <a:ext cx="337820" cy="840105"/>
            <a:chOff x="4094411" y="3325204"/>
            <a:chExt cx="337820" cy="840105"/>
          </a:xfrm>
        </p:grpSpPr>
        <p:sp>
          <p:nvSpPr>
            <p:cNvPr id="101" name="object 101" descr=""/>
            <p:cNvSpPr/>
            <p:nvPr/>
          </p:nvSpPr>
          <p:spPr>
            <a:xfrm>
              <a:off x="4094411" y="3428600"/>
              <a:ext cx="337820" cy="734695"/>
            </a:xfrm>
            <a:custGeom>
              <a:avLst/>
              <a:gdLst/>
              <a:ahLst/>
              <a:cxnLst/>
              <a:rect l="l" t="t" r="r" b="b"/>
              <a:pathLst>
                <a:path w="337820" h="734695">
                  <a:moveTo>
                    <a:pt x="251259" y="0"/>
                  </a:moveTo>
                  <a:lnTo>
                    <a:pt x="86311" y="0"/>
                  </a:lnTo>
                  <a:lnTo>
                    <a:pt x="86311" y="43590"/>
                  </a:lnTo>
                  <a:lnTo>
                    <a:pt x="82478" y="80273"/>
                  </a:lnTo>
                  <a:lnTo>
                    <a:pt x="71355" y="115046"/>
                  </a:lnTo>
                  <a:lnTo>
                    <a:pt x="53503" y="146972"/>
                  </a:lnTo>
                  <a:lnTo>
                    <a:pt x="17210" y="189505"/>
                  </a:lnTo>
                  <a:lnTo>
                    <a:pt x="7926" y="206125"/>
                  </a:lnTo>
                  <a:lnTo>
                    <a:pt x="2050" y="224562"/>
                  </a:lnTo>
                  <a:lnTo>
                    <a:pt x="0" y="244400"/>
                  </a:lnTo>
                  <a:lnTo>
                    <a:pt x="0" y="680921"/>
                  </a:lnTo>
                  <a:lnTo>
                    <a:pt x="4212" y="701732"/>
                  </a:lnTo>
                  <a:lnTo>
                    <a:pt x="15701" y="718726"/>
                  </a:lnTo>
                  <a:lnTo>
                    <a:pt x="32741" y="730184"/>
                  </a:lnTo>
                  <a:lnTo>
                    <a:pt x="53610" y="734386"/>
                  </a:lnTo>
                  <a:lnTo>
                    <a:pt x="283959" y="734386"/>
                  </a:lnTo>
                  <a:lnTo>
                    <a:pt x="304823" y="730184"/>
                  </a:lnTo>
                  <a:lnTo>
                    <a:pt x="321860" y="718726"/>
                  </a:lnTo>
                  <a:lnTo>
                    <a:pt x="333347" y="701732"/>
                  </a:lnTo>
                  <a:lnTo>
                    <a:pt x="337560" y="680921"/>
                  </a:lnTo>
                  <a:lnTo>
                    <a:pt x="337560" y="244400"/>
                  </a:lnTo>
                  <a:lnTo>
                    <a:pt x="335511" y="224562"/>
                  </a:lnTo>
                  <a:lnTo>
                    <a:pt x="329639" y="206125"/>
                  </a:lnTo>
                  <a:lnTo>
                    <a:pt x="320359" y="189505"/>
                  </a:lnTo>
                  <a:lnTo>
                    <a:pt x="284067" y="146972"/>
                  </a:lnTo>
                  <a:lnTo>
                    <a:pt x="266215" y="115046"/>
                  </a:lnTo>
                  <a:lnTo>
                    <a:pt x="255092" y="80273"/>
                  </a:lnTo>
                  <a:lnTo>
                    <a:pt x="251259" y="43590"/>
                  </a:lnTo>
                  <a:lnTo>
                    <a:pt x="251259" y="0"/>
                  </a:lnTo>
                  <a:close/>
                </a:path>
              </a:pathLst>
            </a:custGeom>
            <a:solidFill>
              <a:srgbClr val="91D4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65695" y="3325204"/>
              <a:ext cx="190875" cy="124543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4094524" y="3815182"/>
              <a:ext cx="262255" cy="219710"/>
            </a:xfrm>
            <a:custGeom>
              <a:avLst/>
              <a:gdLst/>
              <a:ahLst/>
              <a:cxnLst/>
              <a:rect l="l" t="t" r="r" b="b"/>
              <a:pathLst>
                <a:path w="262254" h="219710">
                  <a:moveTo>
                    <a:pt x="262044" y="0"/>
                  </a:moveTo>
                  <a:lnTo>
                    <a:pt x="0" y="0"/>
                  </a:lnTo>
                  <a:lnTo>
                    <a:pt x="0" y="219375"/>
                  </a:lnTo>
                  <a:lnTo>
                    <a:pt x="262044" y="219375"/>
                  </a:lnTo>
                  <a:lnTo>
                    <a:pt x="262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4094527" y="3594918"/>
              <a:ext cx="337820" cy="570230"/>
            </a:xfrm>
            <a:custGeom>
              <a:avLst/>
              <a:gdLst/>
              <a:ahLst/>
              <a:cxnLst/>
              <a:rect l="l" t="t" r="r" b="b"/>
              <a:pathLst>
                <a:path w="337820" h="570229">
                  <a:moveTo>
                    <a:pt x="297666" y="0"/>
                  </a:moveTo>
                  <a:lnTo>
                    <a:pt x="300525" y="8365"/>
                  </a:lnTo>
                  <a:lnTo>
                    <a:pt x="302620" y="17054"/>
                  </a:lnTo>
                  <a:lnTo>
                    <a:pt x="303908" y="26030"/>
                  </a:lnTo>
                  <a:lnTo>
                    <a:pt x="304346" y="35255"/>
                  </a:lnTo>
                  <a:lnTo>
                    <a:pt x="304346" y="471765"/>
                  </a:lnTo>
                  <a:lnTo>
                    <a:pt x="300134" y="492576"/>
                  </a:lnTo>
                  <a:lnTo>
                    <a:pt x="288645" y="509570"/>
                  </a:lnTo>
                  <a:lnTo>
                    <a:pt x="271604" y="521028"/>
                  </a:lnTo>
                  <a:lnTo>
                    <a:pt x="250735" y="525230"/>
                  </a:lnTo>
                  <a:lnTo>
                    <a:pt x="13172" y="525230"/>
                  </a:lnTo>
                  <a:lnTo>
                    <a:pt x="6282" y="523795"/>
                  </a:lnTo>
                  <a:lnTo>
                    <a:pt x="0" y="521219"/>
                  </a:lnTo>
                  <a:lnTo>
                    <a:pt x="5431" y="540329"/>
                  </a:lnTo>
                  <a:lnTo>
                    <a:pt x="17109" y="555777"/>
                  </a:lnTo>
                  <a:lnTo>
                    <a:pt x="33578" y="566110"/>
                  </a:lnTo>
                  <a:lnTo>
                    <a:pt x="53380" y="569877"/>
                  </a:lnTo>
                  <a:lnTo>
                    <a:pt x="283729" y="569877"/>
                  </a:lnTo>
                  <a:lnTo>
                    <a:pt x="304592" y="565676"/>
                  </a:lnTo>
                  <a:lnTo>
                    <a:pt x="321630" y="554220"/>
                  </a:lnTo>
                  <a:lnTo>
                    <a:pt x="333117" y="537228"/>
                  </a:lnTo>
                  <a:lnTo>
                    <a:pt x="337330" y="516424"/>
                  </a:lnTo>
                  <a:lnTo>
                    <a:pt x="337330" y="79903"/>
                  </a:lnTo>
                  <a:lnTo>
                    <a:pt x="329408" y="41628"/>
                  </a:lnTo>
                  <a:lnTo>
                    <a:pt x="300912" y="3654"/>
                  </a:lnTo>
                  <a:lnTo>
                    <a:pt x="297666" y="0"/>
                  </a:lnTo>
                  <a:close/>
                </a:path>
              </a:pathLst>
            </a:custGeom>
            <a:solidFill>
              <a:srgbClr val="AAAAA8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8597" y="3647590"/>
              <a:ext cx="86950" cy="122938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4094416" y="3857478"/>
              <a:ext cx="262255" cy="177165"/>
            </a:xfrm>
            <a:custGeom>
              <a:avLst/>
              <a:gdLst/>
              <a:ahLst/>
              <a:cxnLst/>
              <a:rect l="l" t="t" r="r" b="b"/>
              <a:pathLst>
                <a:path w="262254" h="177164">
                  <a:moveTo>
                    <a:pt x="214274" y="0"/>
                  </a:moveTo>
                  <a:lnTo>
                    <a:pt x="0" y="0"/>
                  </a:lnTo>
                  <a:lnTo>
                    <a:pt x="0" y="40601"/>
                  </a:lnTo>
                  <a:lnTo>
                    <a:pt x="214274" y="40601"/>
                  </a:lnTo>
                  <a:lnTo>
                    <a:pt x="214274" y="0"/>
                  </a:lnTo>
                  <a:close/>
                </a:path>
                <a:path w="262254" h="177164">
                  <a:moveTo>
                    <a:pt x="262140" y="99733"/>
                  </a:moveTo>
                  <a:lnTo>
                    <a:pt x="155638" y="99733"/>
                  </a:lnTo>
                  <a:lnTo>
                    <a:pt x="155638" y="177088"/>
                  </a:lnTo>
                  <a:lnTo>
                    <a:pt x="262140" y="177088"/>
                  </a:lnTo>
                  <a:lnTo>
                    <a:pt x="262140" y="99733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" name="object 107" descr=""/>
          <p:cNvGrpSpPr/>
          <p:nvPr/>
        </p:nvGrpSpPr>
        <p:grpSpPr>
          <a:xfrm>
            <a:off x="3255377" y="3325204"/>
            <a:ext cx="337820" cy="840105"/>
            <a:chOff x="3255377" y="3325204"/>
            <a:chExt cx="337820" cy="840105"/>
          </a:xfrm>
        </p:grpSpPr>
        <p:sp>
          <p:nvSpPr>
            <p:cNvPr id="108" name="object 108" descr=""/>
            <p:cNvSpPr/>
            <p:nvPr/>
          </p:nvSpPr>
          <p:spPr>
            <a:xfrm>
              <a:off x="3255377" y="3428600"/>
              <a:ext cx="337820" cy="734695"/>
            </a:xfrm>
            <a:custGeom>
              <a:avLst/>
              <a:gdLst/>
              <a:ahLst/>
              <a:cxnLst/>
              <a:rect l="l" t="t" r="r" b="b"/>
              <a:pathLst>
                <a:path w="337820" h="734695">
                  <a:moveTo>
                    <a:pt x="251259" y="0"/>
                  </a:moveTo>
                  <a:lnTo>
                    <a:pt x="86311" y="0"/>
                  </a:lnTo>
                  <a:lnTo>
                    <a:pt x="86311" y="43590"/>
                  </a:lnTo>
                  <a:lnTo>
                    <a:pt x="82478" y="80273"/>
                  </a:lnTo>
                  <a:lnTo>
                    <a:pt x="71355" y="115046"/>
                  </a:lnTo>
                  <a:lnTo>
                    <a:pt x="53503" y="146972"/>
                  </a:lnTo>
                  <a:lnTo>
                    <a:pt x="17210" y="189505"/>
                  </a:lnTo>
                  <a:lnTo>
                    <a:pt x="7926" y="206125"/>
                  </a:lnTo>
                  <a:lnTo>
                    <a:pt x="2050" y="224562"/>
                  </a:lnTo>
                  <a:lnTo>
                    <a:pt x="0" y="244400"/>
                  </a:lnTo>
                  <a:lnTo>
                    <a:pt x="0" y="680921"/>
                  </a:lnTo>
                  <a:lnTo>
                    <a:pt x="4214" y="701732"/>
                  </a:lnTo>
                  <a:lnTo>
                    <a:pt x="15705" y="718726"/>
                  </a:lnTo>
                  <a:lnTo>
                    <a:pt x="32746" y="730184"/>
                  </a:lnTo>
                  <a:lnTo>
                    <a:pt x="53610" y="734386"/>
                  </a:lnTo>
                  <a:lnTo>
                    <a:pt x="283959" y="734386"/>
                  </a:lnTo>
                  <a:lnTo>
                    <a:pt x="304823" y="730184"/>
                  </a:lnTo>
                  <a:lnTo>
                    <a:pt x="321860" y="718726"/>
                  </a:lnTo>
                  <a:lnTo>
                    <a:pt x="333347" y="701732"/>
                  </a:lnTo>
                  <a:lnTo>
                    <a:pt x="337560" y="680921"/>
                  </a:lnTo>
                  <a:lnTo>
                    <a:pt x="337560" y="244400"/>
                  </a:lnTo>
                  <a:lnTo>
                    <a:pt x="335511" y="224562"/>
                  </a:lnTo>
                  <a:lnTo>
                    <a:pt x="329639" y="206125"/>
                  </a:lnTo>
                  <a:lnTo>
                    <a:pt x="320359" y="189505"/>
                  </a:lnTo>
                  <a:lnTo>
                    <a:pt x="284067" y="146972"/>
                  </a:lnTo>
                  <a:lnTo>
                    <a:pt x="266215" y="115046"/>
                  </a:lnTo>
                  <a:lnTo>
                    <a:pt x="255092" y="80273"/>
                  </a:lnTo>
                  <a:lnTo>
                    <a:pt x="251259" y="43590"/>
                  </a:lnTo>
                  <a:lnTo>
                    <a:pt x="251259" y="0"/>
                  </a:lnTo>
                  <a:close/>
                </a:path>
              </a:pathLst>
            </a:custGeom>
            <a:solidFill>
              <a:srgbClr val="91D4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6660" y="3325204"/>
              <a:ext cx="190876" cy="124543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3255492" y="3815182"/>
              <a:ext cx="262255" cy="219710"/>
            </a:xfrm>
            <a:custGeom>
              <a:avLst/>
              <a:gdLst/>
              <a:ahLst/>
              <a:cxnLst/>
              <a:rect l="l" t="t" r="r" b="b"/>
              <a:pathLst>
                <a:path w="262254" h="219710">
                  <a:moveTo>
                    <a:pt x="262044" y="0"/>
                  </a:moveTo>
                  <a:lnTo>
                    <a:pt x="0" y="0"/>
                  </a:lnTo>
                  <a:lnTo>
                    <a:pt x="0" y="219375"/>
                  </a:lnTo>
                  <a:lnTo>
                    <a:pt x="262044" y="219375"/>
                  </a:lnTo>
                  <a:lnTo>
                    <a:pt x="262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255493" y="3594918"/>
              <a:ext cx="337820" cy="570230"/>
            </a:xfrm>
            <a:custGeom>
              <a:avLst/>
              <a:gdLst/>
              <a:ahLst/>
              <a:cxnLst/>
              <a:rect l="l" t="t" r="r" b="b"/>
              <a:pathLst>
                <a:path w="337820" h="570229">
                  <a:moveTo>
                    <a:pt x="297666" y="0"/>
                  </a:moveTo>
                  <a:lnTo>
                    <a:pt x="300525" y="8365"/>
                  </a:lnTo>
                  <a:lnTo>
                    <a:pt x="302620" y="17054"/>
                  </a:lnTo>
                  <a:lnTo>
                    <a:pt x="303908" y="26030"/>
                  </a:lnTo>
                  <a:lnTo>
                    <a:pt x="304346" y="35255"/>
                  </a:lnTo>
                  <a:lnTo>
                    <a:pt x="304346" y="471765"/>
                  </a:lnTo>
                  <a:lnTo>
                    <a:pt x="300134" y="492576"/>
                  </a:lnTo>
                  <a:lnTo>
                    <a:pt x="288645" y="509570"/>
                  </a:lnTo>
                  <a:lnTo>
                    <a:pt x="271604" y="521028"/>
                  </a:lnTo>
                  <a:lnTo>
                    <a:pt x="250735" y="525230"/>
                  </a:lnTo>
                  <a:lnTo>
                    <a:pt x="13172" y="525230"/>
                  </a:lnTo>
                  <a:lnTo>
                    <a:pt x="6282" y="523795"/>
                  </a:lnTo>
                  <a:lnTo>
                    <a:pt x="0" y="521219"/>
                  </a:lnTo>
                  <a:lnTo>
                    <a:pt x="5431" y="540329"/>
                  </a:lnTo>
                  <a:lnTo>
                    <a:pt x="17109" y="555777"/>
                  </a:lnTo>
                  <a:lnTo>
                    <a:pt x="33578" y="566110"/>
                  </a:lnTo>
                  <a:lnTo>
                    <a:pt x="53380" y="569877"/>
                  </a:lnTo>
                  <a:lnTo>
                    <a:pt x="283729" y="569877"/>
                  </a:lnTo>
                  <a:lnTo>
                    <a:pt x="304594" y="565676"/>
                  </a:lnTo>
                  <a:lnTo>
                    <a:pt x="321635" y="554220"/>
                  </a:lnTo>
                  <a:lnTo>
                    <a:pt x="333126" y="537228"/>
                  </a:lnTo>
                  <a:lnTo>
                    <a:pt x="337340" y="516424"/>
                  </a:lnTo>
                  <a:lnTo>
                    <a:pt x="337340" y="79903"/>
                  </a:lnTo>
                  <a:lnTo>
                    <a:pt x="329414" y="41628"/>
                  </a:lnTo>
                  <a:lnTo>
                    <a:pt x="300912" y="3654"/>
                  </a:lnTo>
                  <a:lnTo>
                    <a:pt x="297666" y="0"/>
                  </a:lnTo>
                  <a:close/>
                </a:path>
              </a:pathLst>
            </a:custGeom>
            <a:solidFill>
              <a:srgbClr val="AAAAA8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99563" y="3647590"/>
              <a:ext cx="86950" cy="122938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3255378" y="3857478"/>
              <a:ext cx="262255" cy="177165"/>
            </a:xfrm>
            <a:custGeom>
              <a:avLst/>
              <a:gdLst/>
              <a:ahLst/>
              <a:cxnLst/>
              <a:rect l="l" t="t" r="r" b="b"/>
              <a:pathLst>
                <a:path w="262254" h="177164">
                  <a:moveTo>
                    <a:pt x="214274" y="0"/>
                  </a:moveTo>
                  <a:lnTo>
                    <a:pt x="0" y="0"/>
                  </a:lnTo>
                  <a:lnTo>
                    <a:pt x="0" y="40601"/>
                  </a:lnTo>
                  <a:lnTo>
                    <a:pt x="214274" y="40601"/>
                  </a:lnTo>
                  <a:lnTo>
                    <a:pt x="214274" y="0"/>
                  </a:lnTo>
                  <a:close/>
                </a:path>
                <a:path w="262254" h="177164">
                  <a:moveTo>
                    <a:pt x="262153" y="99733"/>
                  </a:moveTo>
                  <a:lnTo>
                    <a:pt x="155638" y="99733"/>
                  </a:lnTo>
                  <a:lnTo>
                    <a:pt x="155638" y="177088"/>
                  </a:lnTo>
                  <a:lnTo>
                    <a:pt x="262153" y="177088"/>
                  </a:lnTo>
                  <a:lnTo>
                    <a:pt x="262153" y="99733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" name="object 114" descr=""/>
          <p:cNvGrpSpPr/>
          <p:nvPr/>
        </p:nvGrpSpPr>
        <p:grpSpPr>
          <a:xfrm>
            <a:off x="1589281" y="2930308"/>
            <a:ext cx="1049655" cy="1253490"/>
            <a:chOff x="1589281" y="2930308"/>
            <a:chExt cx="1049655" cy="1253490"/>
          </a:xfrm>
        </p:grpSpPr>
        <p:sp>
          <p:nvSpPr>
            <p:cNvPr id="115" name="object 115" descr=""/>
            <p:cNvSpPr/>
            <p:nvPr/>
          </p:nvSpPr>
          <p:spPr>
            <a:xfrm>
              <a:off x="1662891" y="2975815"/>
              <a:ext cx="975994" cy="1208405"/>
            </a:xfrm>
            <a:custGeom>
              <a:avLst/>
              <a:gdLst/>
              <a:ahLst/>
              <a:cxnLst/>
              <a:rect l="l" t="t" r="r" b="b"/>
              <a:pathLst>
                <a:path w="975994" h="1208404">
                  <a:moveTo>
                    <a:pt x="0" y="1207795"/>
                  </a:moveTo>
                  <a:lnTo>
                    <a:pt x="975970" y="1207795"/>
                  </a:lnTo>
                  <a:lnTo>
                    <a:pt x="975970" y="0"/>
                  </a:lnTo>
                  <a:lnTo>
                    <a:pt x="0" y="0"/>
                  </a:lnTo>
                  <a:lnTo>
                    <a:pt x="0" y="1207795"/>
                  </a:lnTo>
                  <a:close/>
                </a:path>
              </a:pathLst>
            </a:custGeom>
            <a:solidFill>
              <a:srgbClr val="B8B8B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589281" y="2930308"/>
              <a:ext cx="975994" cy="1253490"/>
            </a:xfrm>
            <a:custGeom>
              <a:avLst/>
              <a:gdLst/>
              <a:ahLst/>
              <a:cxnLst/>
              <a:rect l="l" t="t" r="r" b="b"/>
              <a:pathLst>
                <a:path w="975994" h="1253489">
                  <a:moveTo>
                    <a:pt x="975970" y="0"/>
                  </a:moveTo>
                  <a:lnTo>
                    <a:pt x="0" y="0"/>
                  </a:lnTo>
                  <a:lnTo>
                    <a:pt x="0" y="1253302"/>
                  </a:lnTo>
                  <a:lnTo>
                    <a:pt x="975970" y="1253302"/>
                  </a:lnTo>
                  <a:lnTo>
                    <a:pt x="975970" y="0"/>
                  </a:lnTo>
                  <a:close/>
                </a:path>
              </a:pathLst>
            </a:custGeom>
            <a:solidFill>
              <a:srgbClr val="C4C4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664975" y="2988662"/>
              <a:ext cx="824865" cy="1136650"/>
            </a:xfrm>
            <a:custGeom>
              <a:avLst/>
              <a:gdLst/>
              <a:ahLst/>
              <a:cxnLst/>
              <a:rect l="l" t="t" r="r" b="b"/>
              <a:pathLst>
                <a:path w="824864" h="1136650">
                  <a:moveTo>
                    <a:pt x="824592" y="0"/>
                  </a:moveTo>
                  <a:lnTo>
                    <a:pt x="0" y="0"/>
                  </a:lnTo>
                  <a:lnTo>
                    <a:pt x="0" y="1136583"/>
                  </a:lnTo>
                  <a:lnTo>
                    <a:pt x="824592" y="1136583"/>
                  </a:lnTo>
                  <a:lnTo>
                    <a:pt x="8245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965343" y="3083361"/>
              <a:ext cx="437515" cy="137160"/>
            </a:xfrm>
            <a:custGeom>
              <a:avLst/>
              <a:gdLst/>
              <a:ahLst/>
              <a:cxnLst/>
              <a:rect l="l" t="t" r="r" b="b"/>
              <a:pathLst>
                <a:path w="437514" h="137160">
                  <a:moveTo>
                    <a:pt x="437452" y="0"/>
                  </a:moveTo>
                  <a:lnTo>
                    <a:pt x="0" y="0"/>
                  </a:lnTo>
                  <a:lnTo>
                    <a:pt x="0" y="137147"/>
                  </a:lnTo>
                  <a:lnTo>
                    <a:pt x="437452" y="137147"/>
                  </a:lnTo>
                  <a:lnTo>
                    <a:pt x="437452" y="0"/>
                  </a:lnTo>
                  <a:close/>
                </a:path>
              </a:pathLst>
            </a:custGeom>
            <a:solidFill>
              <a:srgbClr val="91D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965337" y="3306908"/>
              <a:ext cx="437515" cy="281940"/>
            </a:xfrm>
            <a:custGeom>
              <a:avLst/>
              <a:gdLst/>
              <a:ahLst/>
              <a:cxnLst/>
              <a:rect l="l" t="t" r="r" b="b"/>
              <a:pathLst>
                <a:path w="437514" h="281939">
                  <a:moveTo>
                    <a:pt x="437451" y="250063"/>
                  </a:moveTo>
                  <a:lnTo>
                    <a:pt x="192811" y="250063"/>
                  </a:lnTo>
                  <a:lnTo>
                    <a:pt x="192811" y="281533"/>
                  </a:lnTo>
                  <a:lnTo>
                    <a:pt x="437451" y="281533"/>
                  </a:lnTo>
                  <a:lnTo>
                    <a:pt x="437451" y="250063"/>
                  </a:lnTo>
                  <a:close/>
                </a:path>
                <a:path w="437514" h="281939">
                  <a:moveTo>
                    <a:pt x="437451" y="170929"/>
                  </a:moveTo>
                  <a:lnTo>
                    <a:pt x="192811" y="170929"/>
                  </a:lnTo>
                  <a:lnTo>
                    <a:pt x="192811" y="202399"/>
                  </a:lnTo>
                  <a:lnTo>
                    <a:pt x="437451" y="202399"/>
                  </a:lnTo>
                  <a:lnTo>
                    <a:pt x="437451" y="170929"/>
                  </a:lnTo>
                  <a:close/>
                </a:path>
                <a:path w="437514" h="281939">
                  <a:moveTo>
                    <a:pt x="437451" y="85471"/>
                  </a:moveTo>
                  <a:lnTo>
                    <a:pt x="0" y="85471"/>
                  </a:lnTo>
                  <a:lnTo>
                    <a:pt x="0" y="116941"/>
                  </a:lnTo>
                  <a:lnTo>
                    <a:pt x="437451" y="116941"/>
                  </a:lnTo>
                  <a:lnTo>
                    <a:pt x="437451" y="85471"/>
                  </a:lnTo>
                  <a:close/>
                </a:path>
                <a:path w="437514" h="281939">
                  <a:moveTo>
                    <a:pt x="437451" y="0"/>
                  </a:moveTo>
                  <a:lnTo>
                    <a:pt x="0" y="0"/>
                  </a:lnTo>
                  <a:lnTo>
                    <a:pt x="0" y="31483"/>
                  </a:lnTo>
                  <a:lnTo>
                    <a:pt x="437451" y="31483"/>
                  </a:lnTo>
                  <a:lnTo>
                    <a:pt x="437451" y="0"/>
                  </a:lnTo>
                  <a:close/>
                </a:path>
              </a:pathLst>
            </a:custGeom>
            <a:solidFill>
              <a:srgbClr val="AAAA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47173" y="3891036"/>
              <a:ext cx="190423" cy="189983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1706283" y="3068948"/>
              <a:ext cx="696595" cy="980440"/>
            </a:xfrm>
            <a:custGeom>
              <a:avLst/>
              <a:gdLst/>
              <a:ahLst/>
              <a:cxnLst/>
              <a:rect l="l" t="t" r="r" b="b"/>
              <a:pathLst>
                <a:path w="696594" h="980439">
                  <a:moveTo>
                    <a:pt x="151980" y="56438"/>
                  </a:moveTo>
                  <a:lnTo>
                    <a:pt x="95377" y="56438"/>
                  </a:lnTo>
                  <a:lnTo>
                    <a:pt x="95377" y="0"/>
                  </a:lnTo>
                  <a:lnTo>
                    <a:pt x="56591" y="0"/>
                  </a:lnTo>
                  <a:lnTo>
                    <a:pt x="56591" y="56438"/>
                  </a:lnTo>
                  <a:lnTo>
                    <a:pt x="0" y="56438"/>
                  </a:lnTo>
                  <a:lnTo>
                    <a:pt x="0" y="95110"/>
                  </a:lnTo>
                  <a:lnTo>
                    <a:pt x="56591" y="95110"/>
                  </a:lnTo>
                  <a:lnTo>
                    <a:pt x="56591" y="151561"/>
                  </a:lnTo>
                  <a:lnTo>
                    <a:pt x="95377" y="151561"/>
                  </a:lnTo>
                  <a:lnTo>
                    <a:pt x="95377" y="95110"/>
                  </a:lnTo>
                  <a:lnTo>
                    <a:pt x="151980" y="95110"/>
                  </a:lnTo>
                  <a:lnTo>
                    <a:pt x="151980" y="56438"/>
                  </a:lnTo>
                  <a:close/>
                </a:path>
                <a:path w="696594" h="980439">
                  <a:moveTo>
                    <a:pt x="696506" y="917079"/>
                  </a:moveTo>
                  <a:lnTo>
                    <a:pt x="451866" y="917079"/>
                  </a:lnTo>
                  <a:lnTo>
                    <a:pt x="451866" y="979919"/>
                  </a:lnTo>
                  <a:lnTo>
                    <a:pt x="696506" y="979919"/>
                  </a:lnTo>
                  <a:lnTo>
                    <a:pt x="696506" y="917079"/>
                  </a:lnTo>
                  <a:close/>
                </a:path>
              </a:pathLst>
            </a:custGeom>
            <a:solidFill>
              <a:srgbClr val="91D4C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" name="object 122" descr=""/>
          <p:cNvGrpSpPr/>
          <p:nvPr/>
        </p:nvGrpSpPr>
        <p:grpSpPr>
          <a:xfrm>
            <a:off x="13572156" y="4290923"/>
            <a:ext cx="2029460" cy="1910714"/>
            <a:chOff x="13572156" y="4290923"/>
            <a:chExt cx="2029460" cy="1910714"/>
          </a:xfrm>
        </p:grpSpPr>
        <p:sp>
          <p:nvSpPr>
            <p:cNvPr id="123" name="object 123" descr=""/>
            <p:cNvSpPr/>
            <p:nvPr/>
          </p:nvSpPr>
          <p:spPr>
            <a:xfrm>
              <a:off x="13626387" y="4290923"/>
              <a:ext cx="1418590" cy="1866900"/>
            </a:xfrm>
            <a:custGeom>
              <a:avLst/>
              <a:gdLst/>
              <a:ahLst/>
              <a:cxnLst/>
              <a:rect l="l" t="t" r="r" b="b"/>
              <a:pathLst>
                <a:path w="1418590" h="1866900">
                  <a:moveTo>
                    <a:pt x="1112683" y="0"/>
                  </a:moveTo>
                  <a:lnTo>
                    <a:pt x="12534" y="937235"/>
                  </a:lnTo>
                  <a:lnTo>
                    <a:pt x="0" y="959927"/>
                  </a:lnTo>
                  <a:lnTo>
                    <a:pt x="326" y="972894"/>
                  </a:lnTo>
                  <a:lnTo>
                    <a:pt x="547921" y="1849030"/>
                  </a:lnTo>
                  <a:lnTo>
                    <a:pt x="579669" y="1866537"/>
                  </a:lnTo>
                  <a:lnTo>
                    <a:pt x="586454" y="1866537"/>
                  </a:lnTo>
                  <a:lnTo>
                    <a:pt x="616112" y="1837560"/>
                  </a:lnTo>
                  <a:lnTo>
                    <a:pt x="85768" y="972784"/>
                  </a:lnTo>
                  <a:lnTo>
                    <a:pt x="1115035" y="85502"/>
                  </a:lnTo>
                  <a:lnTo>
                    <a:pt x="1358483" y="273109"/>
                  </a:lnTo>
                  <a:lnTo>
                    <a:pt x="1371809" y="279669"/>
                  </a:lnTo>
                  <a:lnTo>
                    <a:pt x="1386127" y="280594"/>
                  </a:lnTo>
                  <a:lnTo>
                    <a:pt x="1399749" y="276100"/>
                  </a:lnTo>
                  <a:lnTo>
                    <a:pt x="1410984" y="266397"/>
                  </a:lnTo>
                  <a:lnTo>
                    <a:pt x="1417564" y="253106"/>
                  </a:lnTo>
                  <a:lnTo>
                    <a:pt x="1418490" y="238825"/>
                  </a:lnTo>
                  <a:lnTo>
                    <a:pt x="1413980" y="225239"/>
                  </a:lnTo>
                  <a:lnTo>
                    <a:pt x="1404251" y="214032"/>
                  </a:lnTo>
                  <a:lnTo>
                    <a:pt x="1136594" y="7777"/>
                  </a:lnTo>
                  <a:lnTo>
                    <a:pt x="1125147" y="1766"/>
                  </a:lnTo>
                  <a:lnTo>
                    <a:pt x="1112683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4967451" y="4633072"/>
              <a:ext cx="426720" cy="425450"/>
            </a:xfrm>
            <a:custGeom>
              <a:avLst/>
              <a:gdLst/>
              <a:ahLst/>
              <a:cxnLst/>
              <a:rect l="l" t="t" r="r" b="b"/>
              <a:pathLst>
                <a:path w="426719" h="425450">
                  <a:moveTo>
                    <a:pt x="213291" y="0"/>
                  </a:moveTo>
                  <a:lnTo>
                    <a:pt x="164386" y="5617"/>
                  </a:lnTo>
                  <a:lnTo>
                    <a:pt x="119491" y="21619"/>
                  </a:lnTo>
                  <a:lnTo>
                    <a:pt x="79888" y="46729"/>
                  </a:lnTo>
                  <a:lnTo>
                    <a:pt x="46857" y="79669"/>
                  </a:lnTo>
                  <a:lnTo>
                    <a:pt x="21679" y="119163"/>
                  </a:lnTo>
                  <a:lnTo>
                    <a:pt x="5633" y="163934"/>
                  </a:lnTo>
                  <a:lnTo>
                    <a:pt x="0" y="212705"/>
                  </a:lnTo>
                  <a:lnTo>
                    <a:pt x="5633" y="261476"/>
                  </a:lnTo>
                  <a:lnTo>
                    <a:pt x="21679" y="306247"/>
                  </a:lnTo>
                  <a:lnTo>
                    <a:pt x="46857" y="345741"/>
                  </a:lnTo>
                  <a:lnTo>
                    <a:pt x="79888" y="378681"/>
                  </a:lnTo>
                  <a:lnTo>
                    <a:pt x="119491" y="403791"/>
                  </a:lnTo>
                  <a:lnTo>
                    <a:pt x="164386" y="419793"/>
                  </a:lnTo>
                  <a:lnTo>
                    <a:pt x="213291" y="425411"/>
                  </a:lnTo>
                  <a:lnTo>
                    <a:pt x="262193" y="419793"/>
                  </a:lnTo>
                  <a:lnTo>
                    <a:pt x="307085" y="403791"/>
                  </a:lnTo>
                  <a:lnTo>
                    <a:pt x="346686" y="378681"/>
                  </a:lnTo>
                  <a:lnTo>
                    <a:pt x="379716" y="345741"/>
                  </a:lnTo>
                  <a:lnTo>
                    <a:pt x="404894" y="306247"/>
                  </a:lnTo>
                  <a:lnTo>
                    <a:pt x="420940" y="261476"/>
                  </a:lnTo>
                  <a:lnTo>
                    <a:pt x="426573" y="212705"/>
                  </a:lnTo>
                  <a:lnTo>
                    <a:pt x="420940" y="163934"/>
                  </a:lnTo>
                  <a:lnTo>
                    <a:pt x="404894" y="119163"/>
                  </a:lnTo>
                  <a:lnTo>
                    <a:pt x="379716" y="79669"/>
                  </a:lnTo>
                  <a:lnTo>
                    <a:pt x="346686" y="46729"/>
                  </a:lnTo>
                  <a:lnTo>
                    <a:pt x="307085" y="21619"/>
                  </a:lnTo>
                  <a:lnTo>
                    <a:pt x="262193" y="5617"/>
                  </a:lnTo>
                  <a:lnTo>
                    <a:pt x="213291" y="0"/>
                  </a:lnTo>
                  <a:close/>
                </a:path>
              </a:pathLst>
            </a:custGeom>
            <a:solidFill>
              <a:srgbClr val="FFE2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3742480" y="4426679"/>
              <a:ext cx="1859280" cy="1774825"/>
            </a:xfrm>
            <a:custGeom>
              <a:avLst/>
              <a:gdLst/>
              <a:ahLst/>
              <a:cxnLst/>
              <a:rect l="l" t="t" r="r" b="b"/>
              <a:pathLst>
                <a:path w="1859280" h="1774825">
                  <a:moveTo>
                    <a:pt x="927074" y="1774621"/>
                  </a:moveTo>
                  <a:lnTo>
                    <a:pt x="921283" y="1731467"/>
                  </a:lnTo>
                  <a:lnTo>
                    <a:pt x="904913" y="1692694"/>
                  </a:lnTo>
                  <a:lnTo>
                    <a:pt x="879525" y="1659839"/>
                  </a:lnTo>
                  <a:lnTo>
                    <a:pt x="846670" y="1634464"/>
                  </a:lnTo>
                  <a:lnTo>
                    <a:pt x="807897" y="1618094"/>
                  </a:lnTo>
                  <a:lnTo>
                    <a:pt x="764743" y="1612290"/>
                  </a:lnTo>
                  <a:lnTo>
                    <a:pt x="162318" y="1612290"/>
                  </a:lnTo>
                  <a:lnTo>
                    <a:pt x="119176" y="1618094"/>
                  </a:lnTo>
                  <a:lnTo>
                    <a:pt x="80391" y="1634464"/>
                  </a:lnTo>
                  <a:lnTo>
                    <a:pt x="47536" y="1659839"/>
                  </a:lnTo>
                  <a:lnTo>
                    <a:pt x="22161" y="1692694"/>
                  </a:lnTo>
                  <a:lnTo>
                    <a:pt x="5791" y="1731467"/>
                  </a:lnTo>
                  <a:lnTo>
                    <a:pt x="0" y="1774621"/>
                  </a:lnTo>
                  <a:lnTo>
                    <a:pt x="927074" y="1774621"/>
                  </a:lnTo>
                  <a:close/>
                </a:path>
                <a:path w="1859280" h="1774825">
                  <a:moveTo>
                    <a:pt x="1858987" y="251574"/>
                  </a:moveTo>
                  <a:lnTo>
                    <a:pt x="1834591" y="210235"/>
                  </a:lnTo>
                  <a:lnTo>
                    <a:pt x="1806663" y="172288"/>
                  </a:lnTo>
                  <a:lnTo>
                    <a:pt x="1775536" y="137833"/>
                  </a:lnTo>
                  <a:lnTo>
                    <a:pt x="1741538" y="106972"/>
                  </a:lnTo>
                  <a:lnTo>
                    <a:pt x="1704975" y="79819"/>
                  </a:lnTo>
                  <a:lnTo>
                    <a:pt x="1666163" y="56438"/>
                  </a:lnTo>
                  <a:lnTo>
                    <a:pt x="1625434" y="36969"/>
                  </a:lnTo>
                  <a:lnTo>
                    <a:pt x="1583105" y="21488"/>
                  </a:lnTo>
                  <a:lnTo>
                    <a:pt x="1539481" y="10096"/>
                  </a:lnTo>
                  <a:lnTo>
                    <a:pt x="1494891" y="2895"/>
                  </a:lnTo>
                  <a:lnTo>
                    <a:pt x="1449641" y="0"/>
                  </a:lnTo>
                  <a:lnTo>
                    <a:pt x="1404073" y="1485"/>
                  </a:lnTo>
                  <a:lnTo>
                    <a:pt x="1358493" y="7467"/>
                  </a:lnTo>
                  <a:lnTo>
                    <a:pt x="1313218" y="18034"/>
                  </a:lnTo>
                  <a:lnTo>
                    <a:pt x="1268564" y="33286"/>
                  </a:lnTo>
                  <a:lnTo>
                    <a:pt x="1224864" y="53340"/>
                  </a:lnTo>
                  <a:lnTo>
                    <a:pt x="1183411" y="77685"/>
                  </a:lnTo>
                  <a:lnTo>
                    <a:pt x="1145362" y="105524"/>
                  </a:lnTo>
                  <a:lnTo>
                    <a:pt x="1110805" y="136563"/>
                  </a:lnTo>
                  <a:lnTo>
                    <a:pt x="1079868" y="170472"/>
                  </a:lnTo>
                  <a:lnTo>
                    <a:pt x="1052626" y="206933"/>
                  </a:lnTo>
                  <a:lnTo>
                    <a:pt x="1029195" y="245643"/>
                  </a:lnTo>
                  <a:lnTo>
                    <a:pt x="1009662" y="286258"/>
                  </a:lnTo>
                  <a:lnTo>
                    <a:pt x="994143" y="328485"/>
                  </a:lnTo>
                  <a:lnTo>
                    <a:pt x="982713" y="371983"/>
                  </a:lnTo>
                  <a:lnTo>
                    <a:pt x="975499" y="416458"/>
                  </a:lnTo>
                  <a:lnTo>
                    <a:pt x="972591" y="461568"/>
                  </a:lnTo>
                  <a:lnTo>
                    <a:pt x="974077" y="507022"/>
                  </a:lnTo>
                  <a:lnTo>
                    <a:pt x="980071" y="552475"/>
                  </a:lnTo>
                  <a:lnTo>
                    <a:pt x="990676" y="597636"/>
                  </a:lnTo>
                  <a:lnTo>
                    <a:pt x="1005967" y="642162"/>
                  </a:lnTo>
                  <a:lnTo>
                    <a:pt x="1026071" y="685749"/>
                  </a:lnTo>
                  <a:lnTo>
                    <a:pt x="1858987" y="251574"/>
                  </a:lnTo>
                  <a:close/>
                </a:path>
              </a:pathLst>
            </a:custGeom>
            <a:solidFill>
              <a:srgbClr val="91D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4310488" y="5893368"/>
              <a:ext cx="50800" cy="154940"/>
            </a:xfrm>
            <a:custGeom>
              <a:avLst/>
              <a:gdLst/>
              <a:ahLst/>
              <a:cxnLst/>
              <a:rect l="l" t="t" r="r" b="b"/>
              <a:pathLst>
                <a:path w="50800" h="154939">
                  <a:moveTo>
                    <a:pt x="25088" y="0"/>
                  </a:moveTo>
                  <a:lnTo>
                    <a:pt x="15346" y="1975"/>
                  </a:lnTo>
                  <a:lnTo>
                    <a:pt x="7368" y="7353"/>
                  </a:lnTo>
                  <a:lnTo>
                    <a:pt x="1979" y="15310"/>
                  </a:lnTo>
                  <a:lnTo>
                    <a:pt x="0" y="25025"/>
                  </a:lnTo>
                  <a:lnTo>
                    <a:pt x="0" y="129671"/>
                  </a:lnTo>
                  <a:lnTo>
                    <a:pt x="1979" y="139390"/>
                  </a:lnTo>
                  <a:lnTo>
                    <a:pt x="7368" y="147347"/>
                  </a:lnTo>
                  <a:lnTo>
                    <a:pt x="15346" y="152722"/>
                  </a:lnTo>
                  <a:lnTo>
                    <a:pt x="25088" y="154696"/>
                  </a:lnTo>
                  <a:lnTo>
                    <a:pt x="34830" y="152722"/>
                  </a:lnTo>
                  <a:lnTo>
                    <a:pt x="42807" y="147347"/>
                  </a:lnTo>
                  <a:lnTo>
                    <a:pt x="48197" y="139390"/>
                  </a:lnTo>
                  <a:lnTo>
                    <a:pt x="50176" y="129671"/>
                  </a:lnTo>
                  <a:lnTo>
                    <a:pt x="50176" y="25025"/>
                  </a:lnTo>
                  <a:lnTo>
                    <a:pt x="48197" y="15310"/>
                  </a:lnTo>
                  <a:lnTo>
                    <a:pt x="42807" y="7353"/>
                  </a:lnTo>
                  <a:lnTo>
                    <a:pt x="34830" y="1975"/>
                  </a:lnTo>
                  <a:lnTo>
                    <a:pt x="25088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572156" y="5169956"/>
              <a:ext cx="182486" cy="181983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069197" y="4474326"/>
              <a:ext cx="247919" cy="96478"/>
            </a:xfrm>
            <a:prstGeom prst="rect">
              <a:avLst/>
            </a:prstGeom>
          </p:spPr>
        </p:pic>
      </p:grpSp>
      <p:grpSp>
        <p:nvGrpSpPr>
          <p:cNvPr id="129" name="object 129" descr=""/>
          <p:cNvGrpSpPr/>
          <p:nvPr/>
        </p:nvGrpSpPr>
        <p:grpSpPr>
          <a:xfrm>
            <a:off x="1489420" y="4183600"/>
            <a:ext cx="3153410" cy="302260"/>
            <a:chOff x="1489420" y="4183600"/>
            <a:chExt cx="3153410" cy="302260"/>
          </a:xfrm>
        </p:grpSpPr>
        <p:sp>
          <p:nvSpPr>
            <p:cNvPr id="130" name="object 130" descr=""/>
            <p:cNvSpPr/>
            <p:nvPr/>
          </p:nvSpPr>
          <p:spPr>
            <a:xfrm>
              <a:off x="1556359" y="4233792"/>
              <a:ext cx="3086735" cy="252095"/>
            </a:xfrm>
            <a:custGeom>
              <a:avLst/>
              <a:gdLst/>
              <a:ahLst/>
              <a:cxnLst/>
              <a:rect l="l" t="t" r="r" b="b"/>
              <a:pathLst>
                <a:path w="3086735" h="252095">
                  <a:moveTo>
                    <a:pt x="3086189" y="0"/>
                  </a:moveTo>
                  <a:lnTo>
                    <a:pt x="0" y="0"/>
                  </a:lnTo>
                  <a:lnTo>
                    <a:pt x="0" y="50190"/>
                  </a:lnTo>
                  <a:lnTo>
                    <a:pt x="0" y="100380"/>
                  </a:lnTo>
                  <a:lnTo>
                    <a:pt x="160718" y="100380"/>
                  </a:lnTo>
                  <a:lnTo>
                    <a:pt x="160718" y="50190"/>
                  </a:lnTo>
                  <a:lnTo>
                    <a:pt x="312572" y="50190"/>
                  </a:lnTo>
                  <a:lnTo>
                    <a:pt x="312572" y="100380"/>
                  </a:lnTo>
                  <a:lnTo>
                    <a:pt x="227672" y="100380"/>
                  </a:lnTo>
                  <a:lnTo>
                    <a:pt x="227672" y="201612"/>
                  </a:lnTo>
                  <a:lnTo>
                    <a:pt x="227672" y="251802"/>
                  </a:lnTo>
                  <a:lnTo>
                    <a:pt x="379526" y="251802"/>
                  </a:lnTo>
                  <a:lnTo>
                    <a:pt x="379526" y="201612"/>
                  </a:lnTo>
                  <a:lnTo>
                    <a:pt x="379526" y="100380"/>
                  </a:lnTo>
                  <a:lnTo>
                    <a:pt x="2705912" y="100380"/>
                  </a:lnTo>
                  <a:lnTo>
                    <a:pt x="2705912" y="50190"/>
                  </a:lnTo>
                  <a:lnTo>
                    <a:pt x="2857766" y="50190"/>
                  </a:lnTo>
                  <a:lnTo>
                    <a:pt x="2857766" y="100380"/>
                  </a:lnTo>
                  <a:lnTo>
                    <a:pt x="2772867" y="100380"/>
                  </a:lnTo>
                  <a:lnTo>
                    <a:pt x="2772867" y="201612"/>
                  </a:lnTo>
                  <a:lnTo>
                    <a:pt x="2772867" y="251802"/>
                  </a:lnTo>
                  <a:lnTo>
                    <a:pt x="2924708" y="251802"/>
                  </a:lnTo>
                  <a:lnTo>
                    <a:pt x="2924708" y="201612"/>
                  </a:lnTo>
                  <a:lnTo>
                    <a:pt x="2924708" y="100380"/>
                  </a:lnTo>
                  <a:lnTo>
                    <a:pt x="3086189" y="100380"/>
                  </a:lnTo>
                  <a:lnTo>
                    <a:pt x="3086189" y="50190"/>
                  </a:lnTo>
                  <a:lnTo>
                    <a:pt x="3086189" y="0"/>
                  </a:lnTo>
                  <a:close/>
                </a:path>
              </a:pathLst>
            </a:custGeom>
            <a:solidFill>
              <a:srgbClr val="B8B8B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489417" y="4183601"/>
              <a:ext cx="3086735" cy="252095"/>
            </a:xfrm>
            <a:custGeom>
              <a:avLst/>
              <a:gdLst/>
              <a:ahLst/>
              <a:cxnLst/>
              <a:rect l="l" t="t" r="r" b="b"/>
              <a:pathLst>
                <a:path w="3086735" h="252095">
                  <a:moveTo>
                    <a:pt x="3086189" y="0"/>
                  </a:moveTo>
                  <a:lnTo>
                    <a:pt x="0" y="0"/>
                  </a:lnTo>
                  <a:lnTo>
                    <a:pt x="0" y="100380"/>
                  </a:lnTo>
                  <a:lnTo>
                    <a:pt x="227660" y="100380"/>
                  </a:lnTo>
                  <a:lnTo>
                    <a:pt x="227660" y="251802"/>
                  </a:lnTo>
                  <a:lnTo>
                    <a:pt x="379514" y="251802"/>
                  </a:lnTo>
                  <a:lnTo>
                    <a:pt x="379514" y="100380"/>
                  </a:lnTo>
                  <a:lnTo>
                    <a:pt x="2772854" y="100380"/>
                  </a:lnTo>
                  <a:lnTo>
                    <a:pt x="2772854" y="251802"/>
                  </a:lnTo>
                  <a:lnTo>
                    <a:pt x="2924708" y="251802"/>
                  </a:lnTo>
                  <a:lnTo>
                    <a:pt x="2924708" y="100380"/>
                  </a:lnTo>
                  <a:lnTo>
                    <a:pt x="3086189" y="100380"/>
                  </a:lnTo>
                  <a:lnTo>
                    <a:pt x="30861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2" name="object 132" descr=""/>
          <p:cNvGrpSpPr/>
          <p:nvPr/>
        </p:nvGrpSpPr>
        <p:grpSpPr>
          <a:xfrm>
            <a:off x="5662990" y="7219193"/>
            <a:ext cx="1310005" cy="1271270"/>
            <a:chOff x="5662990" y="7219193"/>
            <a:chExt cx="1310005" cy="1271270"/>
          </a:xfrm>
        </p:grpSpPr>
        <p:sp>
          <p:nvSpPr>
            <p:cNvPr id="133" name="object 133" descr=""/>
            <p:cNvSpPr/>
            <p:nvPr/>
          </p:nvSpPr>
          <p:spPr>
            <a:xfrm>
              <a:off x="5662990" y="7219193"/>
              <a:ext cx="1310005" cy="245110"/>
            </a:xfrm>
            <a:custGeom>
              <a:avLst/>
              <a:gdLst/>
              <a:ahLst/>
              <a:cxnLst/>
              <a:rect l="l" t="t" r="r" b="b"/>
              <a:pathLst>
                <a:path w="1310004" h="245109">
                  <a:moveTo>
                    <a:pt x="1187356" y="0"/>
                  </a:moveTo>
                  <a:lnTo>
                    <a:pt x="122446" y="0"/>
                  </a:lnTo>
                  <a:lnTo>
                    <a:pt x="74782" y="9621"/>
                  </a:lnTo>
                  <a:lnTo>
                    <a:pt x="35861" y="35860"/>
                  </a:lnTo>
                  <a:lnTo>
                    <a:pt x="9621" y="74777"/>
                  </a:lnTo>
                  <a:lnTo>
                    <a:pt x="0" y="122436"/>
                  </a:lnTo>
                  <a:lnTo>
                    <a:pt x="9621" y="170100"/>
                  </a:lnTo>
                  <a:lnTo>
                    <a:pt x="35861" y="209021"/>
                  </a:lnTo>
                  <a:lnTo>
                    <a:pt x="74782" y="235260"/>
                  </a:lnTo>
                  <a:lnTo>
                    <a:pt x="122446" y="244882"/>
                  </a:lnTo>
                  <a:lnTo>
                    <a:pt x="1187356" y="244882"/>
                  </a:lnTo>
                  <a:lnTo>
                    <a:pt x="1235016" y="235260"/>
                  </a:lnTo>
                  <a:lnTo>
                    <a:pt x="1273937" y="209021"/>
                  </a:lnTo>
                  <a:lnTo>
                    <a:pt x="1300179" y="170100"/>
                  </a:lnTo>
                  <a:lnTo>
                    <a:pt x="1309803" y="122436"/>
                  </a:lnTo>
                  <a:lnTo>
                    <a:pt x="1300179" y="74777"/>
                  </a:lnTo>
                  <a:lnTo>
                    <a:pt x="1273937" y="35860"/>
                  </a:lnTo>
                  <a:lnTo>
                    <a:pt x="1235016" y="9621"/>
                  </a:lnTo>
                  <a:lnTo>
                    <a:pt x="1187356" y="0"/>
                  </a:lnTo>
                  <a:close/>
                </a:path>
              </a:pathLst>
            </a:custGeom>
            <a:solidFill>
              <a:srgbClr val="92D4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5673905" y="7414041"/>
              <a:ext cx="1288415" cy="50165"/>
            </a:xfrm>
            <a:custGeom>
              <a:avLst/>
              <a:gdLst/>
              <a:ahLst/>
              <a:cxnLst/>
              <a:rect l="l" t="t" r="r" b="b"/>
              <a:pathLst>
                <a:path w="1288415" h="50165">
                  <a:moveTo>
                    <a:pt x="1287971" y="0"/>
                  </a:moveTo>
                  <a:lnTo>
                    <a:pt x="1280818" y="1971"/>
                  </a:lnTo>
                  <a:lnTo>
                    <a:pt x="1273461" y="3408"/>
                  </a:lnTo>
                  <a:lnTo>
                    <a:pt x="1265919" y="4287"/>
                  </a:lnTo>
                  <a:lnTo>
                    <a:pt x="1258212" y="4586"/>
                  </a:lnTo>
                  <a:lnTo>
                    <a:pt x="29758" y="4586"/>
                  </a:lnTo>
                  <a:lnTo>
                    <a:pt x="22051" y="4287"/>
                  </a:lnTo>
                  <a:lnTo>
                    <a:pt x="14510" y="3408"/>
                  </a:lnTo>
                  <a:lnTo>
                    <a:pt x="7152" y="1971"/>
                  </a:lnTo>
                  <a:lnTo>
                    <a:pt x="0" y="0"/>
                  </a:lnTo>
                  <a:lnTo>
                    <a:pt x="14603" y="20371"/>
                  </a:lnTo>
                  <a:lnTo>
                    <a:pt x="34023" y="36174"/>
                  </a:lnTo>
                  <a:lnTo>
                    <a:pt x="57251" y="46397"/>
                  </a:lnTo>
                  <a:lnTo>
                    <a:pt x="83274" y="50029"/>
                  </a:lnTo>
                  <a:lnTo>
                    <a:pt x="1204696" y="50029"/>
                  </a:lnTo>
                  <a:lnTo>
                    <a:pt x="1230720" y="46397"/>
                  </a:lnTo>
                  <a:lnTo>
                    <a:pt x="1253947" y="36174"/>
                  </a:lnTo>
                  <a:lnTo>
                    <a:pt x="1273367" y="20371"/>
                  </a:lnTo>
                  <a:lnTo>
                    <a:pt x="1287971" y="0"/>
                  </a:lnTo>
                  <a:close/>
                </a:path>
              </a:pathLst>
            </a:custGeom>
            <a:solidFill>
              <a:srgbClr val="66C4B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260898" y="7464076"/>
              <a:ext cx="114300" cy="866140"/>
            </a:xfrm>
            <a:custGeom>
              <a:avLst/>
              <a:gdLst/>
              <a:ahLst/>
              <a:cxnLst/>
              <a:rect l="l" t="t" r="r" b="b"/>
              <a:pathLst>
                <a:path w="114300" h="866140">
                  <a:moveTo>
                    <a:pt x="113986" y="0"/>
                  </a:moveTo>
                  <a:lnTo>
                    <a:pt x="0" y="0"/>
                  </a:lnTo>
                  <a:lnTo>
                    <a:pt x="0" y="865596"/>
                  </a:lnTo>
                  <a:lnTo>
                    <a:pt x="113986" y="865596"/>
                  </a:lnTo>
                  <a:lnTo>
                    <a:pt x="113986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61430" y="8353602"/>
              <a:ext cx="137179" cy="136812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7174" y="8353602"/>
              <a:ext cx="137179" cy="136812"/>
            </a:xfrm>
            <a:prstGeom prst="rect">
              <a:avLst/>
            </a:prstGeom>
          </p:spPr>
        </p:pic>
        <p:sp>
          <p:nvSpPr>
            <p:cNvPr id="138" name="object 138" descr=""/>
            <p:cNvSpPr/>
            <p:nvPr/>
          </p:nvSpPr>
          <p:spPr>
            <a:xfrm>
              <a:off x="5921948" y="8293781"/>
              <a:ext cx="792480" cy="120014"/>
            </a:xfrm>
            <a:custGeom>
              <a:avLst/>
              <a:gdLst/>
              <a:ahLst/>
              <a:cxnLst/>
              <a:rect l="l" t="t" r="r" b="b"/>
              <a:pathLst>
                <a:path w="792479" h="120015">
                  <a:moveTo>
                    <a:pt x="672230" y="0"/>
                  </a:moveTo>
                  <a:lnTo>
                    <a:pt x="119661" y="0"/>
                  </a:lnTo>
                  <a:lnTo>
                    <a:pt x="73081" y="9402"/>
                  </a:lnTo>
                  <a:lnTo>
                    <a:pt x="35046" y="35044"/>
                  </a:lnTo>
                  <a:lnTo>
                    <a:pt x="9402" y="73077"/>
                  </a:lnTo>
                  <a:lnTo>
                    <a:pt x="0" y="119650"/>
                  </a:lnTo>
                  <a:lnTo>
                    <a:pt x="791881" y="119650"/>
                  </a:lnTo>
                  <a:lnTo>
                    <a:pt x="782478" y="73077"/>
                  </a:lnTo>
                  <a:lnTo>
                    <a:pt x="756836" y="35044"/>
                  </a:lnTo>
                  <a:lnTo>
                    <a:pt x="718804" y="9402"/>
                  </a:lnTo>
                  <a:lnTo>
                    <a:pt x="672230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9" name="object 139" descr=""/>
          <p:cNvGrpSpPr/>
          <p:nvPr/>
        </p:nvGrpSpPr>
        <p:grpSpPr>
          <a:xfrm>
            <a:off x="7339420" y="6021810"/>
            <a:ext cx="3807460" cy="2519045"/>
            <a:chOff x="7339420" y="6021810"/>
            <a:chExt cx="3807460" cy="2519045"/>
          </a:xfrm>
        </p:grpSpPr>
        <p:sp>
          <p:nvSpPr>
            <p:cNvPr id="140" name="object 140" descr=""/>
            <p:cNvSpPr/>
            <p:nvPr/>
          </p:nvSpPr>
          <p:spPr>
            <a:xfrm>
              <a:off x="8752876" y="6021810"/>
              <a:ext cx="1609725" cy="2519045"/>
            </a:xfrm>
            <a:custGeom>
              <a:avLst/>
              <a:gdLst/>
              <a:ahLst/>
              <a:cxnLst/>
              <a:rect l="l" t="t" r="r" b="b"/>
              <a:pathLst>
                <a:path w="1609725" h="2519045">
                  <a:moveTo>
                    <a:pt x="1609699" y="0"/>
                  </a:moveTo>
                  <a:lnTo>
                    <a:pt x="281247" y="0"/>
                  </a:lnTo>
                  <a:lnTo>
                    <a:pt x="235626" y="3670"/>
                  </a:lnTo>
                  <a:lnTo>
                    <a:pt x="192349" y="14298"/>
                  </a:lnTo>
                  <a:lnTo>
                    <a:pt x="151995" y="31304"/>
                  </a:lnTo>
                  <a:lnTo>
                    <a:pt x="115143" y="54113"/>
                  </a:lnTo>
                  <a:lnTo>
                    <a:pt x="82373" y="82146"/>
                  </a:lnTo>
                  <a:lnTo>
                    <a:pt x="54262" y="114827"/>
                  </a:lnTo>
                  <a:lnTo>
                    <a:pt x="31391" y="151577"/>
                  </a:lnTo>
                  <a:lnTo>
                    <a:pt x="14337" y="191819"/>
                  </a:lnTo>
                  <a:lnTo>
                    <a:pt x="3680" y="234977"/>
                  </a:lnTo>
                  <a:lnTo>
                    <a:pt x="0" y="280473"/>
                  </a:lnTo>
                  <a:lnTo>
                    <a:pt x="0" y="2518624"/>
                  </a:lnTo>
                  <a:lnTo>
                    <a:pt x="1609699" y="2518624"/>
                  </a:lnTo>
                  <a:lnTo>
                    <a:pt x="160969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752876" y="6021810"/>
              <a:ext cx="1609725" cy="2519045"/>
            </a:xfrm>
            <a:custGeom>
              <a:avLst/>
              <a:gdLst/>
              <a:ahLst/>
              <a:cxnLst/>
              <a:rect l="l" t="t" r="r" b="b"/>
              <a:pathLst>
                <a:path w="1609725" h="2519045">
                  <a:moveTo>
                    <a:pt x="1609699" y="0"/>
                  </a:moveTo>
                  <a:lnTo>
                    <a:pt x="1542476" y="370313"/>
                  </a:lnTo>
                  <a:lnTo>
                    <a:pt x="1296296" y="1184512"/>
                  </a:lnTo>
                  <a:lnTo>
                    <a:pt x="804393" y="1997484"/>
                  </a:lnTo>
                  <a:lnTo>
                    <a:pt x="0" y="2364116"/>
                  </a:lnTo>
                  <a:lnTo>
                    <a:pt x="0" y="2518624"/>
                  </a:lnTo>
                  <a:lnTo>
                    <a:pt x="1609699" y="2518624"/>
                  </a:lnTo>
                  <a:lnTo>
                    <a:pt x="1609699" y="0"/>
                  </a:lnTo>
                  <a:close/>
                </a:path>
              </a:pathLst>
            </a:custGeom>
            <a:solidFill>
              <a:srgbClr val="B8B8B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339418" y="6849281"/>
              <a:ext cx="3807460" cy="1691639"/>
            </a:xfrm>
            <a:custGeom>
              <a:avLst/>
              <a:gdLst/>
              <a:ahLst/>
              <a:cxnLst/>
              <a:rect l="l" t="t" r="r" b="b"/>
              <a:pathLst>
                <a:path w="3807459" h="1691640">
                  <a:moveTo>
                    <a:pt x="3231057" y="847775"/>
                  </a:moveTo>
                  <a:lnTo>
                    <a:pt x="2116785" y="293281"/>
                  </a:lnTo>
                  <a:lnTo>
                    <a:pt x="2871305" y="66382"/>
                  </a:lnTo>
                  <a:lnTo>
                    <a:pt x="2871305" y="0"/>
                  </a:lnTo>
                  <a:lnTo>
                    <a:pt x="769962" y="3352"/>
                  </a:lnTo>
                  <a:lnTo>
                    <a:pt x="722020" y="111975"/>
                  </a:lnTo>
                  <a:lnTo>
                    <a:pt x="725652" y="395236"/>
                  </a:lnTo>
                  <a:lnTo>
                    <a:pt x="729818" y="447154"/>
                  </a:lnTo>
                  <a:lnTo>
                    <a:pt x="741730" y="495046"/>
                  </a:lnTo>
                  <a:lnTo>
                    <a:pt x="760450" y="537997"/>
                  </a:lnTo>
                  <a:lnTo>
                    <a:pt x="785088" y="575068"/>
                  </a:lnTo>
                  <a:lnTo>
                    <a:pt x="814730" y="605332"/>
                  </a:lnTo>
                  <a:lnTo>
                    <a:pt x="848448" y="627862"/>
                  </a:lnTo>
                  <a:lnTo>
                    <a:pt x="885342" y="641718"/>
                  </a:lnTo>
                  <a:lnTo>
                    <a:pt x="924496" y="645960"/>
                  </a:lnTo>
                  <a:lnTo>
                    <a:pt x="964996" y="639673"/>
                  </a:lnTo>
                  <a:lnTo>
                    <a:pt x="1269047" y="548246"/>
                  </a:lnTo>
                  <a:lnTo>
                    <a:pt x="2804934" y="1468031"/>
                  </a:lnTo>
                  <a:lnTo>
                    <a:pt x="3231057" y="847775"/>
                  </a:lnTo>
                  <a:close/>
                </a:path>
                <a:path w="3807459" h="1691640">
                  <a:moveTo>
                    <a:pt x="3807333" y="1530083"/>
                  </a:moveTo>
                  <a:lnTo>
                    <a:pt x="161074" y="1530083"/>
                  </a:lnTo>
                  <a:lnTo>
                    <a:pt x="118249" y="1535836"/>
                  </a:lnTo>
                  <a:lnTo>
                    <a:pt x="79768" y="1552067"/>
                  </a:lnTo>
                  <a:lnTo>
                    <a:pt x="47167" y="1577263"/>
                  </a:lnTo>
                  <a:lnTo>
                    <a:pt x="21983" y="1609864"/>
                  </a:lnTo>
                  <a:lnTo>
                    <a:pt x="5753" y="1648345"/>
                  </a:lnTo>
                  <a:lnTo>
                    <a:pt x="0" y="1691170"/>
                  </a:lnTo>
                  <a:lnTo>
                    <a:pt x="3807333" y="1691170"/>
                  </a:lnTo>
                  <a:lnTo>
                    <a:pt x="3807333" y="1530083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9874400" y="7531768"/>
              <a:ext cx="1272540" cy="1009015"/>
            </a:xfrm>
            <a:custGeom>
              <a:avLst/>
              <a:gdLst/>
              <a:ahLst/>
              <a:cxnLst/>
              <a:rect l="l" t="t" r="r" b="b"/>
              <a:pathLst>
                <a:path w="1272540" h="1009015">
                  <a:moveTo>
                    <a:pt x="999079" y="0"/>
                  </a:moveTo>
                  <a:lnTo>
                    <a:pt x="522046" y="0"/>
                  </a:lnTo>
                  <a:lnTo>
                    <a:pt x="488415" y="6448"/>
                  </a:lnTo>
                  <a:lnTo>
                    <a:pt x="457139" y="25088"/>
                  </a:lnTo>
                  <a:lnTo>
                    <a:pt x="429500" y="54864"/>
                  </a:lnTo>
                  <a:lnTo>
                    <a:pt x="406783" y="94719"/>
                  </a:lnTo>
                  <a:lnTo>
                    <a:pt x="0" y="1008670"/>
                  </a:lnTo>
                  <a:lnTo>
                    <a:pt x="1272359" y="1008670"/>
                  </a:lnTo>
                  <a:lnTo>
                    <a:pt x="1272359" y="331885"/>
                  </a:lnTo>
                  <a:lnTo>
                    <a:pt x="1268782" y="278052"/>
                  </a:lnTo>
                  <a:lnTo>
                    <a:pt x="1258427" y="226984"/>
                  </a:lnTo>
                  <a:lnTo>
                    <a:pt x="1241856" y="179365"/>
                  </a:lnTo>
                  <a:lnTo>
                    <a:pt x="1219631" y="135879"/>
                  </a:lnTo>
                  <a:lnTo>
                    <a:pt x="1192317" y="97207"/>
                  </a:lnTo>
                  <a:lnTo>
                    <a:pt x="1160474" y="64035"/>
                  </a:lnTo>
                  <a:lnTo>
                    <a:pt x="1124666" y="37044"/>
                  </a:lnTo>
                  <a:lnTo>
                    <a:pt x="1085456" y="16919"/>
                  </a:lnTo>
                  <a:lnTo>
                    <a:pt x="1043406" y="4343"/>
                  </a:lnTo>
                  <a:lnTo>
                    <a:pt x="999079" y="0"/>
                  </a:lnTo>
                  <a:close/>
                </a:path>
              </a:pathLst>
            </a:custGeom>
            <a:solidFill>
              <a:srgbClr val="AAAA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 descr=""/>
          <p:cNvSpPr/>
          <p:nvPr/>
        </p:nvSpPr>
        <p:spPr>
          <a:xfrm>
            <a:off x="6347430" y="5136365"/>
            <a:ext cx="260985" cy="640715"/>
          </a:xfrm>
          <a:custGeom>
            <a:avLst/>
            <a:gdLst/>
            <a:ahLst/>
            <a:cxnLst/>
            <a:rect l="l" t="t" r="r" b="b"/>
            <a:pathLst>
              <a:path w="260984" h="640714">
                <a:moveTo>
                  <a:pt x="24922" y="0"/>
                </a:moveTo>
                <a:lnTo>
                  <a:pt x="15672" y="1294"/>
                </a:lnTo>
                <a:lnTo>
                  <a:pt x="7651" y="6065"/>
                </a:lnTo>
                <a:lnTo>
                  <a:pt x="2272" y="13283"/>
                </a:lnTo>
                <a:lnTo>
                  <a:pt x="0" y="21985"/>
                </a:lnTo>
                <a:lnTo>
                  <a:pt x="1296" y="31209"/>
                </a:lnTo>
                <a:lnTo>
                  <a:pt x="216295" y="640101"/>
                </a:lnTo>
                <a:lnTo>
                  <a:pt x="260681" y="624521"/>
                </a:lnTo>
                <a:lnTo>
                  <a:pt x="45682" y="15628"/>
                </a:lnTo>
                <a:lnTo>
                  <a:pt x="40891" y="7628"/>
                </a:lnTo>
                <a:lnTo>
                  <a:pt x="33650" y="2265"/>
                </a:lnTo>
                <a:lnTo>
                  <a:pt x="24922" y="0"/>
                </a:lnTo>
                <a:close/>
              </a:path>
            </a:pathLst>
          </a:custGeom>
          <a:solidFill>
            <a:srgbClr val="9C9C9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5" name="object 145" descr=""/>
          <p:cNvGrpSpPr/>
          <p:nvPr/>
        </p:nvGrpSpPr>
        <p:grpSpPr>
          <a:xfrm>
            <a:off x="8118891" y="6611194"/>
            <a:ext cx="4099560" cy="913130"/>
            <a:chOff x="8118891" y="6611194"/>
            <a:chExt cx="4099560" cy="913130"/>
          </a:xfrm>
        </p:grpSpPr>
        <p:sp>
          <p:nvSpPr>
            <p:cNvPr id="146" name="object 146" descr=""/>
            <p:cNvSpPr/>
            <p:nvPr/>
          </p:nvSpPr>
          <p:spPr>
            <a:xfrm>
              <a:off x="10176679" y="6849266"/>
              <a:ext cx="2041525" cy="675005"/>
            </a:xfrm>
            <a:custGeom>
              <a:avLst/>
              <a:gdLst/>
              <a:ahLst/>
              <a:cxnLst/>
              <a:rect l="l" t="t" r="r" b="b"/>
              <a:pathLst>
                <a:path w="2041525" h="675004">
                  <a:moveTo>
                    <a:pt x="34040" y="0"/>
                  </a:moveTo>
                  <a:lnTo>
                    <a:pt x="0" y="55883"/>
                  </a:lnTo>
                  <a:lnTo>
                    <a:pt x="2000504" y="673194"/>
                  </a:lnTo>
                  <a:lnTo>
                    <a:pt x="2012985" y="674452"/>
                  </a:lnTo>
                  <a:lnTo>
                    <a:pt x="2024578" y="670961"/>
                  </a:lnTo>
                  <a:lnTo>
                    <a:pt x="2034013" y="663390"/>
                  </a:lnTo>
                  <a:lnTo>
                    <a:pt x="2040021" y="652409"/>
                  </a:lnTo>
                  <a:lnTo>
                    <a:pt x="2041283" y="639965"/>
                  </a:lnTo>
                  <a:lnTo>
                    <a:pt x="2037786" y="628404"/>
                  </a:lnTo>
                  <a:lnTo>
                    <a:pt x="2030197" y="618996"/>
                  </a:lnTo>
                  <a:lnTo>
                    <a:pt x="2019184" y="613007"/>
                  </a:lnTo>
                  <a:lnTo>
                    <a:pt x="34040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8118891" y="6611194"/>
              <a:ext cx="2164080" cy="238125"/>
            </a:xfrm>
            <a:custGeom>
              <a:avLst/>
              <a:gdLst/>
              <a:ahLst/>
              <a:cxnLst/>
              <a:rect l="l" t="t" r="r" b="b"/>
              <a:pathLst>
                <a:path w="2164079" h="238125">
                  <a:moveTo>
                    <a:pt x="2044398" y="0"/>
                  </a:moveTo>
                  <a:lnTo>
                    <a:pt x="119368" y="0"/>
                  </a:lnTo>
                  <a:lnTo>
                    <a:pt x="72904" y="9354"/>
                  </a:lnTo>
                  <a:lnTo>
                    <a:pt x="34962" y="34866"/>
                  </a:lnTo>
                  <a:lnTo>
                    <a:pt x="9380" y="72706"/>
                  </a:lnTo>
                  <a:lnTo>
                    <a:pt x="0" y="119043"/>
                  </a:lnTo>
                  <a:lnTo>
                    <a:pt x="9380" y="165374"/>
                  </a:lnTo>
                  <a:lnTo>
                    <a:pt x="34962" y="203211"/>
                  </a:lnTo>
                  <a:lnTo>
                    <a:pt x="72904" y="228721"/>
                  </a:lnTo>
                  <a:lnTo>
                    <a:pt x="119368" y="238076"/>
                  </a:lnTo>
                  <a:lnTo>
                    <a:pt x="2044398" y="238076"/>
                  </a:lnTo>
                  <a:lnTo>
                    <a:pt x="2090861" y="228721"/>
                  </a:lnTo>
                  <a:lnTo>
                    <a:pt x="2128804" y="203211"/>
                  </a:lnTo>
                  <a:lnTo>
                    <a:pt x="2154385" y="165374"/>
                  </a:lnTo>
                  <a:lnTo>
                    <a:pt x="2163766" y="119043"/>
                  </a:lnTo>
                  <a:lnTo>
                    <a:pt x="2154385" y="72706"/>
                  </a:lnTo>
                  <a:lnTo>
                    <a:pt x="2128804" y="34866"/>
                  </a:lnTo>
                  <a:lnTo>
                    <a:pt x="2090861" y="9354"/>
                  </a:lnTo>
                  <a:lnTo>
                    <a:pt x="2044398" y="0"/>
                  </a:lnTo>
                  <a:close/>
                </a:path>
              </a:pathLst>
            </a:custGeom>
            <a:solidFill>
              <a:srgbClr val="92D4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8121474" y="6754921"/>
              <a:ext cx="2159000" cy="94615"/>
            </a:xfrm>
            <a:custGeom>
              <a:avLst/>
              <a:gdLst/>
              <a:ahLst/>
              <a:cxnLst/>
              <a:rect l="l" t="t" r="r" b="b"/>
              <a:pathLst>
                <a:path w="2159000" h="94615">
                  <a:moveTo>
                    <a:pt x="2158593" y="0"/>
                  </a:moveTo>
                  <a:lnTo>
                    <a:pt x="2142608" y="10330"/>
                  </a:lnTo>
                  <a:lnTo>
                    <a:pt x="2125004" y="18049"/>
                  </a:lnTo>
                  <a:lnTo>
                    <a:pt x="2106051" y="22882"/>
                  </a:lnTo>
                  <a:lnTo>
                    <a:pt x="2086020" y="24554"/>
                  </a:lnTo>
                  <a:lnTo>
                    <a:pt x="72573" y="24554"/>
                  </a:lnTo>
                  <a:lnTo>
                    <a:pt x="52542" y="22882"/>
                  </a:lnTo>
                  <a:lnTo>
                    <a:pt x="33589" y="18049"/>
                  </a:lnTo>
                  <a:lnTo>
                    <a:pt x="15985" y="10330"/>
                  </a:lnTo>
                  <a:lnTo>
                    <a:pt x="0" y="0"/>
                  </a:lnTo>
                  <a:lnTo>
                    <a:pt x="14981" y="37479"/>
                  </a:lnTo>
                  <a:lnTo>
                    <a:pt x="41129" y="67386"/>
                  </a:lnTo>
                  <a:lnTo>
                    <a:pt x="75908" y="87189"/>
                  </a:lnTo>
                  <a:lnTo>
                    <a:pt x="116781" y="94353"/>
                  </a:lnTo>
                  <a:lnTo>
                    <a:pt x="2041812" y="94353"/>
                  </a:lnTo>
                  <a:lnTo>
                    <a:pt x="2082685" y="87189"/>
                  </a:lnTo>
                  <a:lnTo>
                    <a:pt x="2117464" y="67386"/>
                  </a:lnTo>
                  <a:lnTo>
                    <a:pt x="2143612" y="37479"/>
                  </a:lnTo>
                  <a:lnTo>
                    <a:pt x="2158593" y="0"/>
                  </a:lnTo>
                  <a:close/>
                </a:path>
              </a:pathLst>
            </a:custGeom>
            <a:solidFill>
              <a:srgbClr val="66C4B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9" name="object 149" descr=""/>
          <p:cNvGrpSpPr/>
          <p:nvPr/>
        </p:nvGrpSpPr>
        <p:grpSpPr>
          <a:xfrm>
            <a:off x="8500660" y="6204055"/>
            <a:ext cx="916940" cy="121920"/>
            <a:chOff x="8500660" y="6204055"/>
            <a:chExt cx="916940" cy="121920"/>
          </a:xfrm>
        </p:grpSpPr>
        <p:sp>
          <p:nvSpPr>
            <p:cNvPr id="150" name="object 150" descr=""/>
            <p:cNvSpPr/>
            <p:nvPr/>
          </p:nvSpPr>
          <p:spPr>
            <a:xfrm>
              <a:off x="8500660" y="6204055"/>
              <a:ext cx="916940" cy="121920"/>
            </a:xfrm>
            <a:custGeom>
              <a:avLst/>
              <a:gdLst/>
              <a:ahLst/>
              <a:cxnLst/>
              <a:rect l="l" t="t" r="r" b="b"/>
              <a:pathLst>
                <a:path w="916940" h="121920">
                  <a:moveTo>
                    <a:pt x="855806" y="0"/>
                  </a:moveTo>
                  <a:lnTo>
                    <a:pt x="60699" y="0"/>
                  </a:lnTo>
                  <a:lnTo>
                    <a:pt x="37070" y="4769"/>
                  </a:lnTo>
                  <a:lnTo>
                    <a:pt x="17776" y="17775"/>
                  </a:lnTo>
                  <a:lnTo>
                    <a:pt x="4769" y="37066"/>
                  </a:lnTo>
                  <a:lnTo>
                    <a:pt x="0" y="60689"/>
                  </a:lnTo>
                  <a:lnTo>
                    <a:pt x="4769" y="84318"/>
                  </a:lnTo>
                  <a:lnTo>
                    <a:pt x="17776" y="103612"/>
                  </a:lnTo>
                  <a:lnTo>
                    <a:pt x="37070" y="116619"/>
                  </a:lnTo>
                  <a:lnTo>
                    <a:pt x="60699" y="121388"/>
                  </a:lnTo>
                  <a:lnTo>
                    <a:pt x="855806" y="121388"/>
                  </a:lnTo>
                  <a:lnTo>
                    <a:pt x="879430" y="116619"/>
                  </a:lnTo>
                  <a:lnTo>
                    <a:pt x="898725" y="103612"/>
                  </a:lnTo>
                  <a:lnTo>
                    <a:pt x="911735" y="84318"/>
                  </a:lnTo>
                  <a:lnTo>
                    <a:pt x="916506" y="60689"/>
                  </a:lnTo>
                  <a:lnTo>
                    <a:pt x="911735" y="37066"/>
                  </a:lnTo>
                  <a:lnTo>
                    <a:pt x="898725" y="17775"/>
                  </a:lnTo>
                  <a:lnTo>
                    <a:pt x="879430" y="4769"/>
                  </a:lnTo>
                  <a:lnTo>
                    <a:pt x="855806" y="0"/>
                  </a:lnTo>
                  <a:close/>
                </a:path>
              </a:pathLst>
            </a:custGeom>
            <a:solidFill>
              <a:srgbClr val="92D4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8504387" y="6291580"/>
              <a:ext cx="909319" cy="34290"/>
            </a:xfrm>
            <a:custGeom>
              <a:avLst/>
              <a:gdLst/>
              <a:ahLst/>
              <a:cxnLst/>
              <a:rect l="l" t="t" r="r" b="b"/>
              <a:pathLst>
                <a:path w="909320" h="34289">
                  <a:moveTo>
                    <a:pt x="909050" y="0"/>
                  </a:moveTo>
                  <a:lnTo>
                    <a:pt x="904234" y="1350"/>
                  </a:lnTo>
                  <a:lnTo>
                    <a:pt x="899176" y="2125"/>
                  </a:lnTo>
                  <a:lnTo>
                    <a:pt x="893920" y="2125"/>
                  </a:lnTo>
                  <a:lnTo>
                    <a:pt x="9874" y="2125"/>
                  </a:lnTo>
                  <a:lnTo>
                    <a:pt x="4816" y="1350"/>
                  </a:lnTo>
                  <a:lnTo>
                    <a:pt x="0" y="0"/>
                  </a:lnTo>
                  <a:lnTo>
                    <a:pt x="7894" y="13691"/>
                  </a:lnTo>
                  <a:lnTo>
                    <a:pt x="19347" y="24436"/>
                  </a:lnTo>
                  <a:lnTo>
                    <a:pt x="33592" y="31454"/>
                  </a:lnTo>
                  <a:lnTo>
                    <a:pt x="49862" y="33967"/>
                  </a:lnTo>
                  <a:lnTo>
                    <a:pt x="859178" y="33967"/>
                  </a:lnTo>
                  <a:lnTo>
                    <a:pt x="875449" y="31454"/>
                  </a:lnTo>
                  <a:lnTo>
                    <a:pt x="889698" y="24436"/>
                  </a:lnTo>
                  <a:lnTo>
                    <a:pt x="901155" y="13691"/>
                  </a:lnTo>
                  <a:lnTo>
                    <a:pt x="909050" y="0"/>
                  </a:lnTo>
                  <a:close/>
                </a:path>
              </a:pathLst>
            </a:custGeom>
            <a:solidFill>
              <a:srgbClr val="66C4B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2" name="object 152" descr=""/>
          <p:cNvGrpSpPr/>
          <p:nvPr/>
        </p:nvGrpSpPr>
        <p:grpSpPr>
          <a:xfrm>
            <a:off x="6380627" y="5021862"/>
            <a:ext cx="1767839" cy="1737360"/>
            <a:chOff x="6380627" y="5021862"/>
            <a:chExt cx="1767839" cy="1737360"/>
          </a:xfrm>
        </p:grpSpPr>
        <p:sp>
          <p:nvSpPr>
            <p:cNvPr id="153" name="object 153" descr=""/>
            <p:cNvSpPr/>
            <p:nvPr/>
          </p:nvSpPr>
          <p:spPr>
            <a:xfrm>
              <a:off x="6396498" y="5021862"/>
              <a:ext cx="355600" cy="568960"/>
            </a:xfrm>
            <a:custGeom>
              <a:avLst/>
              <a:gdLst/>
              <a:ahLst/>
              <a:cxnLst/>
              <a:rect l="l" t="t" r="r" b="b"/>
              <a:pathLst>
                <a:path w="355600" h="568960">
                  <a:moveTo>
                    <a:pt x="126470" y="0"/>
                  </a:moveTo>
                  <a:lnTo>
                    <a:pt x="79523" y="6574"/>
                  </a:lnTo>
                  <a:lnTo>
                    <a:pt x="38817" y="30784"/>
                  </a:lnTo>
                  <a:lnTo>
                    <a:pt x="11526" y="67411"/>
                  </a:lnTo>
                  <a:lnTo>
                    <a:pt x="0" y="111572"/>
                  </a:lnTo>
                  <a:lnTo>
                    <a:pt x="6583" y="158381"/>
                  </a:lnTo>
                  <a:lnTo>
                    <a:pt x="123501" y="489491"/>
                  </a:lnTo>
                  <a:lnTo>
                    <a:pt x="147780" y="530089"/>
                  </a:lnTo>
                  <a:lnTo>
                    <a:pt x="184509" y="557306"/>
                  </a:lnTo>
                  <a:lnTo>
                    <a:pt x="228794" y="568802"/>
                  </a:lnTo>
                  <a:lnTo>
                    <a:pt x="275737" y="562233"/>
                  </a:lnTo>
                  <a:lnTo>
                    <a:pt x="316443" y="538021"/>
                  </a:lnTo>
                  <a:lnTo>
                    <a:pt x="343734" y="501390"/>
                  </a:lnTo>
                  <a:lnTo>
                    <a:pt x="355261" y="457227"/>
                  </a:lnTo>
                  <a:lnTo>
                    <a:pt x="348677" y="410415"/>
                  </a:lnTo>
                  <a:lnTo>
                    <a:pt x="231759" y="79315"/>
                  </a:lnTo>
                  <a:lnTo>
                    <a:pt x="207481" y="38714"/>
                  </a:lnTo>
                  <a:lnTo>
                    <a:pt x="170752" y="11496"/>
                  </a:lnTo>
                  <a:lnTo>
                    <a:pt x="126470" y="0"/>
                  </a:lnTo>
                  <a:close/>
                </a:path>
              </a:pathLst>
            </a:custGeom>
            <a:solidFill>
              <a:srgbClr val="92D4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6380627" y="5041844"/>
              <a:ext cx="254000" cy="565150"/>
            </a:xfrm>
            <a:custGeom>
              <a:avLst/>
              <a:gdLst/>
              <a:ahLst/>
              <a:cxnLst/>
              <a:rect l="l" t="t" r="r" b="b"/>
              <a:pathLst>
                <a:path w="254000" h="565150">
                  <a:moveTo>
                    <a:pt x="57538" y="0"/>
                  </a:moveTo>
                  <a:lnTo>
                    <a:pt x="41601" y="5591"/>
                  </a:lnTo>
                  <a:lnTo>
                    <a:pt x="20304" y="18258"/>
                  </a:lnTo>
                  <a:lnTo>
                    <a:pt x="6028" y="37421"/>
                  </a:lnTo>
                  <a:lnTo>
                    <a:pt x="0" y="60524"/>
                  </a:lnTo>
                  <a:lnTo>
                    <a:pt x="3445" y="85013"/>
                  </a:lnTo>
                  <a:lnTo>
                    <a:pt x="158174" y="523209"/>
                  </a:lnTo>
                  <a:lnTo>
                    <a:pt x="170875" y="544446"/>
                  </a:lnTo>
                  <a:lnTo>
                    <a:pt x="190089" y="558683"/>
                  </a:lnTo>
                  <a:lnTo>
                    <a:pt x="213253" y="564695"/>
                  </a:lnTo>
                  <a:lnTo>
                    <a:pt x="237805" y="561260"/>
                  </a:lnTo>
                  <a:lnTo>
                    <a:pt x="253741" y="555668"/>
                  </a:lnTo>
                  <a:lnTo>
                    <a:pt x="246970" y="549596"/>
                  </a:lnTo>
                  <a:lnTo>
                    <a:pt x="241049" y="542567"/>
                  </a:lnTo>
                  <a:lnTo>
                    <a:pt x="59527" y="36627"/>
                  </a:lnTo>
                  <a:lnTo>
                    <a:pt x="55870" y="18132"/>
                  </a:lnTo>
                  <a:lnTo>
                    <a:pt x="56070" y="8959"/>
                  </a:lnTo>
                  <a:lnTo>
                    <a:pt x="57538" y="0"/>
                  </a:lnTo>
                  <a:close/>
                </a:path>
              </a:pathLst>
            </a:custGeom>
            <a:solidFill>
              <a:srgbClr val="66C4B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6713180" y="5594259"/>
              <a:ext cx="1435100" cy="1164590"/>
            </a:xfrm>
            <a:custGeom>
              <a:avLst/>
              <a:gdLst/>
              <a:ahLst/>
              <a:cxnLst/>
              <a:rect l="l" t="t" r="r" b="b"/>
              <a:pathLst>
                <a:path w="1435100" h="1164590">
                  <a:moveTo>
                    <a:pt x="107394" y="0"/>
                  </a:moveTo>
                  <a:lnTo>
                    <a:pt x="67958" y="12949"/>
                  </a:lnTo>
                  <a:lnTo>
                    <a:pt x="35403" y="40972"/>
                  </a:lnTo>
                  <a:lnTo>
                    <a:pt x="2750" y="96832"/>
                  </a:lnTo>
                  <a:lnTo>
                    <a:pt x="0" y="138148"/>
                  </a:lnTo>
                  <a:lnTo>
                    <a:pt x="12985" y="177480"/>
                  </a:lnTo>
                  <a:lnTo>
                    <a:pt x="41089" y="209951"/>
                  </a:lnTo>
                  <a:lnTo>
                    <a:pt x="1247429" y="1142614"/>
                  </a:lnTo>
                  <a:lnTo>
                    <a:pt x="1285962" y="1161662"/>
                  </a:lnTo>
                  <a:lnTo>
                    <a:pt x="1327391" y="1164404"/>
                  </a:lnTo>
                  <a:lnTo>
                    <a:pt x="1366827" y="1151455"/>
                  </a:lnTo>
                  <a:lnTo>
                    <a:pt x="1399382" y="1123431"/>
                  </a:lnTo>
                  <a:lnTo>
                    <a:pt x="1412932" y="1105997"/>
                  </a:lnTo>
                  <a:lnTo>
                    <a:pt x="1432035" y="1067572"/>
                  </a:lnTo>
                  <a:lnTo>
                    <a:pt x="1434786" y="1026256"/>
                  </a:lnTo>
                  <a:lnTo>
                    <a:pt x="1421800" y="986928"/>
                  </a:lnTo>
                  <a:lnTo>
                    <a:pt x="1393697" y="954463"/>
                  </a:lnTo>
                  <a:lnTo>
                    <a:pt x="187356" y="21789"/>
                  </a:lnTo>
                  <a:lnTo>
                    <a:pt x="148823" y="2741"/>
                  </a:lnTo>
                  <a:lnTo>
                    <a:pt x="107394" y="0"/>
                  </a:lnTo>
                  <a:close/>
                </a:path>
              </a:pathLst>
            </a:custGeom>
            <a:solidFill>
              <a:srgbClr val="92D4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6711218" y="5666774"/>
              <a:ext cx="1383665" cy="1092200"/>
            </a:xfrm>
            <a:custGeom>
              <a:avLst/>
              <a:gdLst/>
              <a:ahLst/>
              <a:cxnLst/>
              <a:rect l="l" t="t" r="r" b="b"/>
              <a:pathLst>
                <a:path w="1383665" h="1092200">
                  <a:moveTo>
                    <a:pt x="11898" y="0"/>
                  </a:moveTo>
                  <a:lnTo>
                    <a:pt x="0" y="35994"/>
                  </a:lnTo>
                  <a:lnTo>
                    <a:pt x="1154" y="73124"/>
                  </a:lnTo>
                  <a:lnTo>
                    <a:pt x="14918" y="107853"/>
                  </a:lnTo>
                  <a:lnTo>
                    <a:pt x="40850" y="136645"/>
                  </a:lnTo>
                  <a:lnTo>
                    <a:pt x="1247190" y="1069307"/>
                  </a:lnTo>
                  <a:lnTo>
                    <a:pt x="1280445" y="1086816"/>
                  </a:lnTo>
                  <a:lnTo>
                    <a:pt x="1316369" y="1091914"/>
                  </a:lnTo>
                  <a:lnTo>
                    <a:pt x="1351747" y="1085013"/>
                  </a:lnTo>
                  <a:lnTo>
                    <a:pt x="1383364" y="1066522"/>
                  </a:lnTo>
                  <a:lnTo>
                    <a:pt x="1376045" y="1061842"/>
                  </a:lnTo>
                  <a:lnTo>
                    <a:pt x="1372537" y="1059130"/>
                  </a:lnTo>
                  <a:lnTo>
                    <a:pt x="36484" y="26177"/>
                  </a:lnTo>
                  <a:lnTo>
                    <a:pt x="29434" y="20256"/>
                  </a:lnTo>
                  <a:lnTo>
                    <a:pt x="22986" y="13893"/>
                  </a:lnTo>
                  <a:lnTo>
                    <a:pt x="17140" y="7127"/>
                  </a:lnTo>
                  <a:lnTo>
                    <a:pt x="11898" y="0"/>
                  </a:lnTo>
                  <a:close/>
                </a:path>
              </a:pathLst>
            </a:custGeom>
            <a:solidFill>
              <a:srgbClr val="66C4B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7" name="object 157" descr=""/>
          <p:cNvGrpSpPr/>
          <p:nvPr/>
        </p:nvGrpSpPr>
        <p:grpSpPr>
          <a:xfrm>
            <a:off x="10279858" y="6665748"/>
            <a:ext cx="2077085" cy="804545"/>
            <a:chOff x="10279858" y="6665748"/>
            <a:chExt cx="2077085" cy="804545"/>
          </a:xfrm>
        </p:grpSpPr>
        <p:sp>
          <p:nvSpPr>
            <p:cNvPr id="158" name="object 158" descr=""/>
            <p:cNvSpPr/>
            <p:nvPr/>
          </p:nvSpPr>
          <p:spPr>
            <a:xfrm>
              <a:off x="10279858" y="6665748"/>
              <a:ext cx="2077085" cy="804545"/>
            </a:xfrm>
            <a:custGeom>
              <a:avLst/>
              <a:gdLst/>
              <a:ahLst/>
              <a:cxnLst/>
              <a:rect l="l" t="t" r="r" b="b"/>
              <a:pathLst>
                <a:path w="2077084" h="804545">
                  <a:moveTo>
                    <a:pt x="106926" y="0"/>
                  </a:moveTo>
                  <a:lnTo>
                    <a:pt x="63119" y="13185"/>
                  </a:lnTo>
                  <a:lnTo>
                    <a:pt x="27467" y="41789"/>
                  </a:lnTo>
                  <a:lnTo>
                    <a:pt x="4772" y="83287"/>
                  </a:lnTo>
                  <a:lnTo>
                    <a:pt x="0" y="130316"/>
                  </a:lnTo>
                  <a:lnTo>
                    <a:pt x="13221" y="174004"/>
                  </a:lnTo>
                  <a:lnTo>
                    <a:pt x="41904" y="209560"/>
                  </a:lnTo>
                  <a:lnTo>
                    <a:pt x="83513" y="232193"/>
                  </a:lnTo>
                  <a:lnTo>
                    <a:pt x="1922526" y="799673"/>
                  </a:lnTo>
                  <a:lnTo>
                    <a:pt x="1969682" y="804433"/>
                  </a:lnTo>
                  <a:lnTo>
                    <a:pt x="2013490" y="791247"/>
                  </a:lnTo>
                  <a:lnTo>
                    <a:pt x="2049145" y="762641"/>
                  </a:lnTo>
                  <a:lnTo>
                    <a:pt x="2071840" y="721142"/>
                  </a:lnTo>
                  <a:lnTo>
                    <a:pt x="2076613" y="674112"/>
                  </a:lnTo>
                  <a:lnTo>
                    <a:pt x="2063390" y="630425"/>
                  </a:lnTo>
                  <a:lnTo>
                    <a:pt x="2034705" y="594869"/>
                  </a:lnTo>
                  <a:lnTo>
                    <a:pt x="1993089" y="572235"/>
                  </a:lnTo>
                  <a:lnTo>
                    <a:pt x="154087" y="4755"/>
                  </a:lnTo>
                  <a:lnTo>
                    <a:pt x="106926" y="0"/>
                  </a:lnTo>
                  <a:close/>
                </a:path>
              </a:pathLst>
            </a:custGeom>
            <a:solidFill>
              <a:srgbClr val="92D4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0286275" y="6823729"/>
              <a:ext cx="2023745" cy="645795"/>
            </a:xfrm>
            <a:custGeom>
              <a:avLst/>
              <a:gdLst/>
              <a:ahLst/>
              <a:cxnLst/>
              <a:rect l="l" t="t" r="r" b="b"/>
              <a:pathLst>
                <a:path w="2023745" h="645795">
                  <a:moveTo>
                    <a:pt x="0" y="0"/>
                  </a:moveTo>
                  <a:lnTo>
                    <a:pt x="29158" y="44824"/>
                  </a:lnTo>
                  <a:lnTo>
                    <a:pt x="76835" y="72929"/>
                  </a:lnTo>
                  <a:lnTo>
                    <a:pt x="1915847" y="640409"/>
                  </a:lnTo>
                  <a:lnTo>
                    <a:pt x="1944627" y="645574"/>
                  </a:lnTo>
                  <a:lnTo>
                    <a:pt x="1972860" y="643747"/>
                  </a:lnTo>
                  <a:lnTo>
                    <a:pt x="1999473" y="635500"/>
                  </a:lnTo>
                  <a:lnTo>
                    <a:pt x="2023393" y="621405"/>
                  </a:lnTo>
                  <a:lnTo>
                    <a:pt x="2017007" y="620708"/>
                  </a:lnTo>
                  <a:lnTo>
                    <a:pt x="2010608" y="619663"/>
                  </a:lnTo>
                  <a:lnTo>
                    <a:pt x="2004210" y="618258"/>
                  </a:lnTo>
                  <a:lnTo>
                    <a:pt x="1997823" y="616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0" name="object 160" descr=""/>
          <p:cNvSpPr/>
          <p:nvPr/>
        </p:nvSpPr>
        <p:spPr>
          <a:xfrm>
            <a:off x="6557426" y="5711457"/>
            <a:ext cx="1576705" cy="1306195"/>
          </a:xfrm>
          <a:custGeom>
            <a:avLst/>
            <a:gdLst/>
            <a:ahLst/>
            <a:cxnLst/>
            <a:rect l="l" t="t" r="r" b="b"/>
            <a:pathLst>
              <a:path w="1576704" h="1306195">
                <a:moveTo>
                  <a:pt x="49544" y="0"/>
                </a:moveTo>
                <a:lnTo>
                  <a:pt x="28658" y="6787"/>
                </a:lnTo>
                <a:lnTo>
                  <a:pt x="11445" y="21564"/>
                </a:lnTo>
                <a:lnTo>
                  <a:pt x="1391" y="41855"/>
                </a:lnTo>
                <a:lnTo>
                  <a:pt x="0" y="63706"/>
                </a:lnTo>
                <a:lnTo>
                  <a:pt x="6938" y="84537"/>
                </a:lnTo>
                <a:lnTo>
                  <a:pt x="21874" y="101771"/>
                </a:lnTo>
                <a:lnTo>
                  <a:pt x="1576602" y="1306007"/>
                </a:lnTo>
                <a:lnTo>
                  <a:pt x="1551294" y="1139928"/>
                </a:lnTo>
                <a:lnTo>
                  <a:pt x="91977" y="11669"/>
                </a:lnTo>
                <a:lnTo>
                  <a:pt x="71513" y="1521"/>
                </a:lnTo>
                <a:lnTo>
                  <a:pt x="49544" y="0"/>
                </a:lnTo>
                <a:close/>
              </a:path>
            </a:pathLst>
          </a:custGeom>
          <a:solidFill>
            <a:srgbClr val="9C9C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 descr=""/>
          <p:cNvSpPr/>
          <p:nvPr/>
        </p:nvSpPr>
        <p:spPr>
          <a:xfrm>
            <a:off x="8207857" y="6325444"/>
            <a:ext cx="1071245" cy="673100"/>
          </a:xfrm>
          <a:custGeom>
            <a:avLst/>
            <a:gdLst/>
            <a:ahLst/>
            <a:cxnLst/>
            <a:rect l="l" t="t" r="r" b="b"/>
            <a:pathLst>
              <a:path w="1071245" h="673100">
                <a:moveTo>
                  <a:pt x="1071181" y="0"/>
                </a:moveTo>
                <a:lnTo>
                  <a:pt x="379095" y="0"/>
                </a:lnTo>
                <a:lnTo>
                  <a:pt x="0" y="654824"/>
                </a:lnTo>
                <a:lnTo>
                  <a:pt x="31191" y="672782"/>
                </a:lnTo>
                <a:lnTo>
                  <a:pt x="392569" y="48564"/>
                </a:lnTo>
                <a:lnTo>
                  <a:pt x="1071181" y="48564"/>
                </a:lnTo>
                <a:lnTo>
                  <a:pt x="1071181" y="0"/>
                </a:lnTo>
                <a:close/>
              </a:path>
            </a:pathLst>
          </a:custGeom>
          <a:solidFill>
            <a:srgbClr val="9C9C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 descr=""/>
          <p:cNvSpPr/>
          <p:nvPr/>
        </p:nvSpPr>
        <p:spPr>
          <a:xfrm>
            <a:off x="8608466" y="7142567"/>
            <a:ext cx="919480" cy="316230"/>
          </a:xfrm>
          <a:custGeom>
            <a:avLst/>
            <a:gdLst/>
            <a:ahLst/>
            <a:cxnLst/>
            <a:rect l="l" t="t" r="r" b="b"/>
            <a:pathLst>
              <a:path w="919479" h="316229">
                <a:moveTo>
                  <a:pt x="847743" y="0"/>
                </a:moveTo>
                <a:lnTo>
                  <a:pt x="0" y="254945"/>
                </a:lnTo>
                <a:lnTo>
                  <a:pt x="101358" y="315644"/>
                </a:lnTo>
                <a:lnTo>
                  <a:pt x="919040" y="35464"/>
                </a:lnTo>
                <a:lnTo>
                  <a:pt x="847743" y="0"/>
                </a:lnTo>
                <a:close/>
              </a:path>
            </a:pathLst>
          </a:custGeom>
          <a:solidFill>
            <a:srgbClr val="8B8B89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 descr=""/>
          <p:cNvSpPr/>
          <p:nvPr/>
        </p:nvSpPr>
        <p:spPr>
          <a:xfrm>
            <a:off x="9874395" y="7501087"/>
            <a:ext cx="437515" cy="735965"/>
          </a:xfrm>
          <a:custGeom>
            <a:avLst/>
            <a:gdLst/>
            <a:ahLst/>
            <a:cxnLst/>
            <a:rect l="l" t="t" r="r" b="b"/>
            <a:pathLst>
              <a:path w="437515" h="735965">
                <a:moveTo>
                  <a:pt x="302283" y="0"/>
                </a:moveTo>
                <a:lnTo>
                  <a:pt x="0" y="654555"/>
                </a:lnTo>
                <a:lnTo>
                  <a:pt x="135221" y="735537"/>
                </a:lnTo>
                <a:lnTo>
                  <a:pt x="436970" y="67024"/>
                </a:lnTo>
                <a:lnTo>
                  <a:pt x="302283" y="0"/>
                </a:lnTo>
                <a:close/>
              </a:path>
            </a:pathLst>
          </a:custGeom>
          <a:solidFill>
            <a:srgbClr val="8B8B89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4" name="object 164" descr=""/>
          <p:cNvGrpSpPr/>
          <p:nvPr/>
        </p:nvGrpSpPr>
        <p:grpSpPr>
          <a:xfrm>
            <a:off x="9048160" y="5401881"/>
            <a:ext cx="622300" cy="628015"/>
            <a:chOff x="9048160" y="5401881"/>
            <a:chExt cx="622300" cy="628015"/>
          </a:xfrm>
        </p:grpSpPr>
        <p:sp>
          <p:nvSpPr>
            <p:cNvPr id="165" name="object 165" descr=""/>
            <p:cNvSpPr/>
            <p:nvPr/>
          </p:nvSpPr>
          <p:spPr>
            <a:xfrm>
              <a:off x="9131552" y="5401881"/>
              <a:ext cx="342265" cy="558165"/>
            </a:xfrm>
            <a:custGeom>
              <a:avLst/>
              <a:gdLst/>
              <a:ahLst/>
              <a:cxnLst/>
              <a:rect l="l" t="t" r="r" b="b"/>
              <a:pathLst>
                <a:path w="342265" h="558164">
                  <a:moveTo>
                    <a:pt x="171125" y="0"/>
                  </a:moveTo>
                  <a:lnTo>
                    <a:pt x="100313" y="14325"/>
                  </a:lnTo>
                  <a:lnTo>
                    <a:pt x="46228" y="56239"/>
                  </a:lnTo>
                  <a:lnTo>
                    <a:pt x="11609" y="126691"/>
                  </a:lnTo>
                  <a:lnTo>
                    <a:pt x="2908" y="171776"/>
                  </a:lnTo>
                  <a:lnTo>
                    <a:pt x="0" y="223239"/>
                  </a:lnTo>
                  <a:lnTo>
                    <a:pt x="2482" y="233476"/>
                  </a:lnTo>
                  <a:lnTo>
                    <a:pt x="9253" y="241836"/>
                  </a:lnTo>
                  <a:lnTo>
                    <a:pt x="19295" y="247474"/>
                  </a:lnTo>
                  <a:lnTo>
                    <a:pt x="31590" y="249542"/>
                  </a:lnTo>
                  <a:lnTo>
                    <a:pt x="43892" y="247474"/>
                  </a:lnTo>
                  <a:lnTo>
                    <a:pt x="53936" y="241836"/>
                  </a:lnTo>
                  <a:lnTo>
                    <a:pt x="60708" y="233476"/>
                  </a:lnTo>
                  <a:lnTo>
                    <a:pt x="63191" y="223239"/>
                  </a:lnTo>
                  <a:lnTo>
                    <a:pt x="65472" y="179921"/>
                  </a:lnTo>
                  <a:lnTo>
                    <a:pt x="72230" y="142216"/>
                  </a:lnTo>
                  <a:lnTo>
                    <a:pt x="98688" y="85578"/>
                  </a:lnTo>
                  <a:lnTo>
                    <a:pt x="130057" y="60771"/>
                  </a:lnTo>
                  <a:lnTo>
                    <a:pt x="171125" y="52605"/>
                  </a:lnTo>
                  <a:lnTo>
                    <a:pt x="192363" y="53697"/>
                  </a:lnTo>
                  <a:lnTo>
                    <a:pt x="244252" y="82087"/>
                  </a:lnTo>
                  <a:lnTo>
                    <a:pt x="265637" y="122487"/>
                  </a:lnTo>
                  <a:lnTo>
                    <a:pt x="277803" y="189093"/>
                  </a:lnTo>
                  <a:lnTo>
                    <a:pt x="278391" y="258249"/>
                  </a:lnTo>
                  <a:lnTo>
                    <a:pt x="279059" y="531261"/>
                  </a:lnTo>
                  <a:lnTo>
                    <a:pt x="281541" y="541498"/>
                  </a:lnTo>
                  <a:lnTo>
                    <a:pt x="288309" y="549858"/>
                  </a:lnTo>
                  <a:lnTo>
                    <a:pt x="298350" y="555496"/>
                  </a:lnTo>
                  <a:lnTo>
                    <a:pt x="310650" y="557564"/>
                  </a:lnTo>
                  <a:lnTo>
                    <a:pt x="322951" y="555496"/>
                  </a:lnTo>
                  <a:lnTo>
                    <a:pt x="332996" y="549858"/>
                  </a:lnTo>
                  <a:lnTo>
                    <a:pt x="339768" y="541498"/>
                  </a:lnTo>
                  <a:lnTo>
                    <a:pt x="342251" y="531261"/>
                  </a:lnTo>
                  <a:lnTo>
                    <a:pt x="341265" y="209086"/>
                  </a:lnTo>
                  <a:lnTo>
                    <a:pt x="332359" y="129394"/>
                  </a:lnTo>
                  <a:lnTo>
                    <a:pt x="315864" y="82941"/>
                  </a:lnTo>
                  <a:lnTo>
                    <a:pt x="291449" y="46727"/>
                  </a:lnTo>
                  <a:lnTo>
                    <a:pt x="259158" y="20800"/>
                  </a:lnTo>
                  <a:lnTo>
                    <a:pt x="219035" y="5208"/>
                  </a:lnTo>
                  <a:lnTo>
                    <a:pt x="171125" y="0"/>
                  </a:lnTo>
                  <a:close/>
                </a:path>
              </a:pathLst>
            </a:custGeom>
            <a:solidFill>
              <a:srgbClr val="C4C4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9048160" y="5893850"/>
              <a:ext cx="622300" cy="135890"/>
            </a:xfrm>
            <a:custGeom>
              <a:avLst/>
              <a:gdLst/>
              <a:ahLst/>
              <a:cxnLst/>
              <a:rect l="l" t="t" r="r" b="b"/>
              <a:pathLst>
                <a:path w="622300" h="135889">
                  <a:moveTo>
                    <a:pt x="622106" y="0"/>
                  </a:moveTo>
                  <a:lnTo>
                    <a:pt x="0" y="0"/>
                  </a:lnTo>
                  <a:lnTo>
                    <a:pt x="6319" y="27365"/>
                  </a:lnTo>
                  <a:lnTo>
                    <a:pt x="53123" y="75919"/>
                  </a:lnTo>
                  <a:lnTo>
                    <a:pt x="91105" y="96015"/>
                  </a:lnTo>
                  <a:lnTo>
                    <a:pt x="137141" y="112596"/>
                  </a:lnTo>
                  <a:lnTo>
                    <a:pt x="189979" y="125115"/>
                  </a:lnTo>
                  <a:lnTo>
                    <a:pt x="248368" y="133027"/>
                  </a:lnTo>
                  <a:lnTo>
                    <a:pt x="311058" y="135786"/>
                  </a:lnTo>
                  <a:lnTo>
                    <a:pt x="373745" y="133027"/>
                  </a:lnTo>
                  <a:lnTo>
                    <a:pt x="432131" y="125115"/>
                  </a:lnTo>
                  <a:lnTo>
                    <a:pt x="484967" y="112596"/>
                  </a:lnTo>
                  <a:lnTo>
                    <a:pt x="531002" y="96015"/>
                  </a:lnTo>
                  <a:lnTo>
                    <a:pt x="568984" y="75919"/>
                  </a:lnTo>
                  <a:lnTo>
                    <a:pt x="615787" y="27365"/>
                  </a:lnTo>
                  <a:lnTo>
                    <a:pt x="622106" y="0"/>
                  </a:lnTo>
                  <a:close/>
                </a:path>
              </a:pathLst>
            </a:custGeom>
            <a:solidFill>
              <a:srgbClr val="AAAA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9319131" y="5893850"/>
              <a:ext cx="351155" cy="135890"/>
            </a:xfrm>
            <a:custGeom>
              <a:avLst/>
              <a:gdLst/>
              <a:ahLst/>
              <a:cxnLst/>
              <a:rect l="l" t="t" r="r" b="b"/>
              <a:pathLst>
                <a:path w="351154" h="135889">
                  <a:moveTo>
                    <a:pt x="351130" y="0"/>
                  </a:moveTo>
                  <a:lnTo>
                    <a:pt x="270965" y="0"/>
                  </a:lnTo>
                  <a:lnTo>
                    <a:pt x="263977" y="28756"/>
                  </a:lnTo>
                  <a:lnTo>
                    <a:pt x="243984" y="55401"/>
                  </a:lnTo>
                  <a:lnTo>
                    <a:pt x="212446" y="79298"/>
                  </a:lnTo>
                  <a:lnTo>
                    <a:pt x="170820" y="99811"/>
                  </a:lnTo>
                  <a:lnTo>
                    <a:pt x="120564" y="116303"/>
                  </a:lnTo>
                  <a:lnTo>
                    <a:pt x="63138" y="128137"/>
                  </a:lnTo>
                  <a:lnTo>
                    <a:pt x="0" y="134676"/>
                  </a:lnTo>
                  <a:lnTo>
                    <a:pt x="19868" y="135506"/>
                  </a:lnTo>
                  <a:lnTo>
                    <a:pt x="102769" y="133027"/>
                  </a:lnTo>
                  <a:lnTo>
                    <a:pt x="161155" y="125115"/>
                  </a:lnTo>
                  <a:lnTo>
                    <a:pt x="213991" y="112596"/>
                  </a:lnTo>
                  <a:lnTo>
                    <a:pt x="260026" y="96015"/>
                  </a:lnTo>
                  <a:lnTo>
                    <a:pt x="298008" y="75919"/>
                  </a:lnTo>
                  <a:lnTo>
                    <a:pt x="344811" y="27365"/>
                  </a:lnTo>
                  <a:lnTo>
                    <a:pt x="351130" y="0"/>
                  </a:lnTo>
                  <a:close/>
                </a:path>
              </a:pathLst>
            </a:custGeom>
            <a:solidFill>
              <a:srgbClr val="8B8B8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8" name="object 168" descr=""/>
          <p:cNvGrpSpPr/>
          <p:nvPr/>
        </p:nvGrpSpPr>
        <p:grpSpPr>
          <a:xfrm>
            <a:off x="8641128" y="3241246"/>
            <a:ext cx="3622675" cy="4543425"/>
            <a:chOff x="8641128" y="3241246"/>
            <a:chExt cx="3622675" cy="4543425"/>
          </a:xfrm>
        </p:grpSpPr>
        <p:sp>
          <p:nvSpPr>
            <p:cNvPr id="169" name="object 169" descr=""/>
            <p:cNvSpPr/>
            <p:nvPr/>
          </p:nvSpPr>
          <p:spPr>
            <a:xfrm>
              <a:off x="9028277" y="3241249"/>
              <a:ext cx="1482725" cy="4543425"/>
            </a:xfrm>
            <a:custGeom>
              <a:avLst/>
              <a:gdLst/>
              <a:ahLst/>
              <a:cxnLst/>
              <a:rect l="l" t="t" r="r" b="b"/>
              <a:pathLst>
                <a:path w="1482725" h="4543425">
                  <a:moveTo>
                    <a:pt x="1482293" y="855421"/>
                  </a:moveTo>
                  <a:lnTo>
                    <a:pt x="1423924" y="855421"/>
                  </a:lnTo>
                  <a:lnTo>
                    <a:pt x="866330" y="0"/>
                  </a:lnTo>
                  <a:lnTo>
                    <a:pt x="0" y="341934"/>
                  </a:lnTo>
                  <a:lnTo>
                    <a:pt x="39751" y="442087"/>
                  </a:lnTo>
                  <a:lnTo>
                    <a:pt x="823925" y="132575"/>
                  </a:lnTo>
                  <a:lnTo>
                    <a:pt x="1330185" y="909243"/>
                  </a:lnTo>
                  <a:lnTo>
                    <a:pt x="1330185" y="4543006"/>
                  </a:lnTo>
                  <a:lnTo>
                    <a:pt x="1482293" y="4543006"/>
                  </a:lnTo>
                  <a:lnTo>
                    <a:pt x="1482293" y="855421"/>
                  </a:lnTo>
                  <a:close/>
                </a:path>
              </a:pathLst>
            </a:custGeom>
            <a:solidFill>
              <a:srgbClr val="AAAA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8664460" y="3406657"/>
              <a:ext cx="458470" cy="662940"/>
            </a:xfrm>
            <a:custGeom>
              <a:avLst/>
              <a:gdLst/>
              <a:ahLst/>
              <a:cxnLst/>
              <a:rect l="l" t="t" r="r" b="b"/>
              <a:pathLst>
                <a:path w="458470" h="662939">
                  <a:moveTo>
                    <a:pt x="34749" y="0"/>
                  </a:moveTo>
                  <a:lnTo>
                    <a:pt x="16139" y="4578"/>
                  </a:lnTo>
                  <a:lnTo>
                    <a:pt x="4392" y="19684"/>
                  </a:lnTo>
                  <a:lnTo>
                    <a:pt x="0" y="44122"/>
                  </a:lnTo>
                  <a:lnTo>
                    <a:pt x="2599" y="76817"/>
                  </a:lnTo>
                  <a:lnTo>
                    <a:pt x="11828" y="116690"/>
                  </a:lnTo>
                  <a:lnTo>
                    <a:pt x="27322" y="162665"/>
                  </a:lnTo>
                  <a:lnTo>
                    <a:pt x="48718" y="213664"/>
                  </a:lnTo>
                  <a:lnTo>
                    <a:pt x="75654" y="268609"/>
                  </a:lnTo>
                  <a:lnTo>
                    <a:pt x="107765" y="326425"/>
                  </a:lnTo>
                  <a:lnTo>
                    <a:pt x="144690" y="386032"/>
                  </a:lnTo>
                  <a:lnTo>
                    <a:pt x="184339" y="443879"/>
                  </a:lnTo>
                  <a:lnTo>
                    <a:pt x="224297" y="496610"/>
                  </a:lnTo>
                  <a:lnTo>
                    <a:pt x="263726" y="543458"/>
                  </a:lnTo>
                  <a:lnTo>
                    <a:pt x="301786" y="583655"/>
                  </a:lnTo>
                  <a:lnTo>
                    <a:pt x="337635" y="616433"/>
                  </a:lnTo>
                  <a:lnTo>
                    <a:pt x="370435" y="641023"/>
                  </a:lnTo>
                  <a:lnTo>
                    <a:pt x="423526" y="662571"/>
                  </a:lnTo>
                  <a:lnTo>
                    <a:pt x="442136" y="657993"/>
                  </a:lnTo>
                  <a:lnTo>
                    <a:pt x="453884" y="642887"/>
                  </a:lnTo>
                  <a:lnTo>
                    <a:pt x="458277" y="618447"/>
                  </a:lnTo>
                  <a:lnTo>
                    <a:pt x="455678" y="585751"/>
                  </a:lnTo>
                  <a:lnTo>
                    <a:pt x="446451" y="545876"/>
                  </a:lnTo>
                  <a:lnTo>
                    <a:pt x="430958" y="499900"/>
                  </a:lnTo>
                  <a:lnTo>
                    <a:pt x="409562" y="448899"/>
                  </a:lnTo>
                  <a:lnTo>
                    <a:pt x="382626" y="393952"/>
                  </a:lnTo>
                  <a:lnTo>
                    <a:pt x="350513" y="336136"/>
                  </a:lnTo>
                  <a:lnTo>
                    <a:pt x="313585" y="276528"/>
                  </a:lnTo>
                  <a:lnTo>
                    <a:pt x="273937" y="218684"/>
                  </a:lnTo>
                  <a:lnTo>
                    <a:pt x="233978" y="165956"/>
                  </a:lnTo>
                  <a:lnTo>
                    <a:pt x="194549" y="119109"/>
                  </a:lnTo>
                  <a:lnTo>
                    <a:pt x="156489" y="78914"/>
                  </a:lnTo>
                  <a:lnTo>
                    <a:pt x="120640" y="46137"/>
                  </a:lnTo>
                  <a:lnTo>
                    <a:pt x="87840" y="21547"/>
                  </a:lnTo>
                  <a:lnTo>
                    <a:pt x="34749" y="0"/>
                  </a:lnTo>
                  <a:close/>
                </a:path>
              </a:pathLst>
            </a:custGeom>
            <a:solidFill>
              <a:srgbClr val="FFE2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8641128" y="3315110"/>
              <a:ext cx="583565" cy="846455"/>
            </a:xfrm>
            <a:custGeom>
              <a:avLst/>
              <a:gdLst/>
              <a:ahLst/>
              <a:cxnLst/>
              <a:rect l="l" t="t" r="r" b="b"/>
              <a:pathLst>
                <a:path w="583565" h="846454">
                  <a:moveTo>
                    <a:pt x="55775" y="0"/>
                  </a:moveTo>
                  <a:lnTo>
                    <a:pt x="26398" y="5192"/>
                  </a:lnTo>
                  <a:lnTo>
                    <a:pt x="0" y="17145"/>
                  </a:lnTo>
                  <a:lnTo>
                    <a:pt x="519020" y="845937"/>
                  </a:lnTo>
                  <a:lnTo>
                    <a:pt x="558945" y="803479"/>
                  </a:lnTo>
                  <a:lnTo>
                    <a:pt x="579973" y="740485"/>
                  </a:lnTo>
                  <a:lnTo>
                    <a:pt x="583554" y="702541"/>
                  </a:lnTo>
                  <a:lnTo>
                    <a:pt x="582593" y="660969"/>
                  </a:lnTo>
                  <a:lnTo>
                    <a:pt x="577153" y="616269"/>
                  </a:lnTo>
                  <a:lnTo>
                    <a:pt x="567294" y="568945"/>
                  </a:lnTo>
                  <a:lnTo>
                    <a:pt x="553077" y="519497"/>
                  </a:lnTo>
                  <a:lnTo>
                    <a:pt x="534563" y="468428"/>
                  </a:lnTo>
                  <a:lnTo>
                    <a:pt x="511813" y="416239"/>
                  </a:lnTo>
                  <a:lnTo>
                    <a:pt x="484888" y="363432"/>
                  </a:lnTo>
                  <a:lnTo>
                    <a:pt x="453850" y="310508"/>
                  </a:lnTo>
                  <a:lnTo>
                    <a:pt x="419783" y="259471"/>
                  </a:lnTo>
                  <a:lnTo>
                    <a:pt x="384015" y="212170"/>
                  </a:lnTo>
                  <a:lnTo>
                    <a:pt x="346973" y="168882"/>
                  </a:lnTo>
                  <a:lnTo>
                    <a:pt x="309081" y="129880"/>
                  </a:lnTo>
                  <a:lnTo>
                    <a:pt x="270765" y="95441"/>
                  </a:lnTo>
                  <a:lnTo>
                    <a:pt x="232449" y="65838"/>
                  </a:lnTo>
                  <a:lnTo>
                    <a:pt x="194560" y="41347"/>
                  </a:lnTo>
                  <a:lnTo>
                    <a:pt x="157523" y="22242"/>
                  </a:lnTo>
                  <a:lnTo>
                    <a:pt x="121763" y="8800"/>
                  </a:lnTo>
                  <a:lnTo>
                    <a:pt x="55775" y="0"/>
                  </a:lnTo>
                  <a:close/>
                </a:path>
              </a:pathLst>
            </a:custGeom>
            <a:solidFill>
              <a:srgbClr val="91D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0358475" y="3772845"/>
              <a:ext cx="1859914" cy="643890"/>
            </a:xfrm>
            <a:custGeom>
              <a:avLst/>
              <a:gdLst/>
              <a:ahLst/>
              <a:cxnLst/>
              <a:rect l="l" t="t" r="r" b="b"/>
              <a:pathLst>
                <a:path w="1859915" h="643889">
                  <a:moveTo>
                    <a:pt x="1859648" y="264515"/>
                  </a:moveTo>
                  <a:lnTo>
                    <a:pt x="1855381" y="216966"/>
                  </a:lnTo>
                  <a:lnTo>
                    <a:pt x="1843087" y="172224"/>
                  </a:lnTo>
                  <a:lnTo>
                    <a:pt x="1823529" y="131013"/>
                  </a:lnTo>
                  <a:lnTo>
                    <a:pt x="1797431" y="94094"/>
                  </a:lnTo>
                  <a:lnTo>
                    <a:pt x="1765541" y="62217"/>
                  </a:lnTo>
                  <a:lnTo>
                    <a:pt x="1728622" y="36118"/>
                  </a:lnTo>
                  <a:lnTo>
                    <a:pt x="1687410" y="16548"/>
                  </a:lnTo>
                  <a:lnTo>
                    <a:pt x="1642668" y="4267"/>
                  </a:lnTo>
                  <a:lnTo>
                    <a:pt x="1595120" y="0"/>
                  </a:lnTo>
                  <a:lnTo>
                    <a:pt x="1151013" y="0"/>
                  </a:lnTo>
                  <a:lnTo>
                    <a:pt x="1103464" y="4267"/>
                  </a:lnTo>
                  <a:lnTo>
                    <a:pt x="1058710" y="16548"/>
                  </a:lnTo>
                  <a:lnTo>
                    <a:pt x="1017511" y="36118"/>
                  </a:lnTo>
                  <a:lnTo>
                    <a:pt x="980579" y="62217"/>
                  </a:lnTo>
                  <a:lnTo>
                    <a:pt x="948702" y="94094"/>
                  </a:lnTo>
                  <a:lnTo>
                    <a:pt x="922604" y="131013"/>
                  </a:lnTo>
                  <a:lnTo>
                    <a:pt x="903033" y="172224"/>
                  </a:lnTo>
                  <a:lnTo>
                    <a:pt x="890752" y="216966"/>
                  </a:lnTo>
                  <a:lnTo>
                    <a:pt x="886485" y="264515"/>
                  </a:lnTo>
                  <a:lnTo>
                    <a:pt x="886485" y="323824"/>
                  </a:lnTo>
                  <a:lnTo>
                    <a:pt x="0" y="323824"/>
                  </a:lnTo>
                  <a:lnTo>
                    <a:pt x="0" y="395503"/>
                  </a:lnTo>
                  <a:lnTo>
                    <a:pt x="886498" y="395503"/>
                  </a:lnTo>
                  <a:lnTo>
                    <a:pt x="886498" y="379298"/>
                  </a:lnTo>
                  <a:lnTo>
                    <a:pt x="890752" y="426694"/>
                  </a:lnTo>
                  <a:lnTo>
                    <a:pt x="903033" y="471449"/>
                  </a:lnTo>
                  <a:lnTo>
                    <a:pt x="922604" y="512660"/>
                  </a:lnTo>
                  <a:lnTo>
                    <a:pt x="948702" y="549579"/>
                  </a:lnTo>
                  <a:lnTo>
                    <a:pt x="980579" y="581456"/>
                  </a:lnTo>
                  <a:lnTo>
                    <a:pt x="1017511" y="607555"/>
                  </a:lnTo>
                  <a:lnTo>
                    <a:pt x="1058710" y="627126"/>
                  </a:lnTo>
                  <a:lnTo>
                    <a:pt x="1103464" y="639406"/>
                  </a:lnTo>
                  <a:lnTo>
                    <a:pt x="1151013" y="643674"/>
                  </a:lnTo>
                  <a:lnTo>
                    <a:pt x="1595120" y="643674"/>
                  </a:lnTo>
                  <a:lnTo>
                    <a:pt x="1642668" y="639406"/>
                  </a:lnTo>
                  <a:lnTo>
                    <a:pt x="1687410" y="627126"/>
                  </a:lnTo>
                  <a:lnTo>
                    <a:pt x="1728622" y="607555"/>
                  </a:lnTo>
                  <a:lnTo>
                    <a:pt x="1765541" y="581456"/>
                  </a:lnTo>
                  <a:lnTo>
                    <a:pt x="1797431" y="549579"/>
                  </a:lnTo>
                  <a:lnTo>
                    <a:pt x="1823529" y="512660"/>
                  </a:lnTo>
                  <a:lnTo>
                    <a:pt x="1843087" y="471449"/>
                  </a:lnTo>
                  <a:lnTo>
                    <a:pt x="1855381" y="426694"/>
                  </a:lnTo>
                  <a:lnTo>
                    <a:pt x="1859648" y="379145"/>
                  </a:lnTo>
                  <a:lnTo>
                    <a:pt x="1859648" y="264515"/>
                  </a:lnTo>
                  <a:close/>
                </a:path>
              </a:pathLst>
            </a:custGeom>
            <a:solidFill>
              <a:srgbClr val="AAAA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1318174" y="3865904"/>
              <a:ext cx="821690" cy="465455"/>
            </a:xfrm>
            <a:custGeom>
              <a:avLst/>
              <a:gdLst/>
              <a:ahLst/>
              <a:cxnLst/>
              <a:rect l="l" t="t" r="r" b="b"/>
              <a:pathLst>
                <a:path w="821690" h="465454">
                  <a:moveTo>
                    <a:pt x="746846" y="0"/>
                  </a:moveTo>
                  <a:lnTo>
                    <a:pt x="74196" y="0"/>
                  </a:lnTo>
                  <a:lnTo>
                    <a:pt x="45313" y="5816"/>
                  </a:lnTo>
                  <a:lnTo>
                    <a:pt x="21729" y="21679"/>
                  </a:lnTo>
                  <a:lnTo>
                    <a:pt x="5829" y="45207"/>
                  </a:lnTo>
                  <a:lnTo>
                    <a:pt x="0" y="74018"/>
                  </a:lnTo>
                  <a:lnTo>
                    <a:pt x="0" y="391276"/>
                  </a:lnTo>
                  <a:lnTo>
                    <a:pt x="5829" y="420087"/>
                  </a:lnTo>
                  <a:lnTo>
                    <a:pt x="21729" y="443614"/>
                  </a:lnTo>
                  <a:lnTo>
                    <a:pt x="45313" y="459477"/>
                  </a:lnTo>
                  <a:lnTo>
                    <a:pt x="74196" y="465294"/>
                  </a:lnTo>
                  <a:lnTo>
                    <a:pt x="746846" y="465294"/>
                  </a:lnTo>
                  <a:lnTo>
                    <a:pt x="775738" y="459477"/>
                  </a:lnTo>
                  <a:lnTo>
                    <a:pt x="799332" y="443614"/>
                  </a:lnTo>
                  <a:lnTo>
                    <a:pt x="815241" y="420087"/>
                  </a:lnTo>
                  <a:lnTo>
                    <a:pt x="821074" y="391276"/>
                  </a:lnTo>
                  <a:lnTo>
                    <a:pt x="821074" y="74018"/>
                  </a:lnTo>
                  <a:lnTo>
                    <a:pt x="815241" y="45207"/>
                  </a:lnTo>
                  <a:lnTo>
                    <a:pt x="799332" y="21679"/>
                  </a:lnTo>
                  <a:lnTo>
                    <a:pt x="775738" y="5816"/>
                  </a:lnTo>
                  <a:lnTo>
                    <a:pt x="74684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1318164" y="3865911"/>
              <a:ext cx="821690" cy="465455"/>
            </a:xfrm>
            <a:custGeom>
              <a:avLst/>
              <a:gdLst/>
              <a:ahLst/>
              <a:cxnLst/>
              <a:rect l="l" t="t" r="r" b="b"/>
              <a:pathLst>
                <a:path w="821690" h="465454">
                  <a:moveTo>
                    <a:pt x="709752" y="0"/>
                  </a:moveTo>
                  <a:lnTo>
                    <a:pt x="346849" y="0"/>
                  </a:lnTo>
                  <a:lnTo>
                    <a:pt x="0" y="345897"/>
                  </a:lnTo>
                  <a:lnTo>
                    <a:pt x="0" y="391274"/>
                  </a:lnTo>
                  <a:lnTo>
                    <a:pt x="5842" y="420077"/>
                  </a:lnTo>
                  <a:lnTo>
                    <a:pt x="21729" y="443611"/>
                  </a:lnTo>
                  <a:lnTo>
                    <a:pt x="45313" y="459486"/>
                  </a:lnTo>
                  <a:lnTo>
                    <a:pt x="74206" y="465302"/>
                  </a:lnTo>
                  <a:lnTo>
                    <a:pt x="243166" y="465302"/>
                  </a:lnTo>
                  <a:lnTo>
                    <a:pt x="709752" y="0"/>
                  </a:lnTo>
                  <a:close/>
                </a:path>
                <a:path w="821690" h="465454">
                  <a:moveTo>
                    <a:pt x="821080" y="116827"/>
                  </a:moveTo>
                  <a:lnTo>
                    <a:pt x="471690" y="465302"/>
                  </a:lnTo>
                  <a:lnTo>
                    <a:pt x="636638" y="465302"/>
                  </a:lnTo>
                  <a:lnTo>
                    <a:pt x="821080" y="281355"/>
                  </a:lnTo>
                  <a:lnTo>
                    <a:pt x="821080" y="116827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9761611" y="5663098"/>
              <a:ext cx="224154" cy="358775"/>
            </a:xfrm>
            <a:custGeom>
              <a:avLst/>
              <a:gdLst/>
              <a:ahLst/>
              <a:cxnLst/>
              <a:rect l="l" t="t" r="r" b="b"/>
              <a:pathLst>
                <a:path w="224154" h="358775">
                  <a:moveTo>
                    <a:pt x="223595" y="0"/>
                  </a:moveTo>
                  <a:lnTo>
                    <a:pt x="0" y="0"/>
                  </a:lnTo>
                  <a:lnTo>
                    <a:pt x="22512" y="358711"/>
                  </a:lnTo>
                  <a:lnTo>
                    <a:pt x="201093" y="358711"/>
                  </a:lnTo>
                  <a:lnTo>
                    <a:pt x="223595" y="0"/>
                  </a:lnTo>
                  <a:close/>
                </a:path>
              </a:pathLst>
            </a:custGeom>
            <a:solidFill>
              <a:srgbClr val="92D4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9856898" y="5663102"/>
              <a:ext cx="128905" cy="358775"/>
            </a:xfrm>
            <a:custGeom>
              <a:avLst/>
              <a:gdLst/>
              <a:ahLst/>
              <a:cxnLst/>
              <a:rect l="l" t="t" r="r" b="b"/>
              <a:pathLst>
                <a:path w="128904" h="358775">
                  <a:moveTo>
                    <a:pt x="128310" y="0"/>
                  </a:moveTo>
                  <a:lnTo>
                    <a:pt x="0" y="358711"/>
                  </a:lnTo>
                  <a:lnTo>
                    <a:pt x="105808" y="358711"/>
                  </a:lnTo>
                  <a:lnTo>
                    <a:pt x="128310" y="0"/>
                  </a:lnTo>
                  <a:close/>
                </a:path>
              </a:pathLst>
            </a:custGeom>
            <a:solidFill>
              <a:srgbClr val="66C4B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0467335" y="5471194"/>
              <a:ext cx="1796414" cy="93345"/>
            </a:xfrm>
            <a:custGeom>
              <a:avLst/>
              <a:gdLst/>
              <a:ahLst/>
              <a:cxnLst/>
              <a:rect l="l" t="t" r="r" b="b"/>
              <a:pathLst>
                <a:path w="1796415" h="93345">
                  <a:moveTo>
                    <a:pt x="1796332" y="0"/>
                  </a:moveTo>
                  <a:lnTo>
                    <a:pt x="0" y="0"/>
                  </a:lnTo>
                  <a:lnTo>
                    <a:pt x="0" y="93065"/>
                  </a:lnTo>
                  <a:lnTo>
                    <a:pt x="1796332" y="93065"/>
                  </a:lnTo>
                  <a:lnTo>
                    <a:pt x="1796332" y="0"/>
                  </a:lnTo>
                  <a:close/>
                </a:path>
              </a:pathLst>
            </a:custGeom>
            <a:solidFill>
              <a:srgbClr val="AAAA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1146772" y="5564260"/>
              <a:ext cx="1116965" cy="465455"/>
            </a:xfrm>
            <a:custGeom>
              <a:avLst/>
              <a:gdLst/>
              <a:ahLst/>
              <a:cxnLst/>
              <a:rect l="l" t="t" r="r" b="b"/>
              <a:pathLst>
                <a:path w="1116965" h="465454">
                  <a:moveTo>
                    <a:pt x="1116897" y="0"/>
                  </a:moveTo>
                  <a:lnTo>
                    <a:pt x="0" y="0"/>
                  </a:lnTo>
                  <a:lnTo>
                    <a:pt x="0" y="247510"/>
                  </a:lnTo>
                  <a:lnTo>
                    <a:pt x="5769" y="297471"/>
                  </a:lnTo>
                  <a:lnTo>
                    <a:pt x="22202" y="343332"/>
                  </a:lnTo>
                  <a:lnTo>
                    <a:pt x="47988" y="383787"/>
                  </a:lnTo>
                  <a:lnTo>
                    <a:pt x="81815" y="417527"/>
                  </a:lnTo>
                  <a:lnTo>
                    <a:pt x="122372" y="443245"/>
                  </a:lnTo>
                  <a:lnTo>
                    <a:pt x="168349" y="459635"/>
                  </a:lnTo>
                  <a:lnTo>
                    <a:pt x="218433" y="465388"/>
                  </a:lnTo>
                  <a:lnTo>
                    <a:pt x="898433" y="465388"/>
                  </a:lnTo>
                  <a:lnTo>
                    <a:pt x="945855" y="460243"/>
                  </a:lnTo>
                  <a:lnTo>
                    <a:pt x="989672" y="445540"/>
                  </a:lnTo>
                  <a:lnTo>
                    <a:pt x="1028777" y="422383"/>
                  </a:lnTo>
                  <a:lnTo>
                    <a:pt x="1062066" y="391875"/>
                  </a:lnTo>
                  <a:lnTo>
                    <a:pt x="1088432" y="355118"/>
                  </a:lnTo>
                  <a:lnTo>
                    <a:pt x="1106772" y="313215"/>
                  </a:lnTo>
                  <a:lnTo>
                    <a:pt x="1116242" y="264518"/>
                  </a:lnTo>
                  <a:lnTo>
                    <a:pt x="1116897" y="247510"/>
                  </a:lnTo>
                  <a:lnTo>
                    <a:pt x="1116897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1318265" y="5714472"/>
              <a:ext cx="772795" cy="897255"/>
            </a:xfrm>
            <a:custGeom>
              <a:avLst/>
              <a:gdLst/>
              <a:ahLst/>
              <a:cxnLst/>
              <a:rect l="l" t="t" r="r" b="b"/>
              <a:pathLst>
                <a:path w="772795" h="897254">
                  <a:moveTo>
                    <a:pt x="194322" y="729830"/>
                  </a:moveTo>
                  <a:lnTo>
                    <a:pt x="192874" y="670433"/>
                  </a:lnTo>
                  <a:lnTo>
                    <a:pt x="187071" y="607415"/>
                  </a:lnTo>
                  <a:lnTo>
                    <a:pt x="177927" y="542975"/>
                  </a:lnTo>
                  <a:lnTo>
                    <a:pt x="173913" y="520661"/>
                  </a:lnTo>
                  <a:lnTo>
                    <a:pt x="173913" y="701078"/>
                  </a:lnTo>
                  <a:lnTo>
                    <a:pt x="173253" y="751141"/>
                  </a:lnTo>
                  <a:lnTo>
                    <a:pt x="168351" y="793140"/>
                  </a:lnTo>
                  <a:lnTo>
                    <a:pt x="145808" y="852030"/>
                  </a:lnTo>
                  <a:lnTo>
                    <a:pt x="111721" y="874852"/>
                  </a:lnTo>
                  <a:lnTo>
                    <a:pt x="97167" y="876350"/>
                  </a:lnTo>
                  <a:lnTo>
                    <a:pt x="82600" y="874852"/>
                  </a:lnTo>
                  <a:lnTo>
                    <a:pt x="48514" y="852030"/>
                  </a:lnTo>
                  <a:lnTo>
                    <a:pt x="25971" y="793115"/>
                  </a:lnTo>
                  <a:lnTo>
                    <a:pt x="21069" y="751090"/>
                  </a:lnTo>
                  <a:lnTo>
                    <a:pt x="20421" y="701001"/>
                  </a:lnTo>
                  <a:lnTo>
                    <a:pt x="24015" y="643077"/>
                  </a:lnTo>
                  <a:lnTo>
                    <a:pt x="31877" y="577532"/>
                  </a:lnTo>
                  <a:lnTo>
                    <a:pt x="43992" y="504609"/>
                  </a:lnTo>
                  <a:lnTo>
                    <a:pt x="54978" y="449516"/>
                  </a:lnTo>
                  <a:lnTo>
                    <a:pt x="66535" y="397624"/>
                  </a:lnTo>
                  <a:lnTo>
                    <a:pt x="77914" y="350608"/>
                  </a:lnTo>
                  <a:lnTo>
                    <a:pt x="88379" y="310134"/>
                  </a:lnTo>
                  <a:lnTo>
                    <a:pt x="97167" y="277863"/>
                  </a:lnTo>
                  <a:lnTo>
                    <a:pt x="105956" y="310159"/>
                  </a:lnTo>
                  <a:lnTo>
                    <a:pt x="116420" y="350672"/>
                  </a:lnTo>
                  <a:lnTo>
                    <a:pt x="127812" y="397725"/>
                  </a:lnTo>
                  <a:lnTo>
                    <a:pt x="139382" y="449656"/>
                  </a:lnTo>
                  <a:lnTo>
                    <a:pt x="150368" y="504774"/>
                  </a:lnTo>
                  <a:lnTo>
                    <a:pt x="162471" y="577672"/>
                  </a:lnTo>
                  <a:lnTo>
                    <a:pt x="170319" y="643178"/>
                  </a:lnTo>
                  <a:lnTo>
                    <a:pt x="173913" y="701078"/>
                  </a:lnTo>
                  <a:lnTo>
                    <a:pt x="173913" y="520661"/>
                  </a:lnTo>
                  <a:lnTo>
                    <a:pt x="166484" y="479336"/>
                  </a:lnTo>
                  <a:lnTo>
                    <a:pt x="153758" y="418706"/>
                  </a:lnTo>
                  <a:lnTo>
                    <a:pt x="140779" y="363283"/>
                  </a:lnTo>
                  <a:lnTo>
                    <a:pt x="128587" y="315302"/>
                  </a:lnTo>
                  <a:lnTo>
                    <a:pt x="118452" y="277863"/>
                  </a:lnTo>
                  <a:lnTo>
                    <a:pt x="117500" y="274523"/>
                  </a:lnTo>
                  <a:lnTo>
                    <a:pt x="117500" y="0"/>
                  </a:lnTo>
                  <a:lnTo>
                    <a:pt x="116332" y="0"/>
                  </a:lnTo>
                  <a:lnTo>
                    <a:pt x="76822" y="0"/>
                  </a:lnTo>
                  <a:lnTo>
                    <a:pt x="44094" y="0"/>
                  </a:lnTo>
                  <a:lnTo>
                    <a:pt x="37325" y="6743"/>
                  </a:lnTo>
                  <a:lnTo>
                    <a:pt x="37325" y="10807"/>
                  </a:lnTo>
                  <a:lnTo>
                    <a:pt x="21196" y="10807"/>
                  </a:lnTo>
                  <a:lnTo>
                    <a:pt x="19291" y="12725"/>
                  </a:lnTo>
                  <a:lnTo>
                    <a:pt x="19291" y="17437"/>
                  </a:lnTo>
                  <a:lnTo>
                    <a:pt x="21196" y="19354"/>
                  </a:lnTo>
                  <a:lnTo>
                    <a:pt x="37325" y="19354"/>
                  </a:lnTo>
                  <a:lnTo>
                    <a:pt x="37325" y="23418"/>
                  </a:lnTo>
                  <a:lnTo>
                    <a:pt x="44094" y="30175"/>
                  </a:lnTo>
                  <a:lnTo>
                    <a:pt x="76822" y="30175"/>
                  </a:lnTo>
                  <a:lnTo>
                    <a:pt x="76822" y="274510"/>
                  </a:lnTo>
                  <a:lnTo>
                    <a:pt x="65735" y="315302"/>
                  </a:lnTo>
                  <a:lnTo>
                    <a:pt x="53543" y="363283"/>
                  </a:lnTo>
                  <a:lnTo>
                    <a:pt x="40563" y="418706"/>
                  </a:lnTo>
                  <a:lnTo>
                    <a:pt x="27838" y="479336"/>
                  </a:lnTo>
                  <a:lnTo>
                    <a:pt x="16395" y="542975"/>
                  </a:lnTo>
                  <a:lnTo>
                    <a:pt x="7251" y="607415"/>
                  </a:lnTo>
                  <a:lnTo>
                    <a:pt x="1447" y="670433"/>
                  </a:lnTo>
                  <a:lnTo>
                    <a:pt x="0" y="729830"/>
                  </a:lnTo>
                  <a:lnTo>
                    <a:pt x="3949" y="783386"/>
                  </a:lnTo>
                  <a:lnTo>
                    <a:pt x="14300" y="828903"/>
                  </a:lnTo>
                  <a:lnTo>
                    <a:pt x="32105" y="864158"/>
                  </a:lnTo>
                  <a:lnTo>
                    <a:pt x="77825" y="894676"/>
                  </a:lnTo>
                  <a:lnTo>
                    <a:pt x="97167" y="896734"/>
                  </a:lnTo>
                  <a:lnTo>
                    <a:pt x="116497" y="894676"/>
                  </a:lnTo>
                  <a:lnTo>
                    <a:pt x="150952" y="876350"/>
                  </a:lnTo>
                  <a:lnTo>
                    <a:pt x="180022" y="828903"/>
                  </a:lnTo>
                  <a:lnTo>
                    <a:pt x="190385" y="783386"/>
                  </a:lnTo>
                  <a:lnTo>
                    <a:pt x="194322" y="729830"/>
                  </a:lnTo>
                  <a:close/>
                </a:path>
                <a:path w="772795" h="897254">
                  <a:moveTo>
                    <a:pt x="483476" y="729830"/>
                  </a:moveTo>
                  <a:lnTo>
                    <a:pt x="482028" y="670433"/>
                  </a:lnTo>
                  <a:lnTo>
                    <a:pt x="476224" y="607415"/>
                  </a:lnTo>
                  <a:lnTo>
                    <a:pt x="467080" y="542975"/>
                  </a:lnTo>
                  <a:lnTo>
                    <a:pt x="463067" y="520661"/>
                  </a:lnTo>
                  <a:lnTo>
                    <a:pt x="463067" y="701078"/>
                  </a:lnTo>
                  <a:lnTo>
                    <a:pt x="462407" y="751141"/>
                  </a:lnTo>
                  <a:lnTo>
                    <a:pt x="457504" y="793140"/>
                  </a:lnTo>
                  <a:lnTo>
                    <a:pt x="434962" y="852030"/>
                  </a:lnTo>
                  <a:lnTo>
                    <a:pt x="400888" y="874852"/>
                  </a:lnTo>
                  <a:lnTo>
                    <a:pt x="386321" y="876350"/>
                  </a:lnTo>
                  <a:lnTo>
                    <a:pt x="371754" y="874852"/>
                  </a:lnTo>
                  <a:lnTo>
                    <a:pt x="337667" y="852030"/>
                  </a:lnTo>
                  <a:lnTo>
                    <a:pt x="315125" y="793115"/>
                  </a:lnTo>
                  <a:lnTo>
                    <a:pt x="310222" y="751090"/>
                  </a:lnTo>
                  <a:lnTo>
                    <a:pt x="309575" y="701001"/>
                  </a:lnTo>
                  <a:lnTo>
                    <a:pt x="313169" y="643077"/>
                  </a:lnTo>
                  <a:lnTo>
                    <a:pt x="321030" y="577532"/>
                  </a:lnTo>
                  <a:lnTo>
                    <a:pt x="333146" y="504609"/>
                  </a:lnTo>
                  <a:lnTo>
                    <a:pt x="344131" y="449516"/>
                  </a:lnTo>
                  <a:lnTo>
                    <a:pt x="355688" y="397624"/>
                  </a:lnTo>
                  <a:lnTo>
                    <a:pt x="367068" y="350608"/>
                  </a:lnTo>
                  <a:lnTo>
                    <a:pt x="377532" y="310134"/>
                  </a:lnTo>
                  <a:lnTo>
                    <a:pt x="386321" y="277863"/>
                  </a:lnTo>
                  <a:lnTo>
                    <a:pt x="395109" y="310159"/>
                  </a:lnTo>
                  <a:lnTo>
                    <a:pt x="405574" y="350672"/>
                  </a:lnTo>
                  <a:lnTo>
                    <a:pt x="416966" y="397725"/>
                  </a:lnTo>
                  <a:lnTo>
                    <a:pt x="428536" y="449656"/>
                  </a:lnTo>
                  <a:lnTo>
                    <a:pt x="439521" y="504774"/>
                  </a:lnTo>
                  <a:lnTo>
                    <a:pt x="451624" y="577672"/>
                  </a:lnTo>
                  <a:lnTo>
                    <a:pt x="459473" y="643178"/>
                  </a:lnTo>
                  <a:lnTo>
                    <a:pt x="463067" y="701078"/>
                  </a:lnTo>
                  <a:lnTo>
                    <a:pt x="463067" y="520661"/>
                  </a:lnTo>
                  <a:lnTo>
                    <a:pt x="455637" y="479336"/>
                  </a:lnTo>
                  <a:lnTo>
                    <a:pt x="442912" y="418706"/>
                  </a:lnTo>
                  <a:lnTo>
                    <a:pt x="429933" y="363283"/>
                  </a:lnTo>
                  <a:lnTo>
                    <a:pt x="417741" y="315302"/>
                  </a:lnTo>
                  <a:lnTo>
                    <a:pt x="407606" y="277863"/>
                  </a:lnTo>
                  <a:lnTo>
                    <a:pt x="406654" y="274523"/>
                  </a:lnTo>
                  <a:lnTo>
                    <a:pt x="406654" y="0"/>
                  </a:lnTo>
                  <a:lnTo>
                    <a:pt x="405485" y="0"/>
                  </a:lnTo>
                  <a:lnTo>
                    <a:pt x="365975" y="0"/>
                  </a:lnTo>
                  <a:lnTo>
                    <a:pt x="333248" y="0"/>
                  </a:lnTo>
                  <a:lnTo>
                    <a:pt x="326478" y="6743"/>
                  </a:lnTo>
                  <a:lnTo>
                    <a:pt x="326478" y="10807"/>
                  </a:lnTo>
                  <a:lnTo>
                    <a:pt x="310349" y="10807"/>
                  </a:lnTo>
                  <a:lnTo>
                    <a:pt x="308444" y="12725"/>
                  </a:lnTo>
                  <a:lnTo>
                    <a:pt x="308444" y="17437"/>
                  </a:lnTo>
                  <a:lnTo>
                    <a:pt x="310349" y="19354"/>
                  </a:lnTo>
                  <a:lnTo>
                    <a:pt x="326478" y="19354"/>
                  </a:lnTo>
                  <a:lnTo>
                    <a:pt x="326478" y="23418"/>
                  </a:lnTo>
                  <a:lnTo>
                    <a:pt x="333248" y="30175"/>
                  </a:lnTo>
                  <a:lnTo>
                    <a:pt x="365975" y="30175"/>
                  </a:lnTo>
                  <a:lnTo>
                    <a:pt x="365975" y="274548"/>
                  </a:lnTo>
                  <a:lnTo>
                    <a:pt x="354888" y="315302"/>
                  </a:lnTo>
                  <a:lnTo>
                    <a:pt x="342696" y="363283"/>
                  </a:lnTo>
                  <a:lnTo>
                    <a:pt x="329717" y="418706"/>
                  </a:lnTo>
                  <a:lnTo>
                    <a:pt x="317004" y="479336"/>
                  </a:lnTo>
                  <a:lnTo>
                    <a:pt x="305549" y="542975"/>
                  </a:lnTo>
                  <a:lnTo>
                    <a:pt x="296405" y="607415"/>
                  </a:lnTo>
                  <a:lnTo>
                    <a:pt x="290601" y="670433"/>
                  </a:lnTo>
                  <a:lnTo>
                    <a:pt x="289153" y="729830"/>
                  </a:lnTo>
                  <a:lnTo>
                    <a:pt x="293103" y="783386"/>
                  </a:lnTo>
                  <a:lnTo>
                    <a:pt x="303453" y="828903"/>
                  </a:lnTo>
                  <a:lnTo>
                    <a:pt x="321259" y="864158"/>
                  </a:lnTo>
                  <a:lnTo>
                    <a:pt x="366979" y="894676"/>
                  </a:lnTo>
                  <a:lnTo>
                    <a:pt x="386321" y="896734"/>
                  </a:lnTo>
                  <a:lnTo>
                    <a:pt x="405650" y="894676"/>
                  </a:lnTo>
                  <a:lnTo>
                    <a:pt x="440105" y="876350"/>
                  </a:lnTo>
                  <a:lnTo>
                    <a:pt x="469176" y="828903"/>
                  </a:lnTo>
                  <a:lnTo>
                    <a:pt x="479539" y="783386"/>
                  </a:lnTo>
                  <a:lnTo>
                    <a:pt x="483476" y="729830"/>
                  </a:lnTo>
                  <a:close/>
                </a:path>
                <a:path w="772795" h="897254">
                  <a:moveTo>
                    <a:pt x="772629" y="729830"/>
                  </a:moveTo>
                  <a:lnTo>
                    <a:pt x="771182" y="670433"/>
                  </a:lnTo>
                  <a:lnTo>
                    <a:pt x="765378" y="607415"/>
                  </a:lnTo>
                  <a:lnTo>
                    <a:pt x="756234" y="542975"/>
                  </a:lnTo>
                  <a:lnTo>
                    <a:pt x="752221" y="520661"/>
                  </a:lnTo>
                  <a:lnTo>
                    <a:pt x="752221" y="701078"/>
                  </a:lnTo>
                  <a:lnTo>
                    <a:pt x="751560" y="751141"/>
                  </a:lnTo>
                  <a:lnTo>
                    <a:pt x="746658" y="793140"/>
                  </a:lnTo>
                  <a:lnTo>
                    <a:pt x="724115" y="852030"/>
                  </a:lnTo>
                  <a:lnTo>
                    <a:pt x="690041" y="874852"/>
                  </a:lnTo>
                  <a:lnTo>
                    <a:pt x="675474" y="876350"/>
                  </a:lnTo>
                  <a:lnTo>
                    <a:pt x="660908" y="874852"/>
                  </a:lnTo>
                  <a:lnTo>
                    <a:pt x="626821" y="852030"/>
                  </a:lnTo>
                  <a:lnTo>
                    <a:pt x="604278" y="793115"/>
                  </a:lnTo>
                  <a:lnTo>
                    <a:pt x="599376" y="751090"/>
                  </a:lnTo>
                  <a:lnTo>
                    <a:pt x="598728" y="701001"/>
                  </a:lnTo>
                  <a:lnTo>
                    <a:pt x="602335" y="643077"/>
                  </a:lnTo>
                  <a:lnTo>
                    <a:pt x="610184" y="577532"/>
                  </a:lnTo>
                  <a:lnTo>
                    <a:pt x="622300" y="504609"/>
                  </a:lnTo>
                  <a:lnTo>
                    <a:pt x="633285" y="449516"/>
                  </a:lnTo>
                  <a:lnTo>
                    <a:pt x="644842" y="397624"/>
                  </a:lnTo>
                  <a:lnTo>
                    <a:pt x="656221" y="350608"/>
                  </a:lnTo>
                  <a:lnTo>
                    <a:pt x="666686" y="310134"/>
                  </a:lnTo>
                  <a:lnTo>
                    <a:pt x="675474" y="277863"/>
                  </a:lnTo>
                  <a:lnTo>
                    <a:pt x="684263" y="310159"/>
                  </a:lnTo>
                  <a:lnTo>
                    <a:pt x="694728" y="350672"/>
                  </a:lnTo>
                  <a:lnTo>
                    <a:pt x="706120" y="397725"/>
                  </a:lnTo>
                  <a:lnTo>
                    <a:pt x="717689" y="449656"/>
                  </a:lnTo>
                  <a:lnTo>
                    <a:pt x="728675" y="504774"/>
                  </a:lnTo>
                  <a:lnTo>
                    <a:pt x="740778" y="577672"/>
                  </a:lnTo>
                  <a:lnTo>
                    <a:pt x="748626" y="643178"/>
                  </a:lnTo>
                  <a:lnTo>
                    <a:pt x="752221" y="701078"/>
                  </a:lnTo>
                  <a:lnTo>
                    <a:pt x="752221" y="520661"/>
                  </a:lnTo>
                  <a:lnTo>
                    <a:pt x="744791" y="479336"/>
                  </a:lnTo>
                  <a:lnTo>
                    <a:pt x="732066" y="418706"/>
                  </a:lnTo>
                  <a:lnTo>
                    <a:pt x="719086" y="363283"/>
                  </a:lnTo>
                  <a:lnTo>
                    <a:pt x="706894" y="315302"/>
                  </a:lnTo>
                  <a:lnTo>
                    <a:pt x="696760" y="277863"/>
                  </a:lnTo>
                  <a:lnTo>
                    <a:pt x="695807" y="274523"/>
                  </a:lnTo>
                  <a:lnTo>
                    <a:pt x="695807" y="0"/>
                  </a:lnTo>
                  <a:lnTo>
                    <a:pt x="694639" y="0"/>
                  </a:lnTo>
                  <a:lnTo>
                    <a:pt x="655129" y="0"/>
                  </a:lnTo>
                  <a:lnTo>
                    <a:pt x="622401" y="0"/>
                  </a:lnTo>
                  <a:lnTo>
                    <a:pt x="615632" y="6743"/>
                  </a:lnTo>
                  <a:lnTo>
                    <a:pt x="615632" y="10807"/>
                  </a:lnTo>
                  <a:lnTo>
                    <a:pt x="599503" y="10807"/>
                  </a:lnTo>
                  <a:lnTo>
                    <a:pt x="597598" y="12725"/>
                  </a:lnTo>
                  <a:lnTo>
                    <a:pt x="597598" y="17437"/>
                  </a:lnTo>
                  <a:lnTo>
                    <a:pt x="599503" y="19354"/>
                  </a:lnTo>
                  <a:lnTo>
                    <a:pt x="615632" y="19354"/>
                  </a:lnTo>
                  <a:lnTo>
                    <a:pt x="615632" y="23418"/>
                  </a:lnTo>
                  <a:lnTo>
                    <a:pt x="622401" y="30175"/>
                  </a:lnTo>
                  <a:lnTo>
                    <a:pt x="655129" y="30175"/>
                  </a:lnTo>
                  <a:lnTo>
                    <a:pt x="655129" y="274548"/>
                  </a:lnTo>
                  <a:lnTo>
                    <a:pt x="644042" y="315302"/>
                  </a:lnTo>
                  <a:lnTo>
                    <a:pt x="631850" y="363283"/>
                  </a:lnTo>
                  <a:lnTo>
                    <a:pt x="618871" y="418706"/>
                  </a:lnTo>
                  <a:lnTo>
                    <a:pt x="606158" y="479336"/>
                  </a:lnTo>
                  <a:lnTo>
                    <a:pt x="594702" y="542975"/>
                  </a:lnTo>
                  <a:lnTo>
                    <a:pt x="585571" y="607415"/>
                  </a:lnTo>
                  <a:lnTo>
                    <a:pt x="579755" y="670433"/>
                  </a:lnTo>
                  <a:lnTo>
                    <a:pt x="578307" y="729830"/>
                  </a:lnTo>
                  <a:lnTo>
                    <a:pt x="582256" y="783386"/>
                  </a:lnTo>
                  <a:lnTo>
                    <a:pt x="592607" y="828903"/>
                  </a:lnTo>
                  <a:lnTo>
                    <a:pt x="610412" y="864158"/>
                  </a:lnTo>
                  <a:lnTo>
                    <a:pt x="656132" y="894676"/>
                  </a:lnTo>
                  <a:lnTo>
                    <a:pt x="675474" y="896734"/>
                  </a:lnTo>
                  <a:lnTo>
                    <a:pt x="694804" y="894676"/>
                  </a:lnTo>
                  <a:lnTo>
                    <a:pt x="729259" y="876350"/>
                  </a:lnTo>
                  <a:lnTo>
                    <a:pt x="758329" y="828903"/>
                  </a:lnTo>
                  <a:lnTo>
                    <a:pt x="768692" y="783386"/>
                  </a:lnTo>
                  <a:lnTo>
                    <a:pt x="772629" y="72983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1146772" y="5564260"/>
              <a:ext cx="1116965" cy="313690"/>
            </a:xfrm>
            <a:custGeom>
              <a:avLst/>
              <a:gdLst/>
              <a:ahLst/>
              <a:cxnLst/>
              <a:rect l="l" t="t" r="r" b="b"/>
              <a:pathLst>
                <a:path w="1116965" h="313689">
                  <a:moveTo>
                    <a:pt x="1116897" y="0"/>
                  </a:moveTo>
                  <a:lnTo>
                    <a:pt x="0" y="0"/>
                  </a:lnTo>
                  <a:lnTo>
                    <a:pt x="0" y="69798"/>
                  </a:lnTo>
                  <a:lnTo>
                    <a:pt x="172603" y="69542"/>
                  </a:lnTo>
                  <a:lnTo>
                    <a:pt x="552506" y="89400"/>
                  </a:lnTo>
                  <a:lnTo>
                    <a:pt x="932849" y="160311"/>
                  </a:lnTo>
                  <a:lnTo>
                    <a:pt x="1106772" y="313215"/>
                  </a:lnTo>
                  <a:lnTo>
                    <a:pt x="1111133" y="297421"/>
                  </a:lnTo>
                  <a:lnTo>
                    <a:pt x="1114305" y="281172"/>
                  </a:lnTo>
                  <a:lnTo>
                    <a:pt x="1116242" y="264518"/>
                  </a:lnTo>
                  <a:lnTo>
                    <a:pt x="1116897" y="247510"/>
                  </a:lnTo>
                  <a:lnTo>
                    <a:pt x="1116897" y="0"/>
                  </a:lnTo>
                  <a:close/>
                </a:path>
              </a:pathLst>
            </a:custGeom>
            <a:solidFill>
              <a:srgbClr val="B8B8B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1" name="object 181" descr=""/>
          <p:cNvGrpSpPr/>
          <p:nvPr/>
        </p:nvGrpSpPr>
        <p:grpSpPr>
          <a:xfrm>
            <a:off x="5926772" y="2294034"/>
            <a:ext cx="2092325" cy="2617470"/>
            <a:chOff x="5926772" y="2294034"/>
            <a:chExt cx="2092325" cy="2617470"/>
          </a:xfrm>
        </p:grpSpPr>
        <p:sp>
          <p:nvSpPr>
            <p:cNvPr id="182" name="object 182" descr=""/>
            <p:cNvSpPr/>
            <p:nvPr/>
          </p:nvSpPr>
          <p:spPr>
            <a:xfrm>
              <a:off x="6030925" y="2358154"/>
              <a:ext cx="1988185" cy="2553335"/>
            </a:xfrm>
            <a:custGeom>
              <a:avLst/>
              <a:gdLst/>
              <a:ahLst/>
              <a:cxnLst/>
              <a:rect l="l" t="t" r="r" b="b"/>
              <a:pathLst>
                <a:path w="1988184" h="2553335">
                  <a:moveTo>
                    <a:pt x="1987867" y="0"/>
                  </a:moveTo>
                  <a:lnTo>
                    <a:pt x="0" y="0"/>
                  </a:lnTo>
                  <a:lnTo>
                    <a:pt x="0" y="2488628"/>
                  </a:lnTo>
                  <a:lnTo>
                    <a:pt x="0" y="2552738"/>
                  </a:lnTo>
                  <a:lnTo>
                    <a:pt x="1987867" y="2552738"/>
                  </a:lnTo>
                  <a:lnTo>
                    <a:pt x="1987867" y="2488628"/>
                  </a:lnTo>
                  <a:lnTo>
                    <a:pt x="1987867" y="0"/>
                  </a:lnTo>
                  <a:close/>
                </a:path>
              </a:pathLst>
            </a:custGeom>
            <a:solidFill>
              <a:srgbClr val="B8B8B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5926772" y="2294034"/>
              <a:ext cx="1988185" cy="2553335"/>
            </a:xfrm>
            <a:custGeom>
              <a:avLst/>
              <a:gdLst/>
              <a:ahLst/>
              <a:cxnLst/>
              <a:rect l="l" t="t" r="r" b="b"/>
              <a:pathLst>
                <a:path w="1988184" h="2553335">
                  <a:moveTo>
                    <a:pt x="1987876" y="0"/>
                  </a:moveTo>
                  <a:lnTo>
                    <a:pt x="0" y="0"/>
                  </a:lnTo>
                  <a:lnTo>
                    <a:pt x="0" y="2552739"/>
                  </a:lnTo>
                  <a:lnTo>
                    <a:pt x="1987876" y="2552739"/>
                  </a:lnTo>
                  <a:lnTo>
                    <a:pt x="19878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6030936" y="2386712"/>
              <a:ext cx="1779905" cy="2367915"/>
            </a:xfrm>
            <a:custGeom>
              <a:avLst/>
              <a:gdLst/>
              <a:ahLst/>
              <a:cxnLst/>
              <a:rect l="l" t="t" r="r" b="b"/>
              <a:pathLst>
                <a:path w="1779904" h="2367915">
                  <a:moveTo>
                    <a:pt x="1779579" y="0"/>
                  </a:moveTo>
                  <a:lnTo>
                    <a:pt x="0" y="0"/>
                  </a:lnTo>
                  <a:lnTo>
                    <a:pt x="0" y="2367383"/>
                  </a:lnTo>
                  <a:lnTo>
                    <a:pt x="1779579" y="2367383"/>
                  </a:lnTo>
                  <a:lnTo>
                    <a:pt x="17795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6135713" y="2757150"/>
              <a:ext cx="1612265" cy="1859280"/>
            </a:xfrm>
            <a:custGeom>
              <a:avLst/>
              <a:gdLst/>
              <a:ahLst/>
              <a:cxnLst/>
              <a:rect l="l" t="t" r="r" b="b"/>
              <a:pathLst>
                <a:path w="1612265" h="1859279">
                  <a:moveTo>
                    <a:pt x="264439" y="1773186"/>
                  </a:moveTo>
                  <a:lnTo>
                    <a:pt x="0" y="1773186"/>
                  </a:lnTo>
                  <a:lnTo>
                    <a:pt x="0" y="1858784"/>
                  </a:lnTo>
                  <a:lnTo>
                    <a:pt x="264439" y="1858784"/>
                  </a:lnTo>
                  <a:lnTo>
                    <a:pt x="264439" y="1773186"/>
                  </a:lnTo>
                  <a:close/>
                </a:path>
                <a:path w="1612265" h="1859279">
                  <a:moveTo>
                    <a:pt x="388683" y="140411"/>
                  </a:moveTo>
                  <a:lnTo>
                    <a:pt x="0" y="140411"/>
                  </a:lnTo>
                  <a:lnTo>
                    <a:pt x="0" y="226009"/>
                  </a:lnTo>
                  <a:lnTo>
                    <a:pt x="388683" y="226009"/>
                  </a:lnTo>
                  <a:lnTo>
                    <a:pt x="388683" y="140411"/>
                  </a:lnTo>
                  <a:close/>
                </a:path>
                <a:path w="1612265" h="1859279">
                  <a:moveTo>
                    <a:pt x="722388" y="1773186"/>
                  </a:moveTo>
                  <a:lnTo>
                    <a:pt x="300164" y="1773186"/>
                  </a:lnTo>
                  <a:lnTo>
                    <a:pt x="300164" y="1858784"/>
                  </a:lnTo>
                  <a:lnTo>
                    <a:pt x="722388" y="1858784"/>
                  </a:lnTo>
                  <a:lnTo>
                    <a:pt x="722388" y="1773186"/>
                  </a:lnTo>
                  <a:close/>
                </a:path>
                <a:path w="1612265" h="1859279">
                  <a:moveTo>
                    <a:pt x="1569999" y="0"/>
                  </a:moveTo>
                  <a:lnTo>
                    <a:pt x="1090345" y="0"/>
                  </a:lnTo>
                  <a:lnTo>
                    <a:pt x="1090345" y="85598"/>
                  </a:lnTo>
                  <a:lnTo>
                    <a:pt x="1569999" y="85598"/>
                  </a:lnTo>
                  <a:lnTo>
                    <a:pt x="1569999" y="0"/>
                  </a:lnTo>
                  <a:close/>
                </a:path>
                <a:path w="1612265" h="1859279">
                  <a:moveTo>
                    <a:pt x="1611934" y="1662620"/>
                  </a:moveTo>
                  <a:lnTo>
                    <a:pt x="1170686" y="1662620"/>
                  </a:lnTo>
                  <a:lnTo>
                    <a:pt x="1170686" y="1748231"/>
                  </a:lnTo>
                  <a:lnTo>
                    <a:pt x="1611934" y="1748231"/>
                  </a:lnTo>
                  <a:lnTo>
                    <a:pt x="1611934" y="1662620"/>
                  </a:lnTo>
                  <a:close/>
                </a:path>
              </a:pathLst>
            </a:custGeom>
            <a:solidFill>
              <a:srgbClr val="D1D1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6435893" y="3103272"/>
              <a:ext cx="969644" cy="1192530"/>
            </a:xfrm>
            <a:custGeom>
              <a:avLst/>
              <a:gdLst/>
              <a:ahLst/>
              <a:cxnLst/>
              <a:rect l="l" t="t" r="r" b="b"/>
              <a:pathLst>
                <a:path w="969645" h="1192529">
                  <a:moveTo>
                    <a:pt x="764556" y="0"/>
                  </a:moveTo>
                  <a:lnTo>
                    <a:pt x="727327" y="4994"/>
                  </a:lnTo>
                  <a:lnTo>
                    <a:pt x="694793" y="17832"/>
                  </a:lnTo>
                  <a:lnTo>
                    <a:pt x="666145" y="36754"/>
                  </a:lnTo>
                  <a:lnTo>
                    <a:pt x="625838" y="62879"/>
                  </a:lnTo>
                  <a:lnTo>
                    <a:pt x="581225" y="81540"/>
                  </a:lnTo>
                  <a:lnTo>
                    <a:pt x="533741" y="92737"/>
                  </a:lnTo>
                  <a:lnTo>
                    <a:pt x="484821" y="96469"/>
                  </a:lnTo>
                  <a:lnTo>
                    <a:pt x="435901" y="92737"/>
                  </a:lnTo>
                  <a:lnTo>
                    <a:pt x="388417" y="81540"/>
                  </a:lnTo>
                  <a:lnTo>
                    <a:pt x="343804" y="62879"/>
                  </a:lnTo>
                  <a:lnTo>
                    <a:pt x="303497" y="36754"/>
                  </a:lnTo>
                  <a:lnTo>
                    <a:pt x="274850" y="17832"/>
                  </a:lnTo>
                  <a:lnTo>
                    <a:pt x="242319" y="4994"/>
                  </a:lnTo>
                  <a:lnTo>
                    <a:pt x="205090" y="0"/>
                  </a:lnTo>
                  <a:lnTo>
                    <a:pt x="162349" y="4608"/>
                  </a:lnTo>
                  <a:lnTo>
                    <a:pt x="132300" y="15796"/>
                  </a:lnTo>
                  <a:lnTo>
                    <a:pt x="82350" y="61197"/>
                  </a:lnTo>
                  <a:lnTo>
                    <a:pt x="62205" y="93788"/>
                  </a:lnTo>
                  <a:lnTo>
                    <a:pt x="45118" y="131893"/>
                  </a:lnTo>
                  <a:lnTo>
                    <a:pt x="30967" y="174702"/>
                  </a:lnTo>
                  <a:lnTo>
                    <a:pt x="19631" y="221404"/>
                  </a:lnTo>
                  <a:lnTo>
                    <a:pt x="10988" y="271189"/>
                  </a:lnTo>
                  <a:lnTo>
                    <a:pt x="4916" y="323246"/>
                  </a:lnTo>
                  <a:lnTo>
                    <a:pt x="1294" y="376766"/>
                  </a:lnTo>
                  <a:lnTo>
                    <a:pt x="0" y="430939"/>
                  </a:lnTo>
                  <a:lnTo>
                    <a:pt x="912" y="484953"/>
                  </a:lnTo>
                  <a:lnTo>
                    <a:pt x="3909" y="537999"/>
                  </a:lnTo>
                  <a:lnTo>
                    <a:pt x="8869" y="589266"/>
                  </a:lnTo>
                  <a:lnTo>
                    <a:pt x="15670" y="637944"/>
                  </a:lnTo>
                  <a:lnTo>
                    <a:pt x="24192" y="683223"/>
                  </a:lnTo>
                  <a:lnTo>
                    <a:pt x="34311" y="724293"/>
                  </a:lnTo>
                  <a:lnTo>
                    <a:pt x="51438" y="784774"/>
                  </a:lnTo>
                  <a:lnTo>
                    <a:pt x="69142" y="845712"/>
                  </a:lnTo>
                  <a:lnTo>
                    <a:pt x="87349" y="905757"/>
                  </a:lnTo>
                  <a:lnTo>
                    <a:pt x="105988" y="963563"/>
                  </a:lnTo>
                  <a:lnTo>
                    <a:pt x="124985" y="1017782"/>
                  </a:lnTo>
                  <a:lnTo>
                    <a:pt x="144267" y="1067066"/>
                  </a:lnTo>
                  <a:lnTo>
                    <a:pt x="163762" y="1110067"/>
                  </a:lnTo>
                  <a:lnTo>
                    <a:pt x="183396" y="1145438"/>
                  </a:lnTo>
                  <a:lnTo>
                    <a:pt x="222793" y="1187897"/>
                  </a:lnTo>
                  <a:lnTo>
                    <a:pt x="242410" y="1192289"/>
                  </a:lnTo>
                  <a:lnTo>
                    <a:pt x="257640" y="1183447"/>
                  </a:lnTo>
                  <a:lnTo>
                    <a:pt x="287681" y="1128301"/>
                  </a:lnTo>
                  <a:lnTo>
                    <a:pt x="302743" y="1086442"/>
                  </a:lnTo>
                  <a:lnTo>
                    <a:pt x="318000" y="1038023"/>
                  </a:lnTo>
                  <a:lnTo>
                    <a:pt x="349601" y="930390"/>
                  </a:lnTo>
                  <a:lnTo>
                    <a:pt x="366197" y="875622"/>
                  </a:lnTo>
                  <a:lnTo>
                    <a:pt x="383491" y="823183"/>
                  </a:lnTo>
                  <a:lnTo>
                    <a:pt x="401608" y="775295"/>
                  </a:lnTo>
                  <a:lnTo>
                    <a:pt x="420674" y="734179"/>
                  </a:lnTo>
                  <a:lnTo>
                    <a:pt x="462155" y="681159"/>
                  </a:lnTo>
                  <a:lnTo>
                    <a:pt x="484821" y="673698"/>
                  </a:lnTo>
                  <a:lnTo>
                    <a:pt x="507489" y="681159"/>
                  </a:lnTo>
                  <a:lnTo>
                    <a:pt x="548972" y="734179"/>
                  </a:lnTo>
                  <a:lnTo>
                    <a:pt x="568039" y="775295"/>
                  </a:lnTo>
                  <a:lnTo>
                    <a:pt x="586156" y="823183"/>
                  </a:lnTo>
                  <a:lnTo>
                    <a:pt x="603449" y="875622"/>
                  </a:lnTo>
                  <a:lnTo>
                    <a:pt x="620045" y="930390"/>
                  </a:lnTo>
                  <a:lnTo>
                    <a:pt x="651645" y="1038023"/>
                  </a:lnTo>
                  <a:lnTo>
                    <a:pt x="666901" y="1086442"/>
                  </a:lnTo>
                  <a:lnTo>
                    <a:pt x="681963" y="1128301"/>
                  </a:lnTo>
                  <a:lnTo>
                    <a:pt x="696954" y="1161377"/>
                  </a:lnTo>
                  <a:lnTo>
                    <a:pt x="712002" y="1183447"/>
                  </a:lnTo>
                  <a:lnTo>
                    <a:pt x="727233" y="1192289"/>
                  </a:lnTo>
                  <a:lnTo>
                    <a:pt x="746852" y="1187897"/>
                  </a:lnTo>
                  <a:lnTo>
                    <a:pt x="786252" y="1145438"/>
                  </a:lnTo>
                  <a:lnTo>
                    <a:pt x="805888" y="1110067"/>
                  </a:lnTo>
                  <a:lnTo>
                    <a:pt x="825383" y="1067066"/>
                  </a:lnTo>
                  <a:lnTo>
                    <a:pt x="844665" y="1017782"/>
                  </a:lnTo>
                  <a:lnTo>
                    <a:pt x="863661" y="963563"/>
                  </a:lnTo>
                  <a:lnTo>
                    <a:pt x="882299" y="905757"/>
                  </a:lnTo>
                  <a:lnTo>
                    <a:pt x="900505" y="845712"/>
                  </a:lnTo>
                  <a:lnTo>
                    <a:pt x="918207" y="784774"/>
                  </a:lnTo>
                  <a:lnTo>
                    <a:pt x="935331" y="724293"/>
                  </a:lnTo>
                  <a:lnTo>
                    <a:pt x="945452" y="683223"/>
                  </a:lnTo>
                  <a:lnTo>
                    <a:pt x="953975" y="637944"/>
                  </a:lnTo>
                  <a:lnTo>
                    <a:pt x="960777" y="589266"/>
                  </a:lnTo>
                  <a:lnTo>
                    <a:pt x="965738" y="537999"/>
                  </a:lnTo>
                  <a:lnTo>
                    <a:pt x="968735" y="484953"/>
                  </a:lnTo>
                  <a:lnTo>
                    <a:pt x="969647" y="430939"/>
                  </a:lnTo>
                  <a:lnTo>
                    <a:pt x="968353" y="376766"/>
                  </a:lnTo>
                  <a:lnTo>
                    <a:pt x="964730" y="323246"/>
                  </a:lnTo>
                  <a:lnTo>
                    <a:pt x="958658" y="271189"/>
                  </a:lnTo>
                  <a:lnTo>
                    <a:pt x="950014" y="221404"/>
                  </a:lnTo>
                  <a:lnTo>
                    <a:pt x="938678" y="174702"/>
                  </a:lnTo>
                  <a:lnTo>
                    <a:pt x="924526" y="131893"/>
                  </a:lnTo>
                  <a:lnTo>
                    <a:pt x="907438" y="93788"/>
                  </a:lnTo>
                  <a:lnTo>
                    <a:pt x="887293" y="61197"/>
                  </a:lnTo>
                  <a:lnTo>
                    <a:pt x="837342" y="15796"/>
                  </a:lnTo>
                  <a:lnTo>
                    <a:pt x="807293" y="4608"/>
                  </a:lnTo>
                  <a:lnTo>
                    <a:pt x="7645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6435893" y="3103272"/>
              <a:ext cx="969644" cy="1192530"/>
            </a:xfrm>
            <a:custGeom>
              <a:avLst/>
              <a:gdLst/>
              <a:ahLst/>
              <a:cxnLst/>
              <a:rect l="l" t="t" r="r" b="b"/>
              <a:pathLst>
                <a:path w="969645" h="1192529">
                  <a:moveTo>
                    <a:pt x="807293" y="4608"/>
                  </a:moveTo>
                  <a:lnTo>
                    <a:pt x="764556" y="0"/>
                  </a:lnTo>
                  <a:lnTo>
                    <a:pt x="727327" y="4994"/>
                  </a:lnTo>
                  <a:lnTo>
                    <a:pt x="694793" y="17832"/>
                  </a:lnTo>
                  <a:lnTo>
                    <a:pt x="666145" y="36754"/>
                  </a:lnTo>
                  <a:lnTo>
                    <a:pt x="625838" y="62879"/>
                  </a:lnTo>
                  <a:lnTo>
                    <a:pt x="581225" y="81540"/>
                  </a:lnTo>
                  <a:lnTo>
                    <a:pt x="533741" y="92737"/>
                  </a:lnTo>
                  <a:lnTo>
                    <a:pt x="484821" y="96469"/>
                  </a:lnTo>
                  <a:lnTo>
                    <a:pt x="435901" y="92737"/>
                  </a:lnTo>
                  <a:lnTo>
                    <a:pt x="388417" y="81540"/>
                  </a:lnTo>
                  <a:lnTo>
                    <a:pt x="343804" y="62879"/>
                  </a:lnTo>
                  <a:lnTo>
                    <a:pt x="303497" y="36754"/>
                  </a:lnTo>
                  <a:lnTo>
                    <a:pt x="274850" y="17832"/>
                  </a:lnTo>
                  <a:lnTo>
                    <a:pt x="242319" y="4994"/>
                  </a:lnTo>
                  <a:lnTo>
                    <a:pt x="205090" y="0"/>
                  </a:lnTo>
                  <a:lnTo>
                    <a:pt x="162349" y="4608"/>
                  </a:lnTo>
                  <a:lnTo>
                    <a:pt x="132300" y="15796"/>
                  </a:lnTo>
                  <a:lnTo>
                    <a:pt x="82350" y="61197"/>
                  </a:lnTo>
                  <a:lnTo>
                    <a:pt x="62205" y="93788"/>
                  </a:lnTo>
                  <a:lnTo>
                    <a:pt x="45118" y="131893"/>
                  </a:lnTo>
                  <a:lnTo>
                    <a:pt x="30967" y="174702"/>
                  </a:lnTo>
                  <a:lnTo>
                    <a:pt x="19631" y="221404"/>
                  </a:lnTo>
                  <a:lnTo>
                    <a:pt x="10988" y="271189"/>
                  </a:lnTo>
                  <a:lnTo>
                    <a:pt x="4916" y="323246"/>
                  </a:lnTo>
                  <a:lnTo>
                    <a:pt x="1294" y="376766"/>
                  </a:lnTo>
                  <a:lnTo>
                    <a:pt x="0" y="430939"/>
                  </a:lnTo>
                  <a:lnTo>
                    <a:pt x="912" y="484953"/>
                  </a:lnTo>
                  <a:lnTo>
                    <a:pt x="3909" y="537999"/>
                  </a:lnTo>
                  <a:lnTo>
                    <a:pt x="8869" y="589266"/>
                  </a:lnTo>
                  <a:lnTo>
                    <a:pt x="15670" y="637944"/>
                  </a:lnTo>
                  <a:lnTo>
                    <a:pt x="24192" y="683223"/>
                  </a:lnTo>
                  <a:lnTo>
                    <a:pt x="34311" y="724293"/>
                  </a:lnTo>
                  <a:lnTo>
                    <a:pt x="51438" y="784774"/>
                  </a:lnTo>
                  <a:lnTo>
                    <a:pt x="69142" y="845712"/>
                  </a:lnTo>
                  <a:lnTo>
                    <a:pt x="87349" y="905757"/>
                  </a:lnTo>
                  <a:lnTo>
                    <a:pt x="105988" y="963563"/>
                  </a:lnTo>
                  <a:lnTo>
                    <a:pt x="124985" y="1017782"/>
                  </a:lnTo>
                  <a:lnTo>
                    <a:pt x="144267" y="1067066"/>
                  </a:lnTo>
                  <a:lnTo>
                    <a:pt x="163762" y="1110067"/>
                  </a:lnTo>
                  <a:lnTo>
                    <a:pt x="183396" y="1145438"/>
                  </a:lnTo>
                  <a:lnTo>
                    <a:pt x="222793" y="1187897"/>
                  </a:lnTo>
                  <a:lnTo>
                    <a:pt x="242410" y="1192289"/>
                  </a:lnTo>
                  <a:lnTo>
                    <a:pt x="257640" y="1183447"/>
                  </a:lnTo>
                  <a:lnTo>
                    <a:pt x="287681" y="1128301"/>
                  </a:lnTo>
                  <a:lnTo>
                    <a:pt x="302743" y="1086442"/>
                  </a:lnTo>
                  <a:lnTo>
                    <a:pt x="318000" y="1038023"/>
                  </a:lnTo>
                  <a:lnTo>
                    <a:pt x="333577" y="985264"/>
                  </a:lnTo>
                  <a:lnTo>
                    <a:pt x="349601" y="930390"/>
                  </a:lnTo>
                  <a:lnTo>
                    <a:pt x="366197" y="875622"/>
                  </a:lnTo>
                  <a:lnTo>
                    <a:pt x="383491" y="823183"/>
                  </a:lnTo>
                  <a:lnTo>
                    <a:pt x="401608" y="775295"/>
                  </a:lnTo>
                  <a:lnTo>
                    <a:pt x="420674" y="734179"/>
                  </a:lnTo>
                  <a:lnTo>
                    <a:pt x="462155" y="681159"/>
                  </a:lnTo>
                  <a:lnTo>
                    <a:pt x="484821" y="673698"/>
                  </a:lnTo>
                  <a:lnTo>
                    <a:pt x="507489" y="681159"/>
                  </a:lnTo>
                  <a:lnTo>
                    <a:pt x="548972" y="734179"/>
                  </a:lnTo>
                  <a:lnTo>
                    <a:pt x="568039" y="775295"/>
                  </a:lnTo>
                  <a:lnTo>
                    <a:pt x="586156" y="823183"/>
                  </a:lnTo>
                  <a:lnTo>
                    <a:pt x="603449" y="875622"/>
                  </a:lnTo>
                  <a:lnTo>
                    <a:pt x="620045" y="930390"/>
                  </a:lnTo>
                  <a:lnTo>
                    <a:pt x="636068" y="985264"/>
                  </a:lnTo>
                  <a:lnTo>
                    <a:pt x="651645" y="1038023"/>
                  </a:lnTo>
                  <a:lnTo>
                    <a:pt x="666901" y="1086442"/>
                  </a:lnTo>
                  <a:lnTo>
                    <a:pt x="681963" y="1128301"/>
                  </a:lnTo>
                  <a:lnTo>
                    <a:pt x="712002" y="1183447"/>
                  </a:lnTo>
                  <a:lnTo>
                    <a:pt x="727233" y="1192289"/>
                  </a:lnTo>
                  <a:lnTo>
                    <a:pt x="746852" y="1187897"/>
                  </a:lnTo>
                  <a:lnTo>
                    <a:pt x="786252" y="1145438"/>
                  </a:lnTo>
                  <a:lnTo>
                    <a:pt x="805888" y="1110067"/>
                  </a:lnTo>
                  <a:lnTo>
                    <a:pt x="825383" y="1067066"/>
                  </a:lnTo>
                  <a:lnTo>
                    <a:pt x="844665" y="1017782"/>
                  </a:lnTo>
                  <a:lnTo>
                    <a:pt x="863661" y="963563"/>
                  </a:lnTo>
                  <a:lnTo>
                    <a:pt x="882299" y="905757"/>
                  </a:lnTo>
                  <a:lnTo>
                    <a:pt x="900505" y="845712"/>
                  </a:lnTo>
                  <a:lnTo>
                    <a:pt x="918207" y="784774"/>
                  </a:lnTo>
                  <a:lnTo>
                    <a:pt x="935331" y="724293"/>
                  </a:lnTo>
                  <a:lnTo>
                    <a:pt x="945452" y="683223"/>
                  </a:lnTo>
                  <a:lnTo>
                    <a:pt x="953975" y="637944"/>
                  </a:lnTo>
                  <a:lnTo>
                    <a:pt x="960777" y="589266"/>
                  </a:lnTo>
                  <a:lnTo>
                    <a:pt x="965738" y="537999"/>
                  </a:lnTo>
                  <a:lnTo>
                    <a:pt x="968735" y="484953"/>
                  </a:lnTo>
                  <a:lnTo>
                    <a:pt x="969647" y="430939"/>
                  </a:lnTo>
                  <a:lnTo>
                    <a:pt x="968353" y="376766"/>
                  </a:lnTo>
                  <a:lnTo>
                    <a:pt x="964730" y="323246"/>
                  </a:lnTo>
                  <a:lnTo>
                    <a:pt x="958658" y="271189"/>
                  </a:lnTo>
                  <a:lnTo>
                    <a:pt x="950014" y="221404"/>
                  </a:lnTo>
                  <a:lnTo>
                    <a:pt x="938678" y="174702"/>
                  </a:lnTo>
                  <a:lnTo>
                    <a:pt x="924526" y="131893"/>
                  </a:lnTo>
                  <a:lnTo>
                    <a:pt x="907438" y="93788"/>
                  </a:lnTo>
                  <a:lnTo>
                    <a:pt x="887293" y="61197"/>
                  </a:lnTo>
                  <a:lnTo>
                    <a:pt x="837342" y="15796"/>
                  </a:lnTo>
                  <a:lnTo>
                    <a:pt x="807293" y="4608"/>
                  </a:lnTo>
                  <a:close/>
                </a:path>
              </a:pathLst>
            </a:custGeom>
            <a:ln w="198946">
              <a:solidFill>
                <a:srgbClr val="C5C5C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6533738" y="2473652"/>
              <a:ext cx="774065" cy="125730"/>
            </a:xfrm>
            <a:custGeom>
              <a:avLst/>
              <a:gdLst/>
              <a:ahLst/>
              <a:cxnLst/>
              <a:rect l="l" t="t" r="r" b="b"/>
              <a:pathLst>
                <a:path w="774065" h="125730">
                  <a:moveTo>
                    <a:pt x="773955" y="0"/>
                  </a:moveTo>
                  <a:lnTo>
                    <a:pt x="0" y="0"/>
                  </a:lnTo>
                  <a:lnTo>
                    <a:pt x="0" y="125284"/>
                  </a:lnTo>
                  <a:lnTo>
                    <a:pt x="773955" y="125284"/>
                  </a:lnTo>
                  <a:lnTo>
                    <a:pt x="773955" y="0"/>
                  </a:lnTo>
                  <a:close/>
                </a:path>
              </a:pathLst>
            </a:custGeom>
            <a:solidFill>
              <a:srgbClr val="D1D1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6030925" y="2386716"/>
              <a:ext cx="1779905" cy="2367915"/>
            </a:xfrm>
            <a:custGeom>
              <a:avLst/>
              <a:gdLst/>
              <a:ahLst/>
              <a:cxnLst/>
              <a:rect l="l" t="t" r="r" b="b"/>
              <a:pathLst>
                <a:path w="1779904" h="2367915">
                  <a:moveTo>
                    <a:pt x="1692414" y="0"/>
                  </a:moveTo>
                  <a:lnTo>
                    <a:pt x="995857" y="0"/>
                  </a:lnTo>
                  <a:lnTo>
                    <a:pt x="0" y="993140"/>
                  </a:lnTo>
                  <a:lnTo>
                    <a:pt x="0" y="1687779"/>
                  </a:lnTo>
                  <a:lnTo>
                    <a:pt x="1692414" y="0"/>
                  </a:lnTo>
                  <a:close/>
                </a:path>
                <a:path w="1779904" h="2367915">
                  <a:moveTo>
                    <a:pt x="1779587" y="654291"/>
                  </a:moveTo>
                  <a:lnTo>
                    <a:pt x="61798" y="2367381"/>
                  </a:lnTo>
                  <a:lnTo>
                    <a:pt x="758317" y="2367381"/>
                  </a:lnTo>
                  <a:lnTo>
                    <a:pt x="1779587" y="1348943"/>
                  </a:lnTo>
                  <a:lnTo>
                    <a:pt x="1779587" y="654291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0" name="object 190" descr=""/>
          <p:cNvGrpSpPr/>
          <p:nvPr/>
        </p:nvGrpSpPr>
        <p:grpSpPr>
          <a:xfrm>
            <a:off x="1093956" y="6147058"/>
            <a:ext cx="3933825" cy="2144395"/>
            <a:chOff x="1093956" y="6147058"/>
            <a:chExt cx="3933825" cy="2144395"/>
          </a:xfrm>
        </p:grpSpPr>
        <p:sp>
          <p:nvSpPr>
            <p:cNvPr id="191" name="object 191" descr=""/>
            <p:cNvSpPr/>
            <p:nvPr/>
          </p:nvSpPr>
          <p:spPr>
            <a:xfrm>
              <a:off x="1093952" y="6147060"/>
              <a:ext cx="3933825" cy="2144395"/>
            </a:xfrm>
            <a:custGeom>
              <a:avLst/>
              <a:gdLst/>
              <a:ahLst/>
              <a:cxnLst/>
              <a:rect l="l" t="t" r="r" b="b"/>
              <a:pathLst>
                <a:path w="3933825" h="2144395">
                  <a:moveTo>
                    <a:pt x="3933482" y="0"/>
                  </a:moveTo>
                  <a:lnTo>
                    <a:pt x="0" y="0"/>
                  </a:lnTo>
                  <a:lnTo>
                    <a:pt x="0" y="1942719"/>
                  </a:lnTo>
                  <a:lnTo>
                    <a:pt x="112141" y="1942719"/>
                  </a:lnTo>
                  <a:lnTo>
                    <a:pt x="112141" y="2144280"/>
                  </a:lnTo>
                  <a:lnTo>
                    <a:pt x="258864" y="2144280"/>
                  </a:lnTo>
                  <a:lnTo>
                    <a:pt x="258864" y="1942719"/>
                  </a:lnTo>
                  <a:lnTo>
                    <a:pt x="3668026" y="1942719"/>
                  </a:lnTo>
                  <a:lnTo>
                    <a:pt x="3668026" y="2144280"/>
                  </a:lnTo>
                  <a:lnTo>
                    <a:pt x="3814762" y="2144280"/>
                  </a:lnTo>
                  <a:lnTo>
                    <a:pt x="3814762" y="1942719"/>
                  </a:lnTo>
                  <a:lnTo>
                    <a:pt x="3933482" y="1942719"/>
                  </a:lnTo>
                  <a:lnTo>
                    <a:pt x="3933482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237348" y="6277158"/>
              <a:ext cx="3671570" cy="1718310"/>
            </a:xfrm>
            <a:custGeom>
              <a:avLst/>
              <a:gdLst/>
              <a:ahLst/>
              <a:cxnLst/>
              <a:rect l="l" t="t" r="r" b="b"/>
              <a:pathLst>
                <a:path w="3671570" h="1718309">
                  <a:moveTo>
                    <a:pt x="1760105" y="20891"/>
                  </a:moveTo>
                  <a:lnTo>
                    <a:pt x="0" y="20891"/>
                  </a:lnTo>
                  <a:lnTo>
                    <a:pt x="0" y="1718017"/>
                  </a:lnTo>
                  <a:lnTo>
                    <a:pt x="1760105" y="1718017"/>
                  </a:lnTo>
                  <a:lnTo>
                    <a:pt x="1760105" y="20891"/>
                  </a:lnTo>
                  <a:close/>
                </a:path>
                <a:path w="3671570" h="1718309">
                  <a:moveTo>
                    <a:pt x="3671366" y="906310"/>
                  </a:moveTo>
                  <a:lnTo>
                    <a:pt x="1902383" y="906310"/>
                  </a:lnTo>
                  <a:lnTo>
                    <a:pt x="1902383" y="1697113"/>
                  </a:lnTo>
                  <a:lnTo>
                    <a:pt x="3671366" y="1697113"/>
                  </a:lnTo>
                  <a:lnTo>
                    <a:pt x="3671366" y="906310"/>
                  </a:lnTo>
                  <a:close/>
                </a:path>
                <a:path w="3671570" h="1718309">
                  <a:moveTo>
                    <a:pt x="3671366" y="0"/>
                  </a:moveTo>
                  <a:lnTo>
                    <a:pt x="1902383" y="0"/>
                  </a:lnTo>
                  <a:lnTo>
                    <a:pt x="1902383" y="790803"/>
                  </a:lnTo>
                  <a:lnTo>
                    <a:pt x="3671366" y="790803"/>
                  </a:lnTo>
                  <a:lnTo>
                    <a:pt x="3671366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3741178" y="6631692"/>
              <a:ext cx="613410" cy="988060"/>
            </a:xfrm>
            <a:custGeom>
              <a:avLst/>
              <a:gdLst/>
              <a:ahLst/>
              <a:cxnLst/>
              <a:rect l="l" t="t" r="r" b="b"/>
              <a:pathLst>
                <a:path w="613410" h="988059">
                  <a:moveTo>
                    <a:pt x="613371" y="906310"/>
                  </a:moveTo>
                  <a:lnTo>
                    <a:pt x="0" y="906310"/>
                  </a:lnTo>
                  <a:lnTo>
                    <a:pt x="0" y="988047"/>
                  </a:lnTo>
                  <a:lnTo>
                    <a:pt x="613371" y="988047"/>
                  </a:lnTo>
                  <a:lnTo>
                    <a:pt x="613371" y="906310"/>
                  </a:lnTo>
                  <a:close/>
                </a:path>
                <a:path w="613410" h="988059">
                  <a:moveTo>
                    <a:pt x="613371" y="0"/>
                  </a:moveTo>
                  <a:lnTo>
                    <a:pt x="0" y="0"/>
                  </a:lnTo>
                  <a:lnTo>
                    <a:pt x="0" y="81737"/>
                  </a:lnTo>
                  <a:lnTo>
                    <a:pt x="613371" y="81737"/>
                  </a:lnTo>
                  <a:lnTo>
                    <a:pt x="613371" y="0"/>
                  </a:lnTo>
                  <a:close/>
                </a:path>
              </a:pathLst>
            </a:custGeom>
            <a:solidFill>
              <a:srgbClr val="9C9C9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4" name="object 194" descr=""/>
          <p:cNvGrpSpPr/>
          <p:nvPr/>
        </p:nvGrpSpPr>
        <p:grpSpPr>
          <a:xfrm>
            <a:off x="1364459" y="5258276"/>
            <a:ext cx="1436370" cy="889000"/>
            <a:chOff x="1364459" y="5258276"/>
            <a:chExt cx="1436370" cy="889000"/>
          </a:xfrm>
        </p:grpSpPr>
        <p:sp>
          <p:nvSpPr>
            <p:cNvPr id="195" name="object 195" descr=""/>
            <p:cNvSpPr/>
            <p:nvPr/>
          </p:nvSpPr>
          <p:spPr>
            <a:xfrm>
              <a:off x="1801666" y="5258276"/>
              <a:ext cx="444500" cy="817244"/>
            </a:xfrm>
            <a:custGeom>
              <a:avLst/>
              <a:gdLst/>
              <a:ahLst/>
              <a:cxnLst/>
              <a:rect l="l" t="t" r="r" b="b"/>
              <a:pathLst>
                <a:path w="444500" h="817245">
                  <a:moveTo>
                    <a:pt x="222056" y="0"/>
                  </a:moveTo>
                  <a:lnTo>
                    <a:pt x="177359" y="5220"/>
                  </a:lnTo>
                  <a:lnTo>
                    <a:pt x="135702" y="20190"/>
                  </a:lnTo>
                  <a:lnTo>
                    <a:pt x="97986" y="43868"/>
                  </a:lnTo>
                  <a:lnTo>
                    <a:pt x="65110" y="75216"/>
                  </a:lnTo>
                  <a:lnTo>
                    <a:pt x="37974" y="113193"/>
                  </a:lnTo>
                  <a:lnTo>
                    <a:pt x="17477" y="156760"/>
                  </a:lnTo>
                  <a:lnTo>
                    <a:pt x="4519" y="204877"/>
                  </a:lnTo>
                  <a:lnTo>
                    <a:pt x="0" y="256505"/>
                  </a:lnTo>
                  <a:lnTo>
                    <a:pt x="95944" y="256505"/>
                  </a:lnTo>
                  <a:lnTo>
                    <a:pt x="102384" y="210511"/>
                  </a:lnTo>
                  <a:lnTo>
                    <a:pt x="120309" y="170529"/>
                  </a:lnTo>
                  <a:lnTo>
                    <a:pt x="147624" y="138977"/>
                  </a:lnTo>
                  <a:lnTo>
                    <a:pt x="182238" y="118273"/>
                  </a:lnTo>
                  <a:lnTo>
                    <a:pt x="222056" y="110834"/>
                  </a:lnTo>
                  <a:lnTo>
                    <a:pt x="261879" y="118273"/>
                  </a:lnTo>
                  <a:lnTo>
                    <a:pt x="296495" y="138977"/>
                  </a:lnTo>
                  <a:lnTo>
                    <a:pt x="323812" y="170529"/>
                  </a:lnTo>
                  <a:lnTo>
                    <a:pt x="341737" y="210511"/>
                  </a:lnTo>
                  <a:lnTo>
                    <a:pt x="348177" y="256505"/>
                  </a:lnTo>
                  <a:lnTo>
                    <a:pt x="348177" y="817001"/>
                  </a:lnTo>
                  <a:lnTo>
                    <a:pt x="444122" y="817001"/>
                  </a:lnTo>
                  <a:lnTo>
                    <a:pt x="444122" y="256505"/>
                  </a:lnTo>
                  <a:lnTo>
                    <a:pt x="439602" y="204877"/>
                  </a:lnTo>
                  <a:lnTo>
                    <a:pt x="426643" y="156760"/>
                  </a:lnTo>
                  <a:lnTo>
                    <a:pt x="406145" y="113193"/>
                  </a:lnTo>
                  <a:lnTo>
                    <a:pt x="379006" y="75216"/>
                  </a:lnTo>
                  <a:lnTo>
                    <a:pt x="346128" y="43868"/>
                  </a:lnTo>
                  <a:lnTo>
                    <a:pt x="308411" y="20190"/>
                  </a:lnTo>
                  <a:lnTo>
                    <a:pt x="266753" y="5220"/>
                  </a:lnTo>
                  <a:lnTo>
                    <a:pt x="222056" y="0"/>
                  </a:lnTo>
                  <a:close/>
                </a:path>
              </a:pathLst>
            </a:custGeom>
            <a:solidFill>
              <a:srgbClr val="B8B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364459" y="5992430"/>
              <a:ext cx="1436370" cy="154940"/>
            </a:xfrm>
            <a:custGeom>
              <a:avLst/>
              <a:gdLst/>
              <a:ahLst/>
              <a:cxnLst/>
              <a:rect l="l" t="t" r="r" b="b"/>
              <a:pathLst>
                <a:path w="1436370" h="154939">
                  <a:moveTo>
                    <a:pt x="1376186" y="0"/>
                  </a:moveTo>
                  <a:lnTo>
                    <a:pt x="59671" y="0"/>
                  </a:lnTo>
                  <a:lnTo>
                    <a:pt x="25580" y="12044"/>
                  </a:lnTo>
                  <a:lnTo>
                    <a:pt x="4651" y="38973"/>
                  </a:lnTo>
                  <a:lnTo>
                    <a:pt x="0" y="72988"/>
                  </a:lnTo>
                  <a:lnTo>
                    <a:pt x="14741" y="106289"/>
                  </a:lnTo>
                  <a:lnTo>
                    <a:pt x="55315" y="154623"/>
                  </a:lnTo>
                  <a:lnTo>
                    <a:pt x="1380542" y="154623"/>
                  </a:lnTo>
                  <a:lnTo>
                    <a:pt x="1421117" y="106289"/>
                  </a:lnTo>
                  <a:lnTo>
                    <a:pt x="1435858" y="72988"/>
                  </a:lnTo>
                  <a:lnTo>
                    <a:pt x="1431207" y="38973"/>
                  </a:lnTo>
                  <a:lnTo>
                    <a:pt x="1410278" y="12044"/>
                  </a:lnTo>
                  <a:lnTo>
                    <a:pt x="1376186" y="0"/>
                  </a:lnTo>
                  <a:close/>
                </a:path>
              </a:pathLst>
            </a:custGeom>
            <a:solidFill>
              <a:srgbClr val="D1D1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7" name="object 197" descr=""/>
          <p:cNvGrpSpPr/>
          <p:nvPr/>
        </p:nvGrpSpPr>
        <p:grpSpPr>
          <a:xfrm>
            <a:off x="677039" y="4744890"/>
            <a:ext cx="463550" cy="1203325"/>
            <a:chOff x="677039" y="4744890"/>
            <a:chExt cx="463550" cy="1203325"/>
          </a:xfrm>
        </p:grpSpPr>
        <p:sp>
          <p:nvSpPr>
            <p:cNvPr id="198" name="object 198" descr=""/>
            <p:cNvSpPr/>
            <p:nvPr/>
          </p:nvSpPr>
          <p:spPr>
            <a:xfrm>
              <a:off x="677039" y="4813109"/>
              <a:ext cx="463550" cy="1135380"/>
            </a:xfrm>
            <a:custGeom>
              <a:avLst/>
              <a:gdLst/>
              <a:ahLst/>
              <a:cxnLst/>
              <a:rect l="l" t="t" r="r" b="b"/>
              <a:pathLst>
                <a:path w="463550" h="1135379">
                  <a:moveTo>
                    <a:pt x="266274" y="0"/>
                  </a:moveTo>
                  <a:lnTo>
                    <a:pt x="0" y="1064962"/>
                  </a:lnTo>
                  <a:lnTo>
                    <a:pt x="266274" y="954222"/>
                  </a:lnTo>
                  <a:lnTo>
                    <a:pt x="266274" y="1135043"/>
                  </a:lnTo>
                  <a:lnTo>
                    <a:pt x="463399" y="901145"/>
                  </a:lnTo>
                  <a:lnTo>
                    <a:pt x="266274" y="0"/>
                  </a:lnTo>
                  <a:close/>
                </a:path>
              </a:pathLst>
            </a:custGeom>
            <a:solidFill>
              <a:srgbClr val="FFE2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943313" y="4813106"/>
              <a:ext cx="197485" cy="1135380"/>
            </a:xfrm>
            <a:custGeom>
              <a:avLst/>
              <a:gdLst/>
              <a:ahLst/>
              <a:cxnLst/>
              <a:rect l="l" t="t" r="r" b="b"/>
              <a:pathLst>
                <a:path w="197484" h="1135379">
                  <a:moveTo>
                    <a:pt x="0" y="0"/>
                  </a:moveTo>
                  <a:lnTo>
                    <a:pt x="0" y="1135043"/>
                  </a:lnTo>
                  <a:lnTo>
                    <a:pt x="197124" y="901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4E1B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5105" y="4744890"/>
              <a:ext cx="136414" cy="136435"/>
            </a:xfrm>
            <a:prstGeom prst="rect">
              <a:avLst/>
            </a:prstGeom>
          </p:spPr>
        </p:pic>
      </p:grpSp>
      <p:sp>
        <p:nvSpPr>
          <p:cNvPr id="201" name="object 201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3" name="object 3" descr=""/>
            <p:cNvSpPr/>
            <p:nvPr/>
          </p:nvSpPr>
          <p:spPr>
            <a:xfrm>
              <a:off x="0" y="8893016"/>
              <a:ext cx="20095845" cy="2415540"/>
            </a:xfrm>
            <a:custGeom>
              <a:avLst/>
              <a:gdLst/>
              <a:ahLst/>
              <a:cxnLst/>
              <a:rect l="l" t="t" r="r" b="b"/>
              <a:pathLst>
                <a:path w="20095845" h="2415540">
                  <a:moveTo>
                    <a:pt x="20095262" y="0"/>
                  </a:moveTo>
                  <a:lnTo>
                    <a:pt x="0" y="0"/>
                  </a:lnTo>
                  <a:lnTo>
                    <a:pt x="0" y="2415539"/>
                  </a:lnTo>
                  <a:lnTo>
                    <a:pt x="20095262" y="2415539"/>
                  </a:lnTo>
                  <a:lnTo>
                    <a:pt x="20095262" y="0"/>
                  </a:lnTo>
                  <a:close/>
                </a:path>
              </a:pathLst>
            </a:custGeom>
            <a:solidFill>
              <a:srgbClr val="DEE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20104100" cy="8893175"/>
            </a:xfrm>
            <a:custGeom>
              <a:avLst/>
              <a:gdLst/>
              <a:ahLst/>
              <a:cxnLst/>
              <a:rect l="l" t="t" r="r" b="b"/>
              <a:pathLst>
                <a:path w="20104100" h="8893175">
                  <a:moveTo>
                    <a:pt x="20104099" y="0"/>
                  </a:moveTo>
                  <a:lnTo>
                    <a:pt x="0" y="0"/>
                  </a:lnTo>
                  <a:lnTo>
                    <a:pt x="0" y="8893017"/>
                  </a:lnTo>
                  <a:lnTo>
                    <a:pt x="20104099" y="8893017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220711" y="6831603"/>
              <a:ext cx="12883515" cy="2035810"/>
            </a:xfrm>
            <a:custGeom>
              <a:avLst/>
              <a:gdLst/>
              <a:ahLst/>
              <a:cxnLst/>
              <a:rect l="l" t="t" r="r" b="b"/>
              <a:pathLst>
                <a:path w="12883515" h="2035809">
                  <a:moveTo>
                    <a:pt x="12883387" y="0"/>
                  </a:moveTo>
                  <a:lnTo>
                    <a:pt x="0" y="0"/>
                  </a:lnTo>
                  <a:lnTo>
                    <a:pt x="0" y="2035320"/>
                  </a:lnTo>
                  <a:lnTo>
                    <a:pt x="12883387" y="2035320"/>
                  </a:lnTo>
                  <a:lnTo>
                    <a:pt x="128833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801488" y="6834930"/>
              <a:ext cx="8302625" cy="2032000"/>
            </a:xfrm>
            <a:custGeom>
              <a:avLst/>
              <a:gdLst/>
              <a:ahLst/>
              <a:cxnLst/>
              <a:rect l="l" t="t" r="r" b="b"/>
              <a:pathLst>
                <a:path w="8302625" h="2032000">
                  <a:moveTo>
                    <a:pt x="2149246" y="0"/>
                  </a:moveTo>
                  <a:lnTo>
                    <a:pt x="2114448" y="0"/>
                  </a:lnTo>
                  <a:lnTo>
                    <a:pt x="2114448" y="170903"/>
                  </a:lnTo>
                  <a:lnTo>
                    <a:pt x="2149246" y="170903"/>
                  </a:lnTo>
                  <a:lnTo>
                    <a:pt x="2149246" y="0"/>
                  </a:lnTo>
                  <a:close/>
                </a:path>
                <a:path w="8302625" h="2032000">
                  <a:moveTo>
                    <a:pt x="8302599" y="482600"/>
                  </a:moveTo>
                  <a:lnTo>
                    <a:pt x="7843901" y="482600"/>
                  </a:lnTo>
                  <a:lnTo>
                    <a:pt x="7843901" y="0"/>
                  </a:lnTo>
                  <a:lnTo>
                    <a:pt x="7809103" y="0"/>
                  </a:lnTo>
                  <a:lnTo>
                    <a:pt x="7809103" y="1524000"/>
                  </a:lnTo>
                  <a:lnTo>
                    <a:pt x="7326198" y="1524000"/>
                  </a:lnTo>
                  <a:lnTo>
                    <a:pt x="7326198" y="1041400"/>
                  </a:lnTo>
                  <a:lnTo>
                    <a:pt x="7809103" y="1041400"/>
                  </a:lnTo>
                  <a:lnTo>
                    <a:pt x="7809103" y="1003300"/>
                  </a:lnTo>
                  <a:lnTo>
                    <a:pt x="7326198" y="1003300"/>
                  </a:lnTo>
                  <a:lnTo>
                    <a:pt x="7326198" y="520700"/>
                  </a:lnTo>
                  <a:lnTo>
                    <a:pt x="7809103" y="520700"/>
                  </a:lnTo>
                  <a:lnTo>
                    <a:pt x="7809103" y="482600"/>
                  </a:lnTo>
                  <a:lnTo>
                    <a:pt x="7326198" y="482600"/>
                  </a:lnTo>
                  <a:lnTo>
                    <a:pt x="7326198" y="0"/>
                  </a:lnTo>
                  <a:lnTo>
                    <a:pt x="7291400" y="0"/>
                  </a:lnTo>
                  <a:lnTo>
                    <a:pt x="7291400" y="1524000"/>
                  </a:lnTo>
                  <a:lnTo>
                    <a:pt x="6808508" y="1524000"/>
                  </a:lnTo>
                  <a:lnTo>
                    <a:pt x="6808508" y="1041400"/>
                  </a:lnTo>
                  <a:lnTo>
                    <a:pt x="7291400" y="1041400"/>
                  </a:lnTo>
                  <a:lnTo>
                    <a:pt x="7291400" y="1003300"/>
                  </a:lnTo>
                  <a:lnTo>
                    <a:pt x="6808508" y="1003300"/>
                  </a:lnTo>
                  <a:lnTo>
                    <a:pt x="6808508" y="520700"/>
                  </a:lnTo>
                  <a:lnTo>
                    <a:pt x="7291400" y="520700"/>
                  </a:lnTo>
                  <a:lnTo>
                    <a:pt x="7291400" y="482600"/>
                  </a:lnTo>
                  <a:lnTo>
                    <a:pt x="6808508" y="482600"/>
                  </a:lnTo>
                  <a:lnTo>
                    <a:pt x="6808508" y="0"/>
                  </a:lnTo>
                  <a:lnTo>
                    <a:pt x="6773710" y="0"/>
                  </a:lnTo>
                  <a:lnTo>
                    <a:pt x="6773710" y="1524000"/>
                  </a:lnTo>
                  <a:lnTo>
                    <a:pt x="6290818" y="1524000"/>
                  </a:lnTo>
                  <a:lnTo>
                    <a:pt x="6290818" y="1041400"/>
                  </a:lnTo>
                  <a:lnTo>
                    <a:pt x="6773710" y="1041400"/>
                  </a:lnTo>
                  <a:lnTo>
                    <a:pt x="6773710" y="1003300"/>
                  </a:lnTo>
                  <a:lnTo>
                    <a:pt x="6290818" y="1003300"/>
                  </a:lnTo>
                  <a:lnTo>
                    <a:pt x="6290818" y="520700"/>
                  </a:lnTo>
                  <a:lnTo>
                    <a:pt x="6773710" y="520700"/>
                  </a:lnTo>
                  <a:lnTo>
                    <a:pt x="6773710" y="482600"/>
                  </a:lnTo>
                  <a:lnTo>
                    <a:pt x="6290818" y="482600"/>
                  </a:lnTo>
                  <a:lnTo>
                    <a:pt x="6290818" y="0"/>
                  </a:lnTo>
                  <a:lnTo>
                    <a:pt x="6256020" y="0"/>
                  </a:lnTo>
                  <a:lnTo>
                    <a:pt x="6256020" y="520700"/>
                  </a:lnTo>
                  <a:lnTo>
                    <a:pt x="6256020" y="1003300"/>
                  </a:lnTo>
                  <a:lnTo>
                    <a:pt x="6256020" y="1041400"/>
                  </a:lnTo>
                  <a:lnTo>
                    <a:pt x="6256020" y="1524000"/>
                  </a:lnTo>
                  <a:lnTo>
                    <a:pt x="5773128" y="1524000"/>
                  </a:lnTo>
                  <a:lnTo>
                    <a:pt x="5773128" y="1041400"/>
                  </a:lnTo>
                  <a:lnTo>
                    <a:pt x="6256020" y="1041400"/>
                  </a:lnTo>
                  <a:lnTo>
                    <a:pt x="6256020" y="1003300"/>
                  </a:lnTo>
                  <a:lnTo>
                    <a:pt x="5773128" y="1003300"/>
                  </a:lnTo>
                  <a:lnTo>
                    <a:pt x="5773128" y="520700"/>
                  </a:lnTo>
                  <a:lnTo>
                    <a:pt x="6256020" y="520700"/>
                  </a:lnTo>
                  <a:lnTo>
                    <a:pt x="6256020" y="0"/>
                  </a:lnTo>
                  <a:lnTo>
                    <a:pt x="6256007" y="482600"/>
                  </a:lnTo>
                  <a:lnTo>
                    <a:pt x="5773128" y="482600"/>
                  </a:lnTo>
                  <a:lnTo>
                    <a:pt x="5773128" y="0"/>
                  </a:lnTo>
                  <a:lnTo>
                    <a:pt x="5738317" y="0"/>
                  </a:lnTo>
                  <a:lnTo>
                    <a:pt x="5738317" y="482600"/>
                  </a:lnTo>
                  <a:lnTo>
                    <a:pt x="5738317" y="520700"/>
                  </a:lnTo>
                  <a:lnTo>
                    <a:pt x="5738317" y="1003300"/>
                  </a:lnTo>
                  <a:lnTo>
                    <a:pt x="5738317" y="1041400"/>
                  </a:lnTo>
                  <a:lnTo>
                    <a:pt x="5738317" y="1524000"/>
                  </a:lnTo>
                  <a:lnTo>
                    <a:pt x="5255425" y="1524000"/>
                  </a:lnTo>
                  <a:lnTo>
                    <a:pt x="5255425" y="1041400"/>
                  </a:lnTo>
                  <a:lnTo>
                    <a:pt x="5738317" y="1041400"/>
                  </a:lnTo>
                  <a:lnTo>
                    <a:pt x="5738317" y="1003300"/>
                  </a:lnTo>
                  <a:lnTo>
                    <a:pt x="5255425" y="1003300"/>
                  </a:lnTo>
                  <a:lnTo>
                    <a:pt x="5255425" y="520700"/>
                  </a:lnTo>
                  <a:lnTo>
                    <a:pt x="5738317" y="520700"/>
                  </a:lnTo>
                  <a:lnTo>
                    <a:pt x="5738317" y="482600"/>
                  </a:lnTo>
                  <a:lnTo>
                    <a:pt x="5255425" y="482600"/>
                  </a:lnTo>
                  <a:lnTo>
                    <a:pt x="5255425" y="0"/>
                  </a:lnTo>
                  <a:lnTo>
                    <a:pt x="5220627" y="0"/>
                  </a:lnTo>
                  <a:lnTo>
                    <a:pt x="5220627" y="1524000"/>
                  </a:lnTo>
                  <a:lnTo>
                    <a:pt x="4737735" y="1524000"/>
                  </a:lnTo>
                  <a:lnTo>
                    <a:pt x="4737735" y="1041400"/>
                  </a:lnTo>
                  <a:lnTo>
                    <a:pt x="5220627" y="1041400"/>
                  </a:lnTo>
                  <a:lnTo>
                    <a:pt x="5220627" y="1003300"/>
                  </a:lnTo>
                  <a:lnTo>
                    <a:pt x="4737735" y="1003300"/>
                  </a:lnTo>
                  <a:lnTo>
                    <a:pt x="4737735" y="520700"/>
                  </a:lnTo>
                  <a:lnTo>
                    <a:pt x="5220627" y="520700"/>
                  </a:lnTo>
                  <a:lnTo>
                    <a:pt x="5220627" y="482600"/>
                  </a:lnTo>
                  <a:lnTo>
                    <a:pt x="4737735" y="482600"/>
                  </a:lnTo>
                  <a:lnTo>
                    <a:pt x="4737735" y="0"/>
                  </a:lnTo>
                  <a:lnTo>
                    <a:pt x="4702924" y="0"/>
                  </a:lnTo>
                  <a:lnTo>
                    <a:pt x="4702924" y="1524000"/>
                  </a:lnTo>
                  <a:lnTo>
                    <a:pt x="4220032" y="1524000"/>
                  </a:lnTo>
                  <a:lnTo>
                    <a:pt x="4220032" y="1041400"/>
                  </a:lnTo>
                  <a:lnTo>
                    <a:pt x="4702924" y="1041400"/>
                  </a:lnTo>
                  <a:lnTo>
                    <a:pt x="4702924" y="1003300"/>
                  </a:lnTo>
                  <a:lnTo>
                    <a:pt x="4220032" y="1003300"/>
                  </a:lnTo>
                  <a:lnTo>
                    <a:pt x="4220032" y="520700"/>
                  </a:lnTo>
                  <a:lnTo>
                    <a:pt x="4702924" y="520700"/>
                  </a:lnTo>
                  <a:lnTo>
                    <a:pt x="4702924" y="482600"/>
                  </a:lnTo>
                  <a:lnTo>
                    <a:pt x="4220032" y="482600"/>
                  </a:lnTo>
                  <a:lnTo>
                    <a:pt x="4220032" y="0"/>
                  </a:lnTo>
                  <a:lnTo>
                    <a:pt x="4185234" y="0"/>
                  </a:lnTo>
                  <a:lnTo>
                    <a:pt x="4185234" y="1524000"/>
                  </a:lnTo>
                  <a:lnTo>
                    <a:pt x="3702342" y="1524000"/>
                  </a:lnTo>
                  <a:lnTo>
                    <a:pt x="3702342" y="1041400"/>
                  </a:lnTo>
                  <a:lnTo>
                    <a:pt x="4185234" y="1041400"/>
                  </a:lnTo>
                  <a:lnTo>
                    <a:pt x="4185234" y="1003300"/>
                  </a:lnTo>
                  <a:lnTo>
                    <a:pt x="3702342" y="1003300"/>
                  </a:lnTo>
                  <a:lnTo>
                    <a:pt x="3702342" y="520700"/>
                  </a:lnTo>
                  <a:lnTo>
                    <a:pt x="4185234" y="520700"/>
                  </a:lnTo>
                  <a:lnTo>
                    <a:pt x="4185234" y="482600"/>
                  </a:lnTo>
                  <a:lnTo>
                    <a:pt x="3702342" y="482600"/>
                  </a:lnTo>
                  <a:lnTo>
                    <a:pt x="3702342" y="0"/>
                  </a:lnTo>
                  <a:lnTo>
                    <a:pt x="3667531" y="0"/>
                  </a:lnTo>
                  <a:lnTo>
                    <a:pt x="3667531" y="1524000"/>
                  </a:lnTo>
                  <a:lnTo>
                    <a:pt x="3184639" y="1524000"/>
                  </a:lnTo>
                  <a:lnTo>
                    <a:pt x="3184639" y="1041400"/>
                  </a:lnTo>
                  <a:lnTo>
                    <a:pt x="3667531" y="1041400"/>
                  </a:lnTo>
                  <a:lnTo>
                    <a:pt x="3667531" y="1003300"/>
                  </a:lnTo>
                  <a:lnTo>
                    <a:pt x="3184639" y="1003300"/>
                  </a:lnTo>
                  <a:lnTo>
                    <a:pt x="3184639" y="520700"/>
                  </a:lnTo>
                  <a:lnTo>
                    <a:pt x="3667531" y="520700"/>
                  </a:lnTo>
                  <a:lnTo>
                    <a:pt x="3667531" y="482600"/>
                  </a:lnTo>
                  <a:lnTo>
                    <a:pt x="3184639" y="482600"/>
                  </a:lnTo>
                  <a:lnTo>
                    <a:pt x="3184639" y="0"/>
                  </a:lnTo>
                  <a:lnTo>
                    <a:pt x="3149841" y="0"/>
                  </a:lnTo>
                  <a:lnTo>
                    <a:pt x="3149841" y="1524000"/>
                  </a:lnTo>
                  <a:lnTo>
                    <a:pt x="2666949" y="1524000"/>
                  </a:lnTo>
                  <a:lnTo>
                    <a:pt x="2666949" y="1041400"/>
                  </a:lnTo>
                  <a:lnTo>
                    <a:pt x="3149841" y="1041400"/>
                  </a:lnTo>
                  <a:lnTo>
                    <a:pt x="3149841" y="1003300"/>
                  </a:lnTo>
                  <a:lnTo>
                    <a:pt x="2666949" y="1003300"/>
                  </a:lnTo>
                  <a:lnTo>
                    <a:pt x="2666949" y="520700"/>
                  </a:lnTo>
                  <a:lnTo>
                    <a:pt x="3149841" y="520700"/>
                  </a:lnTo>
                  <a:lnTo>
                    <a:pt x="3149841" y="482600"/>
                  </a:lnTo>
                  <a:lnTo>
                    <a:pt x="2666949" y="482600"/>
                  </a:lnTo>
                  <a:lnTo>
                    <a:pt x="2666949" y="0"/>
                  </a:lnTo>
                  <a:lnTo>
                    <a:pt x="2632151" y="0"/>
                  </a:lnTo>
                  <a:lnTo>
                    <a:pt x="2632151" y="1524000"/>
                  </a:lnTo>
                  <a:lnTo>
                    <a:pt x="2149246" y="1524000"/>
                  </a:lnTo>
                  <a:lnTo>
                    <a:pt x="2149246" y="1041400"/>
                  </a:lnTo>
                  <a:lnTo>
                    <a:pt x="2632151" y="1041400"/>
                  </a:lnTo>
                  <a:lnTo>
                    <a:pt x="2632151" y="1003300"/>
                  </a:lnTo>
                  <a:lnTo>
                    <a:pt x="2149246" y="1003300"/>
                  </a:lnTo>
                  <a:lnTo>
                    <a:pt x="2149246" y="520700"/>
                  </a:lnTo>
                  <a:lnTo>
                    <a:pt x="2632151" y="520700"/>
                  </a:lnTo>
                  <a:lnTo>
                    <a:pt x="2632151" y="482600"/>
                  </a:lnTo>
                  <a:lnTo>
                    <a:pt x="2149246" y="482600"/>
                  </a:lnTo>
                  <a:lnTo>
                    <a:pt x="2149246" y="228053"/>
                  </a:lnTo>
                  <a:lnTo>
                    <a:pt x="2114448" y="228053"/>
                  </a:lnTo>
                  <a:lnTo>
                    <a:pt x="2114448" y="1524000"/>
                  </a:lnTo>
                  <a:lnTo>
                    <a:pt x="1631556" y="1524000"/>
                  </a:lnTo>
                  <a:lnTo>
                    <a:pt x="1631556" y="1041400"/>
                  </a:lnTo>
                  <a:lnTo>
                    <a:pt x="2114448" y="1041400"/>
                  </a:lnTo>
                  <a:lnTo>
                    <a:pt x="2114448" y="1003300"/>
                  </a:lnTo>
                  <a:lnTo>
                    <a:pt x="1631556" y="1003300"/>
                  </a:lnTo>
                  <a:lnTo>
                    <a:pt x="1631556" y="520700"/>
                  </a:lnTo>
                  <a:lnTo>
                    <a:pt x="2114448" y="520700"/>
                  </a:lnTo>
                  <a:lnTo>
                    <a:pt x="2114448" y="482600"/>
                  </a:lnTo>
                  <a:lnTo>
                    <a:pt x="1631556" y="482600"/>
                  </a:lnTo>
                  <a:lnTo>
                    <a:pt x="1631556" y="0"/>
                  </a:lnTo>
                  <a:lnTo>
                    <a:pt x="1596758" y="0"/>
                  </a:lnTo>
                  <a:lnTo>
                    <a:pt x="1596758" y="1524000"/>
                  </a:lnTo>
                  <a:lnTo>
                    <a:pt x="1113866" y="1524000"/>
                  </a:lnTo>
                  <a:lnTo>
                    <a:pt x="1113866" y="1041400"/>
                  </a:lnTo>
                  <a:lnTo>
                    <a:pt x="1596758" y="1041400"/>
                  </a:lnTo>
                  <a:lnTo>
                    <a:pt x="1596758" y="1003300"/>
                  </a:lnTo>
                  <a:lnTo>
                    <a:pt x="1113866" y="1003300"/>
                  </a:lnTo>
                  <a:lnTo>
                    <a:pt x="1113866" y="520700"/>
                  </a:lnTo>
                  <a:lnTo>
                    <a:pt x="1596758" y="520700"/>
                  </a:lnTo>
                  <a:lnTo>
                    <a:pt x="1596758" y="482600"/>
                  </a:lnTo>
                  <a:lnTo>
                    <a:pt x="1113866" y="482600"/>
                  </a:lnTo>
                  <a:lnTo>
                    <a:pt x="1113866" y="0"/>
                  </a:lnTo>
                  <a:lnTo>
                    <a:pt x="1079055" y="0"/>
                  </a:lnTo>
                  <a:lnTo>
                    <a:pt x="1079055" y="1524000"/>
                  </a:lnTo>
                  <a:lnTo>
                    <a:pt x="596163" y="1524000"/>
                  </a:lnTo>
                  <a:lnTo>
                    <a:pt x="596163" y="1041400"/>
                  </a:lnTo>
                  <a:lnTo>
                    <a:pt x="1079055" y="1041400"/>
                  </a:lnTo>
                  <a:lnTo>
                    <a:pt x="1079055" y="1003300"/>
                  </a:lnTo>
                  <a:lnTo>
                    <a:pt x="596163" y="1003300"/>
                  </a:lnTo>
                  <a:lnTo>
                    <a:pt x="596163" y="520700"/>
                  </a:lnTo>
                  <a:lnTo>
                    <a:pt x="1079055" y="520700"/>
                  </a:lnTo>
                  <a:lnTo>
                    <a:pt x="1079055" y="482600"/>
                  </a:lnTo>
                  <a:lnTo>
                    <a:pt x="596163" y="482600"/>
                  </a:lnTo>
                  <a:lnTo>
                    <a:pt x="596163" y="0"/>
                  </a:lnTo>
                  <a:lnTo>
                    <a:pt x="561365" y="0"/>
                  </a:lnTo>
                  <a:lnTo>
                    <a:pt x="561365" y="1524000"/>
                  </a:lnTo>
                  <a:lnTo>
                    <a:pt x="78473" y="1524000"/>
                  </a:lnTo>
                  <a:lnTo>
                    <a:pt x="78473" y="1041400"/>
                  </a:lnTo>
                  <a:lnTo>
                    <a:pt x="561365" y="1041400"/>
                  </a:lnTo>
                  <a:lnTo>
                    <a:pt x="561365" y="1003300"/>
                  </a:lnTo>
                  <a:lnTo>
                    <a:pt x="78473" y="1003300"/>
                  </a:lnTo>
                  <a:lnTo>
                    <a:pt x="78473" y="520700"/>
                  </a:lnTo>
                  <a:lnTo>
                    <a:pt x="561365" y="520700"/>
                  </a:lnTo>
                  <a:lnTo>
                    <a:pt x="561365" y="482600"/>
                  </a:lnTo>
                  <a:lnTo>
                    <a:pt x="78473" y="482600"/>
                  </a:lnTo>
                  <a:lnTo>
                    <a:pt x="78473" y="0"/>
                  </a:lnTo>
                  <a:lnTo>
                    <a:pt x="43662" y="0"/>
                  </a:lnTo>
                  <a:lnTo>
                    <a:pt x="43662" y="482600"/>
                  </a:lnTo>
                  <a:lnTo>
                    <a:pt x="0" y="482600"/>
                  </a:lnTo>
                  <a:lnTo>
                    <a:pt x="0" y="520700"/>
                  </a:lnTo>
                  <a:lnTo>
                    <a:pt x="43662" y="520700"/>
                  </a:lnTo>
                  <a:lnTo>
                    <a:pt x="43662" y="1003300"/>
                  </a:lnTo>
                  <a:lnTo>
                    <a:pt x="0" y="1003300"/>
                  </a:lnTo>
                  <a:lnTo>
                    <a:pt x="0" y="1041400"/>
                  </a:lnTo>
                  <a:lnTo>
                    <a:pt x="43662" y="1041400"/>
                  </a:lnTo>
                  <a:lnTo>
                    <a:pt x="43662" y="1524000"/>
                  </a:lnTo>
                  <a:lnTo>
                    <a:pt x="0" y="1524000"/>
                  </a:lnTo>
                  <a:lnTo>
                    <a:pt x="0" y="1549400"/>
                  </a:lnTo>
                  <a:lnTo>
                    <a:pt x="43662" y="1549400"/>
                  </a:lnTo>
                  <a:lnTo>
                    <a:pt x="43662" y="2032000"/>
                  </a:lnTo>
                  <a:lnTo>
                    <a:pt x="78473" y="2032000"/>
                  </a:lnTo>
                  <a:lnTo>
                    <a:pt x="78473" y="1549400"/>
                  </a:lnTo>
                  <a:lnTo>
                    <a:pt x="561365" y="1549400"/>
                  </a:lnTo>
                  <a:lnTo>
                    <a:pt x="561365" y="2032000"/>
                  </a:lnTo>
                  <a:lnTo>
                    <a:pt x="596163" y="2032000"/>
                  </a:lnTo>
                  <a:lnTo>
                    <a:pt x="596163" y="1549400"/>
                  </a:lnTo>
                  <a:lnTo>
                    <a:pt x="1079055" y="1549400"/>
                  </a:lnTo>
                  <a:lnTo>
                    <a:pt x="1079055" y="2032000"/>
                  </a:lnTo>
                  <a:lnTo>
                    <a:pt x="1113866" y="2032000"/>
                  </a:lnTo>
                  <a:lnTo>
                    <a:pt x="1113866" y="1549400"/>
                  </a:lnTo>
                  <a:lnTo>
                    <a:pt x="1596758" y="1549400"/>
                  </a:lnTo>
                  <a:lnTo>
                    <a:pt x="1596758" y="2032000"/>
                  </a:lnTo>
                  <a:lnTo>
                    <a:pt x="1631556" y="2032000"/>
                  </a:lnTo>
                  <a:lnTo>
                    <a:pt x="1631556" y="1549400"/>
                  </a:lnTo>
                  <a:lnTo>
                    <a:pt x="2114448" y="1549400"/>
                  </a:lnTo>
                  <a:lnTo>
                    <a:pt x="2114448" y="2032000"/>
                  </a:lnTo>
                  <a:lnTo>
                    <a:pt x="2149246" y="2032000"/>
                  </a:lnTo>
                  <a:lnTo>
                    <a:pt x="2149246" y="1549400"/>
                  </a:lnTo>
                  <a:lnTo>
                    <a:pt x="2632151" y="1549400"/>
                  </a:lnTo>
                  <a:lnTo>
                    <a:pt x="2632151" y="2032000"/>
                  </a:lnTo>
                  <a:lnTo>
                    <a:pt x="2666949" y="2032000"/>
                  </a:lnTo>
                  <a:lnTo>
                    <a:pt x="2666949" y="1549400"/>
                  </a:lnTo>
                  <a:lnTo>
                    <a:pt x="3149841" y="1549400"/>
                  </a:lnTo>
                  <a:lnTo>
                    <a:pt x="3149841" y="2032000"/>
                  </a:lnTo>
                  <a:lnTo>
                    <a:pt x="3184639" y="2032000"/>
                  </a:lnTo>
                  <a:lnTo>
                    <a:pt x="3184639" y="1549400"/>
                  </a:lnTo>
                  <a:lnTo>
                    <a:pt x="3667531" y="1549400"/>
                  </a:lnTo>
                  <a:lnTo>
                    <a:pt x="3667531" y="2032000"/>
                  </a:lnTo>
                  <a:lnTo>
                    <a:pt x="3702342" y="2032000"/>
                  </a:lnTo>
                  <a:lnTo>
                    <a:pt x="3702342" y="1549400"/>
                  </a:lnTo>
                  <a:lnTo>
                    <a:pt x="4185234" y="1549400"/>
                  </a:lnTo>
                  <a:lnTo>
                    <a:pt x="4185234" y="2032000"/>
                  </a:lnTo>
                  <a:lnTo>
                    <a:pt x="4220032" y="2032000"/>
                  </a:lnTo>
                  <a:lnTo>
                    <a:pt x="4220032" y="1549400"/>
                  </a:lnTo>
                  <a:lnTo>
                    <a:pt x="4702924" y="1549400"/>
                  </a:lnTo>
                  <a:lnTo>
                    <a:pt x="4702924" y="2032000"/>
                  </a:lnTo>
                  <a:lnTo>
                    <a:pt x="4737735" y="2032000"/>
                  </a:lnTo>
                  <a:lnTo>
                    <a:pt x="4737735" y="1549400"/>
                  </a:lnTo>
                  <a:lnTo>
                    <a:pt x="5220627" y="1549400"/>
                  </a:lnTo>
                  <a:lnTo>
                    <a:pt x="5220627" y="2032000"/>
                  </a:lnTo>
                  <a:lnTo>
                    <a:pt x="5255425" y="2032000"/>
                  </a:lnTo>
                  <a:lnTo>
                    <a:pt x="5255425" y="1549400"/>
                  </a:lnTo>
                  <a:lnTo>
                    <a:pt x="5738317" y="1549400"/>
                  </a:lnTo>
                  <a:lnTo>
                    <a:pt x="5738317" y="2032000"/>
                  </a:lnTo>
                  <a:lnTo>
                    <a:pt x="5773128" y="2032000"/>
                  </a:lnTo>
                  <a:lnTo>
                    <a:pt x="5773128" y="1549400"/>
                  </a:lnTo>
                  <a:lnTo>
                    <a:pt x="6256007" y="1549400"/>
                  </a:lnTo>
                  <a:lnTo>
                    <a:pt x="6256007" y="2032000"/>
                  </a:lnTo>
                  <a:lnTo>
                    <a:pt x="6290818" y="2032000"/>
                  </a:lnTo>
                  <a:lnTo>
                    <a:pt x="6290818" y="1549400"/>
                  </a:lnTo>
                  <a:lnTo>
                    <a:pt x="6773710" y="1549400"/>
                  </a:lnTo>
                  <a:lnTo>
                    <a:pt x="6773710" y="2032000"/>
                  </a:lnTo>
                  <a:lnTo>
                    <a:pt x="6808508" y="2032000"/>
                  </a:lnTo>
                  <a:lnTo>
                    <a:pt x="6808508" y="1549400"/>
                  </a:lnTo>
                  <a:lnTo>
                    <a:pt x="7291400" y="1549400"/>
                  </a:lnTo>
                  <a:lnTo>
                    <a:pt x="7291400" y="2032000"/>
                  </a:lnTo>
                  <a:lnTo>
                    <a:pt x="7326198" y="2032000"/>
                  </a:lnTo>
                  <a:lnTo>
                    <a:pt x="7326198" y="1549400"/>
                  </a:lnTo>
                  <a:lnTo>
                    <a:pt x="7809103" y="1549400"/>
                  </a:lnTo>
                  <a:lnTo>
                    <a:pt x="7809103" y="2032000"/>
                  </a:lnTo>
                  <a:lnTo>
                    <a:pt x="7843901" y="2032000"/>
                  </a:lnTo>
                  <a:lnTo>
                    <a:pt x="7843901" y="1549400"/>
                  </a:lnTo>
                  <a:lnTo>
                    <a:pt x="8302599" y="1549400"/>
                  </a:lnTo>
                  <a:lnTo>
                    <a:pt x="8302599" y="1524000"/>
                  </a:lnTo>
                  <a:lnTo>
                    <a:pt x="7843901" y="1524000"/>
                  </a:lnTo>
                  <a:lnTo>
                    <a:pt x="7843901" y="1041400"/>
                  </a:lnTo>
                  <a:lnTo>
                    <a:pt x="8302599" y="1041400"/>
                  </a:lnTo>
                  <a:lnTo>
                    <a:pt x="8302599" y="1003300"/>
                  </a:lnTo>
                  <a:lnTo>
                    <a:pt x="7843901" y="1003300"/>
                  </a:lnTo>
                  <a:lnTo>
                    <a:pt x="7843901" y="520700"/>
                  </a:lnTo>
                  <a:lnTo>
                    <a:pt x="8302599" y="520700"/>
                  </a:lnTo>
                  <a:lnTo>
                    <a:pt x="8302599" y="48260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6831603"/>
              <a:ext cx="11802110" cy="2035810"/>
            </a:xfrm>
            <a:custGeom>
              <a:avLst/>
              <a:gdLst/>
              <a:ahLst/>
              <a:cxnLst/>
              <a:rect l="l" t="t" r="r" b="b"/>
              <a:pathLst>
                <a:path w="11802110" h="2035809">
                  <a:moveTo>
                    <a:pt x="11801494" y="0"/>
                  </a:moveTo>
                  <a:lnTo>
                    <a:pt x="0" y="0"/>
                  </a:lnTo>
                  <a:lnTo>
                    <a:pt x="0" y="2035320"/>
                  </a:lnTo>
                  <a:lnTo>
                    <a:pt x="11801494" y="2035320"/>
                  </a:lnTo>
                  <a:lnTo>
                    <a:pt x="11801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6834930"/>
              <a:ext cx="11802110" cy="2032000"/>
            </a:xfrm>
            <a:custGeom>
              <a:avLst/>
              <a:gdLst/>
              <a:ahLst/>
              <a:cxnLst/>
              <a:rect l="l" t="t" r="r" b="b"/>
              <a:pathLst>
                <a:path w="11802110" h="2032000">
                  <a:moveTo>
                    <a:pt x="2031593" y="1689811"/>
                  </a:moveTo>
                  <a:lnTo>
                    <a:pt x="1996897" y="1689811"/>
                  </a:lnTo>
                  <a:lnTo>
                    <a:pt x="1996897" y="2032000"/>
                  </a:lnTo>
                  <a:lnTo>
                    <a:pt x="2031593" y="2032000"/>
                  </a:lnTo>
                  <a:lnTo>
                    <a:pt x="2031593" y="1689811"/>
                  </a:lnTo>
                  <a:close/>
                </a:path>
                <a:path w="11802110" h="2032000">
                  <a:moveTo>
                    <a:pt x="2547620" y="1689811"/>
                  </a:moveTo>
                  <a:lnTo>
                    <a:pt x="2512936" y="1689811"/>
                  </a:lnTo>
                  <a:lnTo>
                    <a:pt x="2512936" y="2032000"/>
                  </a:lnTo>
                  <a:lnTo>
                    <a:pt x="2547620" y="2032000"/>
                  </a:lnTo>
                  <a:lnTo>
                    <a:pt x="2547620" y="1689811"/>
                  </a:lnTo>
                  <a:close/>
                </a:path>
                <a:path w="11802110" h="2032000">
                  <a:moveTo>
                    <a:pt x="3063646" y="1689811"/>
                  </a:moveTo>
                  <a:lnTo>
                    <a:pt x="3028962" y="1689811"/>
                  </a:lnTo>
                  <a:lnTo>
                    <a:pt x="3028962" y="2032000"/>
                  </a:lnTo>
                  <a:lnTo>
                    <a:pt x="3063646" y="2032000"/>
                  </a:lnTo>
                  <a:lnTo>
                    <a:pt x="3063646" y="1689811"/>
                  </a:lnTo>
                  <a:close/>
                </a:path>
                <a:path w="11802110" h="2032000">
                  <a:moveTo>
                    <a:pt x="3579672" y="1689811"/>
                  </a:moveTo>
                  <a:lnTo>
                    <a:pt x="3544989" y="1689811"/>
                  </a:lnTo>
                  <a:lnTo>
                    <a:pt x="3544989" y="2032000"/>
                  </a:lnTo>
                  <a:lnTo>
                    <a:pt x="3579672" y="2032000"/>
                  </a:lnTo>
                  <a:lnTo>
                    <a:pt x="3579672" y="1689811"/>
                  </a:lnTo>
                  <a:close/>
                </a:path>
                <a:path w="11802110" h="2032000">
                  <a:moveTo>
                    <a:pt x="4095712" y="1689811"/>
                  </a:moveTo>
                  <a:lnTo>
                    <a:pt x="4061028" y="1689811"/>
                  </a:lnTo>
                  <a:lnTo>
                    <a:pt x="4061028" y="2032000"/>
                  </a:lnTo>
                  <a:lnTo>
                    <a:pt x="4095712" y="2032000"/>
                  </a:lnTo>
                  <a:lnTo>
                    <a:pt x="4095712" y="1689811"/>
                  </a:lnTo>
                  <a:close/>
                </a:path>
                <a:path w="11802110" h="2032000">
                  <a:moveTo>
                    <a:pt x="11801488" y="482600"/>
                  </a:moveTo>
                  <a:lnTo>
                    <a:pt x="11285449" y="482600"/>
                  </a:lnTo>
                  <a:lnTo>
                    <a:pt x="11285449" y="520700"/>
                  </a:lnTo>
                  <a:lnTo>
                    <a:pt x="11285449" y="1003300"/>
                  </a:lnTo>
                  <a:lnTo>
                    <a:pt x="11285449" y="1041400"/>
                  </a:lnTo>
                  <a:lnTo>
                    <a:pt x="11285449" y="1524000"/>
                  </a:lnTo>
                  <a:lnTo>
                    <a:pt x="10804119" y="1524000"/>
                  </a:lnTo>
                  <a:lnTo>
                    <a:pt x="10804119" y="1041400"/>
                  </a:lnTo>
                  <a:lnTo>
                    <a:pt x="11285449" y="1041400"/>
                  </a:lnTo>
                  <a:lnTo>
                    <a:pt x="11285449" y="1003300"/>
                  </a:lnTo>
                  <a:lnTo>
                    <a:pt x="10804119" y="1003300"/>
                  </a:lnTo>
                  <a:lnTo>
                    <a:pt x="10804119" y="520700"/>
                  </a:lnTo>
                  <a:lnTo>
                    <a:pt x="11285449" y="520700"/>
                  </a:lnTo>
                  <a:lnTo>
                    <a:pt x="11285449" y="482600"/>
                  </a:lnTo>
                  <a:lnTo>
                    <a:pt x="10769422" y="482600"/>
                  </a:lnTo>
                  <a:lnTo>
                    <a:pt x="10769422" y="520700"/>
                  </a:lnTo>
                  <a:lnTo>
                    <a:pt x="10769422" y="1003300"/>
                  </a:lnTo>
                  <a:lnTo>
                    <a:pt x="10769422" y="1041400"/>
                  </a:lnTo>
                  <a:lnTo>
                    <a:pt x="10769422" y="1524000"/>
                  </a:lnTo>
                  <a:lnTo>
                    <a:pt x="10288092" y="1524000"/>
                  </a:lnTo>
                  <a:lnTo>
                    <a:pt x="10288092" y="1041400"/>
                  </a:lnTo>
                  <a:lnTo>
                    <a:pt x="10769422" y="1041400"/>
                  </a:lnTo>
                  <a:lnTo>
                    <a:pt x="10769422" y="1003300"/>
                  </a:lnTo>
                  <a:lnTo>
                    <a:pt x="10288092" y="1003300"/>
                  </a:lnTo>
                  <a:lnTo>
                    <a:pt x="10288092" y="520700"/>
                  </a:lnTo>
                  <a:lnTo>
                    <a:pt x="10769422" y="520700"/>
                  </a:lnTo>
                  <a:lnTo>
                    <a:pt x="10769422" y="482600"/>
                  </a:lnTo>
                  <a:lnTo>
                    <a:pt x="10253383" y="482600"/>
                  </a:lnTo>
                  <a:lnTo>
                    <a:pt x="10253383" y="520700"/>
                  </a:lnTo>
                  <a:lnTo>
                    <a:pt x="10253383" y="1003300"/>
                  </a:lnTo>
                  <a:lnTo>
                    <a:pt x="10253383" y="1041400"/>
                  </a:lnTo>
                  <a:lnTo>
                    <a:pt x="10253383" y="1524000"/>
                  </a:lnTo>
                  <a:lnTo>
                    <a:pt x="9772053" y="1524000"/>
                  </a:lnTo>
                  <a:lnTo>
                    <a:pt x="9772053" y="1041400"/>
                  </a:lnTo>
                  <a:lnTo>
                    <a:pt x="10253383" y="1041400"/>
                  </a:lnTo>
                  <a:lnTo>
                    <a:pt x="10253383" y="1003300"/>
                  </a:lnTo>
                  <a:lnTo>
                    <a:pt x="9772053" y="1003300"/>
                  </a:lnTo>
                  <a:lnTo>
                    <a:pt x="9772053" y="520700"/>
                  </a:lnTo>
                  <a:lnTo>
                    <a:pt x="10253383" y="520700"/>
                  </a:lnTo>
                  <a:lnTo>
                    <a:pt x="10253383" y="482600"/>
                  </a:lnTo>
                  <a:lnTo>
                    <a:pt x="9737357" y="482600"/>
                  </a:lnTo>
                  <a:lnTo>
                    <a:pt x="9737357" y="520700"/>
                  </a:lnTo>
                  <a:lnTo>
                    <a:pt x="9737357" y="1003300"/>
                  </a:lnTo>
                  <a:lnTo>
                    <a:pt x="9737357" y="1041400"/>
                  </a:lnTo>
                  <a:lnTo>
                    <a:pt x="9737357" y="1524000"/>
                  </a:lnTo>
                  <a:lnTo>
                    <a:pt x="9256014" y="1524000"/>
                  </a:lnTo>
                  <a:lnTo>
                    <a:pt x="9256014" y="1041400"/>
                  </a:lnTo>
                  <a:lnTo>
                    <a:pt x="9737357" y="1041400"/>
                  </a:lnTo>
                  <a:lnTo>
                    <a:pt x="9737357" y="1003300"/>
                  </a:lnTo>
                  <a:lnTo>
                    <a:pt x="9256014" y="1003300"/>
                  </a:lnTo>
                  <a:lnTo>
                    <a:pt x="9256014" y="520700"/>
                  </a:lnTo>
                  <a:lnTo>
                    <a:pt x="9737357" y="520700"/>
                  </a:lnTo>
                  <a:lnTo>
                    <a:pt x="9737357" y="482600"/>
                  </a:lnTo>
                  <a:lnTo>
                    <a:pt x="9221330" y="482600"/>
                  </a:lnTo>
                  <a:lnTo>
                    <a:pt x="9221330" y="520700"/>
                  </a:lnTo>
                  <a:lnTo>
                    <a:pt x="9221330" y="1003300"/>
                  </a:lnTo>
                  <a:lnTo>
                    <a:pt x="9221330" y="1041400"/>
                  </a:lnTo>
                  <a:lnTo>
                    <a:pt x="9221330" y="1524000"/>
                  </a:lnTo>
                  <a:lnTo>
                    <a:pt x="8739988" y="1524000"/>
                  </a:lnTo>
                  <a:lnTo>
                    <a:pt x="8739988" y="1041400"/>
                  </a:lnTo>
                  <a:lnTo>
                    <a:pt x="9221330" y="1041400"/>
                  </a:lnTo>
                  <a:lnTo>
                    <a:pt x="9221330" y="1003300"/>
                  </a:lnTo>
                  <a:lnTo>
                    <a:pt x="8739988" y="1003300"/>
                  </a:lnTo>
                  <a:lnTo>
                    <a:pt x="8739988" y="520700"/>
                  </a:lnTo>
                  <a:lnTo>
                    <a:pt x="9221330" y="520700"/>
                  </a:lnTo>
                  <a:lnTo>
                    <a:pt x="9221330" y="482600"/>
                  </a:lnTo>
                  <a:lnTo>
                    <a:pt x="8705304" y="482600"/>
                  </a:lnTo>
                  <a:lnTo>
                    <a:pt x="8705304" y="520700"/>
                  </a:lnTo>
                  <a:lnTo>
                    <a:pt x="8705304" y="1003300"/>
                  </a:lnTo>
                  <a:lnTo>
                    <a:pt x="8705304" y="1041400"/>
                  </a:lnTo>
                  <a:lnTo>
                    <a:pt x="8705304" y="1524000"/>
                  </a:lnTo>
                  <a:lnTo>
                    <a:pt x="8223961" y="1524000"/>
                  </a:lnTo>
                  <a:lnTo>
                    <a:pt x="8223961" y="1041400"/>
                  </a:lnTo>
                  <a:lnTo>
                    <a:pt x="8705304" y="1041400"/>
                  </a:lnTo>
                  <a:lnTo>
                    <a:pt x="8705304" y="1003300"/>
                  </a:lnTo>
                  <a:lnTo>
                    <a:pt x="8223961" y="1003300"/>
                  </a:lnTo>
                  <a:lnTo>
                    <a:pt x="8223961" y="520700"/>
                  </a:lnTo>
                  <a:lnTo>
                    <a:pt x="8705304" y="520700"/>
                  </a:lnTo>
                  <a:lnTo>
                    <a:pt x="8705304" y="482600"/>
                  </a:lnTo>
                  <a:lnTo>
                    <a:pt x="8189277" y="482600"/>
                  </a:lnTo>
                  <a:lnTo>
                    <a:pt x="8189277" y="520700"/>
                  </a:lnTo>
                  <a:lnTo>
                    <a:pt x="8189277" y="1003300"/>
                  </a:lnTo>
                  <a:lnTo>
                    <a:pt x="8189277" y="1041400"/>
                  </a:lnTo>
                  <a:lnTo>
                    <a:pt x="8189277" y="1524000"/>
                  </a:lnTo>
                  <a:lnTo>
                    <a:pt x="7707935" y="1524000"/>
                  </a:lnTo>
                  <a:lnTo>
                    <a:pt x="7707935" y="1041400"/>
                  </a:lnTo>
                  <a:lnTo>
                    <a:pt x="8189277" y="1041400"/>
                  </a:lnTo>
                  <a:lnTo>
                    <a:pt x="8189277" y="1003300"/>
                  </a:lnTo>
                  <a:lnTo>
                    <a:pt x="7707935" y="1003300"/>
                  </a:lnTo>
                  <a:lnTo>
                    <a:pt x="7707935" y="520700"/>
                  </a:lnTo>
                  <a:lnTo>
                    <a:pt x="8189277" y="520700"/>
                  </a:lnTo>
                  <a:lnTo>
                    <a:pt x="8189277" y="482600"/>
                  </a:lnTo>
                  <a:lnTo>
                    <a:pt x="7673238" y="482600"/>
                  </a:lnTo>
                  <a:lnTo>
                    <a:pt x="7673238" y="520700"/>
                  </a:lnTo>
                  <a:lnTo>
                    <a:pt x="7673238" y="1003300"/>
                  </a:lnTo>
                  <a:lnTo>
                    <a:pt x="7673238" y="1041400"/>
                  </a:lnTo>
                  <a:lnTo>
                    <a:pt x="7673238" y="1524000"/>
                  </a:lnTo>
                  <a:lnTo>
                    <a:pt x="7191896" y="1524000"/>
                  </a:lnTo>
                  <a:lnTo>
                    <a:pt x="7191896" y="1041400"/>
                  </a:lnTo>
                  <a:lnTo>
                    <a:pt x="7673238" y="1041400"/>
                  </a:lnTo>
                  <a:lnTo>
                    <a:pt x="7673238" y="1003300"/>
                  </a:lnTo>
                  <a:lnTo>
                    <a:pt x="7191896" y="1003300"/>
                  </a:lnTo>
                  <a:lnTo>
                    <a:pt x="7191896" y="520700"/>
                  </a:lnTo>
                  <a:lnTo>
                    <a:pt x="7673238" y="520700"/>
                  </a:lnTo>
                  <a:lnTo>
                    <a:pt x="7673238" y="482600"/>
                  </a:lnTo>
                  <a:lnTo>
                    <a:pt x="7157199" y="482600"/>
                  </a:lnTo>
                  <a:lnTo>
                    <a:pt x="7157199" y="520700"/>
                  </a:lnTo>
                  <a:lnTo>
                    <a:pt x="7157199" y="1003300"/>
                  </a:lnTo>
                  <a:lnTo>
                    <a:pt x="7157199" y="1041400"/>
                  </a:lnTo>
                  <a:lnTo>
                    <a:pt x="7157199" y="1524000"/>
                  </a:lnTo>
                  <a:lnTo>
                    <a:pt x="6675869" y="1524000"/>
                  </a:lnTo>
                  <a:lnTo>
                    <a:pt x="6675869" y="1041400"/>
                  </a:lnTo>
                  <a:lnTo>
                    <a:pt x="7157199" y="1041400"/>
                  </a:lnTo>
                  <a:lnTo>
                    <a:pt x="7157199" y="1003300"/>
                  </a:lnTo>
                  <a:lnTo>
                    <a:pt x="6675869" y="1003300"/>
                  </a:lnTo>
                  <a:lnTo>
                    <a:pt x="6675869" y="520700"/>
                  </a:lnTo>
                  <a:lnTo>
                    <a:pt x="7157199" y="520700"/>
                  </a:lnTo>
                  <a:lnTo>
                    <a:pt x="7157199" y="482600"/>
                  </a:lnTo>
                  <a:lnTo>
                    <a:pt x="6641173" y="482600"/>
                  </a:lnTo>
                  <a:lnTo>
                    <a:pt x="6641173" y="520700"/>
                  </a:lnTo>
                  <a:lnTo>
                    <a:pt x="6641173" y="1003300"/>
                  </a:lnTo>
                  <a:lnTo>
                    <a:pt x="6641173" y="1041400"/>
                  </a:lnTo>
                  <a:lnTo>
                    <a:pt x="6641173" y="1524000"/>
                  </a:lnTo>
                  <a:lnTo>
                    <a:pt x="6159843" y="1524000"/>
                  </a:lnTo>
                  <a:lnTo>
                    <a:pt x="6159843" y="1041400"/>
                  </a:lnTo>
                  <a:lnTo>
                    <a:pt x="6641173" y="1041400"/>
                  </a:lnTo>
                  <a:lnTo>
                    <a:pt x="6641173" y="1003300"/>
                  </a:lnTo>
                  <a:lnTo>
                    <a:pt x="6159843" y="1003300"/>
                  </a:lnTo>
                  <a:lnTo>
                    <a:pt x="6159843" y="520700"/>
                  </a:lnTo>
                  <a:lnTo>
                    <a:pt x="6641173" y="520700"/>
                  </a:lnTo>
                  <a:lnTo>
                    <a:pt x="6641173" y="482600"/>
                  </a:lnTo>
                  <a:lnTo>
                    <a:pt x="6125146" y="482600"/>
                  </a:lnTo>
                  <a:lnTo>
                    <a:pt x="6125146" y="520700"/>
                  </a:lnTo>
                  <a:lnTo>
                    <a:pt x="6125146" y="1003300"/>
                  </a:lnTo>
                  <a:lnTo>
                    <a:pt x="6125146" y="1041400"/>
                  </a:lnTo>
                  <a:lnTo>
                    <a:pt x="6125146" y="1524000"/>
                  </a:lnTo>
                  <a:lnTo>
                    <a:pt x="5643804" y="1524000"/>
                  </a:lnTo>
                  <a:lnTo>
                    <a:pt x="5643804" y="1041400"/>
                  </a:lnTo>
                  <a:lnTo>
                    <a:pt x="6125146" y="1041400"/>
                  </a:lnTo>
                  <a:lnTo>
                    <a:pt x="6125146" y="1003300"/>
                  </a:lnTo>
                  <a:lnTo>
                    <a:pt x="5643804" y="1003300"/>
                  </a:lnTo>
                  <a:lnTo>
                    <a:pt x="5643804" y="520700"/>
                  </a:lnTo>
                  <a:lnTo>
                    <a:pt x="6125146" y="520700"/>
                  </a:lnTo>
                  <a:lnTo>
                    <a:pt x="6125146" y="482600"/>
                  </a:lnTo>
                  <a:lnTo>
                    <a:pt x="5609107" y="482600"/>
                  </a:lnTo>
                  <a:lnTo>
                    <a:pt x="5609107" y="520700"/>
                  </a:lnTo>
                  <a:lnTo>
                    <a:pt x="5609107" y="1003300"/>
                  </a:lnTo>
                  <a:lnTo>
                    <a:pt x="5609107" y="1041400"/>
                  </a:lnTo>
                  <a:lnTo>
                    <a:pt x="5609107" y="1524000"/>
                  </a:lnTo>
                  <a:lnTo>
                    <a:pt x="5127777" y="1524000"/>
                  </a:lnTo>
                  <a:lnTo>
                    <a:pt x="5127777" y="1041400"/>
                  </a:lnTo>
                  <a:lnTo>
                    <a:pt x="5609107" y="1041400"/>
                  </a:lnTo>
                  <a:lnTo>
                    <a:pt x="5609107" y="1003300"/>
                  </a:lnTo>
                  <a:lnTo>
                    <a:pt x="5127777" y="1003300"/>
                  </a:lnTo>
                  <a:lnTo>
                    <a:pt x="5127777" y="520700"/>
                  </a:lnTo>
                  <a:lnTo>
                    <a:pt x="5609107" y="520700"/>
                  </a:lnTo>
                  <a:lnTo>
                    <a:pt x="5609107" y="482600"/>
                  </a:lnTo>
                  <a:lnTo>
                    <a:pt x="5093081" y="482600"/>
                  </a:lnTo>
                  <a:lnTo>
                    <a:pt x="5093081" y="520700"/>
                  </a:lnTo>
                  <a:lnTo>
                    <a:pt x="5093081" y="1003300"/>
                  </a:lnTo>
                  <a:lnTo>
                    <a:pt x="5093081" y="1041400"/>
                  </a:lnTo>
                  <a:lnTo>
                    <a:pt x="5093081" y="1524000"/>
                  </a:lnTo>
                  <a:lnTo>
                    <a:pt x="4611751" y="1524000"/>
                  </a:lnTo>
                  <a:lnTo>
                    <a:pt x="4611751" y="1041400"/>
                  </a:lnTo>
                  <a:lnTo>
                    <a:pt x="5093081" y="1041400"/>
                  </a:lnTo>
                  <a:lnTo>
                    <a:pt x="5093081" y="1003300"/>
                  </a:lnTo>
                  <a:lnTo>
                    <a:pt x="4611751" y="1003300"/>
                  </a:lnTo>
                  <a:lnTo>
                    <a:pt x="4611751" y="520700"/>
                  </a:lnTo>
                  <a:lnTo>
                    <a:pt x="5093081" y="520700"/>
                  </a:lnTo>
                  <a:lnTo>
                    <a:pt x="5093081" y="482600"/>
                  </a:lnTo>
                  <a:lnTo>
                    <a:pt x="4577054" y="482600"/>
                  </a:lnTo>
                  <a:lnTo>
                    <a:pt x="4577054" y="520700"/>
                  </a:lnTo>
                  <a:lnTo>
                    <a:pt x="4577054" y="1003300"/>
                  </a:lnTo>
                  <a:lnTo>
                    <a:pt x="4095712" y="1003300"/>
                  </a:lnTo>
                  <a:lnTo>
                    <a:pt x="4095712" y="520700"/>
                  </a:lnTo>
                  <a:lnTo>
                    <a:pt x="4577054" y="520700"/>
                  </a:lnTo>
                  <a:lnTo>
                    <a:pt x="4577054" y="482600"/>
                  </a:lnTo>
                  <a:lnTo>
                    <a:pt x="4061028" y="482600"/>
                  </a:lnTo>
                  <a:lnTo>
                    <a:pt x="4061028" y="520700"/>
                  </a:lnTo>
                  <a:lnTo>
                    <a:pt x="4061028" y="1003300"/>
                  </a:lnTo>
                  <a:lnTo>
                    <a:pt x="3579672" y="1003300"/>
                  </a:lnTo>
                  <a:lnTo>
                    <a:pt x="3579672" y="520700"/>
                  </a:lnTo>
                  <a:lnTo>
                    <a:pt x="4061028" y="520700"/>
                  </a:lnTo>
                  <a:lnTo>
                    <a:pt x="4061028" y="482600"/>
                  </a:lnTo>
                  <a:lnTo>
                    <a:pt x="3544989" y="482600"/>
                  </a:lnTo>
                  <a:lnTo>
                    <a:pt x="3544989" y="520700"/>
                  </a:lnTo>
                  <a:lnTo>
                    <a:pt x="3544989" y="1003300"/>
                  </a:lnTo>
                  <a:lnTo>
                    <a:pt x="3063646" y="1003300"/>
                  </a:lnTo>
                  <a:lnTo>
                    <a:pt x="3063646" y="520700"/>
                  </a:lnTo>
                  <a:lnTo>
                    <a:pt x="3544989" y="520700"/>
                  </a:lnTo>
                  <a:lnTo>
                    <a:pt x="3544989" y="482600"/>
                  </a:lnTo>
                  <a:lnTo>
                    <a:pt x="3028962" y="482600"/>
                  </a:lnTo>
                  <a:lnTo>
                    <a:pt x="3028962" y="520700"/>
                  </a:lnTo>
                  <a:lnTo>
                    <a:pt x="3028962" y="1003300"/>
                  </a:lnTo>
                  <a:lnTo>
                    <a:pt x="2547620" y="1003300"/>
                  </a:lnTo>
                  <a:lnTo>
                    <a:pt x="2547620" y="520700"/>
                  </a:lnTo>
                  <a:lnTo>
                    <a:pt x="3028962" y="520700"/>
                  </a:lnTo>
                  <a:lnTo>
                    <a:pt x="3028962" y="482600"/>
                  </a:lnTo>
                  <a:lnTo>
                    <a:pt x="2512936" y="482600"/>
                  </a:lnTo>
                  <a:lnTo>
                    <a:pt x="2512936" y="520700"/>
                  </a:lnTo>
                  <a:lnTo>
                    <a:pt x="2512936" y="1003300"/>
                  </a:lnTo>
                  <a:lnTo>
                    <a:pt x="2031593" y="1003300"/>
                  </a:lnTo>
                  <a:lnTo>
                    <a:pt x="2031593" y="520700"/>
                  </a:lnTo>
                  <a:lnTo>
                    <a:pt x="2512936" y="520700"/>
                  </a:lnTo>
                  <a:lnTo>
                    <a:pt x="2512936" y="482600"/>
                  </a:lnTo>
                  <a:lnTo>
                    <a:pt x="1996897" y="482600"/>
                  </a:lnTo>
                  <a:lnTo>
                    <a:pt x="1996897" y="520700"/>
                  </a:lnTo>
                  <a:lnTo>
                    <a:pt x="1996897" y="1003300"/>
                  </a:lnTo>
                  <a:lnTo>
                    <a:pt x="1515567" y="1003300"/>
                  </a:lnTo>
                  <a:lnTo>
                    <a:pt x="1515567" y="520700"/>
                  </a:lnTo>
                  <a:lnTo>
                    <a:pt x="1996897" y="520700"/>
                  </a:lnTo>
                  <a:lnTo>
                    <a:pt x="1996897" y="482600"/>
                  </a:lnTo>
                  <a:lnTo>
                    <a:pt x="1480858" y="482600"/>
                  </a:lnTo>
                  <a:lnTo>
                    <a:pt x="1480858" y="520700"/>
                  </a:lnTo>
                  <a:lnTo>
                    <a:pt x="1480858" y="1003300"/>
                  </a:lnTo>
                  <a:lnTo>
                    <a:pt x="1480858" y="1041400"/>
                  </a:lnTo>
                  <a:lnTo>
                    <a:pt x="1480858" y="1524000"/>
                  </a:lnTo>
                  <a:lnTo>
                    <a:pt x="999528" y="1524000"/>
                  </a:lnTo>
                  <a:lnTo>
                    <a:pt x="999528" y="1041400"/>
                  </a:lnTo>
                  <a:lnTo>
                    <a:pt x="1480858" y="1041400"/>
                  </a:lnTo>
                  <a:lnTo>
                    <a:pt x="1480858" y="1003300"/>
                  </a:lnTo>
                  <a:lnTo>
                    <a:pt x="999528" y="1003300"/>
                  </a:lnTo>
                  <a:lnTo>
                    <a:pt x="999528" y="520700"/>
                  </a:lnTo>
                  <a:lnTo>
                    <a:pt x="1480858" y="520700"/>
                  </a:lnTo>
                  <a:lnTo>
                    <a:pt x="1480858" y="482600"/>
                  </a:lnTo>
                  <a:lnTo>
                    <a:pt x="964831" y="482600"/>
                  </a:lnTo>
                  <a:lnTo>
                    <a:pt x="964831" y="520700"/>
                  </a:lnTo>
                  <a:lnTo>
                    <a:pt x="964831" y="1003300"/>
                  </a:lnTo>
                  <a:lnTo>
                    <a:pt x="964831" y="1041400"/>
                  </a:lnTo>
                  <a:lnTo>
                    <a:pt x="964831" y="1524000"/>
                  </a:lnTo>
                  <a:lnTo>
                    <a:pt x="483501" y="1524000"/>
                  </a:lnTo>
                  <a:lnTo>
                    <a:pt x="483501" y="1041400"/>
                  </a:lnTo>
                  <a:lnTo>
                    <a:pt x="964831" y="1041400"/>
                  </a:lnTo>
                  <a:lnTo>
                    <a:pt x="964831" y="1003300"/>
                  </a:lnTo>
                  <a:lnTo>
                    <a:pt x="483501" y="1003300"/>
                  </a:lnTo>
                  <a:lnTo>
                    <a:pt x="483501" y="520700"/>
                  </a:lnTo>
                  <a:lnTo>
                    <a:pt x="964831" y="520700"/>
                  </a:lnTo>
                  <a:lnTo>
                    <a:pt x="964831" y="482600"/>
                  </a:lnTo>
                  <a:lnTo>
                    <a:pt x="483501" y="482600"/>
                  </a:lnTo>
                  <a:lnTo>
                    <a:pt x="483501" y="0"/>
                  </a:lnTo>
                  <a:lnTo>
                    <a:pt x="448805" y="0"/>
                  </a:lnTo>
                  <a:lnTo>
                    <a:pt x="448805" y="482600"/>
                  </a:lnTo>
                  <a:lnTo>
                    <a:pt x="0" y="482600"/>
                  </a:lnTo>
                  <a:lnTo>
                    <a:pt x="0" y="520700"/>
                  </a:lnTo>
                  <a:lnTo>
                    <a:pt x="448805" y="520700"/>
                  </a:lnTo>
                  <a:lnTo>
                    <a:pt x="448805" y="1003300"/>
                  </a:lnTo>
                  <a:lnTo>
                    <a:pt x="0" y="1003300"/>
                  </a:lnTo>
                  <a:lnTo>
                    <a:pt x="0" y="1041400"/>
                  </a:lnTo>
                  <a:lnTo>
                    <a:pt x="448805" y="1041400"/>
                  </a:lnTo>
                  <a:lnTo>
                    <a:pt x="448805" y="1524000"/>
                  </a:lnTo>
                  <a:lnTo>
                    <a:pt x="0" y="1524000"/>
                  </a:lnTo>
                  <a:lnTo>
                    <a:pt x="0" y="1549400"/>
                  </a:lnTo>
                  <a:lnTo>
                    <a:pt x="448805" y="1549400"/>
                  </a:lnTo>
                  <a:lnTo>
                    <a:pt x="448805" y="2032000"/>
                  </a:lnTo>
                  <a:lnTo>
                    <a:pt x="483501" y="2032000"/>
                  </a:lnTo>
                  <a:lnTo>
                    <a:pt x="483501" y="1549400"/>
                  </a:lnTo>
                  <a:lnTo>
                    <a:pt x="964844" y="1549400"/>
                  </a:lnTo>
                  <a:lnTo>
                    <a:pt x="964844" y="2032000"/>
                  </a:lnTo>
                  <a:lnTo>
                    <a:pt x="999528" y="2032000"/>
                  </a:lnTo>
                  <a:lnTo>
                    <a:pt x="999528" y="1549400"/>
                  </a:lnTo>
                  <a:lnTo>
                    <a:pt x="1480870" y="1549400"/>
                  </a:lnTo>
                  <a:lnTo>
                    <a:pt x="1480870" y="2032000"/>
                  </a:lnTo>
                  <a:lnTo>
                    <a:pt x="1515567" y="2032000"/>
                  </a:lnTo>
                  <a:lnTo>
                    <a:pt x="1515567" y="1549400"/>
                  </a:lnTo>
                  <a:lnTo>
                    <a:pt x="1742592" y="1549400"/>
                  </a:lnTo>
                  <a:lnTo>
                    <a:pt x="1742592" y="1524000"/>
                  </a:lnTo>
                  <a:lnTo>
                    <a:pt x="1515567" y="1524000"/>
                  </a:lnTo>
                  <a:lnTo>
                    <a:pt x="1515567" y="1041400"/>
                  </a:lnTo>
                  <a:lnTo>
                    <a:pt x="1996897" y="1041400"/>
                  </a:lnTo>
                  <a:lnTo>
                    <a:pt x="1996897" y="1361909"/>
                  </a:lnTo>
                  <a:lnTo>
                    <a:pt x="2031593" y="1361909"/>
                  </a:lnTo>
                  <a:lnTo>
                    <a:pt x="2031593" y="1041400"/>
                  </a:lnTo>
                  <a:lnTo>
                    <a:pt x="2512936" y="1041400"/>
                  </a:lnTo>
                  <a:lnTo>
                    <a:pt x="2512936" y="1361909"/>
                  </a:lnTo>
                  <a:lnTo>
                    <a:pt x="2547620" y="1361909"/>
                  </a:lnTo>
                  <a:lnTo>
                    <a:pt x="2547620" y="1041400"/>
                  </a:lnTo>
                  <a:lnTo>
                    <a:pt x="3028962" y="1041400"/>
                  </a:lnTo>
                  <a:lnTo>
                    <a:pt x="3028962" y="1361909"/>
                  </a:lnTo>
                  <a:lnTo>
                    <a:pt x="3063646" y="1361909"/>
                  </a:lnTo>
                  <a:lnTo>
                    <a:pt x="3063646" y="1041400"/>
                  </a:lnTo>
                  <a:lnTo>
                    <a:pt x="3544989" y="1041400"/>
                  </a:lnTo>
                  <a:lnTo>
                    <a:pt x="3544989" y="1361909"/>
                  </a:lnTo>
                  <a:lnTo>
                    <a:pt x="3579672" y="1361909"/>
                  </a:lnTo>
                  <a:lnTo>
                    <a:pt x="3579672" y="1041400"/>
                  </a:lnTo>
                  <a:lnTo>
                    <a:pt x="4061028" y="1041400"/>
                  </a:lnTo>
                  <a:lnTo>
                    <a:pt x="4061028" y="1361909"/>
                  </a:lnTo>
                  <a:lnTo>
                    <a:pt x="4095712" y="1361909"/>
                  </a:lnTo>
                  <a:lnTo>
                    <a:pt x="4095712" y="1041400"/>
                  </a:lnTo>
                  <a:lnTo>
                    <a:pt x="4577054" y="1041400"/>
                  </a:lnTo>
                  <a:lnTo>
                    <a:pt x="4577054" y="1524000"/>
                  </a:lnTo>
                  <a:lnTo>
                    <a:pt x="4226865" y="1524000"/>
                  </a:lnTo>
                  <a:lnTo>
                    <a:pt x="4226865" y="1549400"/>
                  </a:lnTo>
                  <a:lnTo>
                    <a:pt x="4577054" y="1549400"/>
                  </a:lnTo>
                  <a:lnTo>
                    <a:pt x="4577054" y="2032000"/>
                  </a:lnTo>
                  <a:lnTo>
                    <a:pt x="4611751" y="2032000"/>
                  </a:lnTo>
                  <a:lnTo>
                    <a:pt x="4611751" y="1549400"/>
                  </a:lnTo>
                  <a:lnTo>
                    <a:pt x="5093081" y="1549400"/>
                  </a:lnTo>
                  <a:lnTo>
                    <a:pt x="5093081" y="2032000"/>
                  </a:lnTo>
                  <a:lnTo>
                    <a:pt x="5127777" y="2032000"/>
                  </a:lnTo>
                  <a:lnTo>
                    <a:pt x="5127777" y="1549400"/>
                  </a:lnTo>
                  <a:lnTo>
                    <a:pt x="5609107" y="1549400"/>
                  </a:lnTo>
                  <a:lnTo>
                    <a:pt x="5609107" y="2032000"/>
                  </a:lnTo>
                  <a:lnTo>
                    <a:pt x="5643804" y="2032000"/>
                  </a:lnTo>
                  <a:lnTo>
                    <a:pt x="5643804" y="1549400"/>
                  </a:lnTo>
                  <a:lnTo>
                    <a:pt x="6125146" y="1549400"/>
                  </a:lnTo>
                  <a:lnTo>
                    <a:pt x="6125146" y="2032000"/>
                  </a:lnTo>
                  <a:lnTo>
                    <a:pt x="6159843" y="2032000"/>
                  </a:lnTo>
                  <a:lnTo>
                    <a:pt x="6159843" y="1549400"/>
                  </a:lnTo>
                  <a:lnTo>
                    <a:pt x="6641173" y="1549400"/>
                  </a:lnTo>
                  <a:lnTo>
                    <a:pt x="6641173" y="2032000"/>
                  </a:lnTo>
                  <a:lnTo>
                    <a:pt x="6675869" y="2032000"/>
                  </a:lnTo>
                  <a:lnTo>
                    <a:pt x="6675869" y="1549400"/>
                  </a:lnTo>
                  <a:lnTo>
                    <a:pt x="7157212" y="1549400"/>
                  </a:lnTo>
                  <a:lnTo>
                    <a:pt x="7157212" y="2032000"/>
                  </a:lnTo>
                  <a:lnTo>
                    <a:pt x="7191896" y="2032000"/>
                  </a:lnTo>
                  <a:lnTo>
                    <a:pt x="7191896" y="1549400"/>
                  </a:lnTo>
                  <a:lnTo>
                    <a:pt x="7673238" y="1549400"/>
                  </a:lnTo>
                  <a:lnTo>
                    <a:pt x="7673238" y="2032000"/>
                  </a:lnTo>
                  <a:lnTo>
                    <a:pt x="7707935" y="2032000"/>
                  </a:lnTo>
                  <a:lnTo>
                    <a:pt x="7707935" y="1549400"/>
                  </a:lnTo>
                  <a:lnTo>
                    <a:pt x="8189277" y="1549400"/>
                  </a:lnTo>
                  <a:lnTo>
                    <a:pt x="8189277" y="2032000"/>
                  </a:lnTo>
                  <a:lnTo>
                    <a:pt x="8223961" y="2032000"/>
                  </a:lnTo>
                  <a:lnTo>
                    <a:pt x="8223961" y="1549400"/>
                  </a:lnTo>
                  <a:lnTo>
                    <a:pt x="8705304" y="1549400"/>
                  </a:lnTo>
                  <a:lnTo>
                    <a:pt x="8705304" y="2032000"/>
                  </a:lnTo>
                  <a:lnTo>
                    <a:pt x="8739988" y="2032000"/>
                  </a:lnTo>
                  <a:lnTo>
                    <a:pt x="8739988" y="1549400"/>
                  </a:lnTo>
                  <a:lnTo>
                    <a:pt x="9221330" y="1549400"/>
                  </a:lnTo>
                  <a:lnTo>
                    <a:pt x="9221330" y="2032000"/>
                  </a:lnTo>
                  <a:lnTo>
                    <a:pt x="9256014" y="2032000"/>
                  </a:lnTo>
                  <a:lnTo>
                    <a:pt x="9256014" y="1549400"/>
                  </a:lnTo>
                  <a:lnTo>
                    <a:pt x="9737369" y="1549400"/>
                  </a:lnTo>
                  <a:lnTo>
                    <a:pt x="9737369" y="2032000"/>
                  </a:lnTo>
                  <a:lnTo>
                    <a:pt x="9772053" y="2032000"/>
                  </a:lnTo>
                  <a:lnTo>
                    <a:pt x="9772053" y="1549400"/>
                  </a:lnTo>
                  <a:lnTo>
                    <a:pt x="10253396" y="1549400"/>
                  </a:lnTo>
                  <a:lnTo>
                    <a:pt x="10253396" y="2032000"/>
                  </a:lnTo>
                  <a:lnTo>
                    <a:pt x="10288092" y="2032000"/>
                  </a:lnTo>
                  <a:lnTo>
                    <a:pt x="10288092" y="1549400"/>
                  </a:lnTo>
                  <a:lnTo>
                    <a:pt x="10769422" y="1549400"/>
                  </a:lnTo>
                  <a:lnTo>
                    <a:pt x="10769422" y="2032000"/>
                  </a:lnTo>
                  <a:lnTo>
                    <a:pt x="10804119" y="2032000"/>
                  </a:lnTo>
                  <a:lnTo>
                    <a:pt x="10804119" y="1549400"/>
                  </a:lnTo>
                  <a:lnTo>
                    <a:pt x="11285449" y="1549400"/>
                  </a:lnTo>
                  <a:lnTo>
                    <a:pt x="11285449" y="2032000"/>
                  </a:lnTo>
                  <a:lnTo>
                    <a:pt x="11320158" y="2032000"/>
                  </a:lnTo>
                  <a:lnTo>
                    <a:pt x="11320158" y="1549400"/>
                  </a:lnTo>
                  <a:lnTo>
                    <a:pt x="11801488" y="1549400"/>
                  </a:lnTo>
                  <a:lnTo>
                    <a:pt x="11801488" y="1524000"/>
                  </a:lnTo>
                  <a:lnTo>
                    <a:pt x="11320158" y="1524000"/>
                  </a:lnTo>
                  <a:lnTo>
                    <a:pt x="11320158" y="1041400"/>
                  </a:lnTo>
                  <a:lnTo>
                    <a:pt x="11801488" y="1041400"/>
                  </a:lnTo>
                  <a:lnTo>
                    <a:pt x="11801488" y="1003300"/>
                  </a:lnTo>
                  <a:lnTo>
                    <a:pt x="11320158" y="1003300"/>
                  </a:lnTo>
                  <a:lnTo>
                    <a:pt x="11320158" y="520700"/>
                  </a:lnTo>
                  <a:lnTo>
                    <a:pt x="11801488" y="520700"/>
                  </a:lnTo>
                  <a:lnTo>
                    <a:pt x="11801488" y="48260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48805" y="6834930"/>
              <a:ext cx="10871835" cy="482600"/>
            </a:xfrm>
            <a:custGeom>
              <a:avLst/>
              <a:gdLst/>
              <a:ahLst/>
              <a:cxnLst/>
              <a:rect l="l" t="t" r="r" b="b"/>
              <a:pathLst>
                <a:path w="10871835" h="482600">
                  <a:moveTo>
                    <a:pt x="34696" y="0"/>
                  </a:moveTo>
                  <a:lnTo>
                    <a:pt x="0" y="0"/>
                  </a:lnTo>
                  <a:lnTo>
                    <a:pt x="0" y="482600"/>
                  </a:lnTo>
                  <a:lnTo>
                    <a:pt x="34696" y="482600"/>
                  </a:lnTo>
                  <a:lnTo>
                    <a:pt x="34696" y="0"/>
                  </a:lnTo>
                  <a:close/>
                </a:path>
                <a:path w="10871835" h="482600">
                  <a:moveTo>
                    <a:pt x="550722" y="0"/>
                  </a:moveTo>
                  <a:lnTo>
                    <a:pt x="516039" y="0"/>
                  </a:lnTo>
                  <a:lnTo>
                    <a:pt x="516039" y="482600"/>
                  </a:lnTo>
                  <a:lnTo>
                    <a:pt x="550722" y="482600"/>
                  </a:lnTo>
                  <a:lnTo>
                    <a:pt x="550722" y="0"/>
                  </a:lnTo>
                  <a:close/>
                </a:path>
                <a:path w="10871835" h="482600">
                  <a:moveTo>
                    <a:pt x="1066761" y="0"/>
                  </a:moveTo>
                  <a:lnTo>
                    <a:pt x="1032065" y="0"/>
                  </a:lnTo>
                  <a:lnTo>
                    <a:pt x="1032065" y="482600"/>
                  </a:lnTo>
                  <a:lnTo>
                    <a:pt x="1066761" y="482600"/>
                  </a:lnTo>
                  <a:lnTo>
                    <a:pt x="1066761" y="0"/>
                  </a:lnTo>
                  <a:close/>
                </a:path>
                <a:path w="10871835" h="482600">
                  <a:moveTo>
                    <a:pt x="1582788" y="0"/>
                  </a:moveTo>
                  <a:lnTo>
                    <a:pt x="1548091" y="0"/>
                  </a:lnTo>
                  <a:lnTo>
                    <a:pt x="1548091" y="482600"/>
                  </a:lnTo>
                  <a:lnTo>
                    <a:pt x="1582788" y="482600"/>
                  </a:lnTo>
                  <a:lnTo>
                    <a:pt x="1582788" y="0"/>
                  </a:lnTo>
                  <a:close/>
                </a:path>
                <a:path w="10871835" h="482600">
                  <a:moveTo>
                    <a:pt x="2098814" y="0"/>
                  </a:moveTo>
                  <a:lnTo>
                    <a:pt x="2064131" y="0"/>
                  </a:lnTo>
                  <a:lnTo>
                    <a:pt x="2064131" y="482600"/>
                  </a:lnTo>
                  <a:lnTo>
                    <a:pt x="2098814" y="482600"/>
                  </a:lnTo>
                  <a:lnTo>
                    <a:pt x="2098814" y="0"/>
                  </a:lnTo>
                  <a:close/>
                </a:path>
                <a:path w="10871835" h="482600">
                  <a:moveTo>
                    <a:pt x="2614841" y="0"/>
                  </a:moveTo>
                  <a:lnTo>
                    <a:pt x="2580157" y="0"/>
                  </a:lnTo>
                  <a:lnTo>
                    <a:pt x="2580157" y="482600"/>
                  </a:lnTo>
                  <a:lnTo>
                    <a:pt x="2614841" y="482600"/>
                  </a:lnTo>
                  <a:lnTo>
                    <a:pt x="2614841" y="0"/>
                  </a:lnTo>
                  <a:close/>
                </a:path>
                <a:path w="10871835" h="482600">
                  <a:moveTo>
                    <a:pt x="3130867" y="0"/>
                  </a:moveTo>
                  <a:lnTo>
                    <a:pt x="3096183" y="0"/>
                  </a:lnTo>
                  <a:lnTo>
                    <a:pt x="3096183" y="482600"/>
                  </a:lnTo>
                  <a:lnTo>
                    <a:pt x="3130867" y="482600"/>
                  </a:lnTo>
                  <a:lnTo>
                    <a:pt x="3130867" y="0"/>
                  </a:lnTo>
                  <a:close/>
                </a:path>
                <a:path w="10871835" h="482600">
                  <a:moveTo>
                    <a:pt x="3646906" y="0"/>
                  </a:moveTo>
                  <a:lnTo>
                    <a:pt x="3612223" y="0"/>
                  </a:lnTo>
                  <a:lnTo>
                    <a:pt x="3612223" y="482600"/>
                  </a:lnTo>
                  <a:lnTo>
                    <a:pt x="3646906" y="482600"/>
                  </a:lnTo>
                  <a:lnTo>
                    <a:pt x="3646906" y="0"/>
                  </a:lnTo>
                  <a:close/>
                </a:path>
                <a:path w="10871835" h="482600">
                  <a:moveTo>
                    <a:pt x="4162945" y="0"/>
                  </a:moveTo>
                  <a:lnTo>
                    <a:pt x="4128249" y="0"/>
                  </a:lnTo>
                  <a:lnTo>
                    <a:pt x="4128249" y="482600"/>
                  </a:lnTo>
                  <a:lnTo>
                    <a:pt x="4162945" y="482600"/>
                  </a:lnTo>
                  <a:lnTo>
                    <a:pt x="4162945" y="0"/>
                  </a:lnTo>
                  <a:close/>
                </a:path>
                <a:path w="10871835" h="482600">
                  <a:moveTo>
                    <a:pt x="4678972" y="0"/>
                  </a:moveTo>
                  <a:lnTo>
                    <a:pt x="4644275" y="0"/>
                  </a:lnTo>
                  <a:lnTo>
                    <a:pt x="4644275" y="482600"/>
                  </a:lnTo>
                  <a:lnTo>
                    <a:pt x="4678972" y="482600"/>
                  </a:lnTo>
                  <a:lnTo>
                    <a:pt x="4678972" y="0"/>
                  </a:lnTo>
                  <a:close/>
                </a:path>
                <a:path w="10871835" h="482600">
                  <a:moveTo>
                    <a:pt x="5194998" y="0"/>
                  </a:moveTo>
                  <a:lnTo>
                    <a:pt x="5160302" y="0"/>
                  </a:lnTo>
                  <a:lnTo>
                    <a:pt x="5160302" y="482600"/>
                  </a:lnTo>
                  <a:lnTo>
                    <a:pt x="5194998" y="482600"/>
                  </a:lnTo>
                  <a:lnTo>
                    <a:pt x="5194998" y="0"/>
                  </a:lnTo>
                  <a:close/>
                </a:path>
                <a:path w="10871835" h="482600">
                  <a:moveTo>
                    <a:pt x="5711037" y="0"/>
                  </a:moveTo>
                  <a:lnTo>
                    <a:pt x="5676341" y="0"/>
                  </a:lnTo>
                  <a:lnTo>
                    <a:pt x="5676341" y="482600"/>
                  </a:lnTo>
                  <a:lnTo>
                    <a:pt x="5711037" y="482600"/>
                  </a:lnTo>
                  <a:lnTo>
                    <a:pt x="5711037" y="0"/>
                  </a:lnTo>
                  <a:close/>
                </a:path>
                <a:path w="10871835" h="482600">
                  <a:moveTo>
                    <a:pt x="6227064" y="0"/>
                  </a:moveTo>
                  <a:lnTo>
                    <a:pt x="6192367" y="0"/>
                  </a:lnTo>
                  <a:lnTo>
                    <a:pt x="6192367" y="482600"/>
                  </a:lnTo>
                  <a:lnTo>
                    <a:pt x="6227064" y="482600"/>
                  </a:lnTo>
                  <a:lnTo>
                    <a:pt x="6227064" y="0"/>
                  </a:lnTo>
                  <a:close/>
                </a:path>
                <a:path w="10871835" h="482600">
                  <a:moveTo>
                    <a:pt x="6743090" y="0"/>
                  </a:moveTo>
                  <a:lnTo>
                    <a:pt x="6708407" y="0"/>
                  </a:lnTo>
                  <a:lnTo>
                    <a:pt x="6708407" y="482600"/>
                  </a:lnTo>
                  <a:lnTo>
                    <a:pt x="6743090" y="482600"/>
                  </a:lnTo>
                  <a:lnTo>
                    <a:pt x="6743090" y="0"/>
                  </a:lnTo>
                  <a:close/>
                </a:path>
                <a:path w="10871835" h="482600">
                  <a:moveTo>
                    <a:pt x="7259129" y="0"/>
                  </a:moveTo>
                  <a:lnTo>
                    <a:pt x="7224433" y="0"/>
                  </a:lnTo>
                  <a:lnTo>
                    <a:pt x="7224433" y="482600"/>
                  </a:lnTo>
                  <a:lnTo>
                    <a:pt x="7259129" y="482600"/>
                  </a:lnTo>
                  <a:lnTo>
                    <a:pt x="7259129" y="0"/>
                  </a:lnTo>
                  <a:close/>
                </a:path>
                <a:path w="10871835" h="482600">
                  <a:moveTo>
                    <a:pt x="7775156" y="0"/>
                  </a:moveTo>
                  <a:lnTo>
                    <a:pt x="7740472" y="0"/>
                  </a:lnTo>
                  <a:lnTo>
                    <a:pt x="7740472" y="482600"/>
                  </a:lnTo>
                  <a:lnTo>
                    <a:pt x="7775156" y="482600"/>
                  </a:lnTo>
                  <a:lnTo>
                    <a:pt x="7775156" y="0"/>
                  </a:lnTo>
                  <a:close/>
                </a:path>
                <a:path w="10871835" h="482600">
                  <a:moveTo>
                    <a:pt x="8291182" y="0"/>
                  </a:moveTo>
                  <a:lnTo>
                    <a:pt x="8256498" y="0"/>
                  </a:lnTo>
                  <a:lnTo>
                    <a:pt x="8256498" y="482600"/>
                  </a:lnTo>
                  <a:lnTo>
                    <a:pt x="8291182" y="482600"/>
                  </a:lnTo>
                  <a:lnTo>
                    <a:pt x="8291182" y="0"/>
                  </a:lnTo>
                  <a:close/>
                </a:path>
                <a:path w="10871835" h="482600">
                  <a:moveTo>
                    <a:pt x="8807209" y="0"/>
                  </a:moveTo>
                  <a:lnTo>
                    <a:pt x="8772525" y="0"/>
                  </a:lnTo>
                  <a:lnTo>
                    <a:pt x="8772525" y="482600"/>
                  </a:lnTo>
                  <a:lnTo>
                    <a:pt x="8807209" y="482600"/>
                  </a:lnTo>
                  <a:lnTo>
                    <a:pt x="8807209" y="0"/>
                  </a:lnTo>
                  <a:close/>
                </a:path>
                <a:path w="10871835" h="482600">
                  <a:moveTo>
                    <a:pt x="9323248" y="0"/>
                  </a:moveTo>
                  <a:lnTo>
                    <a:pt x="9288564" y="0"/>
                  </a:lnTo>
                  <a:lnTo>
                    <a:pt x="9288564" y="482600"/>
                  </a:lnTo>
                  <a:lnTo>
                    <a:pt x="9323248" y="482600"/>
                  </a:lnTo>
                  <a:lnTo>
                    <a:pt x="9323248" y="0"/>
                  </a:lnTo>
                  <a:close/>
                </a:path>
                <a:path w="10871835" h="482600">
                  <a:moveTo>
                    <a:pt x="9839287" y="0"/>
                  </a:moveTo>
                  <a:lnTo>
                    <a:pt x="9804590" y="0"/>
                  </a:lnTo>
                  <a:lnTo>
                    <a:pt x="9804590" y="482600"/>
                  </a:lnTo>
                  <a:lnTo>
                    <a:pt x="9839287" y="482600"/>
                  </a:lnTo>
                  <a:lnTo>
                    <a:pt x="9839287" y="0"/>
                  </a:lnTo>
                  <a:close/>
                </a:path>
                <a:path w="10871835" h="482600">
                  <a:moveTo>
                    <a:pt x="10355313" y="0"/>
                  </a:moveTo>
                  <a:lnTo>
                    <a:pt x="10320617" y="0"/>
                  </a:lnTo>
                  <a:lnTo>
                    <a:pt x="10320617" y="482600"/>
                  </a:lnTo>
                  <a:lnTo>
                    <a:pt x="10355313" y="482600"/>
                  </a:lnTo>
                  <a:lnTo>
                    <a:pt x="10355313" y="0"/>
                  </a:lnTo>
                  <a:close/>
                </a:path>
                <a:path w="10871835" h="482600">
                  <a:moveTo>
                    <a:pt x="10871352" y="0"/>
                  </a:moveTo>
                  <a:lnTo>
                    <a:pt x="10836643" y="0"/>
                  </a:lnTo>
                  <a:lnTo>
                    <a:pt x="10836643" y="482600"/>
                  </a:lnTo>
                  <a:lnTo>
                    <a:pt x="10871352" y="482600"/>
                  </a:lnTo>
                  <a:lnTo>
                    <a:pt x="10871352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78448" y="1430323"/>
              <a:ext cx="6384290" cy="4862195"/>
            </a:xfrm>
            <a:custGeom>
              <a:avLst/>
              <a:gdLst/>
              <a:ahLst/>
              <a:cxnLst/>
              <a:rect l="l" t="t" r="r" b="b"/>
              <a:pathLst>
                <a:path w="6384290" h="4862195">
                  <a:moveTo>
                    <a:pt x="6383732" y="0"/>
                  </a:moveTo>
                  <a:lnTo>
                    <a:pt x="0" y="0"/>
                  </a:lnTo>
                  <a:lnTo>
                    <a:pt x="0" y="4861977"/>
                  </a:lnTo>
                  <a:lnTo>
                    <a:pt x="6383732" y="4861977"/>
                  </a:lnTo>
                  <a:lnTo>
                    <a:pt x="63837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17879" y="1578967"/>
              <a:ext cx="6105525" cy="4563110"/>
            </a:xfrm>
            <a:custGeom>
              <a:avLst/>
              <a:gdLst/>
              <a:ahLst/>
              <a:cxnLst/>
              <a:rect l="l" t="t" r="r" b="b"/>
              <a:pathLst>
                <a:path w="6105525" h="4563110">
                  <a:moveTo>
                    <a:pt x="6105049" y="0"/>
                  </a:moveTo>
                  <a:lnTo>
                    <a:pt x="0" y="0"/>
                  </a:lnTo>
                  <a:lnTo>
                    <a:pt x="0" y="4562824"/>
                  </a:lnTo>
                  <a:lnTo>
                    <a:pt x="6105049" y="4562824"/>
                  </a:lnTo>
                  <a:lnTo>
                    <a:pt x="6105049" y="0"/>
                  </a:lnTo>
                  <a:close/>
                </a:path>
              </a:pathLst>
            </a:custGeom>
            <a:solidFill>
              <a:srgbClr val="B8E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317873" y="1578971"/>
              <a:ext cx="6105525" cy="4563110"/>
            </a:xfrm>
            <a:custGeom>
              <a:avLst/>
              <a:gdLst/>
              <a:ahLst/>
              <a:cxnLst/>
              <a:rect l="l" t="t" r="r" b="b"/>
              <a:pathLst>
                <a:path w="6105525" h="4563110">
                  <a:moveTo>
                    <a:pt x="6105042" y="4562830"/>
                  </a:moveTo>
                  <a:lnTo>
                    <a:pt x="2110752" y="0"/>
                  </a:lnTo>
                  <a:lnTo>
                    <a:pt x="0" y="0"/>
                  </a:lnTo>
                  <a:lnTo>
                    <a:pt x="3764343" y="4562830"/>
                  </a:lnTo>
                  <a:lnTo>
                    <a:pt x="6105042" y="4562830"/>
                  </a:lnTo>
                  <a:close/>
                </a:path>
                <a:path w="6105525" h="4563110">
                  <a:moveTo>
                    <a:pt x="6105042" y="0"/>
                  </a:moveTo>
                  <a:lnTo>
                    <a:pt x="3421977" y="0"/>
                  </a:lnTo>
                  <a:lnTo>
                    <a:pt x="6105042" y="3062440"/>
                  </a:lnTo>
                  <a:lnTo>
                    <a:pt x="6105042" y="0"/>
                  </a:lnTo>
                  <a:close/>
                </a:path>
              </a:pathLst>
            </a:custGeom>
            <a:solidFill>
              <a:srgbClr val="C8ECFF">
                <a:alpha val="5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81722" y="1578984"/>
              <a:ext cx="58419" cy="4642485"/>
            </a:xfrm>
            <a:custGeom>
              <a:avLst/>
              <a:gdLst/>
              <a:ahLst/>
              <a:cxnLst/>
              <a:rect l="l" t="t" r="r" b="b"/>
              <a:pathLst>
                <a:path w="58420" h="4642485">
                  <a:moveTo>
                    <a:pt x="58115" y="472338"/>
                  </a:moveTo>
                  <a:lnTo>
                    <a:pt x="0" y="472338"/>
                  </a:lnTo>
                  <a:lnTo>
                    <a:pt x="0" y="4642066"/>
                  </a:lnTo>
                  <a:lnTo>
                    <a:pt x="58115" y="4642066"/>
                  </a:lnTo>
                  <a:lnTo>
                    <a:pt x="58115" y="472338"/>
                  </a:lnTo>
                  <a:close/>
                </a:path>
                <a:path w="58420" h="4642485">
                  <a:moveTo>
                    <a:pt x="58115" y="0"/>
                  </a:moveTo>
                  <a:lnTo>
                    <a:pt x="0" y="0"/>
                  </a:lnTo>
                  <a:lnTo>
                    <a:pt x="0" y="126326"/>
                  </a:lnTo>
                  <a:lnTo>
                    <a:pt x="58115" y="126326"/>
                  </a:lnTo>
                  <a:lnTo>
                    <a:pt x="581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377089" y="1430321"/>
              <a:ext cx="1085850" cy="5563235"/>
            </a:xfrm>
            <a:custGeom>
              <a:avLst/>
              <a:gdLst/>
              <a:ahLst/>
              <a:cxnLst/>
              <a:rect l="l" t="t" r="r" b="b"/>
              <a:pathLst>
                <a:path w="1085850" h="5563234">
                  <a:moveTo>
                    <a:pt x="1085537" y="0"/>
                  </a:moveTo>
                  <a:lnTo>
                    <a:pt x="0" y="0"/>
                  </a:lnTo>
                  <a:lnTo>
                    <a:pt x="0" y="5530972"/>
                  </a:lnTo>
                  <a:lnTo>
                    <a:pt x="2505" y="5543384"/>
                  </a:lnTo>
                  <a:lnTo>
                    <a:pt x="9337" y="5553519"/>
                  </a:lnTo>
                  <a:lnTo>
                    <a:pt x="19471" y="5560351"/>
                  </a:lnTo>
                  <a:lnTo>
                    <a:pt x="31883" y="5562856"/>
                  </a:lnTo>
                  <a:lnTo>
                    <a:pt x="1053653" y="5562856"/>
                  </a:lnTo>
                  <a:lnTo>
                    <a:pt x="1066061" y="5560351"/>
                  </a:lnTo>
                  <a:lnTo>
                    <a:pt x="1076196" y="5553519"/>
                  </a:lnTo>
                  <a:lnTo>
                    <a:pt x="1083030" y="5543384"/>
                  </a:lnTo>
                  <a:lnTo>
                    <a:pt x="1085537" y="5530972"/>
                  </a:lnTo>
                  <a:lnTo>
                    <a:pt x="108553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628620" y="1430330"/>
              <a:ext cx="720725" cy="5563235"/>
            </a:xfrm>
            <a:custGeom>
              <a:avLst/>
              <a:gdLst/>
              <a:ahLst/>
              <a:cxnLst/>
              <a:rect l="l" t="t" r="r" b="b"/>
              <a:pathLst>
                <a:path w="720725" h="5563234">
                  <a:moveTo>
                    <a:pt x="20091" y="0"/>
                  </a:moveTo>
                  <a:lnTo>
                    <a:pt x="0" y="0"/>
                  </a:lnTo>
                  <a:lnTo>
                    <a:pt x="0" y="5562854"/>
                  </a:lnTo>
                  <a:lnTo>
                    <a:pt x="20091" y="5562854"/>
                  </a:lnTo>
                  <a:lnTo>
                    <a:pt x="20091" y="0"/>
                  </a:lnTo>
                  <a:close/>
                </a:path>
                <a:path w="720725" h="5563234">
                  <a:moveTo>
                    <a:pt x="203149" y="0"/>
                  </a:moveTo>
                  <a:lnTo>
                    <a:pt x="183057" y="0"/>
                  </a:lnTo>
                  <a:lnTo>
                    <a:pt x="183057" y="5562854"/>
                  </a:lnTo>
                  <a:lnTo>
                    <a:pt x="203149" y="5562854"/>
                  </a:lnTo>
                  <a:lnTo>
                    <a:pt x="203149" y="0"/>
                  </a:lnTo>
                  <a:close/>
                </a:path>
                <a:path w="720725" h="5563234">
                  <a:moveTo>
                    <a:pt x="376034" y="0"/>
                  </a:moveTo>
                  <a:lnTo>
                    <a:pt x="355942" y="0"/>
                  </a:lnTo>
                  <a:lnTo>
                    <a:pt x="355942" y="5562854"/>
                  </a:lnTo>
                  <a:lnTo>
                    <a:pt x="376034" y="5562854"/>
                  </a:lnTo>
                  <a:lnTo>
                    <a:pt x="376034" y="0"/>
                  </a:lnTo>
                  <a:close/>
                </a:path>
                <a:path w="720725" h="5563234">
                  <a:moveTo>
                    <a:pt x="547293" y="0"/>
                  </a:moveTo>
                  <a:lnTo>
                    <a:pt x="527202" y="0"/>
                  </a:lnTo>
                  <a:lnTo>
                    <a:pt x="527202" y="5562854"/>
                  </a:lnTo>
                  <a:lnTo>
                    <a:pt x="547293" y="5562854"/>
                  </a:lnTo>
                  <a:lnTo>
                    <a:pt x="547293" y="0"/>
                  </a:lnTo>
                  <a:close/>
                </a:path>
                <a:path w="720725" h="5563234">
                  <a:moveTo>
                    <a:pt x="720178" y="0"/>
                  </a:moveTo>
                  <a:lnTo>
                    <a:pt x="700087" y="0"/>
                  </a:lnTo>
                  <a:lnTo>
                    <a:pt x="700087" y="5562854"/>
                  </a:lnTo>
                  <a:lnTo>
                    <a:pt x="720178" y="5562854"/>
                  </a:lnTo>
                  <a:lnTo>
                    <a:pt x="720178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1337225" y="1430323"/>
              <a:ext cx="6384290" cy="4862195"/>
            </a:xfrm>
            <a:custGeom>
              <a:avLst/>
              <a:gdLst/>
              <a:ahLst/>
              <a:cxnLst/>
              <a:rect l="l" t="t" r="r" b="b"/>
              <a:pathLst>
                <a:path w="6384290" h="4862195">
                  <a:moveTo>
                    <a:pt x="6383732" y="0"/>
                  </a:moveTo>
                  <a:lnTo>
                    <a:pt x="0" y="0"/>
                  </a:lnTo>
                  <a:lnTo>
                    <a:pt x="0" y="4861977"/>
                  </a:lnTo>
                  <a:lnTo>
                    <a:pt x="6383732" y="4861977"/>
                  </a:lnTo>
                  <a:lnTo>
                    <a:pt x="63837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1476656" y="1578967"/>
              <a:ext cx="6105525" cy="4563110"/>
            </a:xfrm>
            <a:custGeom>
              <a:avLst/>
              <a:gdLst/>
              <a:ahLst/>
              <a:cxnLst/>
              <a:rect l="l" t="t" r="r" b="b"/>
              <a:pathLst>
                <a:path w="6105525" h="4563110">
                  <a:moveTo>
                    <a:pt x="6105049" y="0"/>
                  </a:moveTo>
                  <a:lnTo>
                    <a:pt x="0" y="0"/>
                  </a:lnTo>
                  <a:lnTo>
                    <a:pt x="0" y="4562824"/>
                  </a:lnTo>
                  <a:lnTo>
                    <a:pt x="6105049" y="4562824"/>
                  </a:lnTo>
                  <a:lnTo>
                    <a:pt x="6105049" y="0"/>
                  </a:lnTo>
                  <a:close/>
                </a:path>
              </a:pathLst>
            </a:custGeom>
            <a:solidFill>
              <a:srgbClr val="B8E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476647" y="1578971"/>
              <a:ext cx="6105525" cy="4563110"/>
            </a:xfrm>
            <a:custGeom>
              <a:avLst/>
              <a:gdLst/>
              <a:ahLst/>
              <a:cxnLst/>
              <a:rect l="l" t="t" r="r" b="b"/>
              <a:pathLst>
                <a:path w="6105525" h="4563110">
                  <a:moveTo>
                    <a:pt x="6105042" y="4562830"/>
                  </a:moveTo>
                  <a:lnTo>
                    <a:pt x="2110752" y="0"/>
                  </a:lnTo>
                  <a:lnTo>
                    <a:pt x="0" y="0"/>
                  </a:lnTo>
                  <a:lnTo>
                    <a:pt x="3764343" y="4562830"/>
                  </a:lnTo>
                  <a:lnTo>
                    <a:pt x="6105042" y="4562830"/>
                  </a:lnTo>
                  <a:close/>
                </a:path>
                <a:path w="6105525" h="4563110">
                  <a:moveTo>
                    <a:pt x="6105042" y="0"/>
                  </a:moveTo>
                  <a:lnTo>
                    <a:pt x="3421977" y="0"/>
                  </a:lnTo>
                  <a:lnTo>
                    <a:pt x="6105042" y="3062440"/>
                  </a:lnTo>
                  <a:lnTo>
                    <a:pt x="6105042" y="0"/>
                  </a:lnTo>
                  <a:close/>
                </a:path>
              </a:pathLst>
            </a:custGeom>
            <a:solidFill>
              <a:srgbClr val="C8ECFF">
                <a:alpha val="5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840511" y="1578978"/>
              <a:ext cx="58419" cy="4642485"/>
            </a:xfrm>
            <a:custGeom>
              <a:avLst/>
              <a:gdLst/>
              <a:ahLst/>
              <a:cxnLst/>
              <a:rect l="l" t="t" r="r" b="b"/>
              <a:pathLst>
                <a:path w="58419" h="4642485">
                  <a:moveTo>
                    <a:pt x="58113" y="0"/>
                  </a:moveTo>
                  <a:lnTo>
                    <a:pt x="0" y="0"/>
                  </a:lnTo>
                  <a:lnTo>
                    <a:pt x="0" y="4642068"/>
                  </a:lnTo>
                  <a:lnTo>
                    <a:pt x="58113" y="4642068"/>
                  </a:lnTo>
                  <a:lnTo>
                    <a:pt x="581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6215782" y="1430321"/>
              <a:ext cx="1085850" cy="5563235"/>
            </a:xfrm>
            <a:custGeom>
              <a:avLst/>
              <a:gdLst/>
              <a:ahLst/>
              <a:cxnLst/>
              <a:rect l="l" t="t" r="r" b="b"/>
              <a:pathLst>
                <a:path w="1085850" h="5563234">
                  <a:moveTo>
                    <a:pt x="1085527" y="0"/>
                  </a:moveTo>
                  <a:lnTo>
                    <a:pt x="0" y="0"/>
                  </a:lnTo>
                  <a:lnTo>
                    <a:pt x="0" y="5530972"/>
                  </a:lnTo>
                  <a:lnTo>
                    <a:pt x="2505" y="5543384"/>
                  </a:lnTo>
                  <a:lnTo>
                    <a:pt x="9337" y="5553519"/>
                  </a:lnTo>
                  <a:lnTo>
                    <a:pt x="19471" y="5560351"/>
                  </a:lnTo>
                  <a:lnTo>
                    <a:pt x="31883" y="5562856"/>
                  </a:lnTo>
                  <a:lnTo>
                    <a:pt x="1053653" y="5562856"/>
                  </a:lnTo>
                  <a:lnTo>
                    <a:pt x="1066059" y="5560351"/>
                  </a:lnTo>
                  <a:lnTo>
                    <a:pt x="1076191" y="5553519"/>
                  </a:lnTo>
                  <a:lnTo>
                    <a:pt x="1083022" y="5543384"/>
                  </a:lnTo>
                  <a:lnTo>
                    <a:pt x="1085527" y="5530972"/>
                  </a:lnTo>
                  <a:lnTo>
                    <a:pt x="108552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467315" y="1430330"/>
              <a:ext cx="720725" cy="5563235"/>
            </a:xfrm>
            <a:custGeom>
              <a:avLst/>
              <a:gdLst/>
              <a:ahLst/>
              <a:cxnLst/>
              <a:rect l="l" t="t" r="r" b="b"/>
              <a:pathLst>
                <a:path w="720725" h="5563234">
                  <a:moveTo>
                    <a:pt x="20091" y="0"/>
                  </a:moveTo>
                  <a:lnTo>
                    <a:pt x="0" y="0"/>
                  </a:lnTo>
                  <a:lnTo>
                    <a:pt x="0" y="5562854"/>
                  </a:lnTo>
                  <a:lnTo>
                    <a:pt x="20091" y="5562854"/>
                  </a:lnTo>
                  <a:lnTo>
                    <a:pt x="20091" y="0"/>
                  </a:lnTo>
                  <a:close/>
                </a:path>
                <a:path w="720725" h="5563234">
                  <a:moveTo>
                    <a:pt x="203149" y="0"/>
                  </a:moveTo>
                  <a:lnTo>
                    <a:pt x="183045" y="0"/>
                  </a:lnTo>
                  <a:lnTo>
                    <a:pt x="183045" y="5562854"/>
                  </a:lnTo>
                  <a:lnTo>
                    <a:pt x="203149" y="5562854"/>
                  </a:lnTo>
                  <a:lnTo>
                    <a:pt x="203149" y="0"/>
                  </a:lnTo>
                  <a:close/>
                </a:path>
                <a:path w="720725" h="5563234">
                  <a:moveTo>
                    <a:pt x="376034" y="0"/>
                  </a:moveTo>
                  <a:lnTo>
                    <a:pt x="355930" y="0"/>
                  </a:lnTo>
                  <a:lnTo>
                    <a:pt x="355930" y="5562854"/>
                  </a:lnTo>
                  <a:lnTo>
                    <a:pt x="376034" y="5562854"/>
                  </a:lnTo>
                  <a:lnTo>
                    <a:pt x="376034" y="0"/>
                  </a:lnTo>
                  <a:close/>
                </a:path>
                <a:path w="720725" h="5563234">
                  <a:moveTo>
                    <a:pt x="547293" y="0"/>
                  </a:moveTo>
                  <a:lnTo>
                    <a:pt x="527202" y="0"/>
                  </a:lnTo>
                  <a:lnTo>
                    <a:pt x="527202" y="5562854"/>
                  </a:lnTo>
                  <a:lnTo>
                    <a:pt x="547293" y="5562854"/>
                  </a:lnTo>
                  <a:lnTo>
                    <a:pt x="547293" y="0"/>
                  </a:lnTo>
                  <a:close/>
                </a:path>
                <a:path w="720725" h="5563234">
                  <a:moveTo>
                    <a:pt x="720178" y="0"/>
                  </a:moveTo>
                  <a:lnTo>
                    <a:pt x="700087" y="0"/>
                  </a:lnTo>
                  <a:lnTo>
                    <a:pt x="700087" y="5562854"/>
                  </a:lnTo>
                  <a:lnTo>
                    <a:pt x="720178" y="5562854"/>
                  </a:lnTo>
                  <a:lnTo>
                    <a:pt x="720178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232532" y="1430321"/>
              <a:ext cx="1085850" cy="5563235"/>
            </a:xfrm>
            <a:custGeom>
              <a:avLst/>
              <a:gdLst/>
              <a:ahLst/>
              <a:cxnLst/>
              <a:rect l="l" t="t" r="r" b="b"/>
              <a:pathLst>
                <a:path w="1085850" h="5563234">
                  <a:moveTo>
                    <a:pt x="1085527" y="0"/>
                  </a:moveTo>
                  <a:lnTo>
                    <a:pt x="0" y="0"/>
                  </a:lnTo>
                  <a:lnTo>
                    <a:pt x="0" y="5530972"/>
                  </a:lnTo>
                  <a:lnTo>
                    <a:pt x="2505" y="5543384"/>
                  </a:lnTo>
                  <a:lnTo>
                    <a:pt x="9337" y="5553519"/>
                  </a:lnTo>
                  <a:lnTo>
                    <a:pt x="19471" y="5560351"/>
                  </a:lnTo>
                  <a:lnTo>
                    <a:pt x="31883" y="5562856"/>
                  </a:lnTo>
                  <a:lnTo>
                    <a:pt x="1053653" y="5562856"/>
                  </a:lnTo>
                  <a:lnTo>
                    <a:pt x="1066059" y="5560351"/>
                  </a:lnTo>
                  <a:lnTo>
                    <a:pt x="1076191" y="5553519"/>
                  </a:lnTo>
                  <a:lnTo>
                    <a:pt x="1083022" y="5543384"/>
                  </a:lnTo>
                  <a:lnTo>
                    <a:pt x="1085527" y="5530972"/>
                  </a:lnTo>
                  <a:lnTo>
                    <a:pt x="108552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7484066" y="1430330"/>
              <a:ext cx="720725" cy="5563235"/>
            </a:xfrm>
            <a:custGeom>
              <a:avLst/>
              <a:gdLst/>
              <a:ahLst/>
              <a:cxnLst/>
              <a:rect l="l" t="t" r="r" b="b"/>
              <a:pathLst>
                <a:path w="720725" h="5563234">
                  <a:moveTo>
                    <a:pt x="20104" y="0"/>
                  </a:moveTo>
                  <a:lnTo>
                    <a:pt x="0" y="0"/>
                  </a:lnTo>
                  <a:lnTo>
                    <a:pt x="0" y="5562854"/>
                  </a:lnTo>
                  <a:lnTo>
                    <a:pt x="20104" y="5562854"/>
                  </a:lnTo>
                  <a:lnTo>
                    <a:pt x="20104" y="0"/>
                  </a:lnTo>
                  <a:close/>
                </a:path>
                <a:path w="720725" h="5563234">
                  <a:moveTo>
                    <a:pt x="203149" y="0"/>
                  </a:moveTo>
                  <a:lnTo>
                    <a:pt x="183057" y="0"/>
                  </a:lnTo>
                  <a:lnTo>
                    <a:pt x="183057" y="5562854"/>
                  </a:lnTo>
                  <a:lnTo>
                    <a:pt x="203149" y="5562854"/>
                  </a:lnTo>
                  <a:lnTo>
                    <a:pt x="203149" y="0"/>
                  </a:lnTo>
                  <a:close/>
                </a:path>
                <a:path w="720725" h="5563234">
                  <a:moveTo>
                    <a:pt x="376034" y="0"/>
                  </a:moveTo>
                  <a:lnTo>
                    <a:pt x="355942" y="0"/>
                  </a:lnTo>
                  <a:lnTo>
                    <a:pt x="355942" y="5562854"/>
                  </a:lnTo>
                  <a:lnTo>
                    <a:pt x="376034" y="5562854"/>
                  </a:lnTo>
                  <a:lnTo>
                    <a:pt x="376034" y="0"/>
                  </a:lnTo>
                  <a:close/>
                </a:path>
                <a:path w="720725" h="5563234">
                  <a:moveTo>
                    <a:pt x="547281" y="0"/>
                  </a:moveTo>
                  <a:lnTo>
                    <a:pt x="527202" y="0"/>
                  </a:lnTo>
                  <a:lnTo>
                    <a:pt x="527202" y="5562854"/>
                  </a:lnTo>
                  <a:lnTo>
                    <a:pt x="547281" y="5562854"/>
                  </a:lnTo>
                  <a:lnTo>
                    <a:pt x="547281" y="0"/>
                  </a:lnTo>
                  <a:close/>
                </a:path>
                <a:path w="720725" h="5563234">
                  <a:moveTo>
                    <a:pt x="720166" y="0"/>
                  </a:moveTo>
                  <a:lnTo>
                    <a:pt x="700087" y="0"/>
                  </a:lnTo>
                  <a:lnTo>
                    <a:pt x="700087" y="5562854"/>
                  </a:lnTo>
                  <a:lnTo>
                    <a:pt x="720166" y="5562854"/>
                  </a:lnTo>
                  <a:lnTo>
                    <a:pt x="72016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742596" y="8196829"/>
              <a:ext cx="2484755" cy="328295"/>
            </a:xfrm>
            <a:custGeom>
              <a:avLst/>
              <a:gdLst/>
              <a:ahLst/>
              <a:cxnLst/>
              <a:rect l="l" t="t" r="r" b="b"/>
              <a:pathLst>
                <a:path w="2484754" h="328295">
                  <a:moveTo>
                    <a:pt x="2484269" y="0"/>
                  </a:moveTo>
                  <a:lnTo>
                    <a:pt x="0" y="0"/>
                  </a:lnTo>
                  <a:lnTo>
                    <a:pt x="0" y="327906"/>
                  </a:lnTo>
                  <a:lnTo>
                    <a:pt x="2484269" y="327906"/>
                  </a:lnTo>
                  <a:lnTo>
                    <a:pt x="2484269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587322" y="7377080"/>
              <a:ext cx="2795270" cy="2131695"/>
            </a:xfrm>
            <a:custGeom>
              <a:avLst/>
              <a:gdLst/>
              <a:ahLst/>
              <a:cxnLst/>
              <a:rect l="l" t="t" r="r" b="b"/>
              <a:pathLst>
                <a:path w="2795270" h="2131695">
                  <a:moveTo>
                    <a:pt x="413931" y="51015"/>
                  </a:moveTo>
                  <a:lnTo>
                    <a:pt x="408711" y="30784"/>
                  </a:lnTo>
                  <a:lnTo>
                    <a:pt x="396900" y="14617"/>
                  </a:lnTo>
                  <a:lnTo>
                    <a:pt x="380250" y="3886"/>
                  </a:lnTo>
                  <a:lnTo>
                    <a:pt x="360527" y="0"/>
                  </a:lnTo>
                  <a:lnTo>
                    <a:pt x="101917" y="0"/>
                  </a:lnTo>
                  <a:lnTo>
                    <a:pt x="69735" y="10960"/>
                  </a:lnTo>
                  <a:lnTo>
                    <a:pt x="52781" y="37249"/>
                  </a:lnTo>
                  <a:lnTo>
                    <a:pt x="51473" y="68961"/>
                  </a:lnTo>
                  <a:lnTo>
                    <a:pt x="66217" y="96215"/>
                  </a:lnTo>
                  <a:lnTo>
                    <a:pt x="97434" y="109118"/>
                  </a:lnTo>
                  <a:lnTo>
                    <a:pt x="103517" y="109308"/>
                  </a:lnTo>
                  <a:lnTo>
                    <a:pt x="0" y="2131364"/>
                  </a:lnTo>
                  <a:lnTo>
                    <a:pt x="103517" y="2131364"/>
                  </a:lnTo>
                  <a:lnTo>
                    <a:pt x="226606" y="929055"/>
                  </a:lnTo>
                  <a:lnTo>
                    <a:pt x="362292" y="929055"/>
                  </a:lnTo>
                  <a:lnTo>
                    <a:pt x="362292" y="109308"/>
                  </a:lnTo>
                  <a:lnTo>
                    <a:pt x="383184" y="104673"/>
                  </a:lnTo>
                  <a:lnTo>
                    <a:pt x="399999" y="92100"/>
                  </a:lnTo>
                  <a:lnTo>
                    <a:pt x="406844" y="80416"/>
                  </a:lnTo>
                  <a:lnTo>
                    <a:pt x="410870" y="73558"/>
                  </a:lnTo>
                  <a:lnTo>
                    <a:pt x="413931" y="51015"/>
                  </a:lnTo>
                  <a:close/>
                </a:path>
                <a:path w="2795270" h="2131695">
                  <a:moveTo>
                    <a:pt x="2794812" y="2131364"/>
                  </a:moveTo>
                  <a:lnTo>
                    <a:pt x="2691295" y="109296"/>
                  </a:lnTo>
                  <a:lnTo>
                    <a:pt x="2693009" y="109258"/>
                  </a:lnTo>
                  <a:lnTo>
                    <a:pt x="2695371" y="109245"/>
                  </a:lnTo>
                  <a:lnTo>
                    <a:pt x="2697378" y="109118"/>
                  </a:lnTo>
                  <a:lnTo>
                    <a:pt x="2728595" y="96215"/>
                  </a:lnTo>
                  <a:lnTo>
                    <a:pt x="2743339" y="68961"/>
                  </a:lnTo>
                  <a:lnTo>
                    <a:pt x="2742031" y="37249"/>
                  </a:lnTo>
                  <a:lnTo>
                    <a:pt x="2725077" y="10972"/>
                  </a:lnTo>
                  <a:lnTo>
                    <a:pt x="2692895" y="12"/>
                  </a:lnTo>
                  <a:lnTo>
                    <a:pt x="2434285" y="0"/>
                  </a:lnTo>
                  <a:lnTo>
                    <a:pt x="2414562" y="3886"/>
                  </a:lnTo>
                  <a:lnTo>
                    <a:pt x="2397912" y="14617"/>
                  </a:lnTo>
                  <a:lnTo>
                    <a:pt x="2386088" y="30784"/>
                  </a:lnTo>
                  <a:lnTo>
                    <a:pt x="2380869" y="51015"/>
                  </a:lnTo>
                  <a:lnTo>
                    <a:pt x="2383942" y="73558"/>
                  </a:lnTo>
                  <a:lnTo>
                    <a:pt x="2394813" y="92100"/>
                  </a:lnTo>
                  <a:lnTo>
                    <a:pt x="2411628" y="104673"/>
                  </a:lnTo>
                  <a:lnTo>
                    <a:pt x="2432520" y="109308"/>
                  </a:lnTo>
                  <a:lnTo>
                    <a:pt x="2432520" y="929055"/>
                  </a:lnTo>
                  <a:lnTo>
                    <a:pt x="2568194" y="929055"/>
                  </a:lnTo>
                  <a:lnTo>
                    <a:pt x="2691295" y="2131364"/>
                  </a:lnTo>
                  <a:lnTo>
                    <a:pt x="2794812" y="2131364"/>
                  </a:lnTo>
                  <a:close/>
                </a:path>
              </a:pathLst>
            </a:custGeom>
            <a:solidFill>
              <a:srgbClr val="D3A8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960907" y="6557320"/>
              <a:ext cx="2050414" cy="1709420"/>
            </a:xfrm>
            <a:custGeom>
              <a:avLst/>
              <a:gdLst/>
              <a:ahLst/>
              <a:cxnLst/>
              <a:rect l="l" t="t" r="r" b="b"/>
              <a:pathLst>
                <a:path w="2050414" h="1709420">
                  <a:moveTo>
                    <a:pt x="1579093" y="0"/>
                  </a:moveTo>
                  <a:lnTo>
                    <a:pt x="471043" y="0"/>
                  </a:lnTo>
                  <a:lnTo>
                    <a:pt x="421094" y="4204"/>
                  </a:lnTo>
                  <a:lnTo>
                    <a:pt x="373388" y="16701"/>
                  </a:lnTo>
                  <a:lnTo>
                    <a:pt x="328682" y="36892"/>
                  </a:lnTo>
                  <a:lnTo>
                    <a:pt x="287736" y="64179"/>
                  </a:lnTo>
                  <a:lnTo>
                    <a:pt x="251305" y="97965"/>
                  </a:lnTo>
                  <a:lnTo>
                    <a:pt x="220147" y="137650"/>
                  </a:lnTo>
                  <a:lnTo>
                    <a:pt x="195022" y="182637"/>
                  </a:lnTo>
                  <a:lnTo>
                    <a:pt x="176685" y="232328"/>
                  </a:lnTo>
                  <a:lnTo>
                    <a:pt x="162905" y="282902"/>
                  </a:lnTo>
                  <a:lnTo>
                    <a:pt x="146980" y="343713"/>
                  </a:lnTo>
                  <a:lnTo>
                    <a:pt x="130790" y="409052"/>
                  </a:lnTo>
                  <a:lnTo>
                    <a:pt x="114565" y="479365"/>
                  </a:lnTo>
                  <a:lnTo>
                    <a:pt x="98538" y="555100"/>
                  </a:lnTo>
                  <a:lnTo>
                    <a:pt x="90670" y="595140"/>
                  </a:lnTo>
                  <a:lnTo>
                    <a:pt x="82938" y="636704"/>
                  </a:lnTo>
                  <a:lnTo>
                    <a:pt x="75372" y="679845"/>
                  </a:lnTo>
                  <a:lnTo>
                    <a:pt x="67999" y="724622"/>
                  </a:lnTo>
                  <a:lnTo>
                    <a:pt x="60849" y="771089"/>
                  </a:lnTo>
                  <a:lnTo>
                    <a:pt x="53951" y="819302"/>
                  </a:lnTo>
                  <a:lnTo>
                    <a:pt x="47333" y="869318"/>
                  </a:lnTo>
                  <a:lnTo>
                    <a:pt x="41025" y="921192"/>
                  </a:lnTo>
                  <a:lnTo>
                    <a:pt x="35056" y="974980"/>
                  </a:lnTo>
                  <a:lnTo>
                    <a:pt x="29454" y="1030737"/>
                  </a:lnTo>
                  <a:lnTo>
                    <a:pt x="24248" y="1088521"/>
                  </a:lnTo>
                  <a:lnTo>
                    <a:pt x="19467" y="1148385"/>
                  </a:lnTo>
                  <a:lnTo>
                    <a:pt x="15141" y="1210387"/>
                  </a:lnTo>
                  <a:lnTo>
                    <a:pt x="11297" y="1274583"/>
                  </a:lnTo>
                  <a:lnTo>
                    <a:pt x="7965" y="1341028"/>
                  </a:lnTo>
                  <a:lnTo>
                    <a:pt x="5175" y="1409777"/>
                  </a:lnTo>
                  <a:lnTo>
                    <a:pt x="2954" y="1480887"/>
                  </a:lnTo>
                  <a:lnTo>
                    <a:pt x="1332" y="1554415"/>
                  </a:lnTo>
                  <a:lnTo>
                    <a:pt x="337" y="1630414"/>
                  </a:lnTo>
                  <a:lnTo>
                    <a:pt x="0" y="1708942"/>
                  </a:lnTo>
                  <a:lnTo>
                    <a:pt x="2050126" y="1708890"/>
                  </a:lnTo>
                  <a:lnTo>
                    <a:pt x="2049788" y="1630362"/>
                  </a:lnTo>
                  <a:lnTo>
                    <a:pt x="2048793" y="1554363"/>
                  </a:lnTo>
                  <a:lnTo>
                    <a:pt x="2047171" y="1480837"/>
                  </a:lnTo>
                  <a:lnTo>
                    <a:pt x="2044950" y="1409727"/>
                  </a:lnTo>
                  <a:lnTo>
                    <a:pt x="2042160" y="1340979"/>
                  </a:lnTo>
                  <a:lnTo>
                    <a:pt x="2038828" y="1274536"/>
                  </a:lnTo>
                  <a:lnTo>
                    <a:pt x="2034985" y="1210343"/>
                  </a:lnTo>
                  <a:lnTo>
                    <a:pt x="2030658" y="1148343"/>
                  </a:lnTo>
                  <a:lnTo>
                    <a:pt x="2025878" y="1088480"/>
                  </a:lnTo>
                  <a:lnTo>
                    <a:pt x="2020672" y="1030699"/>
                  </a:lnTo>
                  <a:lnTo>
                    <a:pt x="2015070" y="974944"/>
                  </a:lnTo>
                  <a:lnTo>
                    <a:pt x="2009100" y="921159"/>
                  </a:lnTo>
                  <a:lnTo>
                    <a:pt x="2002793" y="869288"/>
                  </a:lnTo>
                  <a:lnTo>
                    <a:pt x="1996175" y="819275"/>
                  </a:lnTo>
                  <a:lnTo>
                    <a:pt x="1989277" y="771064"/>
                  </a:lnTo>
                  <a:lnTo>
                    <a:pt x="1982128" y="724600"/>
                  </a:lnTo>
                  <a:lnTo>
                    <a:pt x="1974755" y="679826"/>
                  </a:lnTo>
                  <a:lnTo>
                    <a:pt x="1967189" y="636687"/>
                  </a:lnTo>
                  <a:lnTo>
                    <a:pt x="1959458" y="595126"/>
                  </a:lnTo>
                  <a:lnTo>
                    <a:pt x="1951591" y="555088"/>
                  </a:lnTo>
                  <a:lnTo>
                    <a:pt x="1943617" y="516518"/>
                  </a:lnTo>
                  <a:lnTo>
                    <a:pt x="1927463" y="443553"/>
                  </a:lnTo>
                  <a:lnTo>
                    <a:pt x="1911228" y="375786"/>
                  </a:lnTo>
                  <a:lnTo>
                    <a:pt x="1887229" y="282902"/>
                  </a:lnTo>
                  <a:lnTo>
                    <a:pt x="1873440" y="232328"/>
                  </a:lnTo>
                  <a:lnTo>
                    <a:pt x="1855103" y="182637"/>
                  </a:lnTo>
                  <a:lnTo>
                    <a:pt x="1829978" y="137650"/>
                  </a:lnTo>
                  <a:lnTo>
                    <a:pt x="1798821" y="97965"/>
                  </a:lnTo>
                  <a:lnTo>
                    <a:pt x="1762391" y="64179"/>
                  </a:lnTo>
                  <a:lnTo>
                    <a:pt x="1721445" y="36892"/>
                  </a:lnTo>
                  <a:lnTo>
                    <a:pt x="1676742" y="16701"/>
                  </a:lnTo>
                  <a:lnTo>
                    <a:pt x="1629038" y="4204"/>
                  </a:lnTo>
                  <a:lnTo>
                    <a:pt x="1579093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742602" y="7868931"/>
              <a:ext cx="2484755" cy="437515"/>
            </a:xfrm>
            <a:custGeom>
              <a:avLst/>
              <a:gdLst/>
              <a:ahLst/>
              <a:cxnLst/>
              <a:rect l="l" t="t" r="r" b="b"/>
              <a:pathLst>
                <a:path w="2484754" h="437515">
                  <a:moveTo>
                    <a:pt x="1242129" y="0"/>
                  </a:moveTo>
                  <a:lnTo>
                    <a:pt x="1154057" y="299"/>
                  </a:lnTo>
                  <a:lnTo>
                    <a:pt x="1069959" y="1173"/>
                  </a:lnTo>
                  <a:lnTo>
                    <a:pt x="989756" y="2583"/>
                  </a:lnTo>
                  <a:lnTo>
                    <a:pt x="913369" y="4493"/>
                  </a:lnTo>
                  <a:lnTo>
                    <a:pt x="840717" y="6865"/>
                  </a:lnTo>
                  <a:lnTo>
                    <a:pt x="771721" y="9662"/>
                  </a:lnTo>
                  <a:lnTo>
                    <a:pt x="706302" y="12846"/>
                  </a:lnTo>
                  <a:lnTo>
                    <a:pt x="644379" y="16381"/>
                  </a:lnTo>
                  <a:lnTo>
                    <a:pt x="585875" y="20228"/>
                  </a:lnTo>
                  <a:lnTo>
                    <a:pt x="530707" y="24350"/>
                  </a:lnTo>
                  <a:lnTo>
                    <a:pt x="478798" y="28711"/>
                  </a:lnTo>
                  <a:lnTo>
                    <a:pt x="430068" y="33272"/>
                  </a:lnTo>
                  <a:lnTo>
                    <a:pt x="384436" y="37996"/>
                  </a:lnTo>
                  <a:lnTo>
                    <a:pt x="341824" y="42847"/>
                  </a:lnTo>
                  <a:lnTo>
                    <a:pt x="302152" y="47786"/>
                  </a:lnTo>
                  <a:lnTo>
                    <a:pt x="231308" y="57780"/>
                  </a:lnTo>
                  <a:lnTo>
                    <a:pt x="171269" y="67681"/>
                  </a:lnTo>
                  <a:lnTo>
                    <a:pt x="121396" y="77190"/>
                  </a:lnTo>
                  <a:lnTo>
                    <a:pt x="81055" y="86007"/>
                  </a:lnTo>
                  <a:lnTo>
                    <a:pt x="22712" y="124297"/>
                  </a:lnTo>
                  <a:lnTo>
                    <a:pt x="0" y="192758"/>
                  </a:lnTo>
                  <a:lnTo>
                    <a:pt x="0" y="327895"/>
                  </a:lnTo>
                  <a:lnTo>
                    <a:pt x="8134" y="370445"/>
                  </a:lnTo>
                  <a:lnTo>
                    <a:pt x="30317" y="405189"/>
                  </a:lnTo>
                  <a:lnTo>
                    <a:pt x="63217" y="428612"/>
                  </a:lnTo>
                  <a:lnTo>
                    <a:pt x="103504" y="437201"/>
                  </a:lnTo>
                  <a:lnTo>
                    <a:pt x="2380754" y="437201"/>
                  </a:lnTo>
                  <a:lnTo>
                    <a:pt x="2421048" y="428612"/>
                  </a:lnTo>
                  <a:lnTo>
                    <a:pt x="2453951" y="405189"/>
                  </a:lnTo>
                  <a:lnTo>
                    <a:pt x="2476135" y="370445"/>
                  </a:lnTo>
                  <a:lnTo>
                    <a:pt x="2484269" y="327895"/>
                  </a:lnTo>
                  <a:lnTo>
                    <a:pt x="2484269" y="192758"/>
                  </a:lnTo>
                  <a:lnTo>
                    <a:pt x="2461555" y="124297"/>
                  </a:lnTo>
                  <a:lnTo>
                    <a:pt x="2403204" y="86007"/>
                  </a:lnTo>
                  <a:lnTo>
                    <a:pt x="2362864" y="77190"/>
                  </a:lnTo>
                  <a:lnTo>
                    <a:pt x="2312994" y="67681"/>
                  </a:lnTo>
                  <a:lnTo>
                    <a:pt x="2252955" y="57780"/>
                  </a:lnTo>
                  <a:lnTo>
                    <a:pt x="2182111" y="47786"/>
                  </a:lnTo>
                  <a:lnTo>
                    <a:pt x="2142439" y="42847"/>
                  </a:lnTo>
                  <a:lnTo>
                    <a:pt x="2099827" y="37996"/>
                  </a:lnTo>
                  <a:lnTo>
                    <a:pt x="2054195" y="33272"/>
                  </a:lnTo>
                  <a:lnTo>
                    <a:pt x="2005464" y="28711"/>
                  </a:lnTo>
                  <a:lnTo>
                    <a:pt x="1953554" y="24350"/>
                  </a:lnTo>
                  <a:lnTo>
                    <a:pt x="1898387" y="20228"/>
                  </a:lnTo>
                  <a:lnTo>
                    <a:pt x="1839881" y="16381"/>
                  </a:lnTo>
                  <a:lnTo>
                    <a:pt x="1777959" y="12846"/>
                  </a:lnTo>
                  <a:lnTo>
                    <a:pt x="1712539" y="9662"/>
                  </a:lnTo>
                  <a:lnTo>
                    <a:pt x="1643543" y="6865"/>
                  </a:lnTo>
                  <a:lnTo>
                    <a:pt x="1570891" y="4493"/>
                  </a:lnTo>
                  <a:lnTo>
                    <a:pt x="1494503" y="2583"/>
                  </a:lnTo>
                  <a:lnTo>
                    <a:pt x="1414299" y="1173"/>
                  </a:lnTo>
                  <a:lnTo>
                    <a:pt x="1330202" y="299"/>
                  </a:lnTo>
                  <a:lnTo>
                    <a:pt x="1242129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689011" y="7486389"/>
              <a:ext cx="2591435" cy="36195"/>
            </a:xfrm>
            <a:custGeom>
              <a:avLst/>
              <a:gdLst/>
              <a:ahLst/>
              <a:cxnLst/>
              <a:rect l="l" t="t" r="r" b="b"/>
              <a:pathLst>
                <a:path w="2591435" h="36195">
                  <a:moveTo>
                    <a:pt x="260604" y="0"/>
                  </a:moveTo>
                  <a:lnTo>
                    <a:pt x="1828" y="0"/>
                  </a:lnTo>
                  <a:lnTo>
                    <a:pt x="0" y="35788"/>
                  </a:lnTo>
                  <a:lnTo>
                    <a:pt x="260604" y="35788"/>
                  </a:lnTo>
                  <a:lnTo>
                    <a:pt x="260604" y="0"/>
                  </a:lnTo>
                  <a:close/>
                </a:path>
                <a:path w="2591435" h="36195">
                  <a:moveTo>
                    <a:pt x="2591435" y="35788"/>
                  </a:moveTo>
                  <a:lnTo>
                    <a:pt x="2589593" y="0"/>
                  </a:lnTo>
                  <a:lnTo>
                    <a:pt x="2330831" y="0"/>
                  </a:lnTo>
                  <a:lnTo>
                    <a:pt x="2330831" y="35788"/>
                  </a:lnTo>
                  <a:lnTo>
                    <a:pt x="2591435" y="35788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2736" y="9412051"/>
              <a:ext cx="204025" cy="237563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69788" y="9412051"/>
              <a:ext cx="204025" cy="237563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3601585" y="7219497"/>
              <a:ext cx="1913889" cy="2292985"/>
            </a:xfrm>
            <a:custGeom>
              <a:avLst/>
              <a:gdLst/>
              <a:ahLst/>
              <a:cxnLst/>
              <a:rect l="l" t="t" r="r" b="b"/>
              <a:pathLst>
                <a:path w="1913890" h="2292984">
                  <a:moveTo>
                    <a:pt x="1913784" y="0"/>
                  </a:moveTo>
                  <a:lnTo>
                    <a:pt x="0" y="0"/>
                  </a:lnTo>
                  <a:lnTo>
                    <a:pt x="0" y="2292642"/>
                  </a:lnTo>
                  <a:lnTo>
                    <a:pt x="1913784" y="2292642"/>
                  </a:lnTo>
                  <a:lnTo>
                    <a:pt x="1913784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3601586" y="6506038"/>
              <a:ext cx="1913889" cy="2624455"/>
            </a:xfrm>
            <a:custGeom>
              <a:avLst/>
              <a:gdLst/>
              <a:ahLst/>
              <a:cxnLst/>
              <a:rect l="l" t="t" r="r" b="b"/>
              <a:pathLst>
                <a:path w="1913890" h="2624454">
                  <a:moveTo>
                    <a:pt x="703668" y="99885"/>
                  </a:moveTo>
                  <a:lnTo>
                    <a:pt x="700303" y="83223"/>
                  </a:lnTo>
                  <a:lnTo>
                    <a:pt x="691134" y="69608"/>
                  </a:lnTo>
                  <a:lnTo>
                    <a:pt x="677532" y="60439"/>
                  </a:lnTo>
                  <a:lnTo>
                    <a:pt x="660869" y="57073"/>
                  </a:lnTo>
                  <a:lnTo>
                    <a:pt x="660869" y="0"/>
                  </a:lnTo>
                  <a:lnTo>
                    <a:pt x="304126" y="0"/>
                  </a:lnTo>
                  <a:lnTo>
                    <a:pt x="304126" y="57073"/>
                  </a:lnTo>
                  <a:lnTo>
                    <a:pt x="287464" y="60439"/>
                  </a:lnTo>
                  <a:lnTo>
                    <a:pt x="273862" y="69608"/>
                  </a:lnTo>
                  <a:lnTo>
                    <a:pt x="264693" y="83223"/>
                  </a:lnTo>
                  <a:lnTo>
                    <a:pt x="261327" y="99885"/>
                  </a:lnTo>
                  <a:lnTo>
                    <a:pt x="261327" y="707085"/>
                  </a:lnTo>
                  <a:lnTo>
                    <a:pt x="267716" y="713460"/>
                  </a:lnTo>
                  <a:lnTo>
                    <a:pt x="697280" y="713460"/>
                  </a:lnTo>
                  <a:lnTo>
                    <a:pt x="703668" y="707085"/>
                  </a:lnTo>
                  <a:lnTo>
                    <a:pt x="703668" y="99885"/>
                  </a:lnTo>
                  <a:close/>
                </a:path>
                <a:path w="1913890" h="2624454">
                  <a:moveTo>
                    <a:pt x="1204239" y="2568435"/>
                  </a:moveTo>
                  <a:lnTo>
                    <a:pt x="709510" y="2568435"/>
                  </a:lnTo>
                  <a:lnTo>
                    <a:pt x="709510" y="2623896"/>
                  </a:lnTo>
                  <a:lnTo>
                    <a:pt x="1204239" y="2623896"/>
                  </a:lnTo>
                  <a:lnTo>
                    <a:pt x="1204239" y="2568435"/>
                  </a:lnTo>
                  <a:close/>
                </a:path>
                <a:path w="1913890" h="2624454">
                  <a:moveTo>
                    <a:pt x="1204239" y="1802066"/>
                  </a:moveTo>
                  <a:lnTo>
                    <a:pt x="709510" y="1802066"/>
                  </a:lnTo>
                  <a:lnTo>
                    <a:pt x="709510" y="1857527"/>
                  </a:lnTo>
                  <a:lnTo>
                    <a:pt x="1204239" y="1857527"/>
                  </a:lnTo>
                  <a:lnTo>
                    <a:pt x="1204239" y="1802066"/>
                  </a:lnTo>
                  <a:close/>
                </a:path>
                <a:path w="1913890" h="2624454">
                  <a:moveTo>
                    <a:pt x="1204239" y="1090891"/>
                  </a:moveTo>
                  <a:lnTo>
                    <a:pt x="709510" y="1090891"/>
                  </a:lnTo>
                  <a:lnTo>
                    <a:pt x="709510" y="1146352"/>
                  </a:lnTo>
                  <a:lnTo>
                    <a:pt x="1204239" y="1146352"/>
                  </a:lnTo>
                  <a:lnTo>
                    <a:pt x="1204239" y="1090891"/>
                  </a:lnTo>
                  <a:close/>
                </a:path>
                <a:path w="1913890" h="2624454">
                  <a:moveTo>
                    <a:pt x="1913775" y="2248725"/>
                  </a:moveTo>
                  <a:lnTo>
                    <a:pt x="0" y="2248725"/>
                  </a:lnTo>
                  <a:lnTo>
                    <a:pt x="0" y="2262594"/>
                  </a:lnTo>
                  <a:lnTo>
                    <a:pt x="1913775" y="2262594"/>
                  </a:lnTo>
                  <a:lnTo>
                    <a:pt x="1913775" y="2248725"/>
                  </a:lnTo>
                  <a:close/>
                </a:path>
                <a:path w="1913890" h="2624454">
                  <a:moveTo>
                    <a:pt x="1913775" y="1460258"/>
                  </a:moveTo>
                  <a:lnTo>
                    <a:pt x="0" y="1460258"/>
                  </a:lnTo>
                  <a:lnTo>
                    <a:pt x="0" y="1474127"/>
                  </a:lnTo>
                  <a:lnTo>
                    <a:pt x="1913775" y="1474127"/>
                  </a:lnTo>
                  <a:lnTo>
                    <a:pt x="1913775" y="1460258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3741621" y="6762883"/>
              <a:ext cx="342900" cy="85725"/>
            </a:xfrm>
            <a:custGeom>
              <a:avLst/>
              <a:gdLst/>
              <a:ahLst/>
              <a:cxnLst/>
              <a:rect l="l" t="t" r="r" b="b"/>
              <a:pathLst>
                <a:path w="342900" h="85725">
                  <a:moveTo>
                    <a:pt x="334743" y="0"/>
                  </a:moveTo>
                  <a:lnTo>
                    <a:pt x="325215" y="0"/>
                  </a:lnTo>
                  <a:lnTo>
                    <a:pt x="7727" y="0"/>
                  </a:lnTo>
                  <a:lnTo>
                    <a:pt x="0" y="7727"/>
                  </a:lnTo>
                  <a:lnTo>
                    <a:pt x="0" y="77641"/>
                  </a:lnTo>
                  <a:lnTo>
                    <a:pt x="7978" y="85620"/>
                  </a:lnTo>
                  <a:lnTo>
                    <a:pt x="334492" y="85620"/>
                  </a:lnTo>
                  <a:lnTo>
                    <a:pt x="342471" y="77641"/>
                  </a:lnTo>
                  <a:lnTo>
                    <a:pt x="342471" y="7727"/>
                  </a:lnTo>
                  <a:lnTo>
                    <a:pt x="334743" y="0"/>
                  </a:lnTo>
                  <a:close/>
                </a:path>
              </a:pathLst>
            </a:custGeom>
            <a:solidFill>
              <a:srgbClr val="5A60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3770153" y="6848506"/>
              <a:ext cx="285750" cy="371475"/>
            </a:xfrm>
            <a:custGeom>
              <a:avLst/>
              <a:gdLst/>
              <a:ahLst/>
              <a:cxnLst/>
              <a:rect l="l" t="t" r="r" b="b"/>
              <a:pathLst>
                <a:path w="285750" h="371475">
                  <a:moveTo>
                    <a:pt x="285394" y="313918"/>
                  </a:moveTo>
                  <a:lnTo>
                    <a:pt x="12" y="313918"/>
                  </a:lnTo>
                  <a:lnTo>
                    <a:pt x="12" y="370992"/>
                  </a:lnTo>
                  <a:lnTo>
                    <a:pt x="285394" y="370992"/>
                  </a:lnTo>
                  <a:lnTo>
                    <a:pt x="285394" y="313918"/>
                  </a:lnTo>
                  <a:close/>
                </a:path>
                <a:path w="285750" h="371475">
                  <a:moveTo>
                    <a:pt x="285394" y="0"/>
                  </a:moveTo>
                  <a:lnTo>
                    <a:pt x="0" y="0"/>
                  </a:lnTo>
                  <a:lnTo>
                    <a:pt x="0" y="57073"/>
                  </a:lnTo>
                  <a:lnTo>
                    <a:pt x="285394" y="57073"/>
                  </a:lnTo>
                  <a:lnTo>
                    <a:pt x="285394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770165" y="6905059"/>
              <a:ext cx="285750" cy="257810"/>
            </a:xfrm>
            <a:custGeom>
              <a:avLst/>
              <a:gdLst/>
              <a:ahLst/>
              <a:cxnLst/>
              <a:rect l="l" t="t" r="r" b="b"/>
              <a:pathLst>
                <a:path w="285750" h="257809">
                  <a:moveTo>
                    <a:pt x="285381" y="0"/>
                  </a:moveTo>
                  <a:lnTo>
                    <a:pt x="214033" y="0"/>
                  </a:lnTo>
                  <a:lnTo>
                    <a:pt x="214033" y="100330"/>
                  </a:lnTo>
                  <a:lnTo>
                    <a:pt x="214033" y="157480"/>
                  </a:lnTo>
                  <a:lnTo>
                    <a:pt x="171221" y="157480"/>
                  </a:lnTo>
                  <a:lnTo>
                    <a:pt x="171221" y="157924"/>
                  </a:lnTo>
                  <a:lnTo>
                    <a:pt x="171221" y="200660"/>
                  </a:lnTo>
                  <a:lnTo>
                    <a:pt x="114147" y="200660"/>
                  </a:lnTo>
                  <a:lnTo>
                    <a:pt x="114147" y="157924"/>
                  </a:lnTo>
                  <a:lnTo>
                    <a:pt x="114147" y="157480"/>
                  </a:lnTo>
                  <a:lnTo>
                    <a:pt x="71335" y="157480"/>
                  </a:lnTo>
                  <a:lnTo>
                    <a:pt x="71335" y="100330"/>
                  </a:lnTo>
                  <a:lnTo>
                    <a:pt x="114147" y="100330"/>
                  </a:lnTo>
                  <a:lnTo>
                    <a:pt x="114147" y="57150"/>
                  </a:lnTo>
                  <a:lnTo>
                    <a:pt x="171221" y="57150"/>
                  </a:lnTo>
                  <a:lnTo>
                    <a:pt x="171221" y="100330"/>
                  </a:lnTo>
                  <a:lnTo>
                    <a:pt x="214033" y="100330"/>
                  </a:lnTo>
                  <a:lnTo>
                    <a:pt x="214033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0" y="100330"/>
                  </a:lnTo>
                  <a:lnTo>
                    <a:pt x="0" y="157480"/>
                  </a:lnTo>
                  <a:lnTo>
                    <a:pt x="0" y="157924"/>
                  </a:lnTo>
                  <a:lnTo>
                    <a:pt x="0" y="200660"/>
                  </a:lnTo>
                  <a:lnTo>
                    <a:pt x="0" y="257810"/>
                  </a:lnTo>
                  <a:lnTo>
                    <a:pt x="285381" y="257810"/>
                  </a:lnTo>
                  <a:lnTo>
                    <a:pt x="285381" y="57150"/>
                  </a:lnTo>
                  <a:lnTo>
                    <a:pt x="285381" y="0"/>
                  </a:lnTo>
                  <a:close/>
                </a:path>
              </a:pathLst>
            </a:custGeom>
            <a:solidFill>
              <a:srgbClr val="FFE3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3884321" y="6391878"/>
              <a:ext cx="400050" cy="114300"/>
            </a:xfrm>
            <a:custGeom>
              <a:avLst/>
              <a:gdLst/>
              <a:ahLst/>
              <a:cxnLst/>
              <a:rect l="l" t="t" r="r" b="b"/>
              <a:pathLst>
                <a:path w="400050" h="114300">
                  <a:moveTo>
                    <a:pt x="373904" y="0"/>
                  </a:moveTo>
                  <a:lnTo>
                    <a:pt x="25632" y="0"/>
                  </a:lnTo>
                  <a:lnTo>
                    <a:pt x="15650" y="2014"/>
                  </a:lnTo>
                  <a:lnTo>
                    <a:pt x="7503" y="7507"/>
                  </a:lnTo>
                  <a:lnTo>
                    <a:pt x="2012" y="15655"/>
                  </a:lnTo>
                  <a:lnTo>
                    <a:pt x="0" y="25632"/>
                  </a:lnTo>
                  <a:lnTo>
                    <a:pt x="0" y="95316"/>
                  </a:lnTo>
                  <a:lnTo>
                    <a:pt x="1479" y="102650"/>
                  </a:lnTo>
                  <a:lnTo>
                    <a:pt x="5515" y="108638"/>
                  </a:lnTo>
                  <a:lnTo>
                    <a:pt x="11502" y="112673"/>
                  </a:lnTo>
                  <a:lnTo>
                    <a:pt x="18837" y="114153"/>
                  </a:lnTo>
                  <a:lnTo>
                    <a:pt x="380700" y="114153"/>
                  </a:lnTo>
                  <a:lnTo>
                    <a:pt x="388030" y="112673"/>
                  </a:lnTo>
                  <a:lnTo>
                    <a:pt x="394018" y="108638"/>
                  </a:lnTo>
                  <a:lnTo>
                    <a:pt x="398056" y="102650"/>
                  </a:lnTo>
                  <a:lnTo>
                    <a:pt x="399537" y="95316"/>
                  </a:lnTo>
                  <a:lnTo>
                    <a:pt x="399537" y="25632"/>
                  </a:lnTo>
                  <a:lnTo>
                    <a:pt x="397523" y="15655"/>
                  </a:lnTo>
                  <a:lnTo>
                    <a:pt x="392029" y="7507"/>
                  </a:lnTo>
                  <a:lnTo>
                    <a:pt x="383882" y="2014"/>
                  </a:lnTo>
                  <a:lnTo>
                    <a:pt x="373904" y="0"/>
                  </a:lnTo>
                  <a:close/>
                </a:path>
              </a:pathLst>
            </a:custGeom>
            <a:solidFill>
              <a:srgbClr val="5A60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3912857" y="6648729"/>
              <a:ext cx="342900" cy="142875"/>
            </a:xfrm>
            <a:custGeom>
              <a:avLst/>
              <a:gdLst/>
              <a:ahLst/>
              <a:cxnLst/>
              <a:rect l="l" t="t" r="r" b="b"/>
              <a:pathLst>
                <a:path w="342900" h="142875">
                  <a:moveTo>
                    <a:pt x="342460" y="0"/>
                  </a:moveTo>
                  <a:lnTo>
                    <a:pt x="0" y="0"/>
                  </a:lnTo>
                  <a:lnTo>
                    <a:pt x="0" y="114153"/>
                  </a:lnTo>
                  <a:lnTo>
                    <a:pt x="114153" y="114153"/>
                  </a:lnTo>
                  <a:lnTo>
                    <a:pt x="164403" y="114153"/>
                  </a:lnTo>
                  <a:lnTo>
                    <a:pt x="171230" y="123734"/>
                  </a:lnTo>
                  <a:lnTo>
                    <a:pt x="171230" y="142686"/>
                  </a:lnTo>
                  <a:lnTo>
                    <a:pt x="342460" y="142686"/>
                  </a:lnTo>
                  <a:lnTo>
                    <a:pt x="342460" y="0"/>
                  </a:lnTo>
                  <a:close/>
                </a:path>
              </a:pathLst>
            </a:custGeom>
            <a:solidFill>
              <a:srgbClr val="FFE3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3841502" y="6962654"/>
              <a:ext cx="142875" cy="142240"/>
            </a:xfrm>
            <a:custGeom>
              <a:avLst/>
              <a:gdLst/>
              <a:ahLst/>
              <a:cxnLst/>
              <a:rect l="l" t="t" r="r" b="b"/>
              <a:pathLst>
                <a:path w="142875" h="142240">
                  <a:moveTo>
                    <a:pt x="142697" y="43180"/>
                  </a:moveTo>
                  <a:lnTo>
                    <a:pt x="99885" y="43180"/>
                  </a:lnTo>
                  <a:lnTo>
                    <a:pt x="99885" y="0"/>
                  </a:lnTo>
                  <a:lnTo>
                    <a:pt x="42811" y="0"/>
                  </a:lnTo>
                  <a:lnTo>
                    <a:pt x="42811" y="43180"/>
                  </a:lnTo>
                  <a:lnTo>
                    <a:pt x="0" y="43180"/>
                  </a:lnTo>
                  <a:lnTo>
                    <a:pt x="0" y="100330"/>
                  </a:lnTo>
                  <a:lnTo>
                    <a:pt x="42811" y="100330"/>
                  </a:lnTo>
                  <a:lnTo>
                    <a:pt x="42811" y="142240"/>
                  </a:lnTo>
                  <a:lnTo>
                    <a:pt x="99885" y="142240"/>
                  </a:lnTo>
                  <a:lnTo>
                    <a:pt x="99885" y="100330"/>
                  </a:lnTo>
                  <a:lnTo>
                    <a:pt x="142697" y="100330"/>
                  </a:lnTo>
                  <a:lnTo>
                    <a:pt x="142697" y="4318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3784428" y="6391890"/>
              <a:ext cx="442595" cy="457200"/>
            </a:xfrm>
            <a:custGeom>
              <a:avLst/>
              <a:gdLst/>
              <a:ahLst/>
              <a:cxnLst/>
              <a:rect l="l" t="t" r="r" b="b"/>
              <a:pathLst>
                <a:path w="442594" h="457200">
                  <a:moveTo>
                    <a:pt x="14262" y="370992"/>
                  </a:moveTo>
                  <a:lnTo>
                    <a:pt x="0" y="370992"/>
                  </a:lnTo>
                  <a:lnTo>
                    <a:pt x="0" y="456615"/>
                  </a:lnTo>
                  <a:lnTo>
                    <a:pt x="14262" y="456615"/>
                  </a:lnTo>
                  <a:lnTo>
                    <a:pt x="14262" y="370992"/>
                  </a:lnTo>
                  <a:close/>
                </a:path>
                <a:path w="442594" h="457200">
                  <a:moveTo>
                    <a:pt x="71348" y="370992"/>
                  </a:moveTo>
                  <a:lnTo>
                    <a:pt x="57073" y="370992"/>
                  </a:lnTo>
                  <a:lnTo>
                    <a:pt x="57073" y="456615"/>
                  </a:lnTo>
                  <a:lnTo>
                    <a:pt x="71348" y="456615"/>
                  </a:lnTo>
                  <a:lnTo>
                    <a:pt x="71348" y="370992"/>
                  </a:lnTo>
                  <a:close/>
                </a:path>
                <a:path w="442594" h="457200">
                  <a:moveTo>
                    <a:pt x="128422" y="370992"/>
                  </a:moveTo>
                  <a:lnTo>
                    <a:pt x="114147" y="370992"/>
                  </a:lnTo>
                  <a:lnTo>
                    <a:pt x="114147" y="456615"/>
                  </a:lnTo>
                  <a:lnTo>
                    <a:pt x="128422" y="456615"/>
                  </a:lnTo>
                  <a:lnTo>
                    <a:pt x="128422" y="370992"/>
                  </a:lnTo>
                  <a:close/>
                </a:path>
                <a:path w="442594" h="457200">
                  <a:moveTo>
                    <a:pt x="156959" y="0"/>
                  </a:moveTo>
                  <a:lnTo>
                    <a:pt x="142697" y="0"/>
                  </a:lnTo>
                  <a:lnTo>
                    <a:pt x="142697" y="114147"/>
                  </a:lnTo>
                  <a:lnTo>
                    <a:pt x="156959" y="114147"/>
                  </a:lnTo>
                  <a:lnTo>
                    <a:pt x="156959" y="0"/>
                  </a:lnTo>
                  <a:close/>
                </a:path>
                <a:path w="442594" h="457200">
                  <a:moveTo>
                    <a:pt x="185508" y="370992"/>
                  </a:moveTo>
                  <a:lnTo>
                    <a:pt x="171234" y="370992"/>
                  </a:lnTo>
                  <a:lnTo>
                    <a:pt x="171234" y="456615"/>
                  </a:lnTo>
                  <a:lnTo>
                    <a:pt x="185508" y="456615"/>
                  </a:lnTo>
                  <a:lnTo>
                    <a:pt x="185508" y="370992"/>
                  </a:lnTo>
                  <a:close/>
                </a:path>
                <a:path w="442594" h="457200">
                  <a:moveTo>
                    <a:pt x="214045" y="0"/>
                  </a:moveTo>
                  <a:lnTo>
                    <a:pt x="199771" y="0"/>
                  </a:lnTo>
                  <a:lnTo>
                    <a:pt x="199771" y="114147"/>
                  </a:lnTo>
                  <a:lnTo>
                    <a:pt x="214045" y="114147"/>
                  </a:lnTo>
                  <a:lnTo>
                    <a:pt x="214045" y="0"/>
                  </a:lnTo>
                  <a:close/>
                </a:path>
                <a:path w="442594" h="457200">
                  <a:moveTo>
                    <a:pt x="242582" y="370992"/>
                  </a:moveTo>
                  <a:lnTo>
                    <a:pt x="228307" y="370992"/>
                  </a:lnTo>
                  <a:lnTo>
                    <a:pt x="228307" y="456615"/>
                  </a:lnTo>
                  <a:lnTo>
                    <a:pt x="242582" y="456615"/>
                  </a:lnTo>
                  <a:lnTo>
                    <a:pt x="242582" y="370992"/>
                  </a:lnTo>
                  <a:close/>
                </a:path>
                <a:path w="442594" h="457200">
                  <a:moveTo>
                    <a:pt x="271119" y="0"/>
                  </a:moveTo>
                  <a:lnTo>
                    <a:pt x="256844" y="0"/>
                  </a:lnTo>
                  <a:lnTo>
                    <a:pt x="256844" y="114147"/>
                  </a:lnTo>
                  <a:lnTo>
                    <a:pt x="271119" y="114147"/>
                  </a:lnTo>
                  <a:lnTo>
                    <a:pt x="271119" y="0"/>
                  </a:lnTo>
                  <a:close/>
                </a:path>
                <a:path w="442594" h="457200">
                  <a:moveTo>
                    <a:pt x="328193" y="0"/>
                  </a:moveTo>
                  <a:lnTo>
                    <a:pt x="313918" y="0"/>
                  </a:lnTo>
                  <a:lnTo>
                    <a:pt x="313918" y="114147"/>
                  </a:lnTo>
                  <a:lnTo>
                    <a:pt x="328193" y="114147"/>
                  </a:lnTo>
                  <a:lnTo>
                    <a:pt x="328193" y="0"/>
                  </a:lnTo>
                  <a:close/>
                </a:path>
                <a:path w="442594" h="457200">
                  <a:moveTo>
                    <a:pt x="385267" y="0"/>
                  </a:moveTo>
                  <a:lnTo>
                    <a:pt x="371005" y="0"/>
                  </a:lnTo>
                  <a:lnTo>
                    <a:pt x="371005" y="114147"/>
                  </a:lnTo>
                  <a:lnTo>
                    <a:pt x="385267" y="114147"/>
                  </a:lnTo>
                  <a:lnTo>
                    <a:pt x="385267" y="0"/>
                  </a:lnTo>
                  <a:close/>
                </a:path>
                <a:path w="442594" h="457200">
                  <a:moveTo>
                    <a:pt x="442353" y="0"/>
                  </a:moveTo>
                  <a:lnTo>
                    <a:pt x="428078" y="0"/>
                  </a:lnTo>
                  <a:lnTo>
                    <a:pt x="428078" y="114147"/>
                  </a:lnTo>
                  <a:lnTo>
                    <a:pt x="442353" y="114147"/>
                  </a:lnTo>
                  <a:lnTo>
                    <a:pt x="442353" y="0"/>
                  </a:lnTo>
                  <a:close/>
                </a:path>
              </a:pathLst>
            </a:custGeom>
            <a:solidFill>
              <a:srgbClr val="000000">
                <a:alpha val="1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03287" y="6832855"/>
              <a:ext cx="192297" cy="240631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4487706" y="6781036"/>
              <a:ext cx="362585" cy="438784"/>
            </a:xfrm>
            <a:custGeom>
              <a:avLst/>
              <a:gdLst/>
              <a:ahLst/>
              <a:cxnLst/>
              <a:rect l="l" t="t" r="r" b="b"/>
              <a:pathLst>
                <a:path w="362584" h="438784">
                  <a:moveTo>
                    <a:pt x="353778" y="0"/>
                  </a:moveTo>
                  <a:lnTo>
                    <a:pt x="10092" y="0"/>
                  </a:lnTo>
                  <a:lnTo>
                    <a:pt x="3464" y="5800"/>
                  </a:lnTo>
                  <a:lnTo>
                    <a:pt x="3014" y="13214"/>
                  </a:lnTo>
                  <a:lnTo>
                    <a:pt x="598" y="68180"/>
                  </a:lnTo>
                  <a:lnTo>
                    <a:pt x="0" y="121455"/>
                  </a:lnTo>
                  <a:lnTo>
                    <a:pt x="1224" y="173122"/>
                  </a:lnTo>
                  <a:lnTo>
                    <a:pt x="4278" y="223261"/>
                  </a:lnTo>
                  <a:lnTo>
                    <a:pt x="9169" y="271954"/>
                  </a:lnTo>
                  <a:lnTo>
                    <a:pt x="15904" y="319283"/>
                  </a:lnTo>
                  <a:lnTo>
                    <a:pt x="24489" y="365329"/>
                  </a:lnTo>
                  <a:lnTo>
                    <a:pt x="41306" y="434091"/>
                  </a:lnTo>
                  <a:lnTo>
                    <a:pt x="47347" y="438468"/>
                  </a:lnTo>
                  <a:lnTo>
                    <a:pt x="306345" y="438468"/>
                  </a:lnTo>
                  <a:lnTo>
                    <a:pt x="329642" y="365329"/>
                  </a:lnTo>
                  <a:lnTo>
                    <a:pt x="339802" y="315632"/>
                  </a:lnTo>
                  <a:lnTo>
                    <a:pt x="348065" y="265672"/>
                  </a:lnTo>
                  <a:lnTo>
                    <a:pt x="354427" y="215492"/>
                  </a:lnTo>
                  <a:lnTo>
                    <a:pt x="358884" y="165134"/>
                  </a:lnTo>
                  <a:lnTo>
                    <a:pt x="361432" y="114640"/>
                  </a:lnTo>
                  <a:lnTo>
                    <a:pt x="362066" y="64052"/>
                  </a:lnTo>
                  <a:lnTo>
                    <a:pt x="360783" y="13413"/>
                  </a:lnTo>
                  <a:lnTo>
                    <a:pt x="360448" y="5916"/>
                  </a:lnTo>
                  <a:lnTo>
                    <a:pt x="353778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512196" y="7146365"/>
              <a:ext cx="305435" cy="28575"/>
            </a:xfrm>
            <a:custGeom>
              <a:avLst/>
              <a:gdLst/>
              <a:ahLst/>
              <a:cxnLst/>
              <a:rect l="l" t="t" r="r" b="b"/>
              <a:pathLst>
                <a:path w="305434" h="28575">
                  <a:moveTo>
                    <a:pt x="305153" y="0"/>
                  </a:moveTo>
                  <a:lnTo>
                    <a:pt x="0" y="0"/>
                  </a:lnTo>
                  <a:lnTo>
                    <a:pt x="6261" y="27988"/>
                  </a:lnTo>
                  <a:lnTo>
                    <a:pt x="298577" y="27988"/>
                  </a:lnTo>
                  <a:lnTo>
                    <a:pt x="305153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0598607" y="6827932"/>
              <a:ext cx="6680200" cy="1282065"/>
            </a:xfrm>
            <a:custGeom>
              <a:avLst/>
              <a:gdLst/>
              <a:ahLst/>
              <a:cxnLst/>
              <a:rect l="l" t="t" r="r" b="b"/>
              <a:pathLst>
                <a:path w="6680200" h="1282065">
                  <a:moveTo>
                    <a:pt x="2913672" y="78701"/>
                  </a:moveTo>
                  <a:lnTo>
                    <a:pt x="2907487" y="48069"/>
                  </a:lnTo>
                  <a:lnTo>
                    <a:pt x="2890621" y="23050"/>
                  </a:lnTo>
                  <a:lnTo>
                    <a:pt x="2865615" y="6184"/>
                  </a:lnTo>
                  <a:lnTo>
                    <a:pt x="2834983" y="0"/>
                  </a:lnTo>
                  <a:lnTo>
                    <a:pt x="135661" y="0"/>
                  </a:lnTo>
                  <a:lnTo>
                    <a:pt x="78689" y="0"/>
                  </a:lnTo>
                  <a:lnTo>
                    <a:pt x="48056" y="6184"/>
                  </a:lnTo>
                  <a:lnTo>
                    <a:pt x="23050" y="23050"/>
                  </a:lnTo>
                  <a:lnTo>
                    <a:pt x="6184" y="48069"/>
                  </a:lnTo>
                  <a:lnTo>
                    <a:pt x="0" y="78701"/>
                  </a:lnTo>
                  <a:lnTo>
                    <a:pt x="0" y="1118831"/>
                  </a:lnTo>
                  <a:lnTo>
                    <a:pt x="135661" y="1118831"/>
                  </a:lnTo>
                  <a:lnTo>
                    <a:pt x="135661" y="205574"/>
                  </a:lnTo>
                  <a:lnTo>
                    <a:pt x="141160" y="178358"/>
                  </a:lnTo>
                  <a:lnTo>
                    <a:pt x="156133" y="156133"/>
                  </a:lnTo>
                  <a:lnTo>
                    <a:pt x="178358" y="141160"/>
                  </a:lnTo>
                  <a:lnTo>
                    <a:pt x="205562" y="135661"/>
                  </a:lnTo>
                  <a:lnTo>
                    <a:pt x="2708110" y="135661"/>
                  </a:lnTo>
                  <a:lnTo>
                    <a:pt x="2735313" y="141160"/>
                  </a:lnTo>
                  <a:lnTo>
                    <a:pt x="2757538" y="156133"/>
                  </a:lnTo>
                  <a:lnTo>
                    <a:pt x="2772511" y="178358"/>
                  </a:lnTo>
                  <a:lnTo>
                    <a:pt x="2778010" y="205574"/>
                  </a:lnTo>
                  <a:lnTo>
                    <a:pt x="2778010" y="1118831"/>
                  </a:lnTo>
                  <a:lnTo>
                    <a:pt x="2913672" y="1118831"/>
                  </a:lnTo>
                  <a:lnTo>
                    <a:pt x="2913672" y="78701"/>
                  </a:lnTo>
                  <a:close/>
                </a:path>
                <a:path w="6680200" h="1282065">
                  <a:moveTo>
                    <a:pt x="6680187" y="1213573"/>
                  </a:moveTo>
                  <a:lnTo>
                    <a:pt x="5325643" y="43510"/>
                  </a:lnTo>
                  <a:lnTo>
                    <a:pt x="5266525" y="111950"/>
                  </a:lnTo>
                  <a:lnTo>
                    <a:pt x="6621069" y="1282014"/>
                  </a:lnTo>
                  <a:lnTo>
                    <a:pt x="6680187" y="1213573"/>
                  </a:lnTo>
                  <a:close/>
                </a:path>
              </a:pathLst>
            </a:custGeom>
            <a:solidFill>
              <a:srgbClr val="C3C8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634376" y="9865087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5">
                  <a:moveTo>
                    <a:pt x="250421" y="0"/>
                  </a:moveTo>
                  <a:lnTo>
                    <a:pt x="205409" y="4034"/>
                  </a:lnTo>
                  <a:lnTo>
                    <a:pt x="163043" y="15666"/>
                  </a:lnTo>
                  <a:lnTo>
                    <a:pt x="124031" y="34188"/>
                  </a:lnTo>
                  <a:lnTo>
                    <a:pt x="89080" y="58894"/>
                  </a:lnTo>
                  <a:lnTo>
                    <a:pt x="58897" y="89075"/>
                  </a:lnTo>
                  <a:lnTo>
                    <a:pt x="34190" y="124026"/>
                  </a:lnTo>
                  <a:lnTo>
                    <a:pt x="15667" y="163039"/>
                  </a:lnTo>
                  <a:lnTo>
                    <a:pt x="4034" y="205406"/>
                  </a:lnTo>
                  <a:lnTo>
                    <a:pt x="0" y="250421"/>
                  </a:lnTo>
                  <a:lnTo>
                    <a:pt x="4034" y="295434"/>
                  </a:lnTo>
                  <a:lnTo>
                    <a:pt x="15667" y="337800"/>
                  </a:lnTo>
                  <a:lnTo>
                    <a:pt x="34190" y="376812"/>
                  </a:lnTo>
                  <a:lnTo>
                    <a:pt x="58897" y="411763"/>
                  </a:lnTo>
                  <a:lnTo>
                    <a:pt x="89080" y="441945"/>
                  </a:lnTo>
                  <a:lnTo>
                    <a:pt x="124031" y="466652"/>
                  </a:lnTo>
                  <a:lnTo>
                    <a:pt x="163043" y="485175"/>
                  </a:lnTo>
                  <a:lnTo>
                    <a:pt x="205409" y="496808"/>
                  </a:lnTo>
                  <a:lnTo>
                    <a:pt x="250421" y="500843"/>
                  </a:lnTo>
                  <a:lnTo>
                    <a:pt x="295434" y="496808"/>
                  </a:lnTo>
                  <a:lnTo>
                    <a:pt x="337800" y="485175"/>
                  </a:lnTo>
                  <a:lnTo>
                    <a:pt x="376812" y="466652"/>
                  </a:lnTo>
                  <a:lnTo>
                    <a:pt x="411763" y="441945"/>
                  </a:lnTo>
                  <a:lnTo>
                    <a:pt x="441945" y="411763"/>
                  </a:lnTo>
                  <a:lnTo>
                    <a:pt x="466652" y="376812"/>
                  </a:lnTo>
                  <a:lnTo>
                    <a:pt x="485175" y="337800"/>
                  </a:lnTo>
                  <a:lnTo>
                    <a:pt x="496808" y="295434"/>
                  </a:lnTo>
                  <a:lnTo>
                    <a:pt x="500843" y="250421"/>
                  </a:lnTo>
                  <a:lnTo>
                    <a:pt x="496808" y="205406"/>
                  </a:lnTo>
                  <a:lnTo>
                    <a:pt x="485175" y="163039"/>
                  </a:lnTo>
                  <a:lnTo>
                    <a:pt x="466652" y="124026"/>
                  </a:lnTo>
                  <a:lnTo>
                    <a:pt x="441945" y="89075"/>
                  </a:lnTo>
                  <a:lnTo>
                    <a:pt x="411763" y="58894"/>
                  </a:lnTo>
                  <a:lnTo>
                    <a:pt x="376812" y="34188"/>
                  </a:lnTo>
                  <a:lnTo>
                    <a:pt x="337800" y="15666"/>
                  </a:lnTo>
                  <a:lnTo>
                    <a:pt x="295434" y="4034"/>
                  </a:lnTo>
                  <a:lnTo>
                    <a:pt x="250421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755535" y="998624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263" y="0"/>
                  </a:moveTo>
                  <a:lnTo>
                    <a:pt x="78947" y="10158"/>
                  </a:lnTo>
                  <a:lnTo>
                    <a:pt x="37860" y="37860"/>
                  </a:lnTo>
                  <a:lnTo>
                    <a:pt x="10158" y="78947"/>
                  </a:lnTo>
                  <a:lnTo>
                    <a:pt x="0" y="129263"/>
                  </a:lnTo>
                  <a:lnTo>
                    <a:pt x="10158" y="179578"/>
                  </a:lnTo>
                  <a:lnTo>
                    <a:pt x="37860" y="220666"/>
                  </a:lnTo>
                  <a:lnTo>
                    <a:pt x="78947" y="248368"/>
                  </a:lnTo>
                  <a:lnTo>
                    <a:pt x="129263" y="258526"/>
                  </a:lnTo>
                  <a:lnTo>
                    <a:pt x="179578" y="248368"/>
                  </a:lnTo>
                  <a:lnTo>
                    <a:pt x="220666" y="220666"/>
                  </a:lnTo>
                  <a:lnTo>
                    <a:pt x="248368" y="179578"/>
                  </a:lnTo>
                  <a:lnTo>
                    <a:pt x="258526" y="129263"/>
                  </a:lnTo>
                  <a:lnTo>
                    <a:pt x="248368" y="78947"/>
                  </a:lnTo>
                  <a:lnTo>
                    <a:pt x="220666" y="37860"/>
                  </a:lnTo>
                  <a:lnTo>
                    <a:pt x="179578" y="10158"/>
                  </a:lnTo>
                  <a:lnTo>
                    <a:pt x="129263" y="0"/>
                  </a:lnTo>
                  <a:close/>
                </a:path>
              </a:pathLst>
            </a:custGeom>
            <a:solidFill>
              <a:srgbClr val="5A60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8816966" y="8646318"/>
              <a:ext cx="135890" cy="1469390"/>
            </a:xfrm>
            <a:custGeom>
              <a:avLst/>
              <a:gdLst/>
              <a:ahLst/>
              <a:cxnLst/>
              <a:rect l="l" t="t" r="r" b="b"/>
              <a:pathLst>
                <a:path w="135890" h="1469390">
                  <a:moveTo>
                    <a:pt x="135660" y="0"/>
                  </a:moveTo>
                  <a:lnTo>
                    <a:pt x="0" y="0"/>
                  </a:lnTo>
                  <a:lnTo>
                    <a:pt x="0" y="1401360"/>
                  </a:lnTo>
                  <a:lnTo>
                    <a:pt x="5330" y="1427764"/>
                  </a:lnTo>
                  <a:lnTo>
                    <a:pt x="19865" y="1449324"/>
                  </a:lnTo>
                  <a:lnTo>
                    <a:pt x="41426" y="1463860"/>
                  </a:lnTo>
                  <a:lnTo>
                    <a:pt x="67830" y="1469190"/>
                  </a:lnTo>
                  <a:lnTo>
                    <a:pt x="94234" y="1463860"/>
                  </a:lnTo>
                  <a:lnTo>
                    <a:pt x="115794" y="1449324"/>
                  </a:lnTo>
                  <a:lnTo>
                    <a:pt x="130330" y="1427764"/>
                  </a:lnTo>
                  <a:lnTo>
                    <a:pt x="135660" y="1401360"/>
                  </a:lnTo>
                  <a:lnTo>
                    <a:pt x="135660" y="0"/>
                  </a:lnTo>
                  <a:close/>
                </a:path>
              </a:pathLst>
            </a:custGeom>
            <a:solidFill>
              <a:srgbClr val="ACB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5835354" y="9828201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5">
                  <a:moveTo>
                    <a:pt x="250421" y="0"/>
                  </a:moveTo>
                  <a:lnTo>
                    <a:pt x="205409" y="4034"/>
                  </a:lnTo>
                  <a:lnTo>
                    <a:pt x="163043" y="15667"/>
                  </a:lnTo>
                  <a:lnTo>
                    <a:pt x="124031" y="34190"/>
                  </a:lnTo>
                  <a:lnTo>
                    <a:pt x="89080" y="58897"/>
                  </a:lnTo>
                  <a:lnTo>
                    <a:pt x="58897" y="89080"/>
                  </a:lnTo>
                  <a:lnTo>
                    <a:pt x="34190" y="124031"/>
                  </a:lnTo>
                  <a:lnTo>
                    <a:pt x="15667" y="163043"/>
                  </a:lnTo>
                  <a:lnTo>
                    <a:pt x="4034" y="205409"/>
                  </a:lnTo>
                  <a:lnTo>
                    <a:pt x="0" y="250421"/>
                  </a:lnTo>
                  <a:lnTo>
                    <a:pt x="4034" y="295436"/>
                  </a:lnTo>
                  <a:lnTo>
                    <a:pt x="15667" y="337804"/>
                  </a:lnTo>
                  <a:lnTo>
                    <a:pt x="34190" y="376816"/>
                  </a:lnTo>
                  <a:lnTo>
                    <a:pt x="58897" y="411767"/>
                  </a:lnTo>
                  <a:lnTo>
                    <a:pt x="89080" y="441949"/>
                  </a:lnTo>
                  <a:lnTo>
                    <a:pt x="124031" y="466654"/>
                  </a:lnTo>
                  <a:lnTo>
                    <a:pt x="163043" y="485177"/>
                  </a:lnTo>
                  <a:lnTo>
                    <a:pt x="205409" y="496808"/>
                  </a:lnTo>
                  <a:lnTo>
                    <a:pt x="250421" y="500843"/>
                  </a:lnTo>
                  <a:lnTo>
                    <a:pt x="295436" y="496808"/>
                  </a:lnTo>
                  <a:lnTo>
                    <a:pt x="337804" y="485177"/>
                  </a:lnTo>
                  <a:lnTo>
                    <a:pt x="376816" y="466654"/>
                  </a:lnTo>
                  <a:lnTo>
                    <a:pt x="411767" y="441949"/>
                  </a:lnTo>
                  <a:lnTo>
                    <a:pt x="441949" y="411767"/>
                  </a:lnTo>
                  <a:lnTo>
                    <a:pt x="466654" y="376816"/>
                  </a:lnTo>
                  <a:lnTo>
                    <a:pt x="485177" y="337804"/>
                  </a:lnTo>
                  <a:lnTo>
                    <a:pt x="496808" y="295436"/>
                  </a:lnTo>
                  <a:lnTo>
                    <a:pt x="500843" y="250421"/>
                  </a:lnTo>
                  <a:lnTo>
                    <a:pt x="496808" y="205409"/>
                  </a:lnTo>
                  <a:lnTo>
                    <a:pt x="485177" y="163043"/>
                  </a:lnTo>
                  <a:lnTo>
                    <a:pt x="466654" y="124031"/>
                  </a:lnTo>
                  <a:lnTo>
                    <a:pt x="441949" y="89080"/>
                  </a:lnTo>
                  <a:lnTo>
                    <a:pt x="411767" y="58897"/>
                  </a:lnTo>
                  <a:lnTo>
                    <a:pt x="376816" y="34190"/>
                  </a:lnTo>
                  <a:lnTo>
                    <a:pt x="337804" y="15667"/>
                  </a:lnTo>
                  <a:lnTo>
                    <a:pt x="295436" y="4034"/>
                  </a:lnTo>
                  <a:lnTo>
                    <a:pt x="250421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5956512" y="994936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79">
                  <a:moveTo>
                    <a:pt x="129263" y="0"/>
                  </a:moveTo>
                  <a:lnTo>
                    <a:pt x="78947" y="10158"/>
                  </a:lnTo>
                  <a:lnTo>
                    <a:pt x="37860" y="37860"/>
                  </a:lnTo>
                  <a:lnTo>
                    <a:pt x="10158" y="78947"/>
                  </a:lnTo>
                  <a:lnTo>
                    <a:pt x="0" y="129263"/>
                  </a:lnTo>
                  <a:lnTo>
                    <a:pt x="10158" y="179578"/>
                  </a:lnTo>
                  <a:lnTo>
                    <a:pt x="37860" y="220666"/>
                  </a:lnTo>
                  <a:lnTo>
                    <a:pt x="78947" y="248368"/>
                  </a:lnTo>
                  <a:lnTo>
                    <a:pt x="129263" y="258526"/>
                  </a:lnTo>
                  <a:lnTo>
                    <a:pt x="179578" y="248368"/>
                  </a:lnTo>
                  <a:lnTo>
                    <a:pt x="220666" y="220666"/>
                  </a:lnTo>
                  <a:lnTo>
                    <a:pt x="248368" y="179578"/>
                  </a:lnTo>
                  <a:lnTo>
                    <a:pt x="258526" y="129263"/>
                  </a:lnTo>
                  <a:lnTo>
                    <a:pt x="248368" y="78947"/>
                  </a:lnTo>
                  <a:lnTo>
                    <a:pt x="220666" y="37860"/>
                  </a:lnTo>
                  <a:lnTo>
                    <a:pt x="179578" y="10158"/>
                  </a:lnTo>
                  <a:lnTo>
                    <a:pt x="129263" y="0"/>
                  </a:lnTo>
                  <a:close/>
                </a:path>
              </a:pathLst>
            </a:custGeom>
            <a:solidFill>
              <a:srgbClr val="5A60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6017944" y="8609431"/>
              <a:ext cx="135890" cy="1469390"/>
            </a:xfrm>
            <a:custGeom>
              <a:avLst/>
              <a:gdLst/>
              <a:ahLst/>
              <a:cxnLst/>
              <a:rect l="l" t="t" r="r" b="b"/>
              <a:pathLst>
                <a:path w="135890" h="1469390">
                  <a:moveTo>
                    <a:pt x="135660" y="0"/>
                  </a:moveTo>
                  <a:lnTo>
                    <a:pt x="0" y="0"/>
                  </a:lnTo>
                  <a:lnTo>
                    <a:pt x="0" y="1401360"/>
                  </a:lnTo>
                  <a:lnTo>
                    <a:pt x="5330" y="1427764"/>
                  </a:lnTo>
                  <a:lnTo>
                    <a:pt x="19865" y="1449324"/>
                  </a:lnTo>
                  <a:lnTo>
                    <a:pt x="41426" y="1463860"/>
                  </a:lnTo>
                  <a:lnTo>
                    <a:pt x="67830" y="1469190"/>
                  </a:lnTo>
                  <a:lnTo>
                    <a:pt x="94234" y="1463860"/>
                  </a:lnTo>
                  <a:lnTo>
                    <a:pt x="115794" y="1449324"/>
                  </a:lnTo>
                  <a:lnTo>
                    <a:pt x="130330" y="1427764"/>
                  </a:lnTo>
                  <a:lnTo>
                    <a:pt x="135660" y="1401360"/>
                  </a:lnTo>
                  <a:lnTo>
                    <a:pt x="135660" y="0"/>
                  </a:lnTo>
                  <a:close/>
                </a:path>
              </a:pathLst>
            </a:custGeom>
            <a:solidFill>
              <a:srgbClr val="ACB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6576250" y="9943980"/>
              <a:ext cx="556895" cy="556895"/>
            </a:xfrm>
            <a:custGeom>
              <a:avLst/>
              <a:gdLst/>
              <a:ahLst/>
              <a:cxnLst/>
              <a:rect l="l" t="t" r="r" b="b"/>
              <a:pathLst>
                <a:path w="556894" h="556895">
                  <a:moveTo>
                    <a:pt x="278295" y="0"/>
                  </a:moveTo>
                  <a:lnTo>
                    <a:pt x="233155" y="3642"/>
                  </a:lnTo>
                  <a:lnTo>
                    <a:pt x="190334" y="14187"/>
                  </a:lnTo>
                  <a:lnTo>
                    <a:pt x="150405" y="31062"/>
                  </a:lnTo>
                  <a:lnTo>
                    <a:pt x="113940" y="53693"/>
                  </a:lnTo>
                  <a:lnTo>
                    <a:pt x="81513" y="81509"/>
                  </a:lnTo>
                  <a:lnTo>
                    <a:pt x="53696" y="113935"/>
                  </a:lnTo>
                  <a:lnTo>
                    <a:pt x="31064" y="150400"/>
                  </a:lnTo>
                  <a:lnTo>
                    <a:pt x="14188" y="190330"/>
                  </a:lnTo>
                  <a:lnTo>
                    <a:pt x="3642" y="233153"/>
                  </a:lnTo>
                  <a:lnTo>
                    <a:pt x="0" y="278295"/>
                  </a:lnTo>
                  <a:lnTo>
                    <a:pt x="3642" y="323437"/>
                  </a:lnTo>
                  <a:lnTo>
                    <a:pt x="14188" y="366259"/>
                  </a:lnTo>
                  <a:lnTo>
                    <a:pt x="31064" y="406189"/>
                  </a:lnTo>
                  <a:lnTo>
                    <a:pt x="53696" y="442654"/>
                  </a:lnTo>
                  <a:lnTo>
                    <a:pt x="81513" y="475081"/>
                  </a:lnTo>
                  <a:lnTo>
                    <a:pt x="113940" y="502896"/>
                  </a:lnTo>
                  <a:lnTo>
                    <a:pt x="150405" y="525528"/>
                  </a:lnTo>
                  <a:lnTo>
                    <a:pt x="190334" y="542403"/>
                  </a:lnTo>
                  <a:lnTo>
                    <a:pt x="233155" y="552948"/>
                  </a:lnTo>
                  <a:lnTo>
                    <a:pt x="278295" y="556590"/>
                  </a:lnTo>
                  <a:lnTo>
                    <a:pt x="323437" y="552948"/>
                  </a:lnTo>
                  <a:lnTo>
                    <a:pt x="366260" y="542403"/>
                  </a:lnTo>
                  <a:lnTo>
                    <a:pt x="406191" y="525528"/>
                  </a:lnTo>
                  <a:lnTo>
                    <a:pt x="442658" y="502896"/>
                  </a:lnTo>
                  <a:lnTo>
                    <a:pt x="475086" y="475081"/>
                  </a:lnTo>
                  <a:lnTo>
                    <a:pt x="502903" y="442654"/>
                  </a:lnTo>
                  <a:lnTo>
                    <a:pt x="525536" y="406189"/>
                  </a:lnTo>
                  <a:lnTo>
                    <a:pt x="542412" y="366259"/>
                  </a:lnTo>
                  <a:lnTo>
                    <a:pt x="552958" y="323437"/>
                  </a:lnTo>
                  <a:lnTo>
                    <a:pt x="556600" y="278295"/>
                  </a:lnTo>
                  <a:lnTo>
                    <a:pt x="552958" y="233153"/>
                  </a:lnTo>
                  <a:lnTo>
                    <a:pt x="542412" y="190330"/>
                  </a:lnTo>
                  <a:lnTo>
                    <a:pt x="525536" y="150400"/>
                  </a:lnTo>
                  <a:lnTo>
                    <a:pt x="502903" y="113935"/>
                  </a:lnTo>
                  <a:lnTo>
                    <a:pt x="475086" y="81509"/>
                  </a:lnTo>
                  <a:lnTo>
                    <a:pt x="442658" y="53693"/>
                  </a:lnTo>
                  <a:lnTo>
                    <a:pt x="406191" y="31062"/>
                  </a:lnTo>
                  <a:lnTo>
                    <a:pt x="366260" y="14187"/>
                  </a:lnTo>
                  <a:lnTo>
                    <a:pt x="323437" y="3642"/>
                  </a:lnTo>
                  <a:lnTo>
                    <a:pt x="278295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6710897" y="1007862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5" h="287654">
                  <a:moveTo>
                    <a:pt x="143650" y="0"/>
                  </a:moveTo>
                  <a:lnTo>
                    <a:pt x="98244" y="7323"/>
                  </a:lnTo>
                  <a:lnTo>
                    <a:pt x="58811" y="27715"/>
                  </a:lnTo>
                  <a:lnTo>
                    <a:pt x="27715" y="58811"/>
                  </a:lnTo>
                  <a:lnTo>
                    <a:pt x="7323" y="98244"/>
                  </a:lnTo>
                  <a:lnTo>
                    <a:pt x="0" y="143650"/>
                  </a:lnTo>
                  <a:lnTo>
                    <a:pt x="7323" y="189055"/>
                  </a:lnTo>
                  <a:lnTo>
                    <a:pt x="27715" y="228488"/>
                  </a:lnTo>
                  <a:lnTo>
                    <a:pt x="58811" y="259584"/>
                  </a:lnTo>
                  <a:lnTo>
                    <a:pt x="98244" y="279976"/>
                  </a:lnTo>
                  <a:lnTo>
                    <a:pt x="143650" y="287300"/>
                  </a:lnTo>
                  <a:lnTo>
                    <a:pt x="189056" y="279976"/>
                  </a:lnTo>
                  <a:lnTo>
                    <a:pt x="228492" y="259584"/>
                  </a:lnTo>
                  <a:lnTo>
                    <a:pt x="259591" y="228488"/>
                  </a:lnTo>
                  <a:lnTo>
                    <a:pt x="279986" y="189055"/>
                  </a:lnTo>
                  <a:lnTo>
                    <a:pt x="287310" y="143650"/>
                  </a:lnTo>
                  <a:lnTo>
                    <a:pt x="279986" y="98244"/>
                  </a:lnTo>
                  <a:lnTo>
                    <a:pt x="259591" y="58811"/>
                  </a:lnTo>
                  <a:lnTo>
                    <a:pt x="228492" y="27715"/>
                  </a:lnTo>
                  <a:lnTo>
                    <a:pt x="189056" y="7323"/>
                  </a:lnTo>
                  <a:lnTo>
                    <a:pt x="143650" y="0"/>
                  </a:lnTo>
                  <a:close/>
                </a:path>
              </a:pathLst>
            </a:custGeom>
            <a:solidFill>
              <a:srgbClr val="5A60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726041" y="9943980"/>
              <a:ext cx="556895" cy="556895"/>
            </a:xfrm>
            <a:custGeom>
              <a:avLst/>
              <a:gdLst/>
              <a:ahLst/>
              <a:cxnLst/>
              <a:rect l="l" t="t" r="r" b="b"/>
              <a:pathLst>
                <a:path w="556895" h="556895">
                  <a:moveTo>
                    <a:pt x="278295" y="0"/>
                  </a:moveTo>
                  <a:lnTo>
                    <a:pt x="233153" y="3642"/>
                  </a:lnTo>
                  <a:lnTo>
                    <a:pt x="190330" y="14187"/>
                  </a:lnTo>
                  <a:lnTo>
                    <a:pt x="150400" y="31062"/>
                  </a:lnTo>
                  <a:lnTo>
                    <a:pt x="113935" y="53693"/>
                  </a:lnTo>
                  <a:lnTo>
                    <a:pt x="81509" y="81509"/>
                  </a:lnTo>
                  <a:lnTo>
                    <a:pt x="53693" y="113935"/>
                  </a:lnTo>
                  <a:lnTo>
                    <a:pt x="31062" y="150400"/>
                  </a:lnTo>
                  <a:lnTo>
                    <a:pt x="14187" y="190330"/>
                  </a:lnTo>
                  <a:lnTo>
                    <a:pt x="3642" y="233153"/>
                  </a:lnTo>
                  <a:lnTo>
                    <a:pt x="0" y="278295"/>
                  </a:lnTo>
                  <a:lnTo>
                    <a:pt x="3642" y="323437"/>
                  </a:lnTo>
                  <a:lnTo>
                    <a:pt x="14187" y="366259"/>
                  </a:lnTo>
                  <a:lnTo>
                    <a:pt x="31062" y="406189"/>
                  </a:lnTo>
                  <a:lnTo>
                    <a:pt x="53693" y="442654"/>
                  </a:lnTo>
                  <a:lnTo>
                    <a:pt x="81509" y="475081"/>
                  </a:lnTo>
                  <a:lnTo>
                    <a:pt x="113935" y="502896"/>
                  </a:lnTo>
                  <a:lnTo>
                    <a:pt x="150400" y="525528"/>
                  </a:lnTo>
                  <a:lnTo>
                    <a:pt x="190330" y="542403"/>
                  </a:lnTo>
                  <a:lnTo>
                    <a:pt x="233153" y="552948"/>
                  </a:lnTo>
                  <a:lnTo>
                    <a:pt x="278295" y="556590"/>
                  </a:lnTo>
                  <a:lnTo>
                    <a:pt x="323437" y="552948"/>
                  </a:lnTo>
                  <a:lnTo>
                    <a:pt x="366260" y="542403"/>
                  </a:lnTo>
                  <a:lnTo>
                    <a:pt x="406191" y="525528"/>
                  </a:lnTo>
                  <a:lnTo>
                    <a:pt x="442658" y="502896"/>
                  </a:lnTo>
                  <a:lnTo>
                    <a:pt x="475086" y="475081"/>
                  </a:lnTo>
                  <a:lnTo>
                    <a:pt x="502903" y="442654"/>
                  </a:lnTo>
                  <a:lnTo>
                    <a:pt x="525536" y="406189"/>
                  </a:lnTo>
                  <a:lnTo>
                    <a:pt x="542412" y="366259"/>
                  </a:lnTo>
                  <a:lnTo>
                    <a:pt x="552958" y="323437"/>
                  </a:lnTo>
                  <a:lnTo>
                    <a:pt x="556600" y="278295"/>
                  </a:lnTo>
                  <a:lnTo>
                    <a:pt x="552958" y="233153"/>
                  </a:lnTo>
                  <a:lnTo>
                    <a:pt x="542412" y="190330"/>
                  </a:lnTo>
                  <a:lnTo>
                    <a:pt x="525536" y="150400"/>
                  </a:lnTo>
                  <a:lnTo>
                    <a:pt x="502903" y="113935"/>
                  </a:lnTo>
                  <a:lnTo>
                    <a:pt x="475086" y="81509"/>
                  </a:lnTo>
                  <a:lnTo>
                    <a:pt x="442658" y="53693"/>
                  </a:lnTo>
                  <a:lnTo>
                    <a:pt x="406191" y="31062"/>
                  </a:lnTo>
                  <a:lnTo>
                    <a:pt x="366260" y="14187"/>
                  </a:lnTo>
                  <a:lnTo>
                    <a:pt x="323437" y="3642"/>
                  </a:lnTo>
                  <a:lnTo>
                    <a:pt x="278295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860687" y="1007862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143650" y="0"/>
                  </a:moveTo>
                  <a:lnTo>
                    <a:pt x="98244" y="7323"/>
                  </a:lnTo>
                  <a:lnTo>
                    <a:pt x="58811" y="27715"/>
                  </a:lnTo>
                  <a:lnTo>
                    <a:pt x="27715" y="58811"/>
                  </a:lnTo>
                  <a:lnTo>
                    <a:pt x="7323" y="98244"/>
                  </a:lnTo>
                  <a:lnTo>
                    <a:pt x="0" y="143650"/>
                  </a:lnTo>
                  <a:lnTo>
                    <a:pt x="7323" y="189055"/>
                  </a:lnTo>
                  <a:lnTo>
                    <a:pt x="27715" y="228488"/>
                  </a:lnTo>
                  <a:lnTo>
                    <a:pt x="58811" y="259584"/>
                  </a:lnTo>
                  <a:lnTo>
                    <a:pt x="98244" y="279976"/>
                  </a:lnTo>
                  <a:lnTo>
                    <a:pt x="143650" y="287300"/>
                  </a:lnTo>
                  <a:lnTo>
                    <a:pt x="189056" y="279976"/>
                  </a:lnTo>
                  <a:lnTo>
                    <a:pt x="228492" y="259584"/>
                  </a:lnTo>
                  <a:lnTo>
                    <a:pt x="259591" y="228488"/>
                  </a:lnTo>
                  <a:lnTo>
                    <a:pt x="279986" y="189055"/>
                  </a:lnTo>
                  <a:lnTo>
                    <a:pt x="287310" y="143650"/>
                  </a:lnTo>
                  <a:lnTo>
                    <a:pt x="279986" y="98244"/>
                  </a:lnTo>
                  <a:lnTo>
                    <a:pt x="259591" y="58811"/>
                  </a:lnTo>
                  <a:lnTo>
                    <a:pt x="228492" y="27715"/>
                  </a:lnTo>
                  <a:lnTo>
                    <a:pt x="189056" y="7323"/>
                  </a:lnTo>
                  <a:lnTo>
                    <a:pt x="143650" y="0"/>
                  </a:lnTo>
                  <a:close/>
                </a:path>
              </a:pathLst>
            </a:custGeom>
            <a:solidFill>
              <a:srgbClr val="5A60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536514" y="6454869"/>
              <a:ext cx="9783445" cy="3786504"/>
            </a:xfrm>
            <a:custGeom>
              <a:avLst/>
              <a:gdLst/>
              <a:ahLst/>
              <a:cxnLst/>
              <a:rect l="l" t="t" r="r" b="b"/>
              <a:pathLst>
                <a:path w="9783444" h="3786504">
                  <a:moveTo>
                    <a:pt x="9715191" y="0"/>
                  </a:moveTo>
                  <a:lnTo>
                    <a:pt x="9688791" y="5330"/>
                  </a:lnTo>
                  <a:lnTo>
                    <a:pt x="9667230" y="19865"/>
                  </a:lnTo>
                  <a:lnTo>
                    <a:pt x="9652692" y="41426"/>
                  </a:lnTo>
                  <a:lnTo>
                    <a:pt x="9647360" y="67830"/>
                  </a:lnTo>
                  <a:lnTo>
                    <a:pt x="9647360" y="2022011"/>
                  </a:lnTo>
                  <a:lnTo>
                    <a:pt x="9644366" y="2036844"/>
                  </a:lnTo>
                  <a:lnTo>
                    <a:pt x="9636201" y="2048955"/>
                  </a:lnTo>
                  <a:lnTo>
                    <a:pt x="9624089" y="2057121"/>
                  </a:lnTo>
                  <a:lnTo>
                    <a:pt x="9609257" y="2060115"/>
                  </a:lnTo>
                  <a:lnTo>
                    <a:pt x="176277" y="2060115"/>
                  </a:lnTo>
                  <a:lnTo>
                    <a:pt x="160468" y="2056922"/>
                  </a:lnTo>
                  <a:lnTo>
                    <a:pt x="147558" y="2048217"/>
                  </a:lnTo>
                  <a:lnTo>
                    <a:pt x="138853" y="2035307"/>
                  </a:lnTo>
                  <a:lnTo>
                    <a:pt x="135660" y="2019498"/>
                  </a:lnTo>
                  <a:lnTo>
                    <a:pt x="135660" y="67830"/>
                  </a:lnTo>
                  <a:lnTo>
                    <a:pt x="130330" y="41426"/>
                  </a:lnTo>
                  <a:lnTo>
                    <a:pt x="115794" y="19865"/>
                  </a:lnTo>
                  <a:lnTo>
                    <a:pt x="94234" y="5330"/>
                  </a:lnTo>
                  <a:lnTo>
                    <a:pt x="67830" y="0"/>
                  </a:lnTo>
                  <a:lnTo>
                    <a:pt x="41426" y="5330"/>
                  </a:lnTo>
                  <a:lnTo>
                    <a:pt x="19865" y="19865"/>
                  </a:lnTo>
                  <a:lnTo>
                    <a:pt x="5330" y="41426"/>
                  </a:lnTo>
                  <a:lnTo>
                    <a:pt x="0" y="67830"/>
                  </a:lnTo>
                  <a:lnTo>
                    <a:pt x="0" y="2060115"/>
                  </a:lnTo>
                  <a:lnTo>
                    <a:pt x="6915" y="2102992"/>
                  </a:lnTo>
                  <a:lnTo>
                    <a:pt x="26172" y="2140232"/>
                  </a:lnTo>
                  <a:lnTo>
                    <a:pt x="55538" y="2169600"/>
                  </a:lnTo>
                  <a:lnTo>
                    <a:pt x="92779" y="2188859"/>
                  </a:lnTo>
                  <a:lnTo>
                    <a:pt x="135660" y="2195776"/>
                  </a:lnTo>
                  <a:lnTo>
                    <a:pt x="399998" y="2195776"/>
                  </a:lnTo>
                  <a:lnTo>
                    <a:pt x="399998" y="3718253"/>
                  </a:lnTo>
                  <a:lnTo>
                    <a:pt x="405519" y="3745105"/>
                  </a:lnTo>
                  <a:lnTo>
                    <a:pt x="420548" y="3766893"/>
                  </a:lnTo>
                  <a:lnTo>
                    <a:pt x="442780" y="3781310"/>
                  </a:lnTo>
                  <a:lnTo>
                    <a:pt x="469912" y="3786052"/>
                  </a:lnTo>
                  <a:lnTo>
                    <a:pt x="495849" y="3779769"/>
                  </a:lnTo>
                  <a:lnTo>
                    <a:pt x="516709" y="3764244"/>
                  </a:lnTo>
                  <a:lnTo>
                    <a:pt x="530607" y="3741960"/>
                  </a:lnTo>
                  <a:lnTo>
                    <a:pt x="535659" y="3715405"/>
                  </a:lnTo>
                  <a:lnTo>
                    <a:pt x="535659" y="2195776"/>
                  </a:lnTo>
                  <a:lnTo>
                    <a:pt x="9250200" y="2195776"/>
                  </a:lnTo>
                  <a:lnTo>
                    <a:pt x="9250200" y="3718253"/>
                  </a:lnTo>
                  <a:lnTo>
                    <a:pt x="9255531" y="3744657"/>
                  </a:lnTo>
                  <a:lnTo>
                    <a:pt x="9270069" y="3766217"/>
                  </a:lnTo>
                  <a:lnTo>
                    <a:pt x="9291630" y="3780753"/>
                  </a:lnTo>
                  <a:lnTo>
                    <a:pt x="9318040" y="3786083"/>
                  </a:lnTo>
                  <a:lnTo>
                    <a:pt x="9344440" y="3780753"/>
                  </a:lnTo>
                  <a:lnTo>
                    <a:pt x="9366001" y="3766217"/>
                  </a:lnTo>
                  <a:lnTo>
                    <a:pt x="9380539" y="3744657"/>
                  </a:lnTo>
                  <a:lnTo>
                    <a:pt x="9385871" y="3718253"/>
                  </a:lnTo>
                  <a:lnTo>
                    <a:pt x="9385871" y="2195776"/>
                  </a:lnTo>
                  <a:lnTo>
                    <a:pt x="9647360" y="2195776"/>
                  </a:lnTo>
                  <a:lnTo>
                    <a:pt x="9690243" y="2188859"/>
                  </a:lnTo>
                  <a:lnTo>
                    <a:pt x="9727486" y="2169600"/>
                  </a:lnTo>
                  <a:lnTo>
                    <a:pt x="9756855" y="2140232"/>
                  </a:lnTo>
                  <a:lnTo>
                    <a:pt x="9776115" y="2102992"/>
                  </a:lnTo>
                  <a:lnTo>
                    <a:pt x="9783031" y="2060115"/>
                  </a:lnTo>
                  <a:lnTo>
                    <a:pt x="9783031" y="67830"/>
                  </a:lnTo>
                  <a:lnTo>
                    <a:pt x="9777700" y="41426"/>
                  </a:lnTo>
                  <a:lnTo>
                    <a:pt x="9763160" y="19865"/>
                  </a:lnTo>
                  <a:lnTo>
                    <a:pt x="9741596" y="5330"/>
                  </a:lnTo>
                  <a:lnTo>
                    <a:pt x="9715191" y="0"/>
                  </a:lnTo>
                  <a:close/>
                </a:path>
              </a:pathLst>
            </a:custGeom>
            <a:solidFill>
              <a:srgbClr val="C3C8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672170" y="5506418"/>
              <a:ext cx="9355455" cy="3008630"/>
            </a:xfrm>
            <a:custGeom>
              <a:avLst/>
              <a:gdLst/>
              <a:ahLst/>
              <a:cxnLst/>
              <a:rect l="l" t="t" r="r" b="b"/>
              <a:pathLst>
                <a:path w="9355455" h="3008629">
                  <a:moveTo>
                    <a:pt x="9030544" y="0"/>
                  </a:moveTo>
                  <a:lnTo>
                    <a:pt x="8986142" y="3854"/>
                  </a:lnTo>
                  <a:lnTo>
                    <a:pt x="8942623" y="13843"/>
                  </a:lnTo>
                  <a:lnTo>
                    <a:pt x="8900684" y="29904"/>
                  </a:lnTo>
                  <a:lnTo>
                    <a:pt x="8861020" y="51979"/>
                  </a:lnTo>
                  <a:lnTo>
                    <a:pt x="8824327" y="80005"/>
                  </a:lnTo>
                  <a:lnTo>
                    <a:pt x="8791302" y="113924"/>
                  </a:lnTo>
                  <a:lnTo>
                    <a:pt x="6896009" y="2369593"/>
                  </a:lnTo>
                  <a:lnTo>
                    <a:pt x="0" y="2369593"/>
                  </a:lnTo>
                  <a:lnTo>
                    <a:pt x="0" y="2969512"/>
                  </a:lnTo>
                  <a:lnTo>
                    <a:pt x="3069" y="2984713"/>
                  </a:lnTo>
                  <a:lnTo>
                    <a:pt x="11439" y="2997124"/>
                  </a:lnTo>
                  <a:lnTo>
                    <a:pt x="23853" y="3005491"/>
                  </a:lnTo>
                  <a:lnTo>
                    <a:pt x="39056" y="3008558"/>
                  </a:lnTo>
                  <a:lnTo>
                    <a:pt x="7193707" y="3008558"/>
                  </a:lnTo>
                  <a:lnTo>
                    <a:pt x="9280513" y="524969"/>
                  </a:lnTo>
                  <a:lnTo>
                    <a:pt x="9308231" y="486594"/>
                  </a:lnTo>
                  <a:lnTo>
                    <a:pt x="9329513" y="445621"/>
                  </a:lnTo>
                  <a:lnTo>
                    <a:pt x="9344420" y="402747"/>
                  </a:lnTo>
                  <a:lnTo>
                    <a:pt x="9353013" y="358667"/>
                  </a:lnTo>
                  <a:lnTo>
                    <a:pt x="9355352" y="314079"/>
                  </a:lnTo>
                  <a:lnTo>
                    <a:pt x="9351497" y="269677"/>
                  </a:lnTo>
                  <a:lnTo>
                    <a:pt x="9341509" y="226160"/>
                  </a:lnTo>
                  <a:lnTo>
                    <a:pt x="9325449" y="184221"/>
                  </a:lnTo>
                  <a:lnTo>
                    <a:pt x="9303376" y="144559"/>
                  </a:lnTo>
                  <a:lnTo>
                    <a:pt x="9275351" y="107869"/>
                  </a:lnTo>
                  <a:lnTo>
                    <a:pt x="9241435" y="74847"/>
                  </a:lnTo>
                  <a:lnTo>
                    <a:pt x="9203060" y="47126"/>
                  </a:lnTo>
                  <a:lnTo>
                    <a:pt x="9162087" y="25842"/>
                  </a:lnTo>
                  <a:lnTo>
                    <a:pt x="9119213" y="10933"/>
                  </a:lnTo>
                  <a:lnTo>
                    <a:pt x="9075133" y="2339"/>
                  </a:lnTo>
                  <a:lnTo>
                    <a:pt x="9030544" y="0"/>
                  </a:lnTo>
                  <a:close/>
                </a:path>
              </a:pathLst>
            </a:custGeom>
            <a:solidFill>
              <a:srgbClr val="5A60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9561436" y="6785717"/>
              <a:ext cx="4216400" cy="1775460"/>
            </a:xfrm>
            <a:custGeom>
              <a:avLst/>
              <a:gdLst/>
              <a:ahLst/>
              <a:cxnLst/>
              <a:rect l="l" t="t" r="r" b="b"/>
              <a:pathLst>
                <a:path w="4216400" h="1775459">
                  <a:moveTo>
                    <a:pt x="833272" y="0"/>
                  </a:moveTo>
                  <a:lnTo>
                    <a:pt x="0" y="0"/>
                  </a:lnTo>
                  <a:lnTo>
                    <a:pt x="0" y="1775015"/>
                  </a:lnTo>
                  <a:lnTo>
                    <a:pt x="833272" y="1775015"/>
                  </a:lnTo>
                  <a:lnTo>
                    <a:pt x="833272" y="0"/>
                  </a:lnTo>
                  <a:close/>
                </a:path>
                <a:path w="4216400" h="1775459">
                  <a:moveTo>
                    <a:pt x="4216374" y="716775"/>
                  </a:moveTo>
                  <a:lnTo>
                    <a:pt x="4210189" y="686142"/>
                  </a:lnTo>
                  <a:lnTo>
                    <a:pt x="4193324" y="661123"/>
                  </a:lnTo>
                  <a:lnTo>
                    <a:pt x="4168305" y="644258"/>
                  </a:lnTo>
                  <a:lnTo>
                    <a:pt x="4137672" y="638073"/>
                  </a:lnTo>
                  <a:lnTo>
                    <a:pt x="1438363" y="638073"/>
                  </a:lnTo>
                  <a:lnTo>
                    <a:pt x="1381391" y="638073"/>
                  </a:lnTo>
                  <a:lnTo>
                    <a:pt x="1350759" y="644258"/>
                  </a:lnTo>
                  <a:lnTo>
                    <a:pt x="1325740" y="661123"/>
                  </a:lnTo>
                  <a:lnTo>
                    <a:pt x="1308874" y="686142"/>
                  </a:lnTo>
                  <a:lnTo>
                    <a:pt x="1302689" y="716775"/>
                  </a:lnTo>
                  <a:lnTo>
                    <a:pt x="1302689" y="1756905"/>
                  </a:lnTo>
                  <a:lnTo>
                    <a:pt x="1438363" y="1756905"/>
                  </a:lnTo>
                  <a:lnTo>
                    <a:pt x="1438363" y="843648"/>
                  </a:lnTo>
                  <a:lnTo>
                    <a:pt x="1443863" y="816444"/>
                  </a:lnTo>
                  <a:lnTo>
                    <a:pt x="1458836" y="794219"/>
                  </a:lnTo>
                  <a:lnTo>
                    <a:pt x="1481061" y="779246"/>
                  </a:lnTo>
                  <a:lnTo>
                    <a:pt x="1508264" y="773747"/>
                  </a:lnTo>
                  <a:lnTo>
                    <a:pt x="4010812" y="773747"/>
                  </a:lnTo>
                  <a:lnTo>
                    <a:pt x="4038015" y="779246"/>
                  </a:lnTo>
                  <a:lnTo>
                    <a:pt x="4060240" y="794219"/>
                  </a:lnTo>
                  <a:lnTo>
                    <a:pt x="4075226" y="816444"/>
                  </a:lnTo>
                  <a:lnTo>
                    <a:pt x="4080713" y="843648"/>
                  </a:lnTo>
                  <a:lnTo>
                    <a:pt x="4080713" y="1756905"/>
                  </a:lnTo>
                  <a:lnTo>
                    <a:pt x="4216374" y="1756905"/>
                  </a:lnTo>
                  <a:lnTo>
                    <a:pt x="4216374" y="716775"/>
                  </a:lnTo>
                  <a:close/>
                </a:path>
              </a:pathLst>
            </a:custGeom>
            <a:solidFill>
              <a:srgbClr val="C3C8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937195" y="8511241"/>
              <a:ext cx="8984615" cy="143510"/>
            </a:xfrm>
            <a:custGeom>
              <a:avLst/>
              <a:gdLst/>
              <a:ahLst/>
              <a:cxnLst/>
              <a:rect l="l" t="t" r="r" b="b"/>
              <a:pathLst>
                <a:path w="8984615" h="143509">
                  <a:moveTo>
                    <a:pt x="134048" y="136829"/>
                  </a:moveTo>
                  <a:lnTo>
                    <a:pt x="132372" y="135153"/>
                  </a:lnTo>
                  <a:lnTo>
                    <a:pt x="1676" y="135153"/>
                  </a:lnTo>
                  <a:lnTo>
                    <a:pt x="0" y="136829"/>
                  </a:lnTo>
                  <a:lnTo>
                    <a:pt x="0" y="140944"/>
                  </a:lnTo>
                  <a:lnTo>
                    <a:pt x="1676" y="142621"/>
                  </a:lnTo>
                  <a:lnTo>
                    <a:pt x="3733" y="142621"/>
                  </a:lnTo>
                  <a:lnTo>
                    <a:pt x="132372" y="142621"/>
                  </a:lnTo>
                  <a:lnTo>
                    <a:pt x="134048" y="140944"/>
                  </a:lnTo>
                  <a:lnTo>
                    <a:pt x="134048" y="136829"/>
                  </a:lnTo>
                  <a:close/>
                </a:path>
                <a:path w="8984615" h="143509">
                  <a:moveTo>
                    <a:pt x="2456573" y="1676"/>
                  </a:moveTo>
                  <a:lnTo>
                    <a:pt x="2454897" y="0"/>
                  </a:lnTo>
                  <a:lnTo>
                    <a:pt x="1629079" y="0"/>
                  </a:lnTo>
                  <a:lnTo>
                    <a:pt x="1627403" y="1676"/>
                  </a:lnTo>
                  <a:lnTo>
                    <a:pt x="1627403" y="5803"/>
                  </a:lnTo>
                  <a:lnTo>
                    <a:pt x="1629079" y="7480"/>
                  </a:lnTo>
                  <a:lnTo>
                    <a:pt x="1631137" y="7480"/>
                  </a:lnTo>
                  <a:lnTo>
                    <a:pt x="2454897" y="7480"/>
                  </a:lnTo>
                  <a:lnTo>
                    <a:pt x="2456573" y="5803"/>
                  </a:lnTo>
                  <a:lnTo>
                    <a:pt x="2456573" y="1676"/>
                  </a:lnTo>
                  <a:close/>
                </a:path>
                <a:path w="8984615" h="143509">
                  <a:moveTo>
                    <a:pt x="3061982" y="1676"/>
                  </a:moveTo>
                  <a:lnTo>
                    <a:pt x="3060319" y="0"/>
                  </a:lnTo>
                  <a:lnTo>
                    <a:pt x="2929623" y="0"/>
                  </a:lnTo>
                  <a:lnTo>
                    <a:pt x="2927947" y="1676"/>
                  </a:lnTo>
                  <a:lnTo>
                    <a:pt x="2927947" y="5803"/>
                  </a:lnTo>
                  <a:lnTo>
                    <a:pt x="2929623" y="7480"/>
                  </a:lnTo>
                  <a:lnTo>
                    <a:pt x="2931680" y="7480"/>
                  </a:lnTo>
                  <a:lnTo>
                    <a:pt x="3060319" y="7480"/>
                  </a:lnTo>
                  <a:lnTo>
                    <a:pt x="3061982" y="5803"/>
                  </a:lnTo>
                  <a:lnTo>
                    <a:pt x="3061982" y="1676"/>
                  </a:lnTo>
                  <a:close/>
                </a:path>
                <a:path w="8984615" h="143509">
                  <a:moveTo>
                    <a:pt x="5724652" y="137071"/>
                  </a:moveTo>
                  <a:lnTo>
                    <a:pt x="5722975" y="135394"/>
                  </a:lnTo>
                  <a:lnTo>
                    <a:pt x="5674449" y="135394"/>
                  </a:lnTo>
                  <a:lnTo>
                    <a:pt x="5672772" y="137071"/>
                  </a:lnTo>
                  <a:lnTo>
                    <a:pt x="5672772" y="141198"/>
                  </a:lnTo>
                  <a:lnTo>
                    <a:pt x="5674449" y="142875"/>
                  </a:lnTo>
                  <a:lnTo>
                    <a:pt x="5676506" y="142875"/>
                  </a:lnTo>
                  <a:lnTo>
                    <a:pt x="5722975" y="142875"/>
                  </a:lnTo>
                  <a:lnTo>
                    <a:pt x="5724652" y="141198"/>
                  </a:lnTo>
                  <a:lnTo>
                    <a:pt x="5724652" y="137071"/>
                  </a:lnTo>
                  <a:close/>
                </a:path>
                <a:path w="8984615" h="143509">
                  <a:moveTo>
                    <a:pt x="5839701" y="1676"/>
                  </a:moveTo>
                  <a:lnTo>
                    <a:pt x="5838037" y="0"/>
                  </a:lnTo>
                  <a:lnTo>
                    <a:pt x="5707342" y="0"/>
                  </a:lnTo>
                  <a:lnTo>
                    <a:pt x="5705665" y="1676"/>
                  </a:lnTo>
                  <a:lnTo>
                    <a:pt x="5705665" y="5803"/>
                  </a:lnTo>
                  <a:lnTo>
                    <a:pt x="5707342" y="7480"/>
                  </a:lnTo>
                  <a:lnTo>
                    <a:pt x="5709412" y="7480"/>
                  </a:lnTo>
                  <a:lnTo>
                    <a:pt x="5838037" y="7480"/>
                  </a:lnTo>
                  <a:lnTo>
                    <a:pt x="5839701" y="5803"/>
                  </a:lnTo>
                  <a:lnTo>
                    <a:pt x="5839701" y="1676"/>
                  </a:lnTo>
                  <a:close/>
                </a:path>
                <a:path w="8984615" h="143509">
                  <a:moveTo>
                    <a:pt x="8984361" y="137426"/>
                  </a:moveTo>
                  <a:lnTo>
                    <a:pt x="8982697" y="135750"/>
                  </a:lnTo>
                  <a:lnTo>
                    <a:pt x="8852002" y="135750"/>
                  </a:lnTo>
                  <a:lnTo>
                    <a:pt x="8850325" y="137426"/>
                  </a:lnTo>
                  <a:lnTo>
                    <a:pt x="8850325" y="141554"/>
                  </a:lnTo>
                  <a:lnTo>
                    <a:pt x="8852002" y="143230"/>
                  </a:lnTo>
                  <a:lnTo>
                    <a:pt x="8854059" y="143230"/>
                  </a:lnTo>
                  <a:lnTo>
                    <a:pt x="8982697" y="143230"/>
                  </a:lnTo>
                  <a:lnTo>
                    <a:pt x="8984361" y="141554"/>
                  </a:lnTo>
                  <a:lnTo>
                    <a:pt x="8984361" y="137426"/>
                  </a:lnTo>
                  <a:close/>
                </a:path>
              </a:pathLst>
            </a:custGeom>
            <a:solidFill>
              <a:srgbClr val="ACB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888941" y="5"/>
              <a:ext cx="10278745" cy="1705610"/>
            </a:xfrm>
            <a:custGeom>
              <a:avLst/>
              <a:gdLst/>
              <a:ahLst/>
              <a:cxnLst/>
              <a:rect l="l" t="t" r="r" b="b"/>
              <a:pathLst>
                <a:path w="10278744" h="1705610">
                  <a:moveTo>
                    <a:pt x="33413" y="0"/>
                  </a:moveTo>
                  <a:lnTo>
                    <a:pt x="0" y="0"/>
                  </a:lnTo>
                  <a:lnTo>
                    <a:pt x="0" y="1705305"/>
                  </a:lnTo>
                  <a:lnTo>
                    <a:pt x="33413" y="1705305"/>
                  </a:lnTo>
                  <a:lnTo>
                    <a:pt x="33413" y="0"/>
                  </a:lnTo>
                  <a:close/>
                </a:path>
                <a:path w="10278744" h="1705610">
                  <a:moveTo>
                    <a:pt x="2514333" y="0"/>
                  </a:moveTo>
                  <a:lnTo>
                    <a:pt x="2480919" y="0"/>
                  </a:lnTo>
                  <a:lnTo>
                    <a:pt x="2480919" y="1705305"/>
                  </a:lnTo>
                  <a:lnTo>
                    <a:pt x="2514333" y="1705305"/>
                  </a:lnTo>
                  <a:lnTo>
                    <a:pt x="2514333" y="0"/>
                  </a:lnTo>
                  <a:close/>
                </a:path>
                <a:path w="10278744" h="1705610">
                  <a:moveTo>
                    <a:pt x="7797241" y="0"/>
                  </a:moveTo>
                  <a:lnTo>
                    <a:pt x="7763840" y="0"/>
                  </a:lnTo>
                  <a:lnTo>
                    <a:pt x="7763840" y="1705305"/>
                  </a:lnTo>
                  <a:lnTo>
                    <a:pt x="7797241" y="1705305"/>
                  </a:lnTo>
                  <a:lnTo>
                    <a:pt x="7797241" y="0"/>
                  </a:lnTo>
                  <a:close/>
                </a:path>
                <a:path w="10278744" h="1705610">
                  <a:moveTo>
                    <a:pt x="10278161" y="0"/>
                  </a:moveTo>
                  <a:lnTo>
                    <a:pt x="10244760" y="0"/>
                  </a:lnTo>
                  <a:lnTo>
                    <a:pt x="10244760" y="1705305"/>
                  </a:lnTo>
                  <a:lnTo>
                    <a:pt x="10278161" y="1705305"/>
                  </a:lnTo>
                  <a:lnTo>
                    <a:pt x="102781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235907" y="5"/>
              <a:ext cx="11533505" cy="2051685"/>
            </a:xfrm>
            <a:custGeom>
              <a:avLst/>
              <a:gdLst/>
              <a:ahLst/>
              <a:cxnLst/>
              <a:rect l="l" t="t" r="r" b="b"/>
              <a:pathLst>
                <a:path w="11533505" h="2051685">
                  <a:moveTo>
                    <a:pt x="3769512" y="1705305"/>
                  </a:moveTo>
                  <a:lnTo>
                    <a:pt x="3167367" y="1705305"/>
                  </a:lnTo>
                  <a:lnTo>
                    <a:pt x="3167367" y="0"/>
                  </a:lnTo>
                  <a:lnTo>
                    <a:pt x="3133953" y="0"/>
                  </a:lnTo>
                  <a:lnTo>
                    <a:pt x="3133953" y="1705305"/>
                  </a:lnTo>
                  <a:lnTo>
                    <a:pt x="686447" y="1705305"/>
                  </a:lnTo>
                  <a:lnTo>
                    <a:pt x="686447" y="0"/>
                  </a:lnTo>
                  <a:lnTo>
                    <a:pt x="653034" y="0"/>
                  </a:lnTo>
                  <a:lnTo>
                    <a:pt x="653034" y="1705305"/>
                  </a:lnTo>
                  <a:lnTo>
                    <a:pt x="0" y="1705305"/>
                  </a:lnTo>
                  <a:lnTo>
                    <a:pt x="0" y="2051316"/>
                  </a:lnTo>
                  <a:lnTo>
                    <a:pt x="3769512" y="2051316"/>
                  </a:lnTo>
                  <a:lnTo>
                    <a:pt x="3769512" y="1705305"/>
                  </a:lnTo>
                  <a:close/>
                </a:path>
                <a:path w="11533505" h="2051685">
                  <a:moveTo>
                    <a:pt x="11533327" y="1705305"/>
                  </a:moveTo>
                  <a:lnTo>
                    <a:pt x="10931195" y="1705305"/>
                  </a:lnTo>
                  <a:lnTo>
                    <a:pt x="10931195" y="0"/>
                  </a:lnTo>
                  <a:lnTo>
                    <a:pt x="10897794" y="0"/>
                  </a:lnTo>
                  <a:lnTo>
                    <a:pt x="10897794" y="1705305"/>
                  </a:lnTo>
                  <a:lnTo>
                    <a:pt x="8450275" y="1705305"/>
                  </a:lnTo>
                  <a:lnTo>
                    <a:pt x="8450275" y="0"/>
                  </a:lnTo>
                  <a:lnTo>
                    <a:pt x="8416874" y="0"/>
                  </a:lnTo>
                  <a:lnTo>
                    <a:pt x="8416874" y="1705305"/>
                  </a:lnTo>
                  <a:lnTo>
                    <a:pt x="7763827" y="1705305"/>
                  </a:lnTo>
                  <a:lnTo>
                    <a:pt x="7763827" y="2051316"/>
                  </a:lnTo>
                  <a:lnTo>
                    <a:pt x="11533327" y="2051316"/>
                  </a:lnTo>
                  <a:lnTo>
                    <a:pt x="11533327" y="1705305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152278" y="9670920"/>
            <a:ext cx="7976870" cy="418465"/>
          </a:xfrm>
          <a:custGeom>
            <a:avLst/>
            <a:gdLst/>
            <a:ahLst/>
            <a:cxnLst/>
            <a:rect l="l" t="t" r="r" b="b"/>
            <a:pathLst>
              <a:path w="7976870" h="418465">
                <a:moveTo>
                  <a:pt x="7767271" y="0"/>
                </a:moveTo>
                <a:lnTo>
                  <a:pt x="208998" y="0"/>
                </a:lnTo>
                <a:lnTo>
                  <a:pt x="161079" y="5519"/>
                </a:lnTo>
                <a:lnTo>
                  <a:pt x="117089" y="21242"/>
                </a:lnTo>
                <a:lnTo>
                  <a:pt x="78283" y="45913"/>
                </a:lnTo>
                <a:lnTo>
                  <a:pt x="45916" y="78278"/>
                </a:lnTo>
                <a:lnTo>
                  <a:pt x="21243" y="117084"/>
                </a:lnTo>
                <a:lnTo>
                  <a:pt x="5520" y="161076"/>
                </a:lnTo>
                <a:lnTo>
                  <a:pt x="0" y="208998"/>
                </a:lnTo>
                <a:lnTo>
                  <a:pt x="5520" y="256918"/>
                </a:lnTo>
                <a:lnTo>
                  <a:pt x="21243" y="300908"/>
                </a:lnTo>
                <a:lnTo>
                  <a:pt x="45916" y="339714"/>
                </a:lnTo>
                <a:lnTo>
                  <a:pt x="78283" y="372081"/>
                </a:lnTo>
                <a:lnTo>
                  <a:pt x="117089" y="396753"/>
                </a:lnTo>
                <a:lnTo>
                  <a:pt x="161079" y="412477"/>
                </a:lnTo>
                <a:lnTo>
                  <a:pt x="208998" y="417997"/>
                </a:lnTo>
                <a:lnTo>
                  <a:pt x="7767271" y="417997"/>
                </a:lnTo>
                <a:lnTo>
                  <a:pt x="7815190" y="412477"/>
                </a:lnTo>
                <a:lnTo>
                  <a:pt x="7859180" y="396753"/>
                </a:lnTo>
                <a:lnTo>
                  <a:pt x="7897986" y="372081"/>
                </a:lnTo>
                <a:lnTo>
                  <a:pt x="7930353" y="339714"/>
                </a:lnTo>
                <a:lnTo>
                  <a:pt x="7955026" y="300908"/>
                </a:lnTo>
                <a:lnTo>
                  <a:pt x="7970750" y="256918"/>
                </a:lnTo>
                <a:lnTo>
                  <a:pt x="7976270" y="208998"/>
                </a:lnTo>
                <a:lnTo>
                  <a:pt x="7970750" y="161076"/>
                </a:lnTo>
                <a:lnTo>
                  <a:pt x="7955026" y="117084"/>
                </a:lnTo>
                <a:lnTo>
                  <a:pt x="7930353" y="78278"/>
                </a:lnTo>
                <a:lnTo>
                  <a:pt x="7897986" y="45913"/>
                </a:lnTo>
                <a:lnTo>
                  <a:pt x="7859180" y="21242"/>
                </a:lnTo>
                <a:lnTo>
                  <a:pt x="7815190" y="5519"/>
                </a:lnTo>
                <a:lnTo>
                  <a:pt x="7767271" y="0"/>
                </a:lnTo>
                <a:close/>
              </a:path>
            </a:pathLst>
          </a:custGeom>
          <a:solidFill>
            <a:srgbClr val="C9F0FF">
              <a:alpha val="4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241979" y="10025867"/>
            <a:ext cx="5361305" cy="470534"/>
          </a:xfrm>
          <a:custGeom>
            <a:avLst/>
            <a:gdLst/>
            <a:ahLst/>
            <a:cxnLst/>
            <a:rect l="l" t="t" r="r" b="b"/>
            <a:pathLst>
              <a:path w="5361305" h="470534">
                <a:moveTo>
                  <a:pt x="5126011" y="0"/>
                </a:moveTo>
                <a:lnTo>
                  <a:pt x="235060" y="0"/>
                </a:lnTo>
                <a:lnTo>
                  <a:pt x="187688" y="4775"/>
                </a:lnTo>
                <a:lnTo>
                  <a:pt x="143565" y="18472"/>
                </a:lnTo>
                <a:lnTo>
                  <a:pt x="103637" y="40145"/>
                </a:lnTo>
                <a:lnTo>
                  <a:pt x="68848" y="68848"/>
                </a:lnTo>
                <a:lnTo>
                  <a:pt x="40145" y="103637"/>
                </a:lnTo>
                <a:lnTo>
                  <a:pt x="18472" y="143565"/>
                </a:lnTo>
                <a:lnTo>
                  <a:pt x="4775" y="187688"/>
                </a:lnTo>
                <a:lnTo>
                  <a:pt x="0" y="235060"/>
                </a:lnTo>
                <a:lnTo>
                  <a:pt x="4775" y="282436"/>
                </a:lnTo>
                <a:lnTo>
                  <a:pt x="18472" y="326562"/>
                </a:lnTo>
                <a:lnTo>
                  <a:pt x="40145" y="366492"/>
                </a:lnTo>
                <a:lnTo>
                  <a:pt x="68848" y="401282"/>
                </a:lnTo>
                <a:lnTo>
                  <a:pt x="103637" y="429986"/>
                </a:lnTo>
                <a:lnTo>
                  <a:pt x="143565" y="451659"/>
                </a:lnTo>
                <a:lnTo>
                  <a:pt x="187688" y="465356"/>
                </a:lnTo>
                <a:lnTo>
                  <a:pt x="235060" y="470132"/>
                </a:lnTo>
                <a:lnTo>
                  <a:pt x="5126011" y="470132"/>
                </a:lnTo>
                <a:lnTo>
                  <a:pt x="5173383" y="465356"/>
                </a:lnTo>
                <a:lnTo>
                  <a:pt x="5217506" y="451659"/>
                </a:lnTo>
                <a:lnTo>
                  <a:pt x="5257435" y="429986"/>
                </a:lnTo>
                <a:lnTo>
                  <a:pt x="5292223" y="401282"/>
                </a:lnTo>
                <a:lnTo>
                  <a:pt x="5320926" y="366492"/>
                </a:lnTo>
                <a:lnTo>
                  <a:pt x="5342599" y="326562"/>
                </a:lnTo>
                <a:lnTo>
                  <a:pt x="5356296" y="282436"/>
                </a:lnTo>
                <a:lnTo>
                  <a:pt x="5361072" y="235060"/>
                </a:lnTo>
                <a:lnTo>
                  <a:pt x="5356296" y="187688"/>
                </a:lnTo>
                <a:lnTo>
                  <a:pt x="5342599" y="143565"/>
                </a:lnTo>
                <a:lnTo>
                  <a:pt x="5320926" y="103637"/>
                </a:lnTo>
                <a:lnTo>
                  <a:pt x="5292223" y="68848"/>
                </a:lnTo>
                <a:lnTo>
                  <a:pt x="5257435" y="40145"/>
                </a:lnTo>
                <a:lnTo>
                  <a:pt x="5217506" y="18472"/>
                </a:lnTo>
                <a:lnTo>
                  <a:pt x="5173383" y="4775"/>
                </a:lnTo>
                <a:lnTo>
                  <a:pt x="5126011" y="0"/>
                </a:lnTo>
                <a:close/>
              </a:path>
            </a:pathLst>
          </a:custGeom>
          <a:solidFill>
            <a:srgbClr val="C9F0FF">
              <a:alpha val="4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062907" y="9207548"/>
            <a:ext cx="5012690" cy="225425"/>
          </a:xfrm>
          <a:custGeom>
            <a:avLst/>
            <a:gdLst/>
            <a:ahLst/>
            <a:cxnLst/>
            <a:rect l="l" t="t" r="r" b="b"/>
            <a:pathLst>
              <a:path w="5012690" h="225425">
                <a:moveTo>
                  <a:pt x="4899568" y="0"/>
                </a:moveTo>
                <a:lnTo>
                  <a:pt x="112614" y="0"/>
                </a:lnTo>
                <a:lnTo>
                  <a:pt x="68778" y="8847"/>
                </a:lnTo>
                <a:lnTo>
                  <a:pt x="32983" y="32978"/>
                </a:lnTo>
                <a:lnTo>
                  <a:pt x="8849" y="68770"/>
                </a:lnTo>
                <a:lnTo>
                  <a:pt x="0" y="112603"/>
                </a:lnTo>
                <a:lnTo>
                  <a:pt x="8849" y="156433"/>
                </a:lnTo>
                <a:lnTo>
                  <a:pt x="32983" y="192225"/>
                </a:lnTo>
                <a:lnTo>
                  <a:pt x="68778" y="216358"/>
                </a:lnTo>
                <a:lnTo>
                  <a:pt x="112614" y="225207"/>
                </a:lnTo>
                <a:lnTo>
                  <a:pt x="4899568" y="225207"/>
                </a:lnTo>
                <a:lnTo>
                  <a:pt x="4943397" y="216358"/>
                </a:lnTo>
                <a:lnTo>
                  <a:pt x="4979190" y="192225"/>
                </a:lnTo>
                <a:lnTo>
                  <a:pt x="5003322" y="156433"/>
                </a:lnTo>
                <a:lnTo>
                  <a:pt x="5012171" y="112603"/>
                </a:lnTo>
                <a:lnTo>
                  <a:pt x="5003322" y="68770"/>
                </a:lnTo>
                <a:lnTo>
                  <a:pt x="4979190" y="32978"/>
                </a:lnTo>
                <a:lnTo>
                  <a:pt x="4943397" y="8847"/>
                </a:lnTo>
                <a:lnTo>
                  <a:pt x="4899568" y="0"/>
                </a:lnTo>
                <a:close/>
              </a:path>
            </a:pathLst>
          </a:custGeom>
          <a:solidFill>
            <a:srgbClr val="C9F0FF">
              <a:alpha val="4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353078" y="9093425"/>
            <a:ext cx="3803015" cy="225425"/>
          </a:xfrm>
          <a:custGeom>
            <a:avLst/>
            <a:gdLst/>
            <a:ahLst/>
            <a:cxnLst/>
            <a:rect l="l" t="t" r="r" b="b"/>
            <a:pathLst>
              <a:path w="3803015" h="225425">
                <a:moveTo>
                  <a:pt x="3690327" y="0"/>
                </a:moveTo>
                <a:lnTo>
                  <a:pt x="112603" y="0"/>
                </a:lnTo>
                <a:lnTo>
                  <a:pt x="68770" y="8847"/>
                </a:lnTo>
                <a:lnTo>
                  <a:pt x="32978" y="32978"/>
                </a:lnTo>
                <a:lnTo>
                  <a:pt x="8847" y="68770"/>
                </a:lnTo>
                <a:lnTo>
                  <a:pt x="0" y="112603"/>
                </a:lnTo>
                <a:lnTo>
                  <a:pt x="8847" y="156433"/>
                </a:lnTo>
                <a:lnTo>
                  <a:pt x="32978" y="192225"/>
                </a:lnTo>
                <a:lnTo>
                  <a:pt x="68770" y="216358"/>
                </a:lnTo>
                <a:lnTo>
                  <a:pt x="112603" y="225207"/>
                </a:lnTo>
                <a:lnTo>
                  <a:pt x="3690327" y="225207"/>
                </a:lnTo>
                <a:lnTo>
                  <a:pt x="3734156" y="216358"/>
                </a:lnTo>
                <a:lnTo>
                  <a:pt x="3769949" y="192225"/>
                </a:lnTo>
                <a:lnTo>
                  <a:pt x="3794081" y="156433"/>
                </a:lnTo>
                <a:lnTo>
                  <a:pt x="3802931" y="112603"/>
                </a:lnTo>
                <a:lnTo>
                  <a:pt x="3794081" y="68770"/>
                </a:lnTo>
                <a:lnTo>
                  <a:pt x="3769949" y="32978"/>
                </a:lnTo>
                <a:lnTo>
                  <a:pt x="3734156" y="8847"/>
                </a:lnTo>
                <a:lnTo>
                  <a:pt x="3690327" y="0"/>
                </a:lnTo>
                <a:close/>
              </a:path>
            </a:pathLst>
          </a:custGeom>
          <a:solidFill>
            <a:srgbClr val="C9F0FF">
              <a:alpha val="41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233690" y="1746564"/>
            <a:ext cx="854075" cy="7456170"/>
          </a:xfrm>
          <a:custGeom>
            <a:avLst/>
            <a:gdLst/>
            <a:ahLst/>
            <a:cxnLst/>
            <a:rect l="l" t="t" r="r" b="b"/>
            <a:pathLst>
              <a:path w="854075" h="7456170">
                <a:moveTo>
                  <a:pt x="853785" y="7455793"/>
                </a:moveTo>
                <a:lnTo>
                  <a:pt x="0" y="7455793"/>
                </a:lnTo>
                <a:lnTo>
                  <a:pt x="0" y="0"/>
                </a:lnTo>
                <a:lnTo>
                  <a:pt x="853785" y="0"/>
                </a:lnTo>
                <a:lnTo>
                  <a:pt x="853785" y="7455793"/>
                </a:lnTo>
                <a:close/>
              </a:path>
            </a:pathLst>
          </a:custGeom>
          <a:ln w="10470">
            <a:solidFill>
              <a:srgbClr val="50BE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210990" y="1875220"/>
            <a:ext cx="3585210" cy="1703705"/>
          </a:xfrm>
          <a:custGeom>
            <a:avLst/>
            <a:gdLst/>
            <a:ahLst/>
            <a:cxnLst/>
            <a:rect l="l" t="t" r="r" b="b"/>
            <a:pathLst>
              <a:path w="3585210" h="1703704">
                <a:moveTo>
                  <a:pt x="0" y="0"/>
                </a:moveTo>
                <a:lnTo>
                  <a:pt x="3584854" y="0"/>
                </a:lnTo>
                <a:lnTo>
                  <a:pt x="3584854" y="1703131"/>
                </a:lnTo>
                <a:lnTo>
                  <a:pt x="0" y="1703131"/>
                </a:lnTo>
                <a:lnTo>
                  <a:pt x="0" y="0"/>
                </a:lnTo>
                <a:close/>
              </a:path>
            </a:pathLst>
          </a:custGeom>
          <a:ln w="10470">
            <a:solidFill>
              <a:srgbClr val="50BE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210990" y="3707007"/>
            <a:ext cx="3585210" cy="1703705"/>
          </a:xfrm>
          <a:custGeom>
            <a:avLst/>
            <a:gdLst/>
            <a:ahLst/>
            <a:cxnLst/>
            <a:rect l="l" t="t" r="r" b="b"/>
            <a:pathLst>
              <a:path w="3585210" h="1703704">
                <a:moveTo>
                  <a:pt x="0" y="0"/>
                </a:moveTo>
                <a:lnTo>
                  <a:pt x="3584854" y="0"/>
                </a:lnTo>
                <a:lnTo>
                  <a:pt x="3584854" y="1703131"/>
                </a:lnTo>
                <a:lnTo>
                  <a:pt x="0" y="1703131"/>
                </a:lnTo>
                <a:lnTo>
                  <a:pt x="0" y="0"/>
                </a:lnTo>
                <a:close/>
              </a:path>
            </a:pathLst>
          </a:custGeom>
          <a:ln w="10470">
            <a:solidFill>
              <a:srgbClr val="50BE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210990" y="5538784"/>
            <a:ext cx="3585210" cy="1703705"/>
          </a:xfrm>
          <a:custGeom>
            <a:avLst/>
            <a:gdLst/>
            <a:ahLst/>
            <a:cxnLst/>
            <a:rect l="l" t="t" r="r" b="b"/>
            <a:pathLst>
              <a:path w="3585210" h="1703704">
                <a:moveTo>
                  <a:pt x="0" y="0"/>
                </a:moveTo>
                <a:lnTo>
                  <a:pt x="3584854" y="0"/>
                </a:lnTo>
                <a:lnTo>
                  <a:pt x="3584854" y="1703131"/>
                </a:lnTo>
                <a:lnTo>
                  <a:pt x="0" y="1703131"/>
                </a:lnTo>
                <a:lnTo>
                  <a:pt x="0" y="0"/>
                </a:lnTo>
                <a:close/>
              </a:path>
            </a:pathLst>
          </a:custGeom>
          <a:ln w="10470">
            <a:solidFill>
              <a:srgbClr val="50BEA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2077098" y="1730952"/>
            <a:ext cx="3853179" cy="7477125"/>
            <a:chOff x="2077098" y="1730952"/>
            <a:chExt cx="3853179" cy="7477125"/>
          </a:xfrm>
        </p:grpSpPr>
        <p:sp>
          <p:nvSpPr>
            <p:cNvPr id="11" name="object 11" descr=""/>
            <p:cNvSpPr/>
            <p:nvPr/>
          </p:nvSpPr>
          <p:spPr>
            <a:xfrm>
              <a:off x="2082334" y="1736188"/>
              <a:ext cx="3842385" cy="7466330"/>
            </a:xfrm>
            <a:custGeom>
              <a:avLst/>
              <a:gdLst/>
              <a:ahLst/>
              <a:cxnLst/>
              <a:rect l="l" t="t" r="r" b="b"/>
              <a:pathLst>
                <a:path w="3842385" h="7466330">
                  <a:moveTo>
                    <a:pt x="128655" y="5634383"/>
                  </a:moveTo>
                  <a:lnTo>
                    <a:pt x="3713509" y="5634383"/>
                  </a:lnTo>
                  <a:lnTo>
                    <a:pt x="3713509" y="7327138"/>
                  </a:lnTo>
                  <a:lnTo>
                    <a:pt x="128655" y="7327138"/>
                  </a:lnTo>
                  <a:lnTo>
                    <a:pt x="128655" y="5634383"/>
                  </a:lnTo>
                  <a:close/>
                </a:path>
                <a:path w="3842385" h="7466330">
                  <a:moveTo>
                    <a:pt x="3842165" y="0"/>
                  </a:moveTo>
                  <a:lnTo>
                    <a:pt x="0" y="0"/>
                  </a:lnTo>
                  <a:lnTo>
                    <a:pt x="0" y="7455793"/>
                  </a:lnTo>
                  <a:lnTo>
                    <a:pt x="94457" y="7455793"/>
                  </a:lnTo>
                  <a:lnTo>
                    <a:pt x="94457" y="7466170"/>
                  </a:lnTo>
                  <a:lnTo>
                    <a:pt x="3799873" y="7466170"/>
                  </a:lnTo>
                  <a:lnTo>
                    <a:pt x="3799873" y="7455793"/>
                  </a:lnTo>
                  <a:lnTo>
                    <a:pt x="3842165" y="7455793"/>
                  </a:lnTo>
                  <a:lnTo>
                    <a:pt x="384216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82237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282237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251913" y="2511923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76201" y="251192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139665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139665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109352" y="2511923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933629" y="251192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997104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97104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469434" y="2511923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469434" y="2511923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665126" y="3114168"/>
              <a:ext cx="188595" cy="463550"/>
            </a:xfrm>
            <a:custGeom>
              <a:avLst/>
              <a:gdLst/>
              <a:ahLst/>
              <a:cxnLst/>
              <a:rect l="l" t="t" r="r" b="b"/>
              <a:pathLst>
                <a:path w="188595" h="463550">
                  <a:moveTo>
                    <a:pt x="188067" y="0"/>
                  </a:moveTo>
                  <a:lnTo>
                    <a:pt x="0" y="463409"/>
                  </a:lnTo>
                  <a:lnTo>
                    <a:pt x="188067" y="463409"/>
                  </a:lnTo>
                  <a:lnTo>
                    <a:pt x="18806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853191" y="2918811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0"/>
                  </a:moveTo>
                  <a:lnTo>
                    <a:pt x="0" y="0"/>
                  </a:lnTo>
                  <a:lnTo>
                    <a:pt x="0" y="658765"/>
                  </a:lnTo>
                  <a:lnTo>
                    <a:pt x="520141" y="658765"/>
                  </a:lnTo>
                  <a:lnTo>
                    <a:pt x="52014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853191" y="2918811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658765"/>
                  </a:moveTo>
                  <a:lnTo>
                    <a:pt x="0" y="658765"/>
                  </a:lnTo>
                  <a:lnTo>
                    <a:pt x="0" y="0"/>
                  </a:lnTo>
                  <a:lnTo>
                    <a:pt x="520141" y="0"/>
                  </a:lnTo>
                  <a:lnTo>
                    <a:pt x="520141" y="658765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981857" y="3047478"/>
              <a:ext cx="262890" cy="401955"/>
            </a:xfrm>
            <a:custGeom>
              <a:avLst/>
              <a:gdLst/>
              <a:ahLst/>
              <a:cxnLst/>
              <a:rect l="l" t="t" r="r" b="b"/>
              <a:pathLst>
                <a:path w="262889" h="401954">
                  <a:moveTo>
                    <a:pt x="262819" y="0"/>
                  </a:moveTo>
                  <a:lnTo>
                    <a:pt x="0" y="0"/>
                  </a:lnTo>
                  <a:lnTo>
                    <a:pt x="0" y="401432"/>
                  </a:lnTo>
                  <a:lnTo>
                    <a:pt x="262819" y="401432"/>
                  </a:lnTo>
                  <a:lnTo>
                    <a:pt x="262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981857" y="3047478"/>
              <a:ext cx="262890" cy="401955"/>
            </a:xfrm>
            <a:custGeom>
              <a:avLst/>
              <a:gdLst/>
              <a:ahLst/>
              <a:cxnLst/>
              <a:rect l="l" t="t" r="r" b="b"/>
              <a:pathLst>
                <a:path w="262889" h="401954">
                  <a:moveTo>
                    <a:pt x="0" y="0"/>
                  </a:moveTo>
                  <a:lnTo>
                    <a:pt x="262819" y="0"/>
                  </a:lnTo>
                  <a:lnTo>
                    <a:pt x="262819" y="401432"/>
                  </a:lnTo>
                  <a:lnTo>
                    <a:pt x="0" y="401432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795433" y="2459003"/>
              <a:ext cx="950594" cy="1118870"/>
            </a:xfrm>
            <a:custGeom>
              <a:avLst/>
              <a:gdLst/>
              <a:ahLst/>
              <a:cxnLst/>
              <a:rect l="l" t="t" r="r" b="b"/>
              <a:pathLst>
                <a:path w="950595" h="1118870">
                  <a:moveTo>
                    <a:pt x="950599" y="0"/>
                  </a:moveTo>
                  <a:lnTo>
                    <a:pt x="0" y="0"/>
                  </a:lnTo>
                  <a:lnTo>
                    <a:pt x="0" y="1118573"/>
                  </a:lnTo>
                  <a:lnTo>
                    <a:pt x="950599" y="1118573"/>
                  </a:lnTo>
                  <a:lnTo>
                    <a:pt x="950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795433" y="2459003"/>
              <a:ext cx="950594" cy="1118870"/>
            </a:xfrm>
            <a:custGeom>
              <a:avLst/>
              <a:gdLst/>
              <a:ahLst/>
              <a:cxnLst/>
              <a:rect l="l" t="t" r="r" b="b"/>
              <a:pathLst>
                <a:path w="950595" h="1118870">
                  <a:moveTo>
                    <a:pt x="950599" y="1118573"/>
                  </a:moveTo>
                  <a:lnTo>
                    <a:pt x="0" y="1118573"/>
                  </a:lnTo>
                  <a:lnTo>
                    <a:pt x="0" y="0"/>
                  </a:lnTo>
                  <a:lnTo>
                    <a:pt x="950599" y="0"/>
                  </a:lnTo>
                  <a:lnTo>
                    <a:pt x="950599" y="1118573"/>
                  </a:lnTo>
                  <a:close/>
                </a:path>
                <a:path w="950595" h="1118870">
                  <a:moveTo>
                    <a:pt x="128666" y="128645"/>
                  </a:moveTo>
                  <a:lnTo>
                    <a:pt x="821933" y="128645"/>
                  </a:lnTo>
                  <a:lnTo>
                    <a:pt x="821933" y="989917"/>
                  </a:lnTo>
                  <a:lnTo>
                    <a:pt x="128666" y="989917"/>
                  </a:lnTo>
                  <a:lnTo>
                    <a:pt x="128666" y="128645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476536" y="2791815"/>
              <a:ext cx="319405" cy="786130"/>
            </a:xfrm>
            <a:custGeom>
              <a:avLst/>
              <a:gdLst/>
              <a:ahLst/>
              <a:cxnLst/>
              <a:rect l="l" t="t" r="r" b="b"/>
              <a:pathLst>
                <a:path w="319405" h="786129">
                  <a:moveTo>
                    <a:pt x="318901" y="0"/>
                  </a:moveTo>
                  <a:lnTo>
                    <a:pt x="0" y="785756"/>
                  </a:lnTo>
                  <a:lnTo>
                    <a:pt x="318901" y="785756"/>
                  </a:lnTo>
                  <a:lnTo>
                    <a:pt x="318901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445381" y="6123342"/>
              <a:ext cx="950594" cy="1118870"/>
            </a:xfrm>
            <a:custGeom>
              <a:avLst/>
              <a:gdLst/>
              <a:ahLst/>
              <a:cxnLst/>
              <a:rect l="l" t="t" r="r" b="b"/>
              <a:pathLst>
                <a:path w="950595" h="1118870">
                  <a:moveTo>
                    <a:pt x="950599" y="1118573"/>
                  </a:moveTo>
                  <a:lnTo>
                    <a:pt x="0" y="1118573"/>
                  </a:lnTo>
                  <a:lnTo>
                    <a:pt x="0" y="0"/>
                  </a:lnTo>
                  <a:lnTo>
                    <a:pt x="950599" y="0"/>
                  </a:lnTo>
                  <a:lnTo>
                    <a:pt x="950599" y="1118573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574048" y="6251987"/>
              <a:ext cx="693420" cy="861694"/>
            </a:xfrm>
            <a:custGeom>
              <a:avLst/>
              <a:gdLst/>
              <a:ahLst/>
              <a:cxnLst/>
              <a:rect l="l" t="t" r="r" b="b"/>
              <a:pathLst>
                <a:path w="693420" h="861695">
                  <a:moveTo>
                    <a:pt x="693266" y="0"/>
                  </a:moveTo>
                  <a:lnTo>
                    <a:pt x="0" y="0"/>
                  </a:lnTo>
                  <a:lnTo>
                    <a:pt x="0" y="861272"/>
                  </a:lnTo>
                  <a:lnTo>
                    <a:pt x="693266" y="861272"/>
                  </a:lnTo>
                  <a:lnTo>
                    <a:pt x="69326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574048" y="6251987"/>
              <a:ext cx="693420" cy="861694"/>
            </a:xfrm>
            <a:custGeom>
              <a:avLst/>
              <a:gdLst/>
              <a:ahLst/>
              <a:cxnLst/>
              <a:rect l="l" t="t" r="r" b="b"/>
              <a:pathLst>
                <a:path w="693420" h="861695">
                  <a:moveTo>
                    <a:pt x="0" y="0"/>
                  </a:moveTo>
                  <a:lnTo>
                    <a:pt x="693266" y="0"/>
                  </a:lnTo>
                  <a:lnTo>
                    <a:pt x="693266" y="861272"/>
                  </a:lnTo>
                  <a:lnTo>
                    <a:pt x="0" y="861272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126483" y="6456159"/>
              <a:ext cx="319405" cy="786130"/>
            </a:xfrm>
            <a:custGeom>
              <a:avLst/>
              <a:gdLst/>
              <a:ahLst/>
              <a:cxnLst/>
              <a:rect l="l" t="t" r="r" b="b"/>
              <a:pathLst>
                <a:path w="319404" h="786129">
                  <a:moveTo>
                    <a:pt x="318901" y="0"/>
                  </a:moveTo>
                  <a:lnTo>
                    <a:pt x="0" y="785756"/>
                  </a:lnTo>
                  <a:lnTo>
                    <a:pt x="318901" y="785756"/>
                  </a:lnTo>
                  <a:lnTo>
                    <a:pt x="318901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621081" y="6778513"/>
              <a:ext cx="188595" cy="463550"/>
            </a:xfrm>
            <a:custGeom>
              <a:avLst/>
              <a:gdLst/>
              <a:ahLst/>
              <a:cxnLst/>
              <a:rect l="l" t="t" r="r" b="b"/>
              <a:pathLst>
                <a:path w="188594" h="463550">
                  <a:moveTo>
                    <a:pt x="188067" y="0"/>
                  </a:moveTo>
                  <a:lnTo>
                    <a:pt x="0" y="463409"/>
                  </a:lnTo>
                  <a:lnTo>
                    <a:pt x="188067" y="463409"/>
                  </a:lnTo>
                  <a:lnTo>
                    <a:pt x="1880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621081" y="6778513"/>
              <a:ext cx="188595" cy="463550"/>
            </a:xfrm>
            <a:custGeom>
              <a:avLst/>
              <a:gdLst/>
              <a:ahLst/>
              <a:cxnLst/>
              <a:rect l="l" t="t" r="r" b="b"/>
              <a:pathLst>
                <a:path w="188594" h="463550">
                  <a:moveTo>
                    <a:pt x="188067" y="0"/>
                  </a:moveTo>
                  <a:lnTo>
                    <a:pt x="0" y="463409"/>
                  </a:lnTo>
                  <a:lnTo>
                    <a:pt x="188067" y="463409"/>
                  </a:lnTo>
                  <a:lnTo>
                    <a:pt x="18806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809149" y="6583150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0"/>
                  </a:moveTo>
                  <a:lnTo>
                    <a:pt x="0" y="0"/>
                  </a:lnTo>
                  <a:lnTo>
                    <a:pt x="0" y="658765"/>
                  </a:lnTo>
                  <a:lnTo>
                    <a:pt x="520141" y="658765"/>
                  </a:lnTo>
                  <a:lnTo>
                    <a:pt x="5201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809149" y="6583150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658765"/>
                  </a:moveTo>
                  <a:lnTo>
                    <a:pt x="0" y="658765"/>
                  </a:lnTo>
                  <a:lnTo>
                    <a:pt x="0" y="0"/>
                  </a:lnTo>
                  <a:lnTo>
                    <a:pt x="520141" y="0"/>
                  </a:lnTo>
                  <a:lnTo>
                    <a:pt x="520141" y="658765"/>
                  </a:lnTo>
                  <a:close/>
                </a:path>
                <a:path w="520700" h="659129">
                  <a:moveTo>
                    <a:pt x="128655" y="128666"/>
                  </a:moveTo>
                  <a:lnTo>
                    <a:pt x="391474" y="128666"/>
                  </a:lnTo>
                  <a:lnTo>
                    <a:pt x="391474" y="530099"/>
                  </a:lnTo>
                  <a:lnTo>
                    <a:pt x="128655" y="530099"/>
                  </a:lnTo>
                  <a:lnTo>
                    <a:pt x="128655" y="128666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788765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788765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758441" y="4350077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582729" y="4350077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646193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646193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615880" y="4350077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440157" y="4350077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503632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503632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975962" y="4350077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374912" y="4350077"/>
              <a:ext cx="1129030" cy="1060450"/>
            </a:xfrm>
            <a:custGeom>
              <a:avLst/>
              <a:gdLst/>
              <a:ahLst/>
              <a:cxnLst/>
              <a:rect l="l" t="t" r="r" b="b"/>
              <a:pathLst>
                <a:path w="1129029" h="1060450">
                  <a:moveTo>
                    <a:pt x="1128719" y="0"/>
                  </a:moveTo>
                  <a:lnTo>
                    <a:pt x="601049" y="0"/>
                  </a:lnTo>
                  <a:lnTo>
                    <a:pt x="601049" y="1060061"/>
                  </a:lnTo>
                  <a:lnTo>
                    <a:pt x="1128719" y="1060061"/>
                  </a:lnTo>
                  <a:lnTo>
                    <a:pt x="1128719" y="0"/>
                  </a:lnTo>
                  <a:close/>
                </a:path>
                <a:path w="1129029" h="1060450">
                  <a:moveTo>
                    <a:pt x="925050" y="0"/>
                  </a:moveTo>
                  <a:lnTo>
                    <a:pt x="812802" y="0"/>
                  </a:lnTo>
                  <a:lnTo>
                    <a:pt x="812802" y="1060061"/>
                  </a:lnTo>
                  <a:lnTo>
                    <a:pt x="925050" y="1060061"/>
                  </a:lnTo>
                  <a:lnTo>
                    <a:pt x="925050" y="0"/>
                  </a:lnTo>
                  <a:close/>
                </a:path>
                <a:path w="1129029" h="1060450">
                  <a:moveTo>
                    <a:pt x="812802" y="0"/>
                  </a:moveTo>
                  <a:lnTo>
                    <a:pt x="606766" y="0"/>
                  </a:lnTo>
                  <a:lnTo>
                    <a:pt x="606766" y="1060061"/>
                  </a:lnTo>
                  <a:lnTo>
                    <a:pt x="812802" y="1060061"/>
                  </a:lnTo>
                  <a:lnTo>
                    <a:pt x="812802" y="0"/>
                  </a:lnTo>
                  <a:close/>
                </a:path>
                <a:path w="1129029" h="1060450">
                  <a:moveTo>
                    <a:pt x="782478" y="0"/>
                  </a:moveTo>
                  <a:lnTo>
                    <a:pt x="670230" y="0"/>
                  </a:lnTo>
                  <a:lnTo>
                    <a:pt x="670230" y="1060061"/>
                  </a:lnTo>
                  <a:lnTo>
                    <a:pt x="782478" y="1060061"/>
                  </a:lnTo>
                  <a:lnTo>
                    <a:pt x="782478" y="0"/>
                  </a:lnTo>
                  <a:close/>
                </a:path>
                <a:path w="1129029" h="1060450">
                  <a:moveTo>
                    <a:pt x="670230" y="0"/>
                  </a:moveTo>
                  <a:lnTo>
                    <a:pt x="464195" y="0"/>
                  </a:lnTo>
                  <a:lnTo>
                    <a:pt x="464195" y="1060061"/>
                  </a:lnTo>
                  <a:lnTo>
                    <a:pt x="670230" y="1060061"/>
                  </a:lnTo>
                  <a:lnTo>
                    <a:pt x="670230" y="0"/>
                  </a:lnTo>
                  <a:close/>
                </a:path>
                <a:path w="1129029" h="1060450">
                  <a:moveTo>
                    <a:pt x="639917" y="0"/>
                  </a:moveTo>
                  <a:lnTo>
                    <a:pt x="527669" y="0"/>
                  </a:lnTo>
                  <a:lnTo>
                    <a:pt x="527669" y="1060061"/>
                  </a:lnTo>
                  <a:lnTo>
                    <a:pt x="639917" y="1060061"/>
                  </a:lnTo>
                  <a:lnTo>
                    <a:pt x="639917" y="0"/>
                  </a:lnTo>
                  <a:close/>
                </a:path>
                <a:path w="1129029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144825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144825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114512" y="4350077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938800" y="4350077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2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25" y="1060061"/>
                  </a:lnTo>
                  <a:lnTo>
                    <a:pt x="20602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002264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002264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971940" y="4350077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796228" y="4350077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859692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859692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332023" y="4350077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332023" y="4350077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382369" y="8014478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206035" y="1060051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382369" y="8014478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206035" y="1060051"/>
                  </a:lnTo>
                  <a:lnTo>
                    <a:pt x="206035" y="0"/>
                  </a:lnTo>
                  <a:close/>
                </a:path>
                <a:path w="206375" h="1060450">
                  <a:moveTo>
                    <a:pt x="175722" y="0"/>
                  </a:moveTo>
                  <a:lnTo>
                    <a:pt x="63474" y="0"/>
                  </a:lnTo>
                  <a:lnTo>
                    <a:pt x="63474" y="1060051"/>
                  </a:lnTo>
                  <a:lnTo>
                    <a:pt x="175722" y="1060051"/>
                  </a:lnTo>
                  <a:lnTo>
                    <a:pt x="175722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239808" y="8014478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206035" y="1060051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239808" y="8014478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206035" y="1060051"/>
                  </a:lnTo>
                  <a:lnTo>
                    <a:pt x="206035" y="0"/>
                  </a:lnTo>
                  <a:close/>
                </a:path>
                <a:path w="206375" h="1060450">
                  <a:moveTo>
                    <a:pt x="175711" y="0"/>
                  </a:moveTo>
                  <a:lnTo>
                    <a:pt x="63464" y="0"/>
                  </a:lnTo>
                  <a:lnTo>
                    <a:pt x="63464" y="1060051"/>
                  </a:lnTo>
                  <a:lnTo>
                    <a:pt x="175711" y="1060051"/>
                  </a:lnTo>
                  <a:lnTo>
                    <a:pt x="175711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775612" y="8014478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527669" y="106005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775612" y="8014478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527669" y="1060051"/>
                  </a:lnTo>
                  <a:lnTo>
                    <a:pt x="527669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" name="object 70" descr=""/>
          <p:cNvGrpSpPr/>
          <p:nvPr/>
        </p:nvGrpSpPr>
        <p:grpSpPr>
          <a:xfrm>
            <a:off x="17562700" y="6455363"/>
            <a:ext cx="1308100" cy="2752725"/>
            <a:chOff x="17562700" y="6455363"/>
            <a:chExt cx="1308100" cy="2752725"/>
          </a:xfrm>
        </p:grpSpPr>
        <p:sp>
          <p:nvSpPr>
            <p:cNvPr id="71" name="object 71" descr=""/>
            <p:cNvSpPr/>
            <p:nvPr/>
          </p:nvSpPr>
          <p:spPr>
            <a:xfrm>
              <a:off x="17567935" y="6716915"/>
              <a:ext cx="318770" cy="1060450"/>
            </a:xfrm>
            <a:custGeom>
              <a:avLst/>
              <a:gdLst/>
              <a:ahLst/>
              <a:cxnLst/>
              <a:rect l="l" t="t" r="r" b="b"/>
              <a:pathLst>
                <a:path w="318769" h="1060450">
                  <a:moveTo>
                    <a:pt x="0" y="0"/>
                  </a:moveTo>
                  <a:lnTo>
                    <a:pt x="112247" y="0"/>
                  </a:lnTo>
                  <a:lnTo>
                    <a:pt x="112247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  <a:path w="318769" h="1060450">
                  <a:moveTo>
                    <a:pt x="112247" y="0"/>
                  </a:moveTo>
                  <a:lnTo>
                    <a:pt x="318283" y="0"/>
                  </a:lnTo>
                  <a:lnTo>
                    <a:pt x="318283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  <a:path w="318769" h="1060450">
                  <a:moveTo>
                    <a:pt x="142561" y="0"/>
                  </a:moveTo>
                  <a:lnTo>
                    <a:pt x="254808" y="0"/>
                  </a:lnTo>
                  <a:lnTo>
                    <a:pt x="254808" y="1060061"/>
                  </a:lnTo>
                  <a:lnTo>
                    <a:pt x="142561" y="1060061"/>
                  </a:lnTo>
                  <a:lnTo>
                    <a:pt x="142561" y="0"/>
                  </a:lnTo>
                  <a:close/>
                </a:path>
              </a:pathLst>
            </a:custGeom>
            <a:ln w="10470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7822754" y="6716915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7822754" y="6716915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0" y="0"/>
                  </a:moveTo>
                  <a:lnTo>
                    <a:pt x="206035" y="0"/>
                  </a:lnTo>
                  <a:lnTo>
                    <a:pt x="206035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  <a:path w="206375" h="1060450">
                  <a:moveTo>
                    <a:pt x="30313" y="0"/>
                  </a:moveTo>
                  <a:lnTo>
                    <a:pt x="142561" y="0"/>
                  </a:lnTo>
                  <a:lnTo>
                    <a:pt x="142561" y="1060061"/>
                  </a:lnTo>
                  <a:lnTo>
                    <a:pt x="30313" y="1060061"/>
                  </a:lnTo>
                  <a:lnTo>
                    <a:pt x="30313" y="0"/>
                  </a:lnTo>
                  <a:close/>
                </a:path>
              </a:pathLst>
            </a:custGeom>
            <a:ln w="10470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7965316" y="6716915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4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7965316" y="6716915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4" h="1060450">
                  <a:moveTo>
                    <a:pt x="0" y="0"/>
                  </a:moveTo>
                  <a:lnTo>
                    <a:pt x="527669" y="0"/>
                  </a:lnTo>
                  <a:lnTo>
                    <a:pt x="527669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8247914" y="6460599"/>
              <a:ext cx="617855" cy="2741930"/>
            </a:xfrm>
            <a:custGeom>
              <a:avLst/>
              <a:gdLst/>
              <a:ahLst/>
              <a:cxnLst/>
              <a:rect l="l" t="t" r="r" b="b"/>
              <a:pathLst>
                <a:path w="617855" h="2741929">
                  <a:moveTo>
                    <a:pt x="617279" y="0"/>
                  </a:moveTo>
                  <a:lnTo>
                    <a:pt x="0" y="0"/>
                  </a:lnTo>
                  <a:lnTo>
                    <a:pt x="0" y="2741759"/>
                  </a:lnTo>
                  <a:lnTo>
                    <a:pt x="617279" y="2741759"/>
                  </a:lnTo>
                  <a:lnTo>
                    <a:pt x="617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8247914" y="6460599"/>
              <a:ext cx="617855" cy="2741930"/>
            </a:xfrm>
            <a:custGeom>
              <a:avLst/>
              <a:gdLst/>
              <a:ahLst/>
              <a:cxnLst/>
              <a:rect l="l" t="t" r="r" b="b"/>
              <a:pathLst>
                <a:path w="617855" h="2741929">
                  <a:moveTo>
                    <a:pt x="0" y="2741759"/>
                  </a:moveTo>
                  <a:lnTo>
                    <a:pt x="617279" y="2741759"/>
                  </a:lnTo>
                  <a:lnTo>
                    <a:pt x="617279" y="0"/>
                  </a:lnTo>
                  <a:lnTo>
                    <a:pt x="0" y="0"/>
                  </a:lnTo>
                  <a:lnTo>
                    <a:pt x="0" y="2741759"/>
                  </a:lnTo>
                  <a:close/>
                </a:path>
              </a:pathLst>
            </a:custGeom>
            <a:ln w="10470">
              <a:solidFill>
                <a:srgbClr val="66CC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/>
          <p:nvPr/>
        </p:nvSpPr>
        <p:spPr>
          <a:xfrm>
            <a:off x="15563065" y="6553612"/>
            <a:ext cx="517525" cy="2555875"/>
          </a:xfrm>
          <a:custGeom>
            <a:avLst/>
            <a:gdLst/>
            <a:ahLst/>
            <a:cxnLst/>
            <a:rect l="l" t="t" r="r" b="b"/>
            <a:pathLst>
              <a:path w="517525" h="2555875">
                <a:moveTo>
                  <a:pt x="0" y="2555733"/>
                </a:moveTo>
                <a:lnTo>
                  <a:pt x="517125" y="2555733"/>
                </a:lnTo>
                <a:lnTo>
                  <a:pt x="517125" y="0"/>
                </a:lnTo>
                <a:lnTo>
                  <a:pt x="0" y="0"/>
                </a:lnTo>
                <a:lnTo>
                  <a:pt x="0" y="2555733"/>
                </a:lnTo>
                <a:close/>
              </a:path>
            </a:pathLst>
          </a:custGeom>
          <a:ln w="10470">
            <a:solidFill>
              <a:srgbClr val="66CCB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9" name="object 79" descr=""/>
          <p:cNvGrpSpPr/>
          <p:nvPr/>
        </p:nvGrpSpPr>
        <p:grpSpPr>
          <a:xfrm>
            <a:off x="15464817" y="6455363"/>
            <a:ext cx="2788920" cy="2752725"/>
            <a:chOff x="15464817" y="6455363"/>
            <a:chExt cx="2788920" cy="2752725"/>
          </a:xfrm>
        </p:grpSpPr>
        <p:sp>
          <p:nvSpPr>
            <p:cNvPr id="80" name="object 80" descr=""/>
            <p:cNvSpPr/>
            <p:nvPr/>
          </p:nvSpPr>
          <p:spPr>
            <a:xfrm>
              <a:off x="16905495" y="6553612"/>
              <a:ext cx="517525" cy="2555875"/>
            </a:xfrm>
            <a:custGeom>
              <a:avLst/>
              <a:gdLst/>
              <a:ahLst/>
              <a:cxnLst/>
              <a:rect l="l" t="t" r="r" b="b"/>
              <a:pathLst>
                <a:path w="517525" h="2555875">
                  <a:moveTo>
                    <a:pt x="0" y="2555733"/>
                  </a:moveTo>
                  <a:lnTo>
                    <a:pt x="517125" y="2555733"/>
                  </a:lnTo>
                  <a:lnTo>
                    <a:pt x="517125" y="0"/>
                  </a:lnTo>
                  <a:lnTo>
                    <a:pt x="0" y="0"/>
                  </a:lnTo>
                  <a:lnTo>
                    <a:pt x="0" y="2555733"/>
                  </a:lnTo>
                  <a:close/>
                </a:path>
              </a:pathLst>
            </a:custGeom>
            <a:ln w="10470">
              <a:solidFill>
                <a:srgbClr val="66CC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5470048" y="6553612"/>
              <a:ext cx="2778125" cy="2649855"/>
            </a:xfrm>
            <a:custGeom>
              <a:avLst/>
              <a:gdLst/>
              <a:ahLst/>
              <a:cxnLst/>
              <a:rect l="l" t="t" r="r" b="b"/>
              <a:pathLst>
                <a:path w="2778125" h="2649854">
                  <a:moveTo>
                    <a:pt x="2777858" y="1231963"/>
                  </a:moveTo>
                  <a:lnTo>
                    <a:pt x="2684843" y="1231963"/>
                  </a:lnTo>
                  <a:lnTo>
                    <a:pt x="2684843" y="1324673"/>
                  </a:lnTo>
                  <a:lnTo>
                    <a:pt x="2684843" y="2555303"/>
                  </a:lnTo>
                  <a:lnTo>
                    <a:pt x="1435442" y="2555303"/>
                  </a:lnTo>
                  <a:lnTo>
                    <a:pt x="1435442" y="1324673"/>
                  </a:lnTo>
                  <a:lnTo>
                    <a:pt x="2684843" y="1324673"/>
                  </a:lnTo>
                  <a:lnTo>
                    <a:pt x="2684843" y="1231963"/>
                  </a:lnTo>
                  <a:lnTo>
                    <a:pt x="1342428" y="1231963"/>
                  </a:lnTo>
                  <a:lnTo>
                    <a:pt x="1342428" y="1324673"/>
                  </a:lnTo>
                  <a:lnTo>
                    <a:pt x="1342428" y="2555303"/>
                  </a:lnTo>
                  <a:lnTo>
                    <a:pt x="93027" y="2555303"/>
                  </a:lnTo>
                  <a:lnTo>
                    <a:pt x="93027" y="1324673"/>
                  </a:lnTo>
                  <a:lnTo>
                    <a:pt x="1342428" y="1324673"/>
                  </a:lnTo>
                  <a:lnTo>
                    <a:pt x="1342428" y="1231963"/>
                  </a:lnTo>
                  <a:lnTo>
                    <a:pt x="0" y="1231963"/>
                  </a:lnTo>
                  <a:lnTo>
                    <a:pt x="0" y="1324673"/>
                  </a:lnTo>
                  <a:lnTo>
                    <a:pt x="0" y="2555303"/>
                  </a:lnTo>
                  <a:lnTo>
                    <a:pt x="0" y="2649283"/>
                  </a:lnTo>
                  <a:lnTo>
                    <a:pt x="2777858" y="2649283"/>
                  </a:lnTo>
                  <a:lnTo>
                    <a:pt x="2777858" y="2555735"/>
                  </a:lnTo>
                  <a:lnTo>
                    <a:pt x="2777858" y="2555303"/>
                  </a:lnTo>
                  <a:lnTo>
                    <a:pt x="2777858" y="1324673"/>
                  </a:lnTo>
                  <a:lnTo>
                    <a:pt x="2777858" y="1324381"/>
                  </a:lnTo>
                  <a:lnTo>
                    <a:pt x="2777858" y="1231963"/>
                  </a:lnTo>
                  <a:close/>
                </a:path>
                <a:path w="2778125" h="2649854">
                  <a:moveTo>
                    <a:pt x="2777858" y="0"/>
                  </a:moveTo>
                  <a:lnTo>
                    <a:pt x="2684843" y="0"/>
                  </a:lnTo>
                  <a:lnTo>
                    <a:pt x="2684843" y="1231366"/>
                  </a:lnTo>
                  <a:lnTo>
                    <a:pt x="2777858" y="1231366"/>
                  </a:lnTo>
                  <a:lnTo>
                    <a:pt x="2777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5470052" y="6460599"/>
              <a:ext cx="2778125" cy="2741930"/>
            </a:xfrm>
            <a:custGeom>
              <a:avLst/>
              <a:gdLst/>
              <a:ahLst/>
              <a:cxnLst/>
              <a:rect l="l" t="t" r="r" b="b"/>
              <a:pathLst>
                <a:path w="2778125" h="2741929">
                  <a:moveTo>
                    <a:pt x="2684850" y="1324368"/>
                  </a:moveTo>
                  <a:lnTo>
                    <a:pt x="1435443" y="1324368"/>
                  </a:lnTo>
                  <a:lnTo>
                    <a:pt x="1435443" y="93012"/>
                  </a:lnTo>
                  <a:lnTo>
                    <a:pt x="2684850" y="93012"/>
                  </a:lnTo>
                  <a:lnTo>
                    <a:pt x="2684850" y="1324368"/>
                  </a:lnTo>
                  <a:close/>
                </a:path>
                <a:path w="2778125" h="2741929">
                  <a:moveTo>
                    <a:pt x="2684850" y="2648746"/>
                  </a:moveTo>
                  <a:lnTo>
                    <a:pt x="1435443" y="2648746"/>
                  </a:lnTo>
                  <a:lnTo>
                    <a:pt x="1435443" y="1417391"/>
                  </a:lnTo>
                  <a:lnTo>
                    <a:pt x="2684850" y="1417391"/>
                  </a:lnTo>
                  <a:lnTo>
                    <a:pt x="2684850" y="2648746"/>
                  </a:lnTo>
                  <a:close/>
                </a:path>
                <a:path w="2778125" h="2741929">
                  <a:moveTo>
                    <a:pt x="93023" y="1417391"/>
                  </a:moveTo>
                  <a:lnTo>
                    <a:pt x="1342430" y="1417391"/>
                  </a:lnTo>
                  <a:lnTo>
                    <a:pt x="1342430" y="2648746"/>
                  </a:lnTo>
                  <a:lnTo>
                    <a:pt x="93023" y="2648746"/>
                  </a:lnTo>
                  <a:lnTo>
                    <a:pt x="93023" y="1417391"/>
                  </a:lnTo>
                  <a:close/>
                </a:path>
                <a:path w="2778125" h="2741929">
                  <a:moveTo>
                    <a:pt x="93023" y="93012"/>
                  </a:moveTo>
                  <a:lnTo>
                    <a:pt x="1342430" y="93012"/>
                  </a:lnTo>
                  <a:lnTo>
                    <a:pt x="1342430" y="1324368"/>
                  </a:lnTo>
                  <a:lnTo>
                    <a:pt x="93023" y="1324368"/>
                  </a:lnTo>
                  <a:lnTo>
                    <a:pt x="93023" y="93012"/>
                  </a:lnTo>
                  <a:close/>
                </a:path>
                <a:path w="2778125" h="2741929">
                  <a:moveTo>
                    <a:pt x="0" y="0"/>
                  </a:moveTo>
                  <a:lnTo>
                    <a:pt x="0" y="93012"/>
                  </a:lnTo>
                  <a:lnTo>
                    <a:pt x="0" y="1324368"/>
                  </a:lnTo>
                  <a:lnTo>
                    <a:pt x="0" y="1417391"/>
                  </a:lnTo>
                  <a:lnTo>
                    <a:pt x="0" y="2741759"/>
                  </a:lnTo>
                  <a:lnTo>
                    <a:pt x="1342430" y="2741759"/>
                  </a:lnTo>
                  <a:lnTo>
                    <a:pt x="1435443" y="2741759"/>
                  </a:lnTo>
                  <a:lnTo>
                    <a:pt x="2777863" y="2741759"/>
                  </a:lnTo>
                  <a:lnTo>
                    <a:pt x="2777863" y="1417391"/>
                  </a:lnTo>
                  <a:lnTo>
                    <a:pt x="2777863" y="1324368"/>
                  </a:lnTo>
                  <a:lnTo>
                    <a:pt x="2777863" y="93012"/>
                  </a:lnTo>
                  <a:lnTo>
                    <a:pt x="2777863" y="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C9F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7105406" y="804928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7105406" y="804928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0" y="0"/>
                  </a:moveTo>
                  <a:lnTo>
                    <a:pt x="112247" y="0"/>
                  </a:lnTo>
                  <a:lnTo>
                    <a:pt x="112247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7217653" y="804928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7217653" y="804928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0" y="0"/>
                  </a:moveTo>
                  <a:lnTo>
                    <a:pt x="206035" y="0"/>
                  </a:lnTo>
                  <a:lnTo>
                    <a:pt x="206035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  <a:path w="206375" h="1060450">
                  <a:moveTo>
                    <a:pt x="30323" y="0"/>
                  </a:moveTo>
                  <a:lnTo>
                    <a:pt x="142571" y="0"/>
                  </a:lnTo>
                  <a:lnTo>
                    <a:pt x="142571" y="1060061"/>
                  </a:lnTo>
                  <a:lnTo>
                    <a:pt x="30323" y="1060061"/>
                  </a:lnTo>
                  <a:lnTo>
                    <a:pt x="30323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7360225" y="804928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7360225" y="804928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0" y="0"/>
                  </a:moveTo>
                  <a:lnTo>
                    <a:pt x="206035" y="0"/>
                  </a:lnTo>
                  <a:lnTo>
                    <a:pt x="206035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  <a:path w="206375" h="1060450">
                  <a:moveTo>
                    <a:pt x="30313" y="0"/>
                  </a:moveTo>
                  <a:lnTo>
                    <a:pt x="142561" y="0"/>
                  </a:lnTo>
                  <a:lnTo>
                    <a:pt x="142561" y="1060061"/>
                  </a:lnTo>
                  <a:lnTo>
                    <a:pt x="30313" y="1060061"/>
                  </a:lnTo>
                  <a:lnTo>
                    <a:pt x="30313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7502786" y="8049283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4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7502786" y="8049283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4" h="1060450">
                  <a:moveTo>
                    <a:pt x="0" y="0"/>
                  </a:moveTo>
                  <a:lnTo>
                    <a:pt x="527669" y="0"/>
                  </a:lnTo>
                  <a:lnTo>
                    <a:pt x="527669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91" descr=""/>
          <p:cNvGrpSpPr/>
          <p:nvPr/>
        </p:nvGrpSpPr>
        <p:grpSpPr>
          <a:xfrm>
            <a:off x="1864577" y="9670920"/>
            <a:ext cx="1488440" cy="418465"/>
            <a:chOff x="1864577" y="9670920"/>
            <a:chExt cx="1488440" cy="418465"/>
          </a:xfrm>
        </p:grpSpPr>
        <p:sp>
          <p:nvSpPr>
            <p:cNvPr id="92" name="object 92" descr=""/>
            <p:cNvSpPr/>
            <p:nvPr/>
          </p:nvSpPr>
          <p:spPr>
            <a:xfrm>
              <a:off x="1864577" y="9670920"/>
              <a:ext cx="1488440" cy="418465"/>
            </a:xfrm>
            <a:custGeom>
              <a:avLst/>
              <a:gdLst/>
              <a:ahLst/>
              <a:cxnLst/>
              <a:rect l="l" t="t" r="r" b="b"/>
              <a:pathLst>
                <a:path w="1488439" h="418465">
                  <a:moveTo>
                    <a:pt x="1279280" y="0"/>
                  </a:moveTo>
                  <a:lnTo>
                    <a:pt x="208998" y="0"/>
                  </a:lnTo>
                  <a:lnTo>
                    <a:pt x="161076" y="5519"/>
                  </a:lnTo>
                  <a:lnTo>
                    <a:pt x="117084" y="21242"/>
                  </a:lnTo>
                  <a:lnTo>
                    <a:pt x="78278" y="45913"/>
                  </a:lnTo>
                  <a:lnTo>
                    <a:pt x="45913" y="78278"/>
                  </a:lnTo>
                  <a:lnTo>
                    <a:pt x="21242" y="117084"/>
                  </a:lnTo>
                  <a:lnTo>
                    <a:pt x="5519" y="161076"/>
                  </a:lnTo>
                  <a:lnTo>
                    <a:pt x="0" y="208998"/>
                  </a:lnTo>
                  <a:lnTo>
                    <a:pt x="5519" y="256918"/>
                  </a:lnTo>
                  <a:lnTo>
                    <a:pt x="21242" y="300908"/>
                  </a:lnTo>
                  <a:lnTo>
                    <a:pt x="45913" y="339714"/>
                  </a:lnTo>
                  <a:lnTo>
                    <a:pt x="78278" y="372081"/>
                  </a:lnTo>
                  <a:lnTo>
                    <a:pt x="117084" y="396753"/>
                  </a:lnTo>
                  <a:lnTo>
                    <a:pt x="161076" y="412477"/>
                  </a:lnTo>
                  <a:lnTo>
                    <a:pt x="208998" y="417997"/>
                  </a:lnTo>
                  <a:lnTo>
                    <a:pt x="1279280" y="417997"/>
                  </a:lnTo>
                  <a:lnTo>
                    <a:pt x="1327203" y="412477"/>
                  </a:lnTo>
                  <a:lnTo>
                    <a:pt x="1371194" y="396753"/>
                  </a:lnTo>
                  <a:lnTo>
                    <a:pt x="1410000" y="372081"/>
                  </a:lnTo>
                  <a:lnTo>
                    <a:pt x="1442365" y="339714"/>
                  </a:lnTo>
                  <a:lnTo>
                    <a:pt x="1467037" y="300908"/>
                  </a:lnTo>
                  <a:lnTo>
                    <a:pt x="1482759" y="256918"/>
                  </a:lnTo>
                  <a:lnTo>
                    <a:pt x="1488279" y="208998"/>
                  </a:lnTo>
                  <a:lnTo>
                    <a:pt x="1482759" y="161076"/>
                  </a:lnTo>
                  <a:lnTo>
                    <a:pt x="1467037" y="117084"/>
                  </a:lnTo>
                  <a:lnTo>
                    <a:pt x="1442365" y="78278"/>
                  </a:lnTo>
                  <a:lnTo>
                    <a:pt x="1410000" y="45913"/>
                  </a:lnTo>
                  <a:lnTo>
                    <a:pt x="1371194" y="21242"/>
                  </a:lnTo>
                  <a:lnTo>
                    <a:pt x="1327203" y="5519"/>
                  </a:lnTo>
                  <a:lnTo>
                    <a:pt x="1279280" y="0"/>
                  </a:lnTo>
                  <a:close/>
                </a:path>
              </a:pathLst>
            </a:custGeom>
            <a:solidFill>
              <a:srgbClr val="66CCB4">
                <a:alpha val="4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864577" y="9670920"/>
              <a:ext cx="1488440" cy="418465"/>
            </a:xfrm>
            <a:custGeom>
              <a:avLst/>
              <a:gdLst/>
              <a:ahLst/>
              <a:cxnLst/>
              <a:rect l="l" t="t" r="r" b="b"/>
              <a:pathLst>
                <a:path w="1488439" h="418465">
                  <a:moveTo>
                    <a:pt x="1279280" y="0"/>
                  </a:moveTo>
                  <a:lnTo>
                    <a:pt x="208998" y="0"/>
                  </a:lnTo>
                  <a:lnTo>
                    <a:pt x="161076" y="5519"/>
                  </a:lnTo>
                  <a:lnTo>
                    <a:pt x="117084" y="21242"/>
                  </a:lnTo>
                  <a:lnTo>
                    <a:pt x="78278" y="45913"/>
                  </a:lnTo>
                  <a:lnTo>
                    <a:pt x="45913" y="78278"/>
                  </a:lnTo>
                  <a:lnTo>
                    <a:pt x="21242" y="117084"/>
                  </a:lnTo>
                  <a:lnTo>
                    <a:pt x="5519" y="161076"/>
                  </a:lnTo>
                  <a:lnTo>
                    <a:pt x="0" y="208998"/>
                  </a:lnTo>
                  <a:lnTo>
                    <a:pt x="5519" y="256918"/>
                  </a:lnTo>
                  <a:lnTo>
                    <a:pt x="21242" y="300908"/>
                  </a:lnTo>
                  <a:lnTo>
                    <a:pt x="45913" y="339714"/>
                  </a:lnTo>
                  <a:lnTo>
                    <a:pt x="78278" y="372081"/>
                  </a:lnTo>
                  <a:lnTo>
                    <a:pt x="117084" y="396753"/>
                  </a:lnTo>
                  <a:lnTo>
                    <a:pt x="161076" y="412477"/>
                  </a:lnTo>
                  <a:lnTo>
                    <a:pt x="208998" y="417997"/>
                  </a:lnTo>
                  <a:lnTo>
                    <a:pt x="1279280" y="417997"/>
                  </a:lnTo>
                  <a:lnTo>
                    <a:pt x="1327203" y="412477"/>
                  </a:lnTo>
                  <a:lnTo>
                    <a:pt x="1371194" y="396753"/>
                  </a:lnTo>
                  <a:lnTo>
                    <a:pt x="1410000" y="372081"/>
                  </a:lnTo>
                  <a:lnTo>
                    <a:pt x="1442365" y="339714"/>
                  </a:lnTo>
                  <a:lnTo>
                    <a:pt x="1467037" y="300908"/>
                  </a:lnTo>
                  <a:lnTo>
                    <a:pt x="1482759" y="256918"/>
                  </a:lnTo>
                  <a:lnTo>
                    <a:pt x="1488279" y="208998"/>
                  </a:lnTo>
                  <a:lnTo>
                    <a:pt x="1482759" y="161076"/>
                  </a:lnTo>
                  <a:lnTo>
                    <a:pt x="1467037" y="117084"/>
                  </a:lnTo>
                  <a:lnTo>
                    <a:pt x="1442365" y="78278"/>
                  </a:lnTo>
                  <a:lnTo>
                    <a:pt x="1410000" y="45913"/>
                  </a:lnTo>
                  <a:lnTo>
                    <a:pt x="1371194" y="21242"/>
                  </a:lnTo>
                  <a:lnTo>
                    <a:pt x="1327203" y="5519"/>
                  </a:lnTo>
                  <a:lnTo>
                    <a:pt x="1279280" y="0"/>
                  </a:lnTo>
                  <a:close/>
                </a:path>
              </a:pathLst>
            </a:custGeom>
            <a:solidFill>
              <a:srgbClr val="C9F0FF">
                <a:alpha val="41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4" name="object 94" descr=""/>
          <p:cNvGrpSpPr/>
          <p:nvPr/>
        </p:nvGrpSpPr>
        <p:grpSpPr>
          <a:xfrm>
            <a:off x="9690258" y="1709912"/>
            <a:ext cx="1379220" cy="1442720"/>
            <a:chOff x="9690258" y="1709912"/>
            <a:chExt cx="1379220" cy="1442720"/>
          </a:xfrm>
        </p:grpSpPr>
        <p:sp>
          <p:nvSpPr>
            <p:cNvPr id="95" name="object 95" descr=""/>
            <p:cNvSpPr/>
            <p:nvPr/>
          </p:nvSpPr>
          <p:spPr>
            <a:xfrm>
              <a:off x="9690258" y="1899218"/>
              <a:ext cx="1253490" cy="1253490"/>
            </a:xfrm>
            <a:custGeom>
              <a:avLst/>
              <a:gdLst/>
              <a:ahLst/>
              <a:cxnLst/>
              <a:rect l="l" t="t" r="r" b="b"/>
              <a:pathLst>
                <a:path w="1253490" h="1253489">
                  <a:moveTo>
                    <a:pt x="626619" y="0"/>
                  </a:moveTo>
                  <a:lnTo>
                    <a:pt x="577649" y="1885"/>
                  </a:lnTo>
                  <a:lnTo>
                    <a:pt x="529710" y="7448"/>
                  </a:lnTo>
                  <a:lnTo>
                    <a:pt x="482941" y="16549"/>
                  </a:lnTo>
                  <a:lnTo>
                    <a:pt x="437481" y="29049"/>
                  </a:lnTo>
                  <a:lnTo>
                    <a:pt x="393470" y="44809"/>
                  </a:lnTo>
                  <a:lnTo>
                    <a:pt x="351047" y="63689"/>
                  </a:lnTo>
                  <a:lnTo>
                    <a:pt x="310352" y="85551"/>
                  </a:lnTo>
                  <a:lnTo>
                    <a:pt x="271523" y="110254"/>
                  </a:lnTo>
                  <a:lnTo>
                    <a:pt x="234700" y="137660"/>
                  </a:lnTo>
                  <a:lnTo>
                    <a:pt x="200023" y="167629"/>
                  </a:lnTo>
                  <a:lnTo>
                    <a:pt x="167630" y="200021"/>
                  </a:lnTo>
                  <a:lnTo>
                    <a:pt x="137661" y="234698"/>
                  </a:lnTo>
                  <a:lnTo>
                    <a:pt x="110255" y="271521"/>
                  </a:lnTo>
                  <a:lnTo>
                    <a:pt x="85551" y="310349"/>
                  </a:lnTo>
                  <a:lnTo>
                    <a:pt x="63690" y="351044"/>
                  </a:lnTo>
                  <a:lnTo>
                    <a:pt x="44809" y="393466"/>
                  </a:lnTo>
                  <a:lnTo>
                    <a:pt x="29049" y="437476"/>
                  </a:lnTo>
                  <a:lnTo>
                    <a:pt x="16549" y="482934"/>
                  </a:lnTo>
                  <a:lnTo>
                    <a:pt x="7448" y="529702"/>
                  </a:lnTo>
                  <a:lnTo>
                    <a:pt x="1885" y="577640"/>
                  </a:lnTo>
                  <a:lnTo>
                    <a:pt x="0" y="626609"/>
                  </a:lnTo>
                  <a:lnTo>
                    <a:pt x="1885" y="675577"/>
                  </a:lnTo>
                  <a:lnTo>
                    <a:pt x="7448" y="723515"/>
                  </a:lnTo>
                  <a:lnTo>
                    <a:pt x="16549" y="770283"/>
                  </a:lnTo>
                  <a:lnTo>
                    <a:pt x="29049" y="815742"/>
                  </a:lnTo>
                  <a:lnTo>
                    <a:pt x="44809" y="859752"/>
                  </a:lnTo>
                  <a:lnTo>
                    <a:pt x="63690" y="902174"/>
                  </a:lnTo>
                  <a:lnTo>
                    <a:pt x="85551" y="942869"/>
                  </a:lnTo>
                  <a:lnTo>
                    <a:pt x="110255" y="981697"/>
                  </a:lnTo>
                  <a:lnTo>
                    <a:pt x="137661" y="1018519"/>
                  </a:lnTo>
                  <a:lnTo>
                    <a:pt x="167630" y="1053196"/>
                  </a:lnTo>
                  <a:lnTo>
                    <a:pt x="200023" y="1085589"/>
                  </a:lnTo>
                  <a:lnTo>
                    <a:pt x="234700" y="1115558"/>
                  </a:lnTo>
                  <a:lnTo>
                    <a:pt x="271523" y="1142963"/>
                  </a:lnTo>
                  <a:lnTo>
                    <a:pt x="310352" y="1167666"/>
                  </a:lnTo>
                  <a:lnTo>
                    <a:pt x="351047" y="1189528"/>
                  </a:lnTo>
                  <a:lnTo>
                    <a:pt x="393470" y="1208408"/>
                  </a:lnTo>
                  <a:lnTo>
                    <a:pt x="437481" y="1224168"/>
                  </a:lnTo>
                  <a:lnTo>
                    <a:pt x="482941" y="1236668"/>
                  </a:lnTo>
                  <a:lnTo>
                    <a:pt x="529710" y="1245770"/>
                  </a:lnTo>
                  <a:lnTo>
                    <a:pt x="577649" y="1251333"/>
                  </a:lnTo>
                  <a:lnTo>
                    <a:pt x="626619" y="1253218"/>
                  </a:lnTo>
                  <a:lnTo>
                    <a:pt x="675588" y="1251333"/>
                  </a:lnTo>
                  <a:lnTo>
                    <a:pt x="723526" y="1245770"/>
                  </a:lnTo>
                  <a:lnTo>
                    <a:pt x="770294" y="1236668"/>
                  </a:lnTo>
                  <a:lnTo>
                    <a:pt x="815752" y="1224168"/>
                  </a:lnTo>
                  <a:lnTo>
                    <a:pt x="859762" y="1208408"/>
                  </a:lnTo>
                  <a:lnTo>
                    <a:pt x="902184" y="1189528"/>
                  </a:lnTo>
                  <a:lnTo>
                    <a:pt x="942879" y="1167666"/>
                  </a:lnTo>
                  <a:lnTo>
                    <a:pt x="981707" y="1142963"/>
                  </a:lnTo>
                  <a:lnTo>
                    <a:pt x="1018530" y="1115558"/>
                  </a:lnTo>
                  <a:lnTo>
                    <a:pt x="1053207" y="1085589"/>
                  </a:lnTo>
                  <a:lnTo>
                    <a:pt x="1085599" y="1053196"/>
                  </a:lnTo>
                  <a:lnTo>
                    <a:pt x="1115568" y="1018519"/>
                  </a:lnTo>
                  <a:lnTo>
                    <a:pt x="1142974" y="981697"/>
                  </a:lnTo>
                  <a:lnTo>
                    <a:pt x="1167677" y="942869"/>
                  </a:lnTo>
                  <a:lnTo>
                    <a:pt x="1189538" y="902174"/>
                  </a:lnTo>
                  <a:lnTo>
                    <a:pt x="1208419" y="859752"/>
                  </a:lnTo>
                  <a:lnTo>
                    <a:pt x="1224179" y="815742"/>
                  </a:lnTo>
                  <a:lnTo>
                    <a:pt x="1236679" y="770283"/>
                  </a:lnTo>
                  <a:lnTo>
                    <a:pt x="1245780" y="723515"/>
                  </a:lnTo>
                  <a:lnTo>
                    <a:pt x="1251343" y="675577"/>
                  </a:lnTo>
                  <a:lnTo>
                    <a:pt x="1253228" y="626609"/>
                  </a:lnTo>
                  <a:lnTo>
                    <a:pt x="1251343" y="577640"/>
                  </a:lnTo>
                  <a:lnTo>
                    <a:pt x="1245780" y="529702"/>
                  </a:lnTo>
                  <a:lnTo>
                    <a:pt x="1236679" y="482934"/>
                  </a:lnTo>
                  <a:lnTo>
                    <a:pt x="1224179" y="437476"/>
                  </a:lnTo>
                  <a:lnTo>
                    <a:pt x="1208419" y="393466"/>
                  </a:lnTo>
                  <a:lnTo>
                    <a:pt x="1189538" y="351044"/>
                  </a:lnTo>
                  <a:lnTo>
                    <a:pt x="1167677" y="310349"/>
                  </a:lnTo>
                  <a:lnTo>
                    <a:pt x="1142974" y="271521"/>
                  </a:lnTo>
                  <a:lnTo>
                    <a:pt x="1115568" y="234698"/>
                  </a:lnTo>
                  <a:lnTo>
                    <a:pt x="1085599" y="200021"/>
                  </a:lnTo>
                  <a:lnTo>
                    <a:pt x="1053207" y="167629"/>
                  </a:lnTo>
                  <a:lnTo>
                    <a:pt x="1018530" y="137660"/>
                  </a:lnTo>
                  <a:lnTo>
                    <a:pt x="981707" y="110254"/>
                  </a:lnTo>
                  <a:lnTo>
                    <a:pt x="942879" y="85551"/>
                  </a:lnTo>
                  <a:lnTo>
                    <a:pt x="902184" y="63689"/>
                  </a:lnTo>
                  <a:lnTo>
                    <a:pt x="859762" y="44809"/>
                  </a:lnTo>
                  <a:lnTo>
                    <a:pt x="815752" y="29049"/>
                  </a:lnTo>
                  <a:lnTo>
                    <a:pt x="770294" y="16549"/>
                  </a:lnTo>
                  <a:lnTo>
                    <a:pt x="723526" y="7448"/>
                  </a:lnTo>
                  <a:lnTo>
                    <a:pt x="675588" y="1885"/>
                  </a:lnTo>
                  <a:lnTo>
                    <a:pt x="626619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9810438" y="1715147"/>
              <a:ext cx="1253490" cy="1253490"/>
            </a:xfrm>
            <a:custGeom>
              <a:avLst/>
              <a:gdLst/>
              <a:ahLst/>
              <a:cxnLst/>
              <a:rect l="l" t="t" r="r" b="b"/>
              <a:pathLst>
                <a:path w="1253490" h="1253489">
                  <a:moveTo>
                    <a:pt x="626619" y="0"/>
                  </a:moveTo>
                  <a:lnTo>
                    <a:pt x="577649" y="1885"/>
                  </a:lnTo>
                  <a:lnTo>
                    <a:pt x="529710" y="7447"/>
                  </a:lnTo>
                  <a:lnTo>
                    <a:pt x="482941" y="16548"/>
                  </a:lnTo>
                  <a:lnTo>
                    <a:pt x="437481" y="29048"/>
                  </a:lnTo>
                  <a:lnTo>
                    <a:pt x="393470" y="44808"/>
                  </a:lnTo>
                  <a:lnTo>
                    <a:pt x="351047" y="63688"/>
                  </a:lnTo>
                  <a:lnTo>
                    <a:pt x="310352" y="85549"/>
                  </a:lnTo>
                  <a:lnTo>
                    <a:pt x="271523" y="110251"/>
                  </a:lnTo>
                  <a:lnTo>
                    <a:pt x="234700" y="137656"/>
                  </a:lnTo>
                  <a:lnTo>
                    <a:pt x="200023" y="167625"/>
                  </a:lnTo>
                  <a:lnTo>
                    <a:pt x="167630" y="200017"/>
                  </a:lnTo>
                  <a:lnTo>
                    <a:pt x="137661" y="234694"/>
                  </a:lnTo>
                  <a:lnTo>
                    <a:pt x="110255" y="271516"/>
                  </a:lnTo>
                  <a:lnTo>
                    <a:pt x="85551" y="310344"/>
                  </a:lnTo>
                  <a:lnTo>
                    <a:pt x="63690" y="351039"/>
                  </a:lnTo>
                  <a:lnTo>
                    <a:pt x="44809" y="393461"/>
                  </a:lnTo>
                  <a:lnTo>
                    <a:pt x="29049" y="437472"/>
                  </a:lnTo>
                  <a:lnTo>
                    <a:pt x="16549" y="482931"/>
                  </a:lnTo>
                  <a:lnTo>
                    <a:pt x="7448" y="529700"/>
                  </a:lnTo>
                  <a:lnTo>
                    <a:pt x="1885" y="577639"/>
                  </a:lnTo>
                  <a:lnTo>
                    <a:pt x="0" y="626609"/>
                  </a:lnTo>
                  <a:lnTo>
                    <a:pt x="1885" y="675577"/>
                  </a:lnTo>
                  <a:lnTo>
                    <a:pt x="7448" y="723515"/>
                  </a:lnTo>
                  <a:lnTo>
                    <a:pt x="16549" y="770283"/>
                  </a:lnTo>
                  <a:lnTo>
                    <a:pt x="29049" y="815742"/>
                  </a:lnTo>
                  <a:lnTo>
                    <a:pt x="44809" y="859752"/>
                  </a:lnTo>
                  <a:lnTo>
                    <a:pt x="63690" y="902174"/>
                  </a:lnTo>
                  <a:lnTo>
                    <a:pt x="85551" y="942869"/>
                  </a:lnTo>
                  <a:lnTo>
                    <a:pt x="110255" y="981697"/>
                  </a:lnTo>
                  <a:lnTo>
                    <a:pt x="137661" y="1018519"/>
                  </a:lnTo>
                  <a:lnTo>
                    <a:pt x="167630" y="1053196"/>
                  </a:lnTo>
                  <a:lnTo>
                    <a:pt x="200023" y="1085589"/>
                  </a:lnTo>
                  <a:lnTo>
                    <a:pt x="234700" y="1115558"/>
                  </a:lnTo>
                  <a:lnTo>
                    <a:pt x="271523" y="1142963"/>
                  </a:lnTo>
                  <a:lnTo>
                    <a:pt x="310352" y="1167666"/>
                  </a:lnTo>
                  <a:lnTo>
                    <a:pt x="351047" y="1189528"/>
                  </a:lnTo>
                  <a:lnTo>
                    <a:pt x="393470" y="1208408"/>
                  </a:lnTo>
                  <a:lnTo>
                    <a:pt x="437481" y="1224168"/>
                  </a:lnTo>
                  <a:lnTo>
                    <a:pt x="482941" y="1236668"/>
                  </a:lnTo>
                  <a:lnTo>
                    <a:pt x="529710" y="1245770"/>
                  </a:lnTo>
                  <a:lnTo>
                    <a:pt x="577649" y="1251333"/>
                  </a:lnTo>
                  <a:lnTo>
                    <a:pt x="626619" y="1253218"/>
                  </a:lnTo>
                  <a:lnTo>
                    <a:pt x="675588" y="1251333"/>
                  </a:lnTo>
                  <a:lnTo>
                    <a:pt x="723526" y="1245770"/>
                  </a:lnTo>
                  <a:lnTo>
                    <a:pt x="770294" y="1236668"/>
                  </a:lnTo>
                  <a:lnTo>
                    <a:pt x="815752" y="1224168"/>
                  </a:lnTo>
                  <a:lnTo>
                    <a:pt x="859762" y="1208408"/>
                  </a:lnTo>
                  <a:lnTo>
                    <a:pt x="902184" y="1189528"/>
                  </a:lnTo>
                  <a:lnTo>
                    <a:pt x="942879" y="1167666"/>
                  </a:lnTo>
                  <a:lnTo>
                    <a:pt x="981707" y="1142963"/>
                  </a:lnTo>
                  <a:lnTo>
                    <a:pt x="1018530" y="1115558"/>
                  </a:lnTo>
                  <a:lnTo>
                    <a:pt x="1053207" y="1085589"/>
                  </a:lnTo>
                  <a:lnTo>
                    <a:pt x="1085599" y="1053196"/>
                  </a:lnTo>
                  <a:lnTo>
                    <a:pt x="1115568" y="1018519"/>
                  </a:lnTo>
                  <a:lnTo>
                    <a:pt x="1142974" y="981697"/>
                  </a:lnTo>
                  <a:lnTo>
                    <a:pt x="1167677" y="942869"/>
                  </a:lnTo>
                  <a:lnTo>
                    <a:pt x="1189538" y="902174"/>
                  </a:lnTo>
                  <a:lnTo>
                    <a:pt x="1208419" y="859752"/>
                  </a:lnTo>
                  <a:lnTo>
                    <a:pt x="1224179" y="815742"/>
                  </a:lnTo>
                  <a:lnTo>
                    <a:pt x="1236679" y="770283"/>
                  </a:lnTo>
                  <a:lnTo>
                    <a:pt x="1245780" y="723515"/>
                  </a:lnTo>
                  <a:lnTo>
                    <a:pt x="1251343" y="675577"/>
                  </a:lnTo>
                  <a:lnTo>
                    <a:pt x="1253228" y="626609"/>
                  </a:lnTo>
                  <a:lnTo>
                    <a:pt x="1251343" y="577639"/>
                  </a:lnTo>
                  <a:lnTo>
                    <a:pt x="1245780" y="529700"/>
                  </a:lnTo>
                  <a:lnTo>
                    <a:pt x="1236679" y="482931"/>
                  </a:lnTo>
                  <a:lnTo>
                    <a:pt x="1224179" y="437472"/>
                  </a:lnTo>
                  <a:lnTo>
                    <a:pt x="1208419" y="393461"/>
                  </a:lnTo>
                  <a:lnTo>
                    <a:pt x="1189538" y="351039"/>
                  </a:lnTo>
                  <a:lnTo>
                    <a:pt x="1167677" y="310344"/>
                  </a:lnTo>
                  <a:lnTo>
                    <a:pt x="1142974" y="271516"/>
                  </a:lnTo>
                  <a:lnTo>
                    <a:pt x="1115568" y="234694"/>
                  </a:lnTo>
                  <a:lnTo>
                    <a:pt x="1085599" y="200017"/>
                  </a:lnTo>
                  <a:lnTo>
                    <a:pt x="1053207" y="167625"/>
                  </a:lnTo>
                  <a:lnTo>
                    <a:pt x="1018530" y="137656"/>
                  </a:lnTo>
                  <a:lnTo>
                    <a:pt x="981707" y="110251"/>
                  </a:lnTo>
                  <a:lnTo>
                    <a:pt x="942879" y="85549"/>
                  </a:lnTo>
                  <a:lnTo>
                    <a:pt x="902184" y="63688"/>
                  </a:lnTo>
                  <a:lnTo>
                    <a:pt x="859762" y="44808"/>
                  </a:lnTo>
                  <a:lnTo>
                    <a:pt x="815752" y="29048"/>
                  </a:lnTo>
                  <a:lnTo>
                    <a:pt x="770294" y="16548"/>
                  </a:lnTo>
                  <a:lnTo>
                    <a:pt x="723526" y="7447"/>
                  </a:lnTo>
                  <a:lnTo>
                    <a:pt x="675588" y="1885"/>
                  </a:lnTo>
                  <a:lnTo>
                    <a:pt x="626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9810438" y="1715147"/>
              <a:ext cx="1253490" cy="1253490"/>
            </a:xfrm>
            <a:custGeom>
              <a:avLst/>
              <a:gdLst/>
              <a:ahLst/>
              <a:cxnLst/>
              <a:rect l="l" t="t" r="r" b="b"/>
              <a:pathLst>
                <a:path w="1253490" h="1253489">
                  <a:moveTo>
                    <a:pt x="1253228" y="626609"/>
                  </a:moveTo>
                  <a:lnTo>
                    <a:pt x="1251343" y="675577"/>
                  </a:lnTo>
                  <a:lnTo>
                    <a:pt x="1245780" y="723515"/>
                  </a:lnTo>
                  <a:lnTo>
                    <a:pt x="1236679" y="770283"/>
                  </a:lnTo>
                  <a:lnTo>
                    <a:pt x="1224179" y="815742"/>
                  </a:lnTo>
                  <a:lnTo>
                    <a:pt x="1208419" y="859752"/>
                  </a:lnTo>
                  <a:lnTo>
                    <a:pt x="1189538" y="902174"/>
                  </a:lnTo>
                  <a:lnTo>
                    <a:pt x="1167677" y="942869"/>
                  </a:lnTo>
                  <a:lnTo>
                    <a:pt x="1142974" y="981697"/>
                  </a:lnTo>
                  <a:lnTo>
                    <a:pt x="1115568" y="1018519"/>
                  </a:lnTo>
                  <a:lnTo>
                    <a:pt x="1085599" y="1053196"/>
                  </a:lnTo>
                  <a:lnTo>
                    <a:pt x="1053207" y="1085589"/>
                  </a:lnTo>
                  <a:lnTo>
                    <a:pt x="1018530" y="1115558"/>
                  </a:lnTo>
                  <a:lnTo>
                    <a:pt x="981707" y="1142963"/>
                  </a:lnTo>
                  <a:lnTo>
                    <a:pt x="942879" y="1167666"/>
                  </a:lnTo>
                  <a:lnTo>
                    <a:pt x="902184" y="1189528"/>
                  </a:lnTo>
                  <a:lnTo>
                    <a:pt x="859762" y="1208408"/>
                  </a:lnTo>
                  <a:lnTo>
                    <a:pt x="815752" y="1224168"/>
                  </a:lnTo>
                  <a:lnTo>
                    <a:pt x="770294" y="1236668"/>
                  </a:lnTo>
                  <a:lnTo>
                    <a:pt x="723526" y="1245770"/>
                  </a:lnTo>
                  <a:lnTo>
                    <a:pt x="675588" y="1251333"/>
                  </a:lnTo>
                  <a:lnTo>
                    <a:pt x="626619" y="1253218"/>
                  </a:lnTo>
                  <a:lnTo>
                    <a:pt x="577649" y="1251333"/>
                  </a:lnTo>
                  <a:lnTo>
                    <a:pt x="529710" y="1245770"/>
                  </a:lnTo>
                  <a:lnTo>
                    <a:pt x="482941" y="1236668"/>
                  </a:lnTo>
                  <a:lnTo>
                    <a:pt x="437481" y="1224168"/>
                  </a:lnTo>
                  <a:lnTo>
                    <a:pt x="393470" y="1208408"/>
                  </a:lnTo>
                  <a:lnTo>
                    <a:pt x="351047" y="1189528"/>
                  </a:lnTo>
                  <a:lnTo>
                    <a:pt x="310352" y="1167666"/>
                  </a:lnTo>
                  <a:lnTo>
                    <a:pt x="271523" y="1142963"/>
                  </a:lnTo>
                  <a:lnTo>
                    <a:pt x="234700" y="1115558"/>
                  </a:lnTo>
                  <a:lnTo>
                    <a:pt x="200023" y="1085589"/>
                  </a:lnTo>
                  <a:lnTo>
                    <a:pt x="167630" y="1053196"/>
                  </a:lnTo>
                  <a:lnTo>
                    <a:pt x="137661" y="1018519"/>
                  </a:lnTo>
                  <a:lnTo>
                    <a:pt x="110255" y="981697"/>
                  </a:lnTo>
                  <a:lnTo>
                    <a:pt x="85551" y="942869"/>
                  </a:lnTo>
                  <a:lnTo>
                    <a:pt x="63690" y="902174"/>
                  </a:lnTo>
                  <a:lnTo>
                    <a:pt x="44809" y="859752"/>
                  </a:lnTo>
                  <a:lnTo>
                    <a:pt x="29049" y="815742"/>
                  </a:lnTo>
                  <a:lnTo>
                    <a:pt x="16549" y="770283"/>
                  </a:lnTo>
                  <a:lnTo>
                    <a:pt x="7448" y="723515"/>
                  </a:lnTo>
                  <a:lnTo>
                    <a:pt x="1885" y="675577"/>
                  </a:lnTo>
                  <a:lnTo>
                    <a:pt x="0" y="626609"/>
                  </a:lnTo>
                  <a:lnTo>
                    <a:pt x="1885" y="577639"/>
                  </a:lnTo>
                  <a:lnTo>
                    <a:pt x="7448" y="529700"/>
                  </a:lnTo>
                  <a:lnTo>
                    <a:pt x="16549" y="482931"/>
                  </a:lnTo>
                  <a:lnTo>
                    <a:pt x="29049" y="437472"/>
                  </a:lnTo>
                  <a:lnTo>
                    <a:pt x="44809" y="393461"/>
                  </a:lnTo>
                  <a:lnTo>
                    <a:pt x="63690" y="351039"/>
                  </a:lnTo>
                  <a:lnTo>
                    <a:pt x="85551" y="310344"/>
                  </a:lnTo>
                  <a:lnTo>
                    <a:pt x="110255" y="271516"/>
                  </a:lnTo>
                  <a:lnTo>
                    <a:pt x="137661" y="234694"/>
                  </a:lnTo>
                  <a:lnTo>
                    <a:pt x="167630" y="200017"/>
                  </a:lnTo>
                  <a:lnTo>
                    <a:pt x="200023" y="167625"/>
                  </a:lnTo>
                  <a:lnTo>
                    <a:pt x="234700" y="137656"/>
                  </a:lnTo>
                  <a:lnTo>
                    <a:pt x="271523" y="110251"/>
                  </a:lnTo>
                  <a:lnTo>
                    <a:pt x="310352" y="85549"/>
                  </a:lnTo>
                  <a:lnTo>
                    <a:pt x="351047" y="63688"/>
                  </a:lnTo>
                  <a:lnTo>
                    <a:pt x="393470" y="44808"/>
                  </a:lnTo>
                  <a:lnTo>
                    <a:pt x="437481" y="29048"/>
                  </a:lnTo>
                  <a:lnTo>
                    <a:pt x="482941" y="16548"/>
                  </a:lnTo>
                  <a:lnTo>
                    <a:pt x="529710" y="7447"/>
                  </a:lnTo>
                  <a:lnTo>
                    <a:pt x="577649" y="1885"/>
                  </a:lnTo>
                  <a:lnTo>
                    <a:pt x="626619" y="0"/>
                  </a:lnTo>
                  <a:lnTo>
                    <a:pt x="675588" y="1885"/>
                  </a:lnTo>
                  <a:lnTo>
                    <a:pt x="723526" y="7447"/>
                  </a:lnTo>
                  <a:lnTo>
                    <a:pt x="770294" y="16548"/>
                  </a:lnTo>
                  <a:lnTo>
                    <a:pt x="815752" y="29048"/>
                  </a:lnTo>
                  <a:lnTo>
                    <a:pt x="859762" y="44808"/>
                  </a:lnTo>
                  <a:lnTo>
                    <a:pt x="902184" y="63688"/>
                  </a:lnTo>
                  <a:lnTo>
                    <a:pt x="942879" y="85549"/>
                  </a:lnTo>
                  <a:lnTo>
                    <a:pt x="981707" y="110251"/>
                  </a:lnTo>
                  <a:lnTo>
                    <a:pt x="1018530" y="137656"/>
                  </a:lnTo>
                  <a:lnTo>
                    <a:pt x="1053207" y="167625"/>
                  </a:lnTo>
                  <a:lnTo>
                    <a:pt x="1085599" y="200017"/>
                  </a:lnTo>
                  <a:lnTo>
                    <a:pt x="1115568" y="234694"/>
                  </a:lnTo>
                  <a:lnTo>
                    <a:pt x="1142974" y="271516"/>
                  </a:lnTo>
                  <a:lnTo>
                    <a:pt x="1167677" y="310344"/>
                  </a:lnTo>
                  <a:lnTo>
                    <a:pt x="1189538" y="351039"/>
                  </a:lnTo>
                  <a:lnTo>
                    <a:pt x="1208419" y="393461"/>
                  </a:lnTo>
                  <a:lnTo>
                    <a:pt x="1224179" y="437472"/>
                  </a:lnTo>
                  <a:lnTo>
                    <a:pt x="1236679" y="482931"/>
                  </a:lnTo>
                  <a:lnTo>
                    <a:pt x="1245780" y="529700"/>
                  </a:lnTo>
                  <a:lnTo>
                    <a:pt x="1251343" y="577639"/>
                  </a:lnTo>
                  <a:lnTo>
                    <a:pt x="1253228" y="626609"/>
                  </a:lnTo>
                  <a:close/>
                </a:path>
              </a:pathLst>
            </a:custGeom>
            <a:ln w="10470">
              <a:solidFill>
                <a:srgbClr val="C9F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9910087" y="1814782"/>
              <a:ext cx="1054100" cy="1054100"/>
            </a:xfrm>
            <a:custGeom>
              <a:avLst/>
              <a:gdLst/>
              <a:ahLst/>
              <a:cxnLst/>
              <a:rect l="l" t="t" r="r" b="b"/>
              <a:pathLst>
                <a:path w="1054100" h="1054100">
                  <a:moveTo>
                    <a:pt x="526968" y="0"/>
                  </a:moveTo>
                  <a:lnTo>
                    <a:pt x="479071" y="2157"/>
                  </a:lnTo>
                  <a:lnTo>
                    <a:pt x="432365" y="8505"/>
                  </a:lnTo>
                  <a:lnTo>
                    <a:pt x="387038" y="18856"/>
                  </a:lnTo>
                  <a:lnTo>
                    <a:pt x="343277" y="33022"/>
                  </a:lnTo>
                  <a:lnTo>
                    <a:pt x="301268" y="50816"/>
                  </a:lnTo>
                  <a:lnTo>
                    <a:pt x="261201" y="72050"/>
                  </a:lnTo>
                  <a:lnTo>
                    <a:pt x="223261" y="96538"/>
                  </a:lnTo>
                  <a:lnTo>
                    <a:pt x="187638" y="124090"/>
                  </a:lnTo>
                  <a:lnTo>
                    <a:pt x="154517" y="154521"/>
                  </a:lnTo>
                  <a:lnTo>
                    <a:pt x="124087" y="187642"/>
                  </a:lnTo>
                  <a:lnTo>
                    <a:pt x="96535" y="223266"/>
                  </a:lnTo>
                  <a:lnTo>
                    <a:pt x="72048" y="261205"/>
                  </a:lnTo>
                  <a:lnTo>
                    <a:pt x="50814" y="301273"/>
                  </a:lnTo>
                  <a:lnTo>
                    <a:pt x="33021" y="343281"/>
                  </a:lnTo>
                  <a:lnTo>
                    <a:pt x="18855" y="387042"/>
                  </a:lnTo>
                  <a:lnTo>
                    <a:pt x="8505" y="432368"/>
                  </a:lnTo>
                  <a:lnTo>
                    <a:pt x="2157" y="479073"/>
                  </a:lnTo>
                  <a:lnTo>
                    <a:pt x="0" y="526968"/>
                  </a:lnTo>
                  <a:lnTo>
                    <a:pt x="2157" y="574864"/>
                  </a:lnTo>
                  <a:lnTo>
                    <a:pt x="8505" y="621570"/>
                  </a:lnTo>
                  <a:lnTo>
                    <a:pt x="18855" y="666898"/>
                  </a:lnTo>
                  <a:lnTo>
                    <a:pt x="33021" y="710660"/>
                  </a:lnTo>
                  <a:lnTo>
                    <a:pt x="50814" y="752669"/>
                  </a:lnTo>
                  <a:lnTo>
                    <a:pt x="72048" y="792737"/>
                  </a:lnTo>
                  <a:lnTo>
                    <a:pt x="96535" y="830678"/>
                  </a:lnTo>
                  <a:lnTo>
                    <a:pt x="124087" y="866302"/>
                  </a:lnTo>
                  <a:lnTo>
                    <a:pt x="154517" y="899424"/>
                  </a:lnTo>
                  <a:lnTo>
                    <a:pt x="187638" y="929855"/>
                  </a:lnTo>
                  <a:lnTo>
                    <a:pt x="223261" y="957408"/>
                  </a:lnTo>
                  <a:lnTo>
                    <a:pt x="261201" y="981895"/>
                  </a:lnTo>
                  <a:lnTo>
                    <a:pt x="301268" y="1003130"/>
                  </a:lnTo>
                  <a:lnTo>
                    <a:pt x="343277" y="1020924"/>
                  </a:lnTo>
                  <a:lnTo>
                    <a:pt x="387038" y="1035090"/>
                  </a:lnTo>
                  <a:lnTo>
                    <a:pt x="432365" y="1045441"/>
                  </a:lnTo>
                  <a:lnTo>
                    <a:pt x="479071" y="1051789"/>
                  </a:lnTo>
                  <a:lnTo>
                    <a:pt x="526968" y="1053946"/>
                  </a:lnTo>
                  <a:lnTo>
                    <a:pt x="574864" y="1051789"/>
                  </a:lnTo>
                  <a:lnTo>
                    <a:pt x="621570" y="1045441"/>
                  </a:lnTo>
                  <a:lnTo>
                    <a:pt x="666898" y="1035090"/>
                  </a:lnTo>
                  <a:lnTo>
                    <a:pt x="710660" y="1020924"/>
                  </a:lnTo>
                  <a:lnTo>
                    <a:pt x="752669" y="1003130"/>
                  </a:lnTo>
                  <a:lnTo>
                    <a:pt x="792737" y="981895"/>
                  </a:lnTo>
                  <a:lnTo>
                    <a:pt x="830678" y="957408"/>
                  </a:lnTo>
                  <a:lnTo>
                    <a:pt x="866302" y="929855"/>
                  </a:lnTo>
                  <a:lnTo>
                    <a:pt x="899424" y="899424"/>
                  </a:lnTo>
                  <a:lnTo>
                    <a:pt x="929855" y="866302"/>
                  </a:lnTo>
                  <a:lnTo>
                    <a:pt x="957408" y="830678"/>
                  </a:lnTo>
                  <a:lnTo>
                    <a:pt x="981895" y="792737"/>
                  </a:lnTo>
                  <a:lnTo>
                    <a:pt x="1003130" y="752669"/>
                  </a:lnTo>
                  <a:lnTo>
                    <a:pt x="1020924" y="710660"/>
                  </a:lnTo>
                  <a:lnTo>
                    <a:pt x="1035090" y="666898"/>
                  </a:lnTo>
                  <a:lnTo>
                    <a:pt x="1045441" y="621570"/>
                  </a:lnTo>
                  <a:lnTo>
                    <a:pt x="1051789" y="574864"/>
                  </a:lnTo>
                  <a:lnTo>
                    <a:pt x="1053946" y="526968"/>
                  </a:lnTo>
                  <a:lnTo>
                    <a:pt x="1051789" y="479073"/>
                  </a:lnTo>
                  <a:lnTo>
                    <a:pt x="1045441" y="432368"/>
                  </a:lnTo>
                  <a:lnTo>
                    <a:pt x="1035090" y="387042"/>
                  </a:lnTo>
                  <a:lnTo>
                    <a:pt x="1020924" y="343281"/>
                  </a:lnTo>
                  <a:lnTo>
                    <a:pt x="1003130" y="301273"/>
                  </a:lnTo>
                  <a:lnTo>
                    <a:pt x="981895" y="261205"/>
                  </a:lnTo>
                  <a:lnTo>
                    <a:pt x="957408" y="223266"/>
                  </a:lnTo>
                  <a:lnTo>
                    <a:pt x="929855" y="187642"/>
                  </a:lnTo>
                  <a:lnTo>
                    <a:pt x="899424" y="154521"/>
                  </a:lnTo>
                  <a:lnTo>
                    <a:pt x="866302" y="124090"/>
                  </a:lnTo>
                  <a:lnTo>
                    <a:pt x="830678" y="96538"/>
                  </a:lnTo>
                  <a:lnTo>
                    <a:pt x="792737" y="72050"/>
                  </a:lnTo>
                  <a:lnTo>
                    <a:pt x="752669" y="50816"/>
                  </a:lnTo>
                  <a:lnTo>
                    <a:pt x="710660" y="33022"/>
                  </a:lnTo>
                  <a:lnTo>
                    <a:pt x="666898" y="18856"/>
                  </a:lnTo>
                  <a:lnTo>
                    <a:pt x="621570" y="8505"/>
                  </a:lnTo>
                  <a:lnTo>
                    <a:pt x="574864" y="2157"/>
                  </a:lnTo>
                  <a:lnTo>
                    <a:pt x="526968" y="0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0734353" y="2639050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5" h="37464">
                  <a:moveTo>
                    <a:pt x="5434" y="5434"/>
                  </a:moveTo>
                  <a:lnTo>
                    <a:pt x="1358" y="11570"/>
                  </a:lnTo>
                  <a:lnTo>
                    <a:pt x="0" y="18549"/>
                  </a:lnTo>
                  <a:lnTo>
                    <a:pt x="1358" y="25527"/>
                  </a:lnTo>
                  <a:lnTo>
                    <a:pt x="5434" y="31663"/>
                  </a:lnTo>
                  <a:lnTo>
                    <a:pt x="11570" y="35733"/>
                  </a:lnTo>
                  <a:lnTo>
                    <a:pt x="18547" y="37090"/>
                  </a:lnTo>
                  <a:lnTo>
                    <a:pt x="25523" y="35733"/>
                  </a:lnTo>
                  <a:lnTo>
                    <a:pt x="31653" y="31663"/>
                  </a:lnTo>
                  <a:lnTo>
                    <a:pt x="35729" y="25527"/>
                  </a:lnTo>
                  <a:lnTo>
                    <a:pt x="37087" y="18549"/>
                  </a:lnTo>
                  <a:lnTo>
                    <a:pt x="35729" y="11570"/>
                  </a:lnTo>
                  <a:lnTo>
                    <a:pt x="31653" y="5434"/>
                  </a:lnTo>
                  <a:lnTo>
                    <a:pt x="25523" y="1358"/>
                  </a:lnTo>
                  <a:lnTo>
                    <a:pt x="18547" y="0"/>
                  </a:lnTo>
                  <a:lnTo>
                    <a:pt x="11570" y="1358"/>
                  </a:lnTo>
                  <a:lnTo>
                    <a:pt x="5434" y="5434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4740" y="2746104"/>
              <a:ext cx="84636" cy="84636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1407" y="2299437"/>
              <a:ext cx="84636" cy="84636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10102673" y="2007362"/>
              <a:ext cx="669290" cy="669290"/>
            </a:xfrm>
            <a:custGeom>
              <a:avLst/>
              <a:gdLst/>
              <a:ahLst/>
              <a:cxnLst/>
              <a:rect l="l" t="t" r="r" b="b"/>
              <a:pathLst>
                <a:path w="669290" h="669289">
                  <a:moveTo>
                    <a:pt x="637114" y="5434"/>
                  </a:moveTo>
                  <a:lnTo>
                    <a:pt x="633038" y="11570"/>
                  </a:lnTo>
                  <a:lnTo>
                    <a:pt x="631679" y="18549"/>
                  </a:lnTo>
                  <a:lnTo>
                    <a:pt x="633038" y="25527"/>
                  </a:lnTo>
                  <a:lnTo>
                    <a:pt x="637114" y="31663"/>
                  </a:lnTo>
                  <a:lnTo>
                    <a:pt x="643250" y="35733"/>
                  </a:lnTo>
                  <a:lnTo>
                    <a:pt x="650227" y="37090"/>
                  </a:lnTo>
                  <a:lnTo>
                    <a:pt x="657202" y="35733"/>
                  </a:lnTo>
                  <a:lnTo>
                    <a:pt x="663333" y="31663"/>
                  </a:lnTo>
                  <a:lnTo>
                    <a:pt x="667408" y="25527"/>
                  </a:lnTo>
                  <a:lnTo>
                    <a:pt x="668767" y="18549"/>
                  </a:lnTo>
                  <a:lnTo>
                    <a:pt x="667408" y="11570"/>
                  </a:lnTo>
                  <a:lnTo>
                    <a:pt x="663333" y="5434"/>
                  </a:lnTo>
                  <a:lnTo>
                    <a:pt x="657202" y="1364"/>
                  </a:lnTo>
                  <a:lnTo>
                    <a:pt x="650227" y="7"/>
                  </a:lnTo>
                  <a:lnTo>
                    <a:pt x="643250" y="1364"/>
                  </a:lnTo>
                  <a:lnTo>
                    <a:pt x="637114" y="5434"/>
                  </a:lnTo>
                  <a:close/>
                </a:path>
                <a:path w="669290" h="669289">
                  <a:moveTo>
                    <a:pt x="5426" y="637121"/>
                  </a:moveTo>
                  <a:lnTo>
                    <a:pt x="1356" y="643258"/>
                  </a:lnTo>
                  <a:lnTo>
                    <a:pt x="0" y="650236"/>
                  </a:lnTo>
                  <a:lnTo>
                    <a:pt x="1356" y="657215"/>
                  </a:lnTo>
                  <a:lnTo>
                    <a:pt x="5426" y="663351"/>
                  </a:lnTo>
                  <a:lnTo>
                    <a:pt x="11562" y="667421"/>
                  </a:lnTo>
                  <a:lnTo>
                    <a:pt x="18541" y="668778"/>
                  </a:lnTo>
                  <a:lnTo>
                    <a:pt x="25519" y="667421"/>
                  </a:lnTo>
                  <a:lnTo>
                    <a:pt x="31656" y="663351"/>
                  </a:lnTo>
                  <a:lnTo>
                    <a:pt x="35726" y="657215"/>
                  </a:lnTo>
                  <a:lnTo>
                    <a:pt x="37082" y="650236"/>
                  </a:lnTo>
                  <a:lnTo>
                    <a:pt x="35726" y="643258"/>
                  </a:lnTo>
                  <a:lnTo>
                    <a:pt x="31656" y="637121"/>
                  </a:lnTo>
                  <a:lnTo>
                    <a:pt x="25519" y="633046"/>
                  </a:lnTo>
                  <a:lnTo>
                    <a:pt x="18541" y="631687"/>
                  </a:lnTo>
                  <a:lnTo>
                    <a:pt x="11562" y="633046"/>
                  </a:lnTo>
                  <a:lnTo>
                    <a:pt x="5426" y="637121"/>
                  </a:lnTo>
                  <a:close/>
                </a:path>
                <a:path w="669290" h="669289">
                  <a:moveTo>
                    <a:pt x="5426" y="5434"/>
                  </a:moveTo>
                  <a:lnTo>
                    <a:pt x="1356" y="11570"/>
                  </a:lnTo>
                  <a:lnTo>
                    <a:pt x="0" y="18549"/>
                  </a:lnTo>
                  <a:lnTo>
                    <a:pt x="1356" y="25527"/>
                  </a:lnTo>
                  <a:lnTo>
                    <a:pt x="5426" y="31663"/>
                  </a:lnTo>
                  <a:lnTo>
                    <a:pt x="11562" y="35733"/>
                  </a:lnTo>
                  <a:lnTo>
                    <a:pt x="18541" y="37090"/>
                  </a:lnTo>
                  <a:lnTo>
                    <a:pt x="25519" y="35733"/>
                  </a:lnTo>
                  <a:lnTo>
                    <a:pt x="31656" y="31663"/>
                  </a:lnTo>
                  <a:lnTo>
                    <a:pt x="35726" y="25527"/>
                  </a:lnTo>
                  <a:lnTo>
                    <a:pt x="37082" y="18549"/>
                  </a:lnTo>
                  <a:lnTo>
                    <a:pt x="35726" y="11570"/>
                  </a:lnTo>
                  <a:lnTo>
                    <a:pt x="31656" y="5434"/>
                  </a:lnTo>
                  <a:lnTo>
                    <a:pt x="25519" y="1358"/>
                  </a:lnTo>
                  <a:lnTo>
                    <a:pt x="18541" y="0"/>
                  </a:lnTo>
                  <a:lnTo>
                    <a:pt x="11562" y="1358"/>
                  </a:lnTo>
                  <a:lnTo>
                    <a:pt x="5426" y="5434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94740" y="1852760"/>
              <a:ext cx="84636" cy="84646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48062" y="2299437"/>
              <a:ext cx="84646" cy="84636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10412142" y="1979342"/>
              <a:ext cx="212725" cy="550545"/>
            </a:xfrm>
            <a:custGeom>
              <a:avLst/>
              <a:gdLst/>
              <a:ahLst/>
              <a:cxnLst/>
              <a:rect l="l" t="t" r="r" b="b"/>
              <a:pathLst>
                <a:path w="212725" h="550544">
                  <a:moveTo>
                    <a:pt x="49820" y="352093"/>
                  </a:moveTo>
                  <a:lnTo>
                    <a:pt x="49820" y="24910"/>
                  </a:lnTo>
                  <a:lnTo>
                    <a:pt x="47863" y="15213"/>
                  </a:lnTo>
                  <a:lnTo>
                    <a:pt x="42524" y="7295"/>
                  </a:lnTo>
                  <a:lnTo>
                    <a:pt x="34606" y="1957"/>
                  </a:lnTo>
                  <a:lnTo>
                    <a:pt x="24910" y="0"/>
                  </a:lnTo>
                  <a:lnTo>
                    <a:pt x="15217" y="1957"/>
                  </a:lnTo>
                  <a:lnTo>
                    <a:pt x="7299" y="7295"/>
                  </a:lnTo>
                  <a:lnTo>
                    <a:pt x="1958" y="15213"/>
                  </a:lnTo>
                  <a:lnTo>
                    <a:pt x="0" y="24910"/>
                  </a:lnTo>
                  <a:lnTo>
                    <a:pt x="0" y="362407"/>
                  </a:lnTo>
                  <a:lnTo>
                    <a:pt x="0" y="369014"/>
                  </a:lnTo>
                  <a:lnTo>
                    <a:pt x="2628" y="375349"/>
                  </a:lnTo>
                  <a:lnTo>
                    <a:pt x="7298" y="380019"/>
                  </a:lnTo>
                  <a:lnTo>
                    <a:pt x="170005" y="542726"/>
                  </a:lnTo>
                  <a:lnTo>
                    <a:pt x="174874" y="547595"/>
                  </a:lnTo>
                  <a:lnTo>
                    <a:pt x="181240" y="550025"/>
                  </a:lnTo>
                  <a:lnTo>
                    <a:pt x="187617" y="550025"/>
                  </a:lnTo>
                  <a:lnTo>
                    <a:pt x="193994" y="550025"/>
                  </a:lnTo>
                  <a:lnTo>
                    <a:pt x="200360" y="547595"/>
                  </a:lnTo>
                  <a:lnTo>
                    <a:pt x="205229" y="542726"/>
                  </a:lnTo>
                  <a:lnTo>
                    <a:pt x="210701" y="534487"/>
                  </a:lnTo>
                  <a:lnTo>
                    <a:pt x="212524" y="525114"/>
                  </a:lnTo>
                  <a:lnTo>
                    <a:pt x="210701" y="515742"/>
                  </a:lnTo>
                  <a:lnTo>
                    <a:pt x="205229" y="507502"/>
                  </a:lnTo>
                  <a:lnTo>
                    <a:pt x="49820" y="352093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" name="object 106" descr=""/>
          <p:cNvGrpSpPr/>
          <p:nvPr/>
        </p:nvGrpSpPr>
        <p:grpSpPr>
          <a:xfrm>
            <a:off x="11655603" y="1790427"/>
            <a:ext cx="2233295" cy="2846070"/>
            <a:chOff x="11655603" y="1790427"/>
            <a:chExt cx="2233295" cy="2846070"/>
          </a:xfrm>
        </p:grpSpPr>
        <p:sp>
          <p:nvSpPr>
            <p:cNvPr id="107" name="object 107" descr=""/>
            <p:cNvSpPr/>
            <p:nvPr/>
          </p:nvSpPr>
          <p:spPr>
            <a:xfrm>
              <a:off x="11660838" y="1795662"/>
              <a:ext cx="2223135" cy="2835910"/>
            </a:xfrm>
            <a:custGeom>
              <a:avLst/>
              <a:gdLst/>
              <a:ahLst/>
              <a:cxnLst/>
              <a:rect l="l" t="t" r="r" b="b"/>
              <a:pathLst>
                <a:path w="2223134" h="2835910">
                  <a:moveTo>
                    <a:pt x="0" y="2835411"/>
                  </a:moveTo>
                  <a:lnTo>
                    <a:pt x="2222811" y="2835411"/>
                  </a:lnTo>
                  <a:lnTo>
                    <a:pt x="2222811" y="0"/>
                  </a:lnTo>
                  <a:lnTo>
                    <a:pt x="0" y="0"/>
                  </a:lnTo>
                  <a:lnTo>
                    <a:pt x="0" y="2835411"/>
                  </a:lnTo>
                  <a:close/>
                </a:path>
              </a:pathLst>
            </a:custGeom>
            <a:ln w="10470">
              <a:solidFill>
                <a:srgbClr val="66CC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1885702" y="2222950"/>
              <a:ext cx="1773555" cy="2153920"/>
            </a:xfrm>
            <a:custGeom>
              <a:avLst/>
              <a:gdLst/>
              <a:ahLst/>
              <a:cxnLst/>
              <a:rect l="l" t="t" r="r" b="b"/>
              <a:pathLst>
                <a:path w="1773555" h="2153920">
                  <a:moveTo>
                    <a:pt x="551078" y="0"/>
                  </a:moveTo>
                  <a:lnTo>
                    <a:pt x="0" y="0"/>
                  </a:lnTo>
                  <a:lnTo>
                    <a:pt x="0" y="103428"/>
                  </a:lnTo>
                  <a:lnTo>
                    <a:pt x="551078" y="103428"/>
                  </a:lnTo>
                  <a:lnTo>
                    <a:pt x="551078" y="0"/>
                  </a:lnTo>
                  <a:close/>
                </a:path>
                <a:path w="1773555" h="2153920">
                  <a:moveTo>
                    <a:pt x="1773224" y="2118995"/>
                  </a:moveTo>
                  <a:lnTo>
                    <a:pt x="892086" y="2118995"/>
                  </a:lnTo>
                  <a:lnTo>
                    <a:pt x="892086" y="2153475"/>
                  </a:lnTo>
                  <a:lnTo>
                    <a:pt x="1773224" y="2153475"/>
                  </a:lnTo>
                  <a:lnTo>
                    <a:pt x="1773224" y="2118995"/>
                  </a:lnTo>
                  <a:close/>
                </a:path>
                <a:path w="1773555" h="2153920">
                  <a:moveTo>
                    <a:pt x="1773224" y="2015553"/>
                  </a:moveTo>
                  <a:lnTo>
                    <a:pt x="892086" y="2015553"/>
                  </a:lnTo>
                  <a:lnTo>
                    <a:pt x="892086" y="2050034"/>
                  </a:lnTo>
                  <a:lnTo>
                    <a:pt x="1773224" y="2050034"/>
                  </a:lnTo>
                  <a:lnTo>
                    <a:pt x="1773224" y="2015553"/>
                  </a:lnTo>
                  <a:close/>
                </a:path>
                <a:path w="1773555" h="2153920">
                  <a:moveTo>
                    <a:pt x="1773224" y="1912124"/>
                  </a:moveTo>
                  <a:lnTo>
                    <a:pt x="892086" y="1912124"/>
                  </a:lnTo>
                  <a:lnTo>
                    <a:pt x="892086" y="1946605"/>
                  </a:lnTo>
                  <a:lnTo>
                    <a:pt x="1773224" y="1946605"/>
                  </a:lnTo>
                  <a:lnTo>
                    <a:pt x="1773224" y="1912124"/>
                  </a:lnTo>
                  <a:close/>
                </a:path>
                <a:path w="1773555" h="2153920">
                  <a:moveTo>
                    <a:pt x="1773224" y="1704009"/>
                  </a:moveTo>
                  <a:lnTo>
                    <a:pt x="892086" y="1704009"/>
                  </a:lnTo>
                  <a:lnTo>
                    <a:pt x="892086" y="1738490"/>
                  </a:lnTo>
                  <a:lnTo>
                    <a:pt x="1773224" y="1738490"/>
                  </a:lnTo>
                  <a:lnTo>
                    <a:pt x="1773224" y="1704009"/>
                  </a:lnTo>
                  <a:close/>
                </a:path>
                <a:path w="1773555" h="2153920">
                  <a:moveTo>
                    <a:pt x="1773224" y="1600568"/>
                  </a:moveTo>
                  <a:lnTo>
                    <a:pt x="892086" y="1600568"/>
                  </a:lnTo>
                  <a:lnTo>
                    <a:pt x="892086" y="1635048"/>
                  </a:lnTo>
                  <a:lnTo>
                    <a:pt x="1773224" y="1635048"/>
                  </a:lnTo>
                  <a:lnTo>
                    <a:pt x="1773224" y="1600568"/>
                  </a:lnTo>
                  <a:close/>
                </a:path>
                <a:path w="1773555" h="2153920">
                  <a:moveTo>
                    <a:pt x="1773224" y="1497126"/>
                  </a:moveTo>
                  <a:lnTo>
                    <a:pt x="892086" y="1497126"/>
                  </a:lnTo>
                  <a:lnTo>
                    <a:pt x="892086" y="1531607"/>
                  </a:lnTo>
                  <a:lnTo>
                    <a:pt x="1773224" y="1531607"/>
                  </a:lnTo>
                  <a:lnTo>
                    <a:pt x="1773224" y="1497126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9" name="object 109" descr=""/>
          <p:cNvGrpSpPr/>
          <p:nvPr/>
        </p:nvGrpSpPr>
        <p:grpSpPr>
          <a:xfrm>
            <a:off x="1230873" y="7155247"/>
            <a:ext cx="2604770" cy="2781935"/>
            <a:chOff x="1230873" y="7155247"/>
            <a:chExt cx="2604770" cy="2781935"/>
          </a:xfrm>
        </p:grpSpPr>
        <p:sp>
          <p:nvSpPr>
            <p:cNvPr id="110" name="object 110" descr=""/>
            <p:cNvSpPr/>
            <p:nvPr/>
          </p:nvSpPr>
          <p:spPr>
            <a:xfrm>
              <a:off x="1510322" y="7484192"/>
              <a:ext cx="1991995" cy="1524000"/>
            </a:xfrm>
            <a:custGeom>
              <a:avLst/>
              <a:gdLst/>
              <a:ahLst/>
              <a:cxnLst/>
              <a:rect l="l" t="t" r="r" b="b"/>
              <a:pathLst>
                <a:path w="1991995" h="1524000">
                  <a:moveTo>
                    <a:pt x="1529854" y="363232"/>
                  </a:moveTo>
                  <a:lnTo>
                    <a:pt x="1487004" y="392442"/>
                  </a:lnTo>
                  <a:lnTo>
                    <a:pt x="1451597" y="430974"/>
                  </a:lnTo>
                  <a:lnTo>
                    <a:pt x="1416812" y="471424"/>
                  </a:lnTo>
                  <a:lnTo>
                    <a:pt x="1382826" y="513549"/>
                  </a:lnTo>
                  <a:lnTo>
                    <a:pt x="1349794" y="557060"/>
                  </a:lnTo>
                  <a:lnTo>
                    <a:pt x="1317879" y="601687"/>
                  </a:lnTo>
                  <a:lnTo>
                    <a:pt x="1287246" y="647192"/>
                  </a:lnTo>
                  <a:lnTo>
                    <a:pt x="1258062" y="693280"/>
                  </a:lnTo>
                  <a:lnTo>
                    <a:pt x="1230490" y="739698"/>
                  </a:lnTo>
                  <a:lnTo>
                    <a:pt x="1204696" y="786180"/>
                  </a:lnTo>
                  <a:lnTo>
                    <a:pt x="1180833" y="832446"/>
                  </a:lnTo>
                  <a:lnTo>
                    <a:pt x="1159078" y="878255"/>
                  </a:lnTo>
                  <a:lnTo>
                    <a:pt x="1139583" y="923315"/>
                  </a:lnTo>
                  <a:lnTo>
                    <a:pt x="1122514" y="967371"/>
                  </a:lnTo>
                  <a:lnTo>
                    <a:pt x="1108036" y="1010145"/>
                  </a:lnTo>
                  <a:lnTo>
                    <a:pt x="1106220" y="1016508"/>
                  </a:lnTo>
                  <a:lnTo>
                    <a:pt x="1105992" y="967905"/>
                  </a:lnTo>
                  <a:lnTo>
                    <a:pt x="1104620" y="906780"/>
                  </a:lnTo>
                  <a:lnTo>
                    <a:pt x="1102093" y="844550"/>
                  </a:lnTo>
                  <a:lnTo>
                    <a:pt x="1098308" y="781456"/>
                  </a:lnTo>
                  <a:lnTo>
                    <a:pt x="1094955" y="737831"/>
                  </a:lnTo>
                  <a:lnTo>
                    <a:pt x="1090764" y="692315"/>
                  </a:lnTo>
                  <a:lnTo>
                    <a:pt x="1085672" y="645134"/>
                  </a:lnTo>
                  <a:lnTo>
                    <a:pt x="1079576" y="596557"/>
                  </a:lnTo>
                  <a:lnTo>
                    <a:pt x="1072400" y="546849"/>
                  </a:lnTo>
                  <a:lnTo>
                    <a:pt x="1064069" y="496265"/>
                  </a:lnTo>
                  <a:lnTo>
                    <a:pt x="1054481" y="445084"/>
                  </a:lnTo>
                  <a:lnTo>
                    <a:pt x="1043571" y="393547"/>
                  </a:lnTo>
                  <a:lnTo>
                    <a:pt x="1031240" y="341922"/>
                  </a:lnTo>
                  <a:lnTo>
                    <a:pt x="1017409" y="290474"/>
                  </a:lnTo>
                  <a:lnTo>
                    <a:pt x="1001991" y="239445"/>
                  </a:lnTo>
                  <a:lnTo>
                    <a:pt x="984923" y="189128"/>
                  </a:lnTo>
                  <a:lnTo>
                    <a:pt x="966089" y="139763"/>
                  </a:lnTo>
                  <a:lnTo>
                    <a:pt x="945426" y="91605"/>
                  </a:lnTo>
                  <a:lnTo>
                    <a:pt x="922845" y="44932"/>
                  </a:lnTo>
                  <a:lnTo>
                    <a:pt x="898258" y="0"/>
                  </a:lnTo>
                  <a:lnTo>
                    <a:pt x="889635" y="5029"/>
                  </a:lnTo>
                  <a:lnTo>
                    <a:pt x="911288" y="44361"/>
                  </a:lnTo>
                  <a:lnTo>
                    <a:pt x="931557" y="85598"/>
                  </a:lnTo>
                  <a:lnTo>
                    <a:pt x="950493" y="128600"/>
                  </a:lnTo>
                  <a:lnTo>
                    <a:pt x="968121" y="173228"/>
                  </a:lnTo>
                  <a:lnTo>
                    <a:pt x="984465" y="219354"/>
                  </a:lnTo>
                  <a:lnTo>
                    <a:pt x="999553" y="266839"/>
                  </a:lnTo>
                  <a:lnTo>
                    <a:pt x="1013434" y="315556"/>
                  </a:lnTo>
                  <a:lnTo>
                    <a:pt x="1026109" y="365366"/>
                  </a:lnTo>
                  <a:lnTo>
                    <a:pt x="1037640" y="416140"/>
                  </a:lnTo>
                  <a:lnTo>
                    <a:pt x="1048029" y="467741"/>
                  </a:lnTo>
                  <a:lnTo>
                    <a:pt x="1057325" y="520052"/>
                  </a:lnTo>
                  <a:lnTo>
                    <a:pt x="1065542" y="572922"/>
                  </a:lnTo>
                  <a:lnTo>
                    <a:pt x="1072730" y="626224"/>
                  </a:lnTo>
                  <a:lnTo>
                    <a:pt x="1078890" y="679818"/>
                  </a:lnTo>
                  <a:lnTo>
                    <a:pt x="1084084" y="733577"/>
                  </a:lnTo>
                  <a:lnTo>
                    <a:pt x="1088326" y="787374"/>
                  </a:lnTo>
                  <a:lnTo>
                    <a:pt x="1091641" y="841070"/>
                  </a:lnTo>
                  <a:lnTo>
                    <a:pt x="1094066" y="894537"/>
                  </a:lnTo>
                  <a:lnTo>
                    <a:pt x="1095629" y="947635"/>
                  </a:lnTo>
                  <a:lnTo>
                    <a:pt x="1096365" y="1000226"/>
                  </a:lnTo>
                  <a:lnTo>
                    <a:pt x="1096302" y="1052195"/>
                  </a:lnTo>
                  <a:lnTo>
                    <a:pt x="1095463" y="1103388"/>
                  </a:lnTo>
                  <a:lnTo>
                    <a:pt x="1093876" y="1153693"/>
                  </a:lnTo>
                  <a:lnTo>
                    <a:pt x="1091590" y="1202969"/>
                  </a:lnTo>
                  <a:lnTo>
                    <a:pt x="1088618" y="1251064"/>
                  </a:lnTo>
                  <a:lnTo>
                    <a:pt x="1084986" y="1297876"/>
                  </a:lnTo>
                  <a:lnTo>
                    <a:pt x="1080744" y="1343253"/>
                  </a:lnTo>
                  <a:lnTo>
                    <a:pt x="1075905" y="1387068"/>
                  </a:lnTo>
                  <a:lnTo>
                    <a:pt x="1070800" y="1426781"/>
                  </a:lnTo>
                  <a:lnTo>
                    <a:pt x="1051953" y="1395958"/>
                  </a:lnTo>
                  <a:lnTo>
                    <a:pt x="1026922" y="1361846"/>
                  </a:lnTo>
                  <a:lnTo>
                    <a:pt x="999883" y="1331379"/>
                  </a:lnTo>
                  <a:lnTo>
                    <a:pt x="972197" y="1305814"/>
                  </a:lnTo>
                  <a:lnTo>
                    <a:pt x="967981" y="1292644"/>
                  </a:lnTo>
                  <a:lnTo>
                    <a:pt x="950709" y="1242872"/>
                  </a:lnTo>
                  <a:lnTo>
                    <a:pt x="932497" y="1194384"/>
                  </a:lnTo>
                  <a:lnTo>
                    <a:pt x="913345" y="1147114"/>
                  </a:lnTo>
                  <a:lnTo>
                    <a:pt x="893203" y="1101013"/>
                  </a:lnTo>
                  <a:lnTo>
                    <a:pt x="872070" y="1056030"/>
                  </a:lnTo>
                  <a:lnTo>
                    <a:pt x="849896" y="1012088"/>
                  </a:lnTo>
                  <a:lnTo>
                    <a:pt x="826681" y="969149"/>
                  </a:lnTo>
                  <a:lnTo>
                    <a:pt x="802373" y="927138"/>
                  </a:lnTo>
                  <a:lnTo>
                    <a:pt x="776973" y="886002"/>
                  </a:lnTo>
                  <a:lnTo>
                    <a:pt x="750430" y="845693"/>
                  </a:lnTo>
                  <a:lnTo>
                    <a:pt x="722744" y="806132"/>
                  </a:lnTo>
                  <a:lnTo>
                    <a:pt x="695667" y="769658"/>
                  </a:lnTo>
                  <a:lnTo>
                    <a:pt x="667473" y="733717"/>
                  </a:lnTo>
                  <a:lnTo>
                    <a:pt x="638149" y="698296"/>
                  </a:lnTo>
                  <a:lnTo>
                    <a:pt x="607669" y="663397"/>
                  </a:lnTo>
                  <a:lnTo>
                    <a:pt x="576046" y="628992"/>
                  </a:lnTo>
                  <a:lnTo>
                    <a:pt x="543242" y="595071"/>
                  </a:lnTo>
                  <a:lnTo>
                    <a:pt x="509257" y="561644"/>
                  </a:lnTo>
                  <a:lnTo>
                    <a:pt x="474065" y="528675"/>
                  </a:lnTo>
                  <a:lnTo>
                    <a:pt x="437680" y="496189"/>
                  </a:lnTo>
                  <a:lnTo>
                    <a:pt x="400075" y="464134"/>
                  </a:lnTo>
                  <a:lnTo>
                    <a:pt x="361251" y="432536"/>
                  </a:lnTo>
                  <a:lnTo>
                    <a:pt x="321170" y="401358"/>
                  </a:lnTo>
                  <a:lnTo>
                    <a:pt x="279844" y="370611"/>
                  </a:lnTo>
                  <a:lnTo>
                    <a:pt x="237248" y="340271"/>
                  </a:lnTo>
                  <a:lnTo>
                    <a:pt x="193382" y="310337"/>
                  </a:lnTo>
                  <a:lnTo>
                    <a:pt x="148234" y="280797"/>
                  </a:lnTo>
                  <a:lnTo>
                    <a:pt x="101777" y="251637"/>
                  </a:lnTo>
                  <a:lnTo>
                    <a:pt x="54013" y="222846"/>
                  </a:lnTo>
                  <a:lnTo>
                    <a:pt x="4914" y="194411"/>
                  </a:lnTo>
                  <a:lnTo>
                    <a:pt x="0" y="203085"/>
                  </a:lnTo>
                  <a:lnTo>
                    <a:pt x="60528" y="238340"/>
                  </a:lnTo>
                  <a:lnTo>
                    <a:pt x="118567" y="273939"/>
                  </a:lnTo>
                  <a:lnTo>
                    <a:pt x="174155" y="309829"/>
                  </a:lnTo>
                  <a:lnTo>
                    <a:pt x="227368" y="346011"/>
                  </a:lnTo>
                  <a:lnTo>
                    <a:pt x="278244" y="382473"/>
                  </a:lnTo>
                  <a:lnTo>
                    <a:pt x="326872" y="419176"/>
                  </a:lnTo>
                  <a:lnTo>
                    <a:pt x="373291" y="456120"/>
                  </a:lnTo>
                  <a:lnTo>
                    <a:pt x="417563" y="493268"/>
                  </a:lnTo>
                  <a:lnTo>
                    <a:pt x="459765" y="530618"/>
                  </a:lnTo>
                  <a:lnTo>
                    <a:pt x="499922" y="568134"/>
                  </a:lnTo>
                  <a:lnTo>
                    <a:pt x="538124" y="605815"/>
                  </a:lnTo>
                  <a:lnTo>
                    <a:pt x="574408" y="643636"/>
                  </a:lnTo>
                  <a:lnTo>
                    <a:pt x="608850" y="681570"/>
                  </a:lnTo>
                  <a:lnTo>
                    <a:pt x="641502" y="719607"/>
                  </a:lnTo>
                  <a:lnTo>
                    <a:pt x="672414" y="757732"/>
                  </a:lnTo>
                  <a:lnTo>
                    <a:pt x="701662" y="795909"/>
                  </a:lnTo>
                  <a:lnTo>
                    <a:pt x="729297" y="834136"/>
                  </a:lnTo>
                  <a:lnTo>
                    <a:pt x="755383" y="872375"/>
                  </a:lnTo>
                  <a:lnTo>
                    <a:pt x="779970" y="910640"/>
                  </a:lnTo>
                  <a:lnTo>
                    <a:pt x="803135" y="948880"/>
                  </a:lnTo>
                  <a:lnTo>
                    <a:pt x="824915" y="987082"/>
                  </a:lnTo>
                  <a:lnTo>
                    <a:pt x="845375" y="1025245"/>
                  </a:lnTo>
                  <a:lnTo>
                    <a:pt x="864590" y="1063332"/>
                  </a:lnTo>
                  <a:lnTo>
                    <a:pt x="882599" y="1101331"/>
                  </a:lnTo>
                  <a:lnTo>
                    <a:pt x="899477" y="1139215"/>
                  </a:lnTo>
                  <a:lnTo>
                    <a:pt x="915263" y="1176985"/>
                  </a:lnTo>
                  <a:lnTo>
                    <a:pt x="930033" y="1214602"/>
                  </a:lnTo>
                  <a:lnTo>
                    <a:pt x="943851" y="1252054"/>
                  </a:lnTo>
                  <a:lnTo>
                    <a:pt x="956767" y="1289329"/>
                  </a:lnTo>
                  <a:lnTo>
                    <a:pt x="958786" y="1295565"/>
                  </a:lnTo>
                  <a:lnTo>
                    <a:pt x="939571" y="1281226"/>
                  </a:lnTo>
                  <a:lnTo>
                    <a:pt x="906145" y="1261503"/>
                  </a:lnTo>
                  <a:lnTo>
                    <a:pt x="870445" y="1245336"/>
                  </a:lnTo>
                  <a:lnTo>
                    <a:pt x="832434" y="1232674"/>
                  </a:lnTo>
                  <a:lnTo>
                    <a:pt x="792010" y="1223518"/>
                  </a:lnTo>
                  <a:lnTo>
                    <a:pt x="749122" y="1217841"/>
                  </a:lnTo>
                  <a:lnTo>
                    <a:pt x="703719" y="1215618"/>
                  </a:lnTo>
                  <a:lnTo>
                    <a:pt x="655701" y="1216825"/>
                  </a:lnTo>
                  <a:lnTo>
                    <a:pt x="605028" y="1221435"/>
                  </a:lnTo>
                  <a:lnTo>
                    <a:pt x="551611" y="1229436"/>
                  </a:lnTo>
                  <a:lnTo>
                    <a:pt x="495414" y="1240802"/>
                  </a:lnTo>
                  <a:lnTo>
                    <a:pt x="436333" y="1255509"/>
                  </a:lnTo>
                  <a:lnTo>
                    <a:pt x="374332" y="1273530"/>
                  </a:lnTo>
                  <a:lnTo>
                    <a:pt x="377291" y="1283068"/>
                  </a:lnTo>
                  <a:lnTo>
                    <a:pt x="441032" y="1264577"/>
                  </a:lnTo>
                  <a:lnTo>
                    <a:pt x="501497" y="1249680"/>
                  </a:lnTo>
                  <a:lnTo>
                    <a:pt x="558761" y="1238338"/>
                  </a:lnTo>
                  <a:lnTo>
                    <a:pt x="612902" y="1230566"/>
                  </a:lnTo>
                  <a:lnTo>
                    <a:pt x="663981" y="1226350"/>
                  </a:lnTo>
                  <a:lnTo>
                    <a:pt x="712076" y="1225689"/>
                  </a:lnTo>
                  <a:lnTo>
                    <a:pt x="757250" y="1228585"/>
                  </a:lnTo>
                  <a:lnTo>
                    <a:pt x="799579" y="1235011"/>
                  </a:lnTo>
                  <a:lnTo>
                    <a:pt x="839139" y="1244968"/>
                  </a:lnTo>
                  <a:lnTo>
                    <a:pt x="882726" y="1261376"/>
                  </a:lnTo>
                  <a:lnTo>
                    <a:pt x="923290" y="1282941"/>
                  </a:lnTo>
                  <a:lnTo>
                    <a:pt x="960882" y="1309725"/>
                  </a:lnTo>
                  <a:lnTo>
                    <a:pt x="980122" y="1363243"/>
                  </a:lnTo>
                  <a:lnTo>
                    <a:pt x="1000582" y="1436192"/>
                  </a:lnTo>
                  <a:lnTo>
                    <a:pt x="1018628" y="1508036"/>
                  </a:lnTo>
                  <a:lnTo>
                    <a:pt x="1028319" y="1505724"/>
                  </a:lnTo>
                  <a:lnTo>
                    <a:pt x="1014501" y="1450238"/>
                  </a:lnTo>
                  <a:lnTo>
                    <a:pt x="999858" y="1396263"/>
                  </a:lnTo>
                  <a:lnTo>
                    <a:pt x="984351" y="1343748"/>
                  </a:lnTo>
                  <a:lnTo>
                    <a:pt x="978725" y="1326222"/>
                  </a:lnTo>
                  <a:lnTo>
                    <a:pt x="995578" y="1341780"/>
                  </a:lnTo>
                  <a:lnTo>
                    <a:pt x="1027430" y="1379169"/>
                  </a:lnTo>
                  <a:lnTo>
                    <a:pt x="1056474" y="1421955"/>
                  </a:lnTo>
                  <a:lnTo>
                    <a:pt x="1068349" y="1443723"/>
                  </a:lnTo>
                  <a:lnTo>
                    <a:pt x="1064564" y="1469466"/>
                  </a:lnTo>
                  <a:lnTo>
                    <a:pt x="1058125" y="1507794"/>
                  </a:lnTo>
                  <a:lnTo>
                    <a:pt x="1067943" y="1509547"/>
                  </a:lnTo>
                  <a:lnTo>
                    <a:pt x="1073899" y="1474000"/>
                  </a:lnTo>
                  <a:lnTo>
                    <a:pt x="1076223" y="1458150"/>
                  </a:lnTo>
                  <a:lnTo>
                    <a:pt x="1082802" y="1470190"/>
                  </a:lnTo>
                  <a:lnTo>
                    <a:pt x="1106462" y="1523949"/>
                  </a:lnTo>
                  <a:lnTo>
                    <a:pt x="1115733" y="1520291"/>
                  </a:lnTo>
                  <a:lnTo>
                    <a:pt x="1096302" y="1475155"/>
                  </a:lnTo>
                  <a:lnTo>
                    <a:pt x="1078750" y="1440942"/>
                  </a:lnTo>
                  <a:lnTo>
                    <a:pt x="1079614" y="1435087"/>
                  </a:lnTo>
                  <a:lnTo>
                    <a:pt x="1084986" y="1393037"/>
                  </a:lnTo>
                  <a:lnTo>
                    <a:pt x="1089939" y="1348028"/>
                  </a:lnTo>
                  <a:lnTo>
                    <a:pt x="1094397" y="1300289"/>
                  </a:lnTo>
                  <a:lnTo>
                    <a:pt x="1098270" y="1250022"/>
                  </a:lnTo>
                  <a:lnTo>
                    <a:pt x="1101471" y="1197419"/>
                  </a:lnTo>
                  <a:lnTo>
                    <a:pt x="1103934" y="1142707"/>
                  </a:lnTo>
                  <a:lnTo>
                    <a:pt x="1105560" y="1086078"/>
                  </a:lnTo>
                  <a:lnTo>
                    <a:pt x="1105954" y="1053858"/>
                  </a:lnTo>
                  <a:lnTo>
                    <a:pt x="1117612" y="1012913"/>
                  </a:lnTo>
                  <a:lnTo>
                    <a:pt x="1131989" y="970432"/>
                  </a:lnTo>
                  <a:lnTo>
                    <a:pt x="1148943" y="926693"/>
                  </a:lnTo>
                  <a:lnTo>
                    <a:pt x="1168311" y="881951"/>
                  </a:lnTo>
                  <a:lnTo>
                    <a:pt x="1189926" y="836460"/>
                  </a:lnTo>
                  <a:lnTo>
                    <a:pt x="1213637" y="790511"/>
                  </a:lnTo>
                  <a:lnTo>
                    <a:pt x="1239266" y="744347"/>
                  </a:lnTo>
                  <a:lnTo>
                    <a:pt x="1266672" y="698246"/>
                  </a:lnTo>
                  <a:lnTo>
                    <a:pt x="1295666" y="652462"/>
                  </a:lnTo>
                  <a:lnTo>
                    <a:pt x="1326108" y="607263"/>
                  </a:lnTo>
                  <a:lnTo>
                    <a:pt x="1357820" y="562927"/>
                  </a:lnTo>
                  <a:lnTo>
                    <a:pt x="1390650" y="519696"/>
                  </a:lnTo>
                  <a:lnTo>
                    <a:pt x="1424432" y="477850"/>
                  </a:lnTo>
                  <a:lnTo>
                    <a:pt x="1458988" y="437642"/>
                  </a:lnTo>
                  <a:lnTo>
                    <a:pt x="1494193" y="399351"/>
                  </a:lnTo>
                  <a:lnTo>
                    <a:pt x="1529854" y="363232"/>
                  </a:lnTo>
                  <a:close/>
                </a:path>
                <a:path w="1991995" h="1524000">
                  <a:moveTo>
                    <a:pt x="1991779" y="1136853"/>
                  </a:moveTo>
                  <a:lnTo>
                    <a:pt x="1957019" y="1117930"/>
                  </a:lnTo>
                  <a:lnTo>
                    <a:pt x="1918970" y="1100201"/>
                  </a:lnTo>
                  <a:lnTo>
                    <a:pt x="1878025" y="1084097"/>
                  </a:lnTo>
                  <a:lnTo>
                    <a:pt x="1834565" y="1070076"/>
                  </a:lnTo>
                  <a:lnTo>
                    <a:pt x="1788960" y="1058557"/>
                  </a:lnTo>
                  <a:lnTo>
                    <a:pt x="1741614" y="1049985"/>
                  </a:lnTo>
                  <a:lnTo>
                    <a:pt x="1692884" y="1044803"/>
                  </a:lnTo>
                  <a:lnTo>
                    <a:pt x="1643176" y="1043444"/>
                  </a:lnTo>
                  <a:lnTo>
                    <a:pt x="1592859" y="1046340"/>
                  </a:lnTo>
                  <a:lnTo>
                    <a:pt x="1542300" y="1053934"/>
                  </a:lnTo>
                  <a:lnTo>
                    <a:pt x="1491907" y="1066673"/>
                  </a:lnTo>
                  <a:lnTo>
                    <a:pt x="1450619" y="1081354"/>
                  </a:lnTo>
                  <a:lnTo>
                    <a:pt x="1410919" y="1099489"/>
                  </a:lnTo>
                  <a:lnTo>
                    <a:pt x="1372819" y="1121079"/>
                  </a:lnTo>
                  <a:lnTo>
                    <a:pt x="1336332" y="1146111"/>
                  </a:lnTo>
                  <a:lnTo>
                    <a:pt x="1301483" y="1174559"/>
                  </a:lnTo>
                  <a:lnTo>
                    <a:pt x="1268285" y="1206398"/>
                  </a:lnTo>
                  <a:lnTo>
                    <a:pt x="1236751" y="1241640"/>
                  </a:lnTo>
                  <a:lnTo>
                    <a:pt x="1206893" y="1280248"/>
                  </a:lnTo>
                  <a:lnTo>
                    <a:pt x="1178725" y="1322222"/>
                  </a:lnTo>
                  <a:lnTo>
                    <a:pt x="1152271" y="1367536"/>
                  </a:lnTo>
                  <a:lnTo>
                    <a:pt x="1127544" y="1416177"/>
                  </a:lnTo>
                  <a:lnTo>
                    <a:pt x="1136561" y="1420444"/>
                  </a:lnTo>
                  <a:lnTo>
                    <a:pt x="1163459" y="1367891"/>
                  </a:lnTo>
                  <a:lnTo>
                    <a:pt x="1192390" y="1319301"/>
                  </a:lnTo>
                  <a:lnTo>
                    <a:pt x="1223340" y="1274724"/>
                  </a:lnTo>
                  <a:lnTo>
                    <a:pt x="1256296" y="1234147"/>
                  </a:lnTo>
                  <a:lnTo>
                    <a:pt x="1291221" y="1197622"/>
                  </a:lnTo>
                  <a:lnTo>
                    <a:pt x="1328115" y="1165148"/>
                  </a:lnTo>
                  <a:lnTo>
                    <a:pt x="1366939" y="1136751"/>
                  </a:lnTo>
                  <a:lnTo>
                    <a:pt x="1407680" y="1112443"/>
                  </a:lnTo>
                  <a:lnTo>
                    <a:pt x="1450327" y="1092250"/>
                  </a:lnTo>
                  <a:lnTo>
                    <a:pt x="1494840" y="1076198"/>
                  </a:lnTo>
                  <a:lnTo>
                    <a:pt x="1549374" y="1062723"/>
                  </a:lnTo>
                  <a:lnTo>
                    <a:pt x="1604048" y="1055306"/>
                  </a:lnTo>
                  <a:lnTo>
                    <a:pt x="1658366" y="1053376"/>
                  </a:lnTo>
                  <a:lnTo>
                    <a:pt x="1711845" y="1056373"/>
                  </a:lnTo>
                  <a:lnTo>
                    <a:pt x="1763953" y="1063713"/>
                  </a:lnTo>
                  <a:lnTo>
                    <a:pt x="1814220" y="1074813"/>
                  </a:lnTo>
                  <a:lnTo>
                    <a:pt x="1862137" y="1089113"/>
                  </a:lnTo>
                  <a:lnTo>
                    <a:pt x="1907184" y="1106030"/>
                  </a:lnTo>
                  <a:lnTo>
                    <a:pt x="1948878" y="1125004"/>
                  </a:lnTo>
                  <a:lnTo>
                    <a:pt x="1986724" y="1145451"/>
                  </a:lnTo>
                  <a:lnTo>
                    <a:pt x="1991779" y="1136853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0873" y="7485269"/>
              <a:ext cx="299791" cy="207899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2296" y="7469541"/>
              <a:ext cx="477953" cy="368648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0877" y="7878241"/>
              <a:ext cx="389841" cy="82975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59472" y="7589224"/>
              <a:ext cx="102201" cy="399087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73310" y="7682938"/>
              <a:ext cx="488353" cy="514549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79474" y="7913863"/>
              <a:ext cx="562646" cy="488121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42338" y="8254607"/>
              <a:ext cx="529731" cy="462938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85176" y="8668552"/>
              <a:ext cx="809535" cy="326325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85211" y="7155247"/>
              <a:ext cx="348596" cy="663812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18076" y="7495269"/>
              <a:ext cx="1021487" cy="1363015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61981" y="8379598"/>
              <a:ext cx="1173336" cy="501461"/>
            </a:xfrm>
            <a:prstGeom prst="rect">
              <a:avLst/>
            </a:prstGeom>
          </p:spPr>
        </p:pic>
        <p:sp>
          <p:nvSpPr>
            <p:cNvPr id="122" name="object 122" descr=""/>
            <p:cNvSpPr/>
            <p:nvPr/>
          </p:nvSpPr>
          <p:spPr>
            <a:xfrm>
              <a:off x="2097841" y="8811560"/>
              <a:ext cx="1040130" cy="1120775"/>
            </a:xfrm>
            <a:custGeom>
              <a:avLst/>
              <a:gdLst/>
              <a:ahLst/>
              <a:cxnLst/>
              <a:rect l="l" t="t" r="r" b="b"/>
              <a:pathLst>
                <a:path w="1040130" h="1120775">
                  <a:moveTo>
                    <a:pt x="1038282" y="0"/>
                  </a:moveTo>
                  <a:lnTo>
                    <a:pt x="1424" y="0"/>
                  </a:lnTo>
                  <a:lnTo>
                    <a:pt x="0" y="1434"/>
                  </a:lnTo>
                  <a:lnTo>
                    <a:pt x="0" y="891679"/>
                  </a:lnTo>
                  <a:lnTo>
                    <a:pt x="4642" y="937736"/>
                  </a:lnTo>
                  <a:lnTo>
                    <a:pt x="17958" y="980634"/>
                  </a:lnTo>
                  <a:lnTo>
                    <a:pt x="39027" y="1019453"/>
                  </a:lnTo>
                  <a:lnTo>
                    <a:pt x="66931" y="1053274"/>
                  </a:lnTo>
                  <a:lnTo>
                    <a:pt x="100751" y="1081178"/>
                  </a:lnTo>
                  <a:lnTo>
                    <a:pt x="139567" y="1102248"/>
                  </a:lnTo>
                  <a:lnTo>
                    <a:pt x="182462" y="1115564"/>
                  </a:lnTo>
                  <a:lnTo>
                    <a:pt x="228516" y="1120206"/>
                  </a:lnTo>
                  <a:lnTo>
                    <a:pt x="815702" y="1120206"/>
                  </a:lnTo>
                  <a:lnTo>
                    <a:pt x="860847" y="1115655"/>
                  </a:lnTo>
                  <a:lnTo>
                    <a:pt x="902896" y="1102603"/>
                  </a:lnTo>
                  <a:lnTo>
                    <a:pt x="940948" y="1081949"/>
                  </a:lnTo>
                  <a:lnTo>
                    <a:pt x="974102" y="1054596"/>
                  </a:lnTo>
                  <a:lnTo>
                    <a:pt x="1001457" y="1021442"/>
                  </a:lnTo>
                  <a:lnTo>
                    <a:pt x="1022112" y="983390"/>
                  </a:lnTo>
                  <a:lnTo>
                    <a:pt x="1035165" y="941340"/>
                  </a:lnTo>
                  <a:lnTo>
                    <a:pt x="1039717" y="896192"/>
                  </a:lnTo>
                  <a:lnTo>
                    <a:pt x="1039717" y="1434"/>
                  </a:lnTo>
                  <a:lnTo>
                    <a:pt x="1038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2097841" y="8811560"/>
              <a:ext cx="1040130" cy="1120775"/>
            </a:xfrm>
            <a:custGeom>
              <a:avLst/>
              <a:gdLst/>
              <a:ahLst/>
              <a:cxnLst/>
              <a:rect l="l" t="t" r="r" b="b"/>
              <a:pathLst>
                <a:path w="1040130" h="1120775">
                  <a:moveTo>
                    <a:pt x="815702" y="1120206"/>
                  </a:moveTo>
                  <a:lnTo>
                    <a:pt x="228516" y="1120206"/>
                  </a:lnTo>
                  <a:lnTo>
                    <a:pt x="182462" y="1115564"/>
                  </a:lnTo>
                  <a:lnTo>
                    <a:pt x="139567" y="1102248"/>
                  </a:lnTo>
                  <a:lnTo>
                    <a:pt x="100751" y="1081178"/>
                  </a:lnTo>
                  <a:lnTo>
                    <a:pt x="66931" y="1053274"/>
                  </a:lnTo>
                  <a:lnTo>
                    <a:pt x="39027" y="1019453"/>
                  </a:lnTo>
                  <a:lnTo>
                    <a:pt x="17958" y="980634"/>
                  </a:lnTo>
                  <a:lnTo>
                    <a:pt x="4642" y="937736"/>
                  </a:lnTo>
                  <a:lnTo>
                    <a:pt x="0" y="891679"/>
                  </a:lnTo>
                  <a:lnTo>
                    <a:pt x="0" y="3193"/>
                  </a:lnTo>
                  <a:lnTo>
                    <a:pt x="0" y="1434"/>
                  </a:lnTo>
                  <a:lnTo>
                    <a:pt x="1424" y="0"/>
                  </a:lnTo>
                  <a:lnTo>
                    <a:pt x="3193" y="0"/>
                  </a:lnTo>
                  <a:lnTo>
                    <a:pt x="1036523" y="0"/>
                  </a:lnTo>
                  <a:lnTo>
                    <a:pt x="1038282" y="0"/>
                  </a:lnTo>
                  <a:lnTo>
                    <a:pt x="1039717" y="1434"/>
                  </a:lnTo>
                  <a:lnTo>
                    <a:pt x="1039717" y="3193"/>
                  </a:lnTo>
                  <a:lnTo>
                    <a:pt x="1039717" y="896192"/>
                  </a:lnTo>
                  <a:lnTo>
                    <a:pt x="1035165" y="941340"/>
                  </a:lnTo>
                  <a:lnTo>
                    <a:pt x="1022112" y="983390"/>
                  </a:lnTo>
                  <a:lnTo>
                    <a:pt x="1001457" y="1021442"/>
                  </a:lnTo>
                  <a:lnTo>
                    <a:pt x="974102" y="1054596"/>
                  </a:lnTo>
                  <a:lnTo>
                    <a:pt x="940948" y="1081949"/>
                  </a:lnTo>
                  <a:lnTo>
                    <a:pt x="902896" y="1102603"/>
                  </a:lnTo>
                  <a:lnTo>
                    <a:pt x="860847" y="1115655"/>
                  </a:lnTo>
                  <a:lnTo>
                    <a:pt x="815702" y="1120206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2097838" y="8955895"/>
              <a:ext cx="1040130" cy="173355"/>
            </a:xfrm>
            <a:custGeom>
              <a:avLst/>
              <a:gdLst/>
              <a:ahLst/>
              <a:cxnLst/>
              <a:rect l="l" t="t" r="r" b="b"/>
              <a:pathLst>
                <a:path w="1040130" h="173354">
                  <a:moveTo>
                    <a:pt x="67558" y="0"/>
                  </a:moveTo>
                  <a:lnTo>
                    <a:pt x="49081" y="4769"/>
                  </a:lnTo>
                  <a:lnTo>
                    <a:pt x="31788" y="12606"/>
                  </a:lnTo>
                  <a:lnTo>
                    <a:pt x="15490" y="23326"/>
                  </a:lnTo>
                  <a:lnTo>
                    <a:pt x="0" y="36742"/>
                  </a:lnTo>
                  <a:lnTo>
                    <a:pt x="0" y="146204"/>
                  </a:lnTo>
                  <a:lnTo>
                    <a:pt x="22608" y="111728"/>
                  </a:lnTo>
                  <a:lnTo>
                    <a:pt x="42757" y="87198"/>
                  </a:lnTo>
                  <a:lnTo>
                    <a:pt x="61116" y="71892"/>
                  </a:lnTo>
                  <a:lnTo>
                    <a:pt x="78353" y="65087"/>
                  </a:lnTo>
                  <a:lnTo>
                    <a:pt x="101949" y="67021"/>
                  </a:lnTo>
                  <a:lnTo>
                    <a:pt x="131887" y="79909"/>
                  </a:lnTo>
                  <a:lnTo>
                    <a:pt x="168714" y="104085"/>
                  </a:lnTo>
                  <a:lnTo>
                    <a:pt x="212977" y="139880"/>
                  </a:lnTo>
                  <a:lnTo>
                    <a:pt x="233397" y="155136"/>
                  </a:lnTo>
                  <a:lnTo>
                    <a:pt x="253107" y="165322"/>
                  </a:lnTo>
                  <a:lnTo>
                    <a:pt x="272079" y="171011"/>
                  </a:lnTo>
                  <a:lnTo>
                    <a:pt x="290284" y="172780"/>
                  </a:lnTo>
                  <a:lnTo>
                    <a:pt x="321258" y="167845"/>
                  </a:lnTo>
                  <a:lnTo>
                    <a:pt x="349425" y="155332"/>
                  </a:lnTo>
                  <a:lnTo>
                    <a:pt x="374602" y="138677"/>
                  </a:lnTo>
                  <a:lnTo>
                    <a:pt x="396605" y="121315"/>
                  </a:lnTo>
                  <a:lnTo>
                    <a:pt x="433271" y="93481"/>
                  </a:lnTo>
                  <a:lnTo>
                    <a:pt x="467671" y="79521"/>
                  </a:lnTo>
                  <a:lnTo>
                    <a:pt x="505409" y="86921"/>
                  </a:lnTo>
                  <a:lnTo>
                    <a:pt x="596251" y="157208"/>
                  </a:lnTo>
                  <a:lnTo>
                    <a:pt x="636262" y="170075"/>
                  </a:lnTo>
                  <a:lnTo>
                    <a:pt x="703500" y="152720"/>
                  </a:lnTo>
                  <a:lnTo>
                    <a:pt x="753149" y="111965"/>
                  </a:lnTo>
                  <a:lnTo>
                    <a:pt x="770986" y="95231"/>
                  </a:lnTo>
                  <a:lnTo>
                    <a:pt x="788502" y="80937"/>
                  </a:lnTo>
                  <a:lnTo>
                    <a:pt x="805958" y="71115"/>
                  </a:lnTo>
                  <a:lnTo>
                    <a:pt x="823618" y="67798"/>
                  </a:lnTo>
                  <a:lnTo>
                    <a:pt x="839655" y="71084"/>
                  </a:lnTo>
                  <a:lnTo>
                    <a:pt x="857405" y="80095"/>
                  </a:lnTo>
                  <a:lnTo>
                    <a:pt x="876801" y="94790"/>
                  </a:lnTo>
                  <a:lnTo>
                    <a:pt x="897773" y="115127"/>
                  </a:lnTo>
                  <a:lnTo>
                    <a:pt x="924225" y="139335"/>
                  </a:lnTo>
                  <a:lnTo>
                    <a:pt x="950596" y="155593"/>
                  </a:lnTo>
                  <a:lnTo>
                    <a:pt x="976806" y="163858"/>
                  </a:lnTo>
                  <a:lnTo>
                    <a:pt x="1002775" y="164089"/>
                  </a:lnTo>
                  <a:lnTo>
                    <a:pt x="1012825" y="161971"/>
                  </a:lnTo>
                  <a:lnTo>
                    <a:pt x="1022318" y="158738"/>
                  </a:lnTo>
                  <a:lnTo>
                    <a:pt x="1031275" y="154500"/>
                  </a:lnTo>
                  <a:lnTo>
                    <a:pt x="1039717" y="149367"/>
                  </a:lnTo>
                  <a:lnTo>
                    <a:pt x="1039717" y="45192"/>
                  </a:lnTo>
                  <a:lnTo>
                    <a:pt x="1029319" y="63509"/>
                  </a:lnTo>
                  <a:lnTo>
                    <a:pt x="1017832" y="80225"/>
                  </a:lnTo>
                  <a:lnTo>
                    <a:pt x="1005647" y="92829"/>
                  </a:lnTo>
                  <a:lnTo>
                    <a:pt x="993153" y="98813"/>
                  </a:lnTo>
                  <a:lnTo>
                    <a:pt x="983671" y="97812"/>
                  </a:lnTo>
                  <a:lnTo>
                    <a:pt x="972347" y="92505"/>
                  </a:lnTo>
                  <a:lnTo>
                    <a:pt x="959601" y="83137"/>
                  </a:lnTo>
                  <a:lnTo>
                    <a:pt x="914771" y="40573"/>
                  </a:lnTo>
                  <a:lnTo>
                    <a:pt x="884473" y="19505"/>
                  </a:lnTo>
                  <a:lnTo>
                    <a:pt x="854751" y="6635"/>
                  </a:lnTo>
                  <a:lnTo>
                    <a:pt x="825398" y="1842"/>
                  </a:lnTo>
                  <a:lnTo>
                    <a:pt x="789707" y="6911"/>
                  </a:lnTo>
                  <a:lnTo>
                    <a:pt x="758945" y="21418"/>
                  </a:lnTo>
                  <a:lnTo>
                    <a:pt x="731953" y="41743"/>
                  </a:lnTo>
                  <a:lnTo>
                    <a:pt x="707570" y="64270"/>
                  </a:lnTo>
                  <a:lnTo>
                    <a:pt x="678132" y="90975"/>
                  </a:lnTo>
                  <a:lnTo>
                    <a:pt x="653829" y="104186"/>
                  </a:lnTo>
                  <a:lnTo>
                    <a:pt x="629206" y="100515"/>
                  </a:lnTo>
                  <a:lnTo>
                    <a:pt x="598808" y="76573"/>
                  </a:lnTo>
                  <a:lnTo>
                    <a:pt x="545201" y="33877"/>
                  </a:lnTo>
                  <a:lnTo>
                    <a:pt x="497049" y="15202"/>
                  </a:lnTo>
                  <a:lnTo>
                    <a:pt x="454149" y="15019"/>
                  </a:lnTo>
                  <a:lnTo>
                    <a:pt x="416301" y="27801"/>
                  </a:lnTo>
                  <a:lnTo>
                    <a:pt x="383302" y="48022"/>
                  </a:lnTo>
                  <a:lnTo>
                    <a:pt x="354952" y="70154"/>
                  </a:lnTo>
                  <a:lnTo>
                    <a:pt x="322973" y="94398"/>
                  </a:lnTo>
                  <a:lnTo>
                    <a:pt x="298981" y="105911"/>
                  </a:lnTo>
                  <a:lnTo>
                    <a:pt x="278282" y="104512"/>
                  </a:lnTo>
                  <a:lnTo>
                    <a:pt x="256180" y="90018"/>
                  </a:lnTo>
                  <a:lnTo>
                    <a:pt x="198597" y="44272"/>
                  </a:lnTo>
                  <a:lnTo>
                    <a:pt x="149512" y="14754"/>
                  </a:lnTo>
                  <a:lnTo>
                    <a:pt x="106605" y="364"/>
                  </a:lnTo>
                  <a:lnTo>
                    <a:pt x="67558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26804" y="9191338"/>
              <a:ext cx="79809" cy="79809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41028" y="9448363"/>
              <a:ext cx="79809" cy="79809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44715" y="9839656"/>
              <a:ext cx="79809" cy="79809"/>
            </a:xfrm>
            <a:prstGeom prst="rect">
              <a:avLst/>
            </a:prstGeom>
          </p:spPr>
        </p:pic>
        <p:sp>
          <p:nvSpPr>
            <p:cNvPr id="128" name="object 128" descr=""/>
            <p:cNvSpPr/>
            <p:nvPr/>
          </p:nvSpPr>
          <p:spPr>
            <a:xfrm>
              <a:off x="2097838" y="9563953"/>
              <a:ext cx="39370" cy="80010"/>
            </a:xfrm>
            <a:custGeom>
              <a:avLst/>
              <a:gdLst/>
              <a:ahLst/>
              <a:cxnLst/>
              <a:rect l="l" t="t" r="r" b="b"/>
              <a:pathLst>
                <a:path w="39369" h="80009">
                  <a:moveTo>
                    <a:pt x="0" y="0"/>
                  </a:moveTo>
                  <a:lnTo>
                    <a:pt x="0" y="79714"/>
                  </a:lnTo>
                  <a:lnTo>
                    <a:pt x="15227" y="76351"/>
                  </a:lnTo>
                  <a:lnTo>
                    <a:pt x="27635" y="67771"/>
                  </a:lnTo>
                  <a:lnTo>
                    <a:pt x="35987" y="55199"/>
                  </a:lnTo>
                  <a:lnTo>
                    <a:pt x="39045" y="39862"/>
                  </a:lnTo>
                  <a:lnTo>
                    <a:pt x="35987" y="24523"/>
                  </a:lnTo>
                  <a:lnTo>
                    <a:pt x="27635" y="11948"/>
                  </a:lnTo>
                  <a:lnTo>
                    <a:pt x="15227" y="3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46405" y="9742765"/>
              <a:ext cx="79809" cy="79809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56121" y="9473151"/>
              <a:ext cx="79809" cy="79809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55451" y="9217037"/>
              <a:ext cx="79809" cy="79809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22903" y="9177132"/>
              <a:ext cx="79809" cy="79809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22903" y="9759848"/>
              <a:ext cx="79809" cy="79809"/>
            </a:xfrm>
            <a:prstGeom prst="rect">
              <a:avLst/>
            </a:prstGeom>
          </p:spPr>
        </p:pic>
      </p:grpSp>
      <p:sp>
        <p:nvSpPr>
          <p:cNvPr id="134" name="object 134" descr=""/>
          <p:cNvSpPr/>
          <p:nvPr/>
        </p:nvSpPr>
        <p:spPr>
          <a:xfrm>
            <a:off x="19374896" y="2740419"/>
            <a:ext cx="46355" cy="500380"/>
          </a:xfrm>
          <a:custGeom>
            <a:avLst/>
            <a:gdLst/>
            <a:ahLst/>
            <a:cxnLst/>
            <a:rect l="l" t="t" r="r" b="b"/>
            <a:pathLst>
              <a:path w="46355" h="500380">
                <a:moveTo>
                  <a:pt x="46344" y="0"/>
                </a:moveTo>
                <a:lnTo>
                  <a:pt x="0" y="0"/>
                </a:lnTo>
                <a:lnTo>
                  <a:pt x="0" y="499817"/>
                </a:lnTo>
                <a:lnTo>
                  <a:pt x="46344" y="499817"/>
                </a:lnTo>
                <a:lnTo>
                  <a:pt x="46344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5" name="object 135" descr=""/>
          <p:cNvGrpSpPr/>
          <p:nvPr/>
        </p:nvGrpSpPr>
        <p:grpSpPr>
          <a:xfrm>
            <a:off x="15676940" y="8108020"/>
            <a:ext cx="778510" cy="2031364"/>
            <a:chOff x="15676940" y="8108020"/>
            <a:chExt cx="778510" cy="2031364"/>
          </a:xfrm>
        </p:grpSpPr>
        <p:sp>
          <p:nvSpPr>
            <p:cNvPr id="136" name="object 136" descr=""/>
            <p:cNvSpPr/>
            <p:nvPr/>
          </p:nvSpPr>
          <p:spPr>
            <a:xfrm>
              <a:off x="15682176" y="8113256"/>
              <a:ext cx="767715" cy="2020570"/>
            </a:xfrm>
            <a:custGeom>
              <a:avLst/>
              <a:gdLst/>
              <a:ahLst/>
              <a:cxnLst/>
              <a:rect l="l" t="t" r="r" b="b"/>
              <a:pathLst>
                <a:path w="767715" h="2020570">
                  <a:moveTo>
                    <a:pt x="103564" y="0"/>
                  </a:moveTo>
                  <a:lnTo>
                    <a:pt x="66252" y="3688"/>
                  </a:lnTo>
                  <a:lnTo>
                    <a:pt x="33294" y="21568"/>
                  </a:lnTo>
                  <a:lnTo>
                    <a:pt x="10539" y="49717"/>
                  </a:lnTo>
                  <a:lnTo>
                    <a:pt x="0" y="84343"/>
                  </a:lnTo>
                  <a:lnTo>
                    <a:pt x="3688" y="121653"/>
                  </a:lnTo>
                  <a:lnTo>
                    <a:pt x="678987" y="1990256"/>
                  </a:lnTo>
                  <a:lnTo>
                    <a:pt x="719593" y="2020402"/>
                  </a:lnTo>
                  <a:lnTo>
                    <a:pt x="737561" y="2017732"/>
                  </a:lnTo>
                  <a:lnTo>
                    <a:pt x="752672" y="2008654"/>
                  </a:lnTo>
                  <a:lnTo>
                    <a:pt x="762936" y="1995062"/>
                  </a:lnTo>
                  <a:lnTo>
                    <a:pt x="767560" y="1978691"/>
                  </a:lnTo>
                  <a:lnTo>
                    <a:pt x="765749" y="1961273"/>
                  </a:lnTo>
                  <a:lnTo>
                    <a:pt x="184206" y="66252"/>
                  </a:lnTo>
                  <a:lnTo>
                    <a:pt x="166337" y="33294"/>
                  </a:lnTo>
                  <a:lnTo>
                    <a:pt x="138191" y="10539"/>
                  </a:lnTo>
                  <a:lnTo>
                    <a:pt x="103564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5682176" y="8113256"/>
              <a:ext cx="767715" cy="2020570"/>
            </a:xfrm>
            <a:custGeom>
              <a:avLst/>
              <a:gdLst/>
              <a:ahLst/>
              <a:cxnLst/>
              <a:rect l="l" t="t" r="r" b="b"/>
              <a:pathLst>
                <a:path w="767715" h="2020570">
                  <a:moveTo>
                    <a:pt x="5154" y="126051"/>
                  </a:moveTo>
                  <a:lnTo>
                    <a:pt x="678987" y="1990256"/>
                  </a:lnTo>
                  <a:lnTo>
                    <a:pt x="688420" y="2005780"/>
                  </a:lnTo>
                  <a:lnTo>
                    <a:pt x="702584" y="2016123"/>
                  </a:lnTo>
                  <a:lnTo>
                    <a:pt x="719593" y="2020402"/>
                  </a:lnTo>
                  <a:lnTo>
                    <a:pt x="737561" y="2017732"/>
                  </a:lnTo>
                  <a:lnTo>
                    <a:pt x="752672" y="2008654"/>
                  </a:lnTo>
                  <a:lnTo>
                    <a:pt x="762936" y="1995062"/>
                  </a:lnTo>
                  <a:lnTo>
                    <a:pt x="767560" y="1978691"/>
                  </a:lnTo>
                  <a:lnTo>
                    <a:pt x="765749" y="1961273"/>
                  </a:lnTo>
                  <a:lnTo>
                    <a:pt x="184206" y="66252"/>
                  </a:lnTo>
                  <a:lnTo>
                    <a:pt x="166337" y="33294"/>
                  </a:lnTo>
                  <a:lnTo>
                    <a:pt x="138191" y="10539"/>
                  </a:lnTo>
                  <a:lnTo>
                    <a:pt x="103564" y="0"/>
                  </a:lnTo>
                  <a:lnTo>
                    <a:pt x="66252" y="3688"/>
                  </a:lnTo>
                  <a:lnTo>
                    <a:pt x="33294" y="21568"/>
                  </a:lnTo>
                  <a:lnTo>
                    <a:pt x="10539" y="49717"/>
                  </a:lnTo>
                  <a:lnTo>
                    <a:pt x="0" y="84343"/>
                  </a:lnTo>
                  <a:lnTo>
                    <a:pt x="3688" y="121653"/>
                  </a:lnTo>
                  <a:lnTo>
                    <a:pt x="4107" y="123035"/>
                  </a:lnTo>
                  <a:lnTo>
                    <a:pt x="4672" y="124711"/>
                  </a:lnTo>
                  <a:lnTo>
                    <a:pt x="5154" y="126051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" name="object 138" descr=""/>
          <p:cNvGrpSpPr/>
          <p:nvPr/>
        </p:nvGrpSpPr>
        <p:grpSpPr>
          <a:xfrm>
            <a:off x="14593239" y="8107475"/>
            <a:ext cx="212090" cy="2031364"/>
            <a:chOff x="14593239" y="8107475"/>
            <a:chExt cx="212090" cy="2031364"/>
          </a:xfrm>
        </p:grpSpPr>
        <p:sp>
          <p:nvSpPr>
            <p:cNvPr id="139" name="object 139" descr=""/>
            <p:cNvSpPr/>
            <p:nvPr/>
          </p:nvSpPr>
          <p:spPr>
            <a:xfrm>
              <a:off x="14598474" y="8112711"/>
              <a:ext cx="201930" cy="2021205"/>
            </a:xfrm>
            <a:custGeom>
              <a:avLst/>
              <a:gdLst/>
              <a:ahLst/>
              <a:cxnLst/>
              <a:rect l="l" t="t" r="r" b="b"/>
              <a:pathLst>
                <a:path w="201930" h="2021204">
                  <a:moveTo>
                    <a:pt x="112666" y="0"/>
                  </a:moveTo>
                  <a:lnTo>
                    <a:pt x="44401" y="23704"/>
                  </a:lnTo>
                  <a:lnTo>
                    <a:pt x="12889" y="88740"/>
                  </a:lnTo>
                  <a:lnTo>
                    <a:pt x="0" y="1974819"/>
                  </a:lnTo>
                  <a:lnTo>
                    <a:pt x="3476" y="1992652"/>
                  </a:lnTo>
                  <a:lnTo>
                    <a:pt x="13185" y="2007262"/>
                  </a:lnTo>
                  <a:lnTo>
                    <a:pt x="27664" y="2017166"/>
                  </a:lnTo>
                  <a:lnTo>
                    <a:pt x="45454" y="2020880"/>
                  </a:lnTo>
                  <a:lnTo>
                    <a:pt x="62739" y="2017608"/>
                  </a:lnTo>
                  <a:lnTo>
                    <a:pt x="77057" y="2008440"/>
                  </a:lnTo>
                  <a:lnTo>
                    <a:pt x="87069" y="1994722"/>
                  </a:lnTo>
                  <a:lnTo>
                    <a:pt x="91431" y="1977803"/>
                  </a:lnTo>
                  <a:lnTo>
                    <a:pt x="201407" y="99777"/>
                  </a:lnTo>
                  <a:lnTo>
                    <a:pt x="196148" y="62656"/>
                  </a:lnTo>
                  <a:lnTo>
                    <a:pt x="177702" y="31512"/>
                  </a:lnTo>
                  <a:lnTo>
                    <a:pt x="148924" y="9555"/>
                  </a:lnTo>
                  <a:lnTo>
                    <a:pt x="112666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4598474" y="8112711"/>
              <a:ext cx="201930" cy="2021205"/>
            </a:xfrm>
            <a:custGeom>
              <a:avLst/>
              <a:gdLst/>
              <a:ahLst/>
              <a:cxnLst/>
              <a:rect l="l" t="t" r="r" b="b"/>
              <a:pathLst>
                <a:path w="201930" h="2021204">
                  <a:moveTo>
                    <a:pt x="12732" y="93620"/>
                  </a:moveTo>
                  <a:lnTo>
                    <a:pt x="0" y="1974819"/>
                  </a:lnTo>
                  <a:lnTo>
                    <a:pt x="3476" y="1992652"/>
                  </a:lnTo>
                  <a:lnTo>
                    <a:pt x="13185" y="2007262"/>
                  </a:lnTo>
                  <a:lnTo>
                    <a:pt x="27664" y="2017166"/>
                  </a:lnTo>
                  <a:lnTo>
                    <a:pt x="45454" y="2020880"/>
                  </a:lnTo>
                  <a:lnTo>
                    <a:pt x="62739" y="2017608"/>
                  </a:lnTo>
                  <a:lnTo>
                    <a:pt x="77057" y="2008440"/>
                  </a:lnTo>
                  <a:lnTo>
                    <a:pt x="87069" y="1994722"/>
                  </a:lnTo>
                  <a:lnTo>
                    <a:pt x="91431" y="1977803"/>
                  </a:lnTo>
                  <a:lnTo>
                    <a:pt x="201407" y="99777"/>
                  </a:lnTo>
                  <a:lnTo>
                    <a:pt x="196148" y="62656"/>
                  </a:lnTo>
                  <a:lnTo>
                    <a:pt x="177702" y="31512"/>
                  </a:lnTo>
                  <a:lnTo>
                    <a:pt x="148924" y="9555"/>
                  </a:lnTo>
                  <a:lnTo>
                    <a:pt x="112666" y="0"/>
                  </a:lnTo>
                  <a:lnTo>
                    <a:pt x="75546" y="5259"/>
                  </a:lnTo>
                  <a:lnTo>
                    <a:pt x="22445" y="52483"/>
                  </a:lnTo>
                  <a:lnTo>
                    <a:pt x="12805" y="90259"/>
                  </a:lnTo>
                  <a:lnTo>
                    <a:pt x="12732" y="9362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1" name="object 141" descr=""/>
          <p:cNvGrpSpPr/>
          <p:nvPr/>
        </p:nvGrpSpPr>
        <p:grpSpPr>
          <a:xfrm>
            <a:off x="13649900" y="8107664"/>
            <a:ext cx="778510" cy="2031364"/>
            <a:chOff x="13649900" y="8107664"/>
            <a:chExt cx="778510" cy="2031364"/>
          </a:xfrm>
        </p:grpSpPr>
        <p:sp>
          <p:nvSpPr>
            <p:cNvPr id="142" name="object 142" descr=""/>
            <p:cNvSpPr/>
            <p:nvPr/>
          </p:nvSpPr>
          <p:spPr>
            <a:xfrm>
              <a:off x="13655135" y="8112899"/>
              <a:ext cx="768350" cy="2021205"/>
            </a:xfrm>
            <a:custGeom>
              <a:avLst/>
              <a:gdLst/>
              <a:ahLst/>
              <a:cxnLst/>
              <a:rect l="l" t="t" r="r" b="b"/>
              <a:pathLst>
                <a:path w="768350" h="2021204">
                  <a:moveTo>
                    <a:pt x="668603" y="0"/>
                  </a:moveTo>
                  <a:lnTo>
                    <a:pt x="604266" y="30175"/>
                  </a:lnTo>
                  <a:lnTo>
                    <a:pt x="583328" y="66612"/>
                  </a:lnTo>
                  <a:lnTo>
                    <a:pt x="1786" y="1961633"/>
                  </a:lnTo>
                  <a:lnTo>
                    <a:pt x="0" y="1979713"/>
                  </a:lnTo>
                  <a:lnTo>
                    <a:pt x="5109" y="1996492"/>
                  </a:lnTo>
                  <a:lnTo>
                    <a:pt x="16138" y="2010132"/>
                  </a:lnTo>
                  <a:lnTo>
                    <a:pt x="32110" y="2018793"/>
                  </a:lnTo>
                  <a:lnTo>
                    <a:pt x="49636" y="2020618"/>
                  </a:lnTo>
                  <a:lnTo>
                    <a:pt x="66008" y="2015922"/>
                  </a:lnTo>
                  <a:lnTo>
                    <a:pt x="79542" y="2005615"/>
                  </a:lnTo>
                  <a:lnTo>
                    <a:pt x="88558" y="1990606"/>
                  </a:lnTo>
                  <a:lnTo>
                    <a:pt x="762391" y="126411"/>
                  </a:lnTo>
                  <a:lnTo>
                    <a:pt x="767902" y="89323"/>
                  </a:lnTo>
                  <a:lnTo>
                    <a:pt x="759073" y="54218"/>
                  </a:lnTo>
                  <a:lnTo>
                    <a:pt x="737729" y="24986"/>
                  </a:lnTo>
                  <a:lnTo>
                    <a:pt x="705691" y="5514"/>
                  </a:lnTo>
                  <a:lnTo>
                    <a:pt x="6686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3655135" y="8112899"/>
              <a:ext cx="768350" cy="2021205"/>
            </a:xfrm>
            <a:custGeom>
              <a:avLst/>
              <a:gdLst/>
              <a:ahLst/>
              <a:cxnLst/>
              <a:rect l="l" t="t" r="r" b="b"/>
              <a:pathLst>
                <a:path w="768350" h="2021204">
                  <a:moveTo>
                    <a:pt x="583328" y="66612"/>
                  </a:moveTo>
                  <a:lnTo>
                    <a:pt x="1786" y="1961633"/>
                  </a:lnTo>
                  <a:lnTo>
                    <a:pt x="0" y="1979713"/>
                  </a:lnTo>
                  <a:lnTo>
                    <a:pt x="5109" y="1996492"/>
                  </a:lnTo>
                  <a:lnTo>
                    <a:pt x="16138" y="2010132"/>
                  </a:lnTo>
                  <a:lnTo>
                    <a:pt x="32110" y="2018793"/>
                  </a:lnTo>
                  <a:lnTo>
                    <a:pt x="49636" y="2020618"/>
                  </a:lnTo>
                  <a:lnTo>
                    <a:pt x="66008" y="2015922"/>
                  </a:lnTo>
                  <a:lnTo>
                    <a:pt x="79542" y="2005615"/>
                  </a:lnTo>
                  <a:lnTo>
                    <a:pt x="88558" y="1990606"/>
                  </a:lnTo>
                  <a:lnTo>
                    <a:pt x="762391" y="126411"/>
                  </a:lnTo>
                  <a:lnTo>
                    <a:pt x="767902" y="89323"/>
                  </a:lnTo>
                  <a:lnTo>
                    <a:pt x="759073" y="54218"/>
                  </a:lnTo>
                  <a:lnTo>
                    <a:pt x="737729" y="24986"/>
                  </a:lnTo>
                  <a:lnTo>
                    <a:pt x="705691" y="5514"/>
                  </a:lnTo>
                  <a:lnTo>
                    <a:pt x="668603" y="0"/>
                  </a:lnTo>
                  <a:lnTo>
                    <a:pt x="633498" y="8828"/>
                  </a:lnTo>
                  <a:lnTo>
                    <a:pt x="584794" y="62214"/>
                  </a:lnTo>
                  <a:lnTo>
                    <a:pt x="583328" y="66612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4" name="object 144" descr=""/>
          <p:cNvGrpSpPr/>
          <p:nvPr/>
        </p:nvGrpSpPr>
        <p:grpSpPr>
          <a:xfrm>
            <a:off x="13666455" y="5803448"/>
            <a:ext cx="2623185" cy="4335780"/>
            <a:chOff x="13666455" y="5803448"/>
            <a:chExt cx="2623185" cy="4335780"/>
          </a:xfrm>
        </p:grpSpPr>
        <p:sp>
          <p:nvSpPr>
            <p:cNvPr id="145" name="object 145" descr=""/>
            <p:cNvSpPr/>
            <p:nvPr/>
          </p:nvSpPr>
          <p:spPr>
            <a:xfrm>
              <a:off x="15304807" y="8112554"/>
              <a:ext cx="201930" cy="2021205"/>
            </a:xfrm>
            <a:custGeom>
              <a:avLst/>
              <a:gdLst/>
              <a:ahLst/>
              <a:cxnLst/>
              <a:rect l="l" t="t" r="r" b="b"/>
              <a:pathLst>
                <a:path w="201930" h="2021204">
                  <a:moveTo>
                    <a:pt x="93777" y="0"/>
                  </a:moveTo>
                  <a:lnTo>
                    <a:pt x="57075" y="7665"/>
                  </a:lnTo>
                  <a:lnTo>
                    <a:pt x="27200" y="28102"/>
                  </a:lnTo>
                  <a:lnTo>
                    <a:pt x="7169" y="58252"/>
                  </a:lnTo>
                  <a:lnTo>
                    <a:pt x="0" y="95054"/>
                  </a:lnTo>
                  <a:lnTo>
                    <a:pt x="157" y="99934"/>
                  </a:lnTo>
                  <a:lnTo>
                    <a:pt x="110132" y="1977960"/>
                  </a:lnTo>
                  <a:lnTo>
                    <a:pt x="140498" y="2018410"/>
                  </a:lnTo>
                  <a:lnTo>
                    <a:pt x="158487" y="2020954"/>
                  </a:lnTo>
                  <a:lnTo>
                    <a:pt x="175523" y="2016564"/>
                  </a:lnTo>
                  <a:lnTo>
                    <a:pt x="189218" y="2006486"/>
                  </a:lnTo>
                  <a:lnTo>
                    <a:pt x="198316" y="1992146"/>
                  </a:lnTo>
                  <a:lnTo>
                    <a:pt x="201564" y="1974976"/>
                  </a:lnTo>
                  <a:lnTo>
                    <a:pt x="188831" y="93777"/>
                  </a:lnTo>
                  <a:lnTo>
                    <a:pt x="181166" y="57075"/>
                  </a:lnTo>
                  <a:lnTo>
                    <a:pt x="160729" y="27200"/>
                  </a:lnTo>
                  <a:lnTo>
                    <a:pt x="130579" y="7169"/>
                  </a:lnTo>
                  <a:lnTo>
                    <a:pt x="937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5304807" y="8112554"/>
              <a:ext cx="201930" cy="2021205"/>
            </a:xfrm>
            <a:custGeom>
              <a:avLst/>
              <a:gdLst/>
              <a:ahLst/>
              <a:cxnLst/>
              <a:rect l="l" t="t" r="r" b="b"/>
              <a:pathLst>
                <a:path w="201930" h="2021204">
                  <a:moveTo>
                    <a:pt x="157" y="99934"/>
                  </a:moveTo>
                  <a:lnTo>
                    <a:pt x="110132" y="1977960"/>
                  </a:lnTo>
                  <a:lnTo>
                    <a:pt x="140498" y="2018410"/>
                  </a:lnTo>
                  <a:lnTo>
                    <a:pt x="158487" y="2020954"/>
                  </a:lnTo>
                  <a:lnTo>
                    <a:pt x="175523" y="2016564"/>
                  </a:lnTo>
                  <a:lnTo>
                    <a:pt x="189218" y="2006486"/>
                  </a:lnTo>
                  <a:lnTo>
                    <a:pt x="198316" y="1992146"/>
                  </a:lnTo>
                  <a:lnTo>
                    <a:pt x="201564" y="1974976"/>
                  </a:lnTo>
                  <a:lnTo>
                    <a:pt x="188831" y="93777"/>
                  </a:lnTo>
                  <a:lnTo>
                    <a:pt x="181166" y="57075"/>
                  </a:lnTo>
                  <a:lnTo>
                    <a:pt x="160729" y="27200"/>
                  </a:lnTo>
                  <a:lnTo>
                    <a:pt x="130579" y="7169"/>
                  </a:lnTo>
                  <a:lnTo>
                    <a:pt x="93777" y="0"/>
                  </a:lnTo>
                  <a:lnTo>
                    <a:pt x="57075" y="7665"/>
                  </a:lnTo>
                  <a:lnTo>
                    <a:pt x="27200" y="28102"/>
                  </a:lnTo>
                  <a:lnTo>
                    <a:pt x="7169" y="58252"/>
                  </a:lnTo>
                  <a:lnTo>
                    <a:pt x="0" y="95054"/>
                  </a:lnTo>
                  <a:lnTo>
                    <a:pt x="10" y="96583"/>
                  </a:lnTo>
                  <a:lnTo>
                    <a:pt x="73" y="98426"/>
                  </a:lnTo>
                  <a:lnTo>
                    <a:pt x="157" y="99934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3671691" y="5808683"/>
              <a:ext cx="2612390" cy="2495550"/>
            </a:xfrm>
            <a:custGeom>
              <a:avLst/>
              <a:gdLst/>
              <a:ahLst/>
              <a:cxnLst/>
              <a:rect l="l" t="t" r="r" b="b"/>
              <a:pathLst>
                <a:path w="2612390" h="2495550">
                  <a:moveTo>
                    <a:pt x="2020005" y="0"/>
                  </a:moveTo>
                  <a:lnTo>
                    <a:pt x="1980676" y="1481"/>
                  </a:lnTo>
                  <a:lnTo>
                    <a:pt x="1941372" y="4694"/>
                  </a:lnTo>
                  <a:lnTo>
                    <a:pt x="1902229" y="9640"/>
                  </a:lnTo>
                  <a:lnTo>
                    <a:pt x="1863387" y="16324"/>
                  </a:lnTo>
                  <a:lnTo>
                    <a:pt x="1824985" y="24746"/>
                  </a:lnTo>
                  <a:lnTo>
                    <a:pt x="1787160" y="34912"/>
                  </a:lnTo>
                  <a:lnTo>
                    <a:pt x="1750052" y="46823"/>
                  </a:lnTo>
                  <a:lnTo>
                    <a:pt x="1713800" y="60482"/>
                  </a:lnTo>
                  <a:lnTo>
                    <a:pt x="1678541" y="75892"/>
                  </a:lnTo>
                  <a:lnTo>
                    <a:pt x="1644414" y="93057"/>
                  </a:lnTo>
                  <a:lnTo>
                    <a:pt x="1580112" y="132660"/>
                  </a:lnTo>
                  <a:lnTo>
                    <a:pt x="1522002" y="179316"/>
                  </a:lnTo>
                  <a:lnTo>
                    <a:pt x="1471193" y="233047"/>
                  </a:lnTo>
                  <a:lnTo>
                    <a:pt x="1428792" y="293876"/>
                  </a:lnTo>
                  <a:lnTo>
                    <a:pt x="1395910" y="361827"/>
                  </a:lnTo>
                  <a:lnTo>
                    <a:pt x="1383384" y="398481"/>
                  </a:lnTo>
                  <a:lnTo>
                    <a:pt x="1373654" y="436924"/>
                  </a:lnTo>
                  <a:lnTo>
                    <a:pt x="1178026" y="1393732"/>
                  </a:lnTo>
                  <a:lnTo>
                    <a:pt x="1167078" y="1440546"/>
                  </a:lnTo>
                  <a:lnTo>
                    <a:pt x="1153652" y="1486226"/>
                  </a:lnTo>
                  <a:lnTo>
                    <a:pt x="1137829" y="1530706"/>
                  </a:lnTo>
                  <a:lnTo>
                    <a:pt x="1119691" y="1573919"/>
                  </a:lnTo>
                  <a:lnTo>
                    <a:pt x="1099317" y="1615800"/>
                  </a:lnTo>
                  <a:lnTo>
                    <a:pt x="1076791" y="1656283"/>
                  </a:lnTo>
                  <a:lnTo>
                    <a:pt x="1052191" y="1695301"/>
                  </a:lnTo>
                  <a:lnTo>
                    <a:pt x="1025600" y="1732788"/>
                  </a:lnTo>
                  <a:lnTo>
                    <a:pt x="997098" y="1768679"/>
                  </a:lnTo>
                  <a:lnTo>
                    <a:pt x="966766" y="1802906"/>
                  </a:lnTo>
                  <a:lnTo>
                    <a:pt x="934686" y="1835405"/>
                  </a:lnTo>
                  <a:lnTo>
                    <a:pt x="900938" y="1866108"/>
                  </a:lnTo>
                  <a:lnTo>
                    <a:pt x="865603" y="1894950"/>
                  </a:lnTo>
                  <a:lnTo>
                    <a:pt x="828762" y="1921864"/>
                  </a:lnTo>
                  <a:lnTo>
                    <a:pt x="790497" y="1946785"/>
                  </a:lnTo>
                  <a:lnTo>
                    <a:pt x="750887" y="1969647"/>
                  </a:lnTo>
                  <a:lnTo>
                    <a:pt x="710015" y="1990382"/>
                  </a:lnTo>
                  <a:lnTo>
                    <a:pt x="667962" y="2008926"/>
                  </a:lnTo>
                  <a:lnTo>
                    <a:pt x="624807" y="2025212"/>
                  </a:lnTo>
                  <a:lnTo>
                    <a:pt x="580632" y="2039173"/>
                  </a:lnTo>
                  <a:lnTo>
                    <a:pt x="535519" y="2050745"/>
                  </a:lnTo>
                  <a:lnTo>
                    <a:pt x="489548" y="2059860"/>
                  </a:lnTo>
                  <a:lnTo>
                    <a:pt x="442800" y="2066452"/>
                  </a:lnTo>
                  <a:lnTo>
                    <a:pt x="395356" y="2070456"/>
                  </a:lnTo>
                  <a:lnTo>
                    <a:pt x="347298" y="2071806"/>
                  </a:lnTo>
                  <a:lnTo>
                    <a:pt x="110781" y="2071806"/>
                  </a:lnTo>
                  <a:lnTo>
                    <a:pt x="67661" y="2080512"/>
                  </a:lnTo>
                  <a:lnTo>
                    <a:pt x="32447" y="2104254"/>
                  </a:lnTo>
                  <a:lnTo>
                    <a:pt x="8706" y="2139467"/>
                  </a:lnTo>
                  <a:lnTo>
                    <a:pt x="0" y="2182588"/>
                  </a:lnTo>
                  <a:lnTo>
                    <a:pt x="3390" y="2228804"/>
                  </a:lnTo>
                  <a:lnTo>
                    <a:pt x="13240" y="2272914"/>
                  </a:lnTo>
                  <a:lnTo>
                    <a:pt x="29066" y="2314434"/>
                  </a:lnTo>
                  <a:lnTo>
                    <a:pt x="50383" y="2352882"/>
                  </a:lnTo>
                  <a:lnTo>
                    <a:pt x="76708" y="2387772"/>
                  </a:lnTo>
                  <a:lnTo>
                    <a:pt x="107557" y="2418622"/>
                  </a:lnTo>
                  <a:lnTo>
                    <a:pt x="142447" y="2444948"/>
                  </a:lnTo>
                  <a:lnTo>
                    <a:pt x="180893" y="2466265"/>
                  </a:lnTo>
                  <a:lnTo>
                    <a:pt x="222412" y="2482091"/>
                  </a:lnTo>
                  <a:lnTo>
                    <a:pt x="266520" y="2491941"/>
                  </a:lnTo>
                  <a:lnTo>
                    <a:pt x="312733" y="2495332"/>
                  </a:lnTo>
                  <a:lnTo>
                    <a:pt x="1918182" y="2495332"/>
                  </a:lnTo>
                  <a:lnTo>
                    <a:pt x="1965712" y="2493731"/>
                  </a:lnTo>
                  <a:lnTo>
                    <a:pt x="2012382" y="2488995"/>
                  </a:lnTo>
                  <a:lnTo>
                    <a:pt x="2058090" y="2481228"/>
                  </a:lnTo>
                  <a:lnTo>
                    <a:pt x="2102731" y="2470534"/>
                  </a:lnTo>
                  <a:lnTo>
                    <a:pt x="2146202" y="2457016"/>
                  </a:lnTo>
                  <a:lnTo>
                    <a:pt x="2188400" y="2440778"/>
                  </a:lnTo>
                  <a:lnTo>
                    <a:pt x="2229221" y="2421922"/>
                  </a:lnTo>
                  <a:lnTo>
                    <a:pt x="2268563" y="2400552"/>
                  </a:lnTo>
                  <a:lnTo>
                    <a:pt x="2306321" y="2376772"/>
                  </a:lnTo>
                  <a:lnTo>
                    <a:pt x="2342393" y="2350685"/>
                  </a:lnTo>
                  <a:lnTo>
                    <a:pt x="2376674" y="2322394"/>
                  </a:lnTo>
                  <a:lnTo>
                    <a:pt x="2409062" y="2292003"/>
                  </a:lnTo>
                  <a:lnTo>
                    <a:pt x="2439453" y="2259615"/>
                  </a:lnTo>
                  <a:lnTo>
                    <a:pt x="2467744" y="2225334"/>
                  </a:lnTo>
                  <a:lnTo>
                    <a:pt x="2493831" y="2189262"/>
                  </a:lnTo>
                  <a:lnTo>
                    <a:pt x="2517611" y="2151504"/>
                  </a:lnTo>
                  <a:lnTo>
                    <a:pt x="2538981" y="2112162"/>
                  </a:lnTo>
                  <a:lnTo>
                    <a:pt x="2557837" y="2071341"/>
                  </a:lnTo>
                  <a:lnTo>
                    <a:pt x="2574075" y="2029143"/>
                  </a:lnTo>
                  <a:lnTo>
                    <a:pt x="2587593" y="1985671"/>
                  </a:lnTo>
                  <a:lnTo>
                    <a:pt x="2598287" y="1941030"/>
                  </a:lnTo>
                  <a:lnTo>
                    <a:pt x="2606054" y="1895323"/>
                  </a:lnTo>
                  <a:lnTo>
                    <a:pt x="2610790" y="1848653"/>
                  </a:lnTo>
                  <a:lnTo>
                    <a:pt x="2612391" y="1801123"/>
                  </a:lnTo>
                  <a:lnTo>
                    <a:pt x="2612391" y="436924"/>
                  </a:lnTo>
                  <a:lnTo>
                    <a:pt x="2605972" y="363542"/>
                  </a:lnTo>
                  <a:lnTo>
                    <a:pt x="2587453" y="296827"/>
                  </a:lnTo>
                  <a:lnTo>
                    <a:pt x="2557943" y="236803"/>
                  </a:lnTo>
                  <a:lnTo>
                    <a:pt x="2518551" y="183491"/>
                  </a:lnTo>
                  <a:lnTo>
                    <a:pt x="2470385" y="136916"/>
                  </a:lnTo>
                  <a:lnTo>
                    <a:pt x="2414554" y="97102"/>
                  </a:lnTo>
                  <a:lnTo>
                    <a:pt x="2352166" y="64070"/>
                  </a:lnTo>
                  <a:lnTo>
                    <a:pt x="2284330" y="37846"/>
                  </a:lnTo>
                  <a:lnTo>
                    <a:pt x="2212154" y="18451"/>
                  </a:lnTo>
                  <a:lnTo>
                    <a:pt x="2136748" y="5910"/>
                  </a:lnTo>
                  <a:lnTo>
                    <a:pt x="2098179" y="2217"/>
                  </a:lnTo>
                  <a:lnTo>
                    <a:pt x="2059219" y="246"/>
                  </a:lnTo>
                  <a:lnTo>
                    <a:pt x="20200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3671691" y="5808683"/>
              <a:ext cx="2612390" cy="2495550"/>
            </a:xfrm>
            <a:custGeom>
              <a:avLst/>
              <a:gdLst/>
              <a:ahLst/>
              <a:cxnLst/>
              <a:rect l="l" t="t" r="r" b="b"/>
              <a:pathLst>
                <a:path w="2612390" h="2495550">
                  <a:moveTo>
                    <a:pt x="347298" y="2071806"/>
                  </a:moveTo>
                  <a:lnTo>
                    <a:pt x="395356" y="2070456"/>
                  </a:lnTo>
                  <a:lnTo>
                    <a:pt x="442800" y="2066452"/>
                  </a:lnTo>
                  <a:lnTo>
                    <a:pt x="489548" y="2059860"/>
                  </a:lnTo>
                  <a:lnTo>
                    <a:pt x="535519" y="2050745"/>
                  </a:lnTo>
                  <a:lnTo>
                    <a:pt x="580632" y="2039173"/>
                  </a:lnTo>
                  <a:lnTo>
                    <a:pt x="624807" y="2025212"/>
                  </a:lnTo>
                  <a:lnTo>
                    <a:pt x="667962" y="2008926"/>
                  </a:lnTo>
                  <a:lnTo>
                    <a:pt x="710015" y="1990382"/>
                  </a:lnTo>
                  <a:lnTo>
                    <a:pt x="750887" y="1969647"/>
                  </a:lnTo>
                  <a:lnTo>
                    <a:pt x="790497" y="1946785"/>
                  </a:lnTo>
                  <a:lnTo>
                    <a:pt x="828762" y="1921864"/>
                  </a:lnTo>
                  <a:lnTo>
                    <a:pt x="865603" y="1894950"/>
                  </a:lnTo>
                  <a:lnTo>
                    <a:pt x="900938" y="1866108"/>
                  </a:lnTo>
                  <a:lnTo>
                    <a:pt x="934686" y="1835405"/>
                  </a:lnTo>
                  <a:lnTo>
                    <a:pt x="966766" y="1802906"/>
                  </a:lnTo>
                  <a:lnTo>
                    <a:pt x="997098" y="1768679"/>
                  </a:lnTo>
                  <a:lnTo>
                    <a:pt x="1025600" y="1732788"/>
                  </a:lnTo>
                  <a:lnTo>
                    <a:pt x="1052191" y="1695301"/>
                  </a:lnTo>
                  <a:lnTo>
                    <a:pt x="1076791" y="1656283"/>
                  </a:lnTo>
                  <a:lnTo>
                    <a:pt x="1099317" y="1615800"/>
                  </a:lnTo>
                  <a:lnTo>
                    <a:pt x="1119691" y="1573919"/>
                  </a:lnTo>
                  <a:lnTo>
                    <a:pt x="1137829" y="1530706"/>
                  </a:lnTo>
                  <a:lnTo>
                    <a:pt x="1153652" y="1486226"/>
                  </a:lnTo>
                  <a:lnTo>
                    <a:pt x="1167078" y="1440546"/>
                  </a:lnTo>
                  <a:lnTo>
                    <a:pt x="1178026" y="1393732"/>
                  </a:lnTo>
                  <a:lnTo>
                    <a:pt x="1373654" y="436924"/>
                  </a:lnTo>
                  <a:lnTo>
                    <a:pt x="1383384" y="398481"/>
                  </a:lnTo>
                  <a:lnTo>
                    <a:pt x="1395910" y="361827"/>
                  </a:lnTo>
                  <a:lnTo>
                    <a:pt x="1428792" y="293876"/>
                  </a:lnTo>
                  <a:lnTo>
                    <a:pt x="1471193" y="233047"/>
                  </a:lnTo>
                  <a:lnTo>
                    <a:pt x="1522002" y="179316"/>
                  </a:lnTo>
                  <a:lnTo>
                    <a:pt x="1580112" y="132660"/>
                  </a:lnTo>
                  <a:lnTo>
                    <a:pt x="1644414" y="93057"/>
                  </a:lnTo>
                  <a:lnTo>
                    <a:pt x="1678541" y="75892"/>
                  </a:lnTo>
                  <a:lnTo>
                    <a:pt x="1713800" y="60482"/>
                  </a:lnTo>
                  <a:lnTo>
                    <a:pt x="1750052" y="46823"/>
                  </a:lnTo>
                  <a:lnTo>
                    <a:pt x="1787160" y="34912"/>
                  </a:lnTo>
                  <a:lnTo>
                    <a:pt x="1824985" y="24746"/>
                  </a:lnTo>
                  <a:lnTo>
                    <a:pt x="1863387" y="16324"/>
                  </a:lnTo>
                  <a:lnTo>
                    <a:pt x="1902229" y="9640"/>
                  </a:lnTo>
                  <a:lnTo>
                    <a:pt x="1941372" y="4694"/>
                  </a:lnTo>
                  <a:lnTo>
                    <a:pt x="1980676" y="1481"/>
                  </a:lnTo>
                  <a:lnTo>
                    <a:pt x="2020005" y="0"/>
                  </a:lnTo>
                  <a:lnTo>
                    <a:pt x="2059219" y="246"/>
                  </a:lnTo>
                  <a:lnTo>
                    <a:pt x="2098179" y="2217"/>
                  </a:lnTo>
                  <a:lnTo>
                    <a:pt x="2136748" y="5910"/>
                  </a:lnTo>
                  <a:lnTo>
                    <a:pt x="2174785" y="11322"/>
                  </a:lnTo>
                  <a:lnTo>
                    <a:pt x="2248715" y="27293"/>
                  </a:lnTo>
                  <a:lnTo>
                    <a:pt x="2318859" y="50106"/>
                  </a:lnTo>
                  <a:lnTo>
                    <a:pt x="2384110" y="79737"/>
                  </a:lnTo>
                  <a:lnTo>
                    <a:pt x="2443358" y="116163"/>
                  </a:lnTo>
                  <a:lnTo>
                    <a:pt x="2495495" y="159360"/>
                  </a:lnTo>
                  <a:lnTo>
                    <a:pt x="2539413" y="209306"/>
                  </a:lnTo>
                  <a:lnTo>
                    <a:pt x="2574003" y="265977"/>
                  </a:lnTo>
                  <a:lnTo>
                    <a:pt x="2598156" y="329350"/>
                  </a:lnTo>
                  <a:lnTo>
                    <a:pt x="2610763" y="399401"/>
                  </a:lnTo>
                  <a:lnTo>
                    <a:pt x="2612391" y="436924"/>
                  </a:lnTo>
                  <a:lnTo>
                    <a:pt x="2612391" y="1801123"/>
                  </a:lnTo>
                  <a:lnTo>
                    <a:pt x="2610790" y="1848653"/>
                  </a:lnTo>
                  <a:lnTo>
                    <a:pt x="2606054" y="1895323"/>
                  </a:lnTo>
                  <a:lnTo>
                    <a:pt x="2598287" y="1941030"/>
                  </a:lnTo>
                  <a:lnTo>
                    <a:pt x="2587593" y="1985671"/>
                  </a:lnTo>
                  <a:lnTo>
                    <a:pt x="2574075" y="2029143"/>
                  </a:lnTo>
                  <a:lnTo>
                    <a:pt x="2557837" y="2071341"/>
                  </a:lnTo>
                  <a:lnTo>
                    <a:pt x="2538981" y="2112162"/>
                  </a:lnTo>
                  <a:lnTo>
                    <a:pt x="2517611" y="2151504"/>
                  </a:lnTo>
                  <a:lnTo>
                    <a:pt x="2493831" y="2189262"/>
                  </a:lnTo>
                  <a:lnTo>
                    <a:pt x="2467744" y="2225334"/>
                  </a:lnTo>
                  <a:lnTo>
                    <a:pt x="2439453" y="2259615"/>
                  </a:lnTo>
                  <a:lnTo>
                    <a:pt x="2409062" y="2292003"/>
                  </a:lnTo>
                  <a:lnTo>
                    <a:pt x="2376674" y="2322394"/>
                  </a:lnTo>
                  <a:lnTo>
                    <a:pt x="2342393" y="2350685"/>
                  </a:lnTo>
                  <a:lnTo>
                    <a:pt x="2306321" y="2376772"/>
                  </a:lnTo>
                  <a:lnTo>
                    <a:pt x="2268563" y="2400552"/>
                  </a:lnTo>
                  <a:lnTo>
                    <a:pt x="2229221" y="2421922"/>
                  </a:lnTo>
                  <a:lnTo>
                    <a:pt x="2188400" y="2440778"/>
                  </a:lnTo>
                  <a:lnTo>
                    <a:pt x="2146202" y="2457016"/>
                  </a:lnTo>
                  <a:lnTo>
                    <a:pt x="2102731" y="2470534"/>
                  </a:lnTo>
                  <a:lnTo>
                    <a:pt x="2058090" y="2481228"/>
                  </a:lnTo>
                  <a:lnTo>
                    <a:pt x="2012382" y="2488995"/>
                  </a:lnTo>
                  <a:lnTo>
                    <a:pt x="1965712" y="2493731"/>
                  </a:lnTo>
                  <a:lnTo>
                    <a:pt x="1918182" y="2495332"/>
                  </a:lnTo>
                  <a:lnTo>
                    <a:pt x="312733" y="2495332"/>
                  </a:lnTo>
                  <a:lnTo>
                    <a:pt x="266520" y="2491941"/>
                  </a:lnTo>
                  <a:lnTo>
                    <a:pt x="222412" y="2482091"/>
                  </a:lnTo>
                  <a:lnTo>
                    <a:pt x="180893" y="2466265"/>
                  </a:lnTo>
                  <a:lnTo>
                    <a:pt x="142447" y="2444948"/>
                  </a:lnTo>
                  <a:lnTo>
                    <a:pt x="107557" y="2418622"/>
                  </a:lnTo>
                  <a:lnTo>
                    <a:pt x="76708" y="2387772"/>
                  </a:lnTo>
                  <a:lnTo>
                    <a:pt x="50383" y="2352882"/>
                  </a:lnTo>
                  <a:lnTo>
                    <a:pt x="29066" y="2314434"/>
                  </a:lnTo>
                  <a:lnTo>
                    <a:pt x="13240" y="2272914"/>
                  </a:lnTo>
                  <a:lnTo>
                    <a:pt x="3390" y="2228804"/>
                  </a:lnTo>
                  <a:lnTo>
                    <a:pt x="0" y="2182588"/>
                  </a:lnTo>
                  <a:lnTo>
                    <a:pt x="8706" y="2139467"/>
                  </a:lnTo>
                  <a:lnTo>
                    <a:pt x="32447" y="2104254"/>
                  </a:lnTo>
                  <a:lnTo>
                    <a:pt x="67661" y="2080512"/>
                  </a:lnTo>
                  <a:lnTo>
                    <a:pt x="110781" y="2071806"/>
                  </a:lnTo>
                  <a:lnTo>
                    <a:pt x="347298" y="2071806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4982751" y="6732322"/>
              <a:ext cx="1301750" cy="1572260"/>
            </a:xfrm>
            <a:custGeom>
              <a:avLst/>
              <a:gdLst/>
              <a:ahLst/>
              <a:cxnLst/>
              <a:rect l="l" t="t" r="r" b="b"/>
              <a:pathLst>
                <a:path w="1301750" h="1572259">
                  <a:moveTo>
                    <a:pt x="1301332" y="0"/>
                  </a:moveTo>
                  <a:lnTo>
                    <a:pt x="1295408" y="53626"/>
                  </a:lnTo>
                  <a:lnTo>
                    <a:pt x="1288603" y="106485"/>
                  </a:lnTo>
                  <a:lnTo>
                    <a:pt x="1280908" y="158570"/>
                  </a:lnTo>
                  <a:lnTo>
                    <a:pt x="1272315" y="209874"/>
                  </a:lnTo>
                  <a:lnTo>
                    <a:pt x="1262818" y="260391"/>
                  </a:lnTo>
                  <a:lnTo>
                    <a:pt x="1252408" y="310115"/>
                  </a:lnTo>
                  <a:lnTo>
                    <a:pt x="1241077" y="359037"/>
                  </a:lnTo>
                  <a:lnTo>
                    <a:pt x="1228819" y="407152"/>
                  </a:lnTo>
                  <a:lnTo>
                    <a:pt x="1215625" y="454454"/>
                  </a:lnTo>
                  <a:lnTo>
                    <a:pt x="1201489" y="500934"/>
                  </a:lnTo>
                  <a:lnTo>
                    <a:pt x="1186401" y="546588"/>
                  </a:lnTo>
                  <a:lnTo>
                    <a:pt x="1170355" y="591408"/>
                  </a:lnTo>
                  <a:lnTo>
                    <a:pt x="1153343" y="635387"/>
                  </a:lnTo>
                  <a:lnTo>
                    <a:pt x="1135357" y="678519"/>
                  </a:lnTo>
                  <a:lnTo>
                    <a:pt x="1116390" y="720797"/>
                  </a:lnTo>
                  <a:lnTo>
                    <a:pt x="1096434" y="762215"/>
                  </a:lnTo>
                  <a:lnTo>
                    <a:pt x="1075481" y="802766"/>
                  </a:lnTo>
                  <a:lnTo>
                    <a:pt x="1053524" y="842443"/>
                  </a:lnTo>
                  <a:lnTo>
                    <a:pt x="1030555" y="881240"/>
                  </a:lnTo>
                  <a:lnTo>
                    <a:pt x="1006567" y="919150"/>
                  </a:lnTo>
                  <a:lnTo>
                    <a:pt x="981551" y="956166"/>
                  </a:lnTo>
                  <a:lnTo>
                    <a:pt x="955501" y="992282"/>
                  </a:lnTo>
                  <a:lnTo>
                    <a:pt x="928408" y="1027490"/>
                  </a:lnTo>
                  <a:lnTo>
                    <a:pt x="900266" y="1061786"/>
                  </a:lnTo>
                  <a:lnTo>
                    <a:pt x="871065" y="1095161"/>
                  </a:lnTo>
                  <a:lnTo>
                    <a:pt x="840799" y="1127609"/>
                  </a:lnTo>
                  <a:lnTo>
                    <a:pt x="809460" y="1159123"/>
                  </a:lnTo>
                  <a:lnTo>
                    <a:pt x="777041" y="1189698"/>
                  </a:lnTo>
                  <a:lnTo>
                    <a:pt x="743533" y="1219325"/>
                  </a:lnTo>
                  <a:lnTo>
                    <a:pt x="708930" y="1248000"/>
                  </a:lnTo>
                  <a:lnTo>
                    <a:pt x="673223" y="1275714"/>
                  </a:lnTo>
                  <a:lnTo>
                    <a:pt x="636404" y="1302461"/>
                  </a:lnTo>
                  <a:lnTo>
                    <a:pt x="598467" y="1328235"/>
                  </a:lnTo>
                  <a:lnTo>
                    <a:pt x="559404" y="1353028"/>
                  </a:lnTo>
                  <a:lnTo>
                    <a:pt x="519206" y="1376835"/>
                  </a:lnTo>
                  <a:lnTo>
                    <a:pt x="477867" y="1399649"/>
                  </a:lnTo>
                  <a:lnTo>
                    <a:pt x="435378" y="1421463"/>
                  </a:lnTo>
                  <a:lnTo>
                    <a:pt x="391732" y="1442270"/>
                  </a:lnTo>
                  <a:lnTo>
                    <a:pt x="346922" y="1462064"/>
                  </a:lnTo>
                  <a:lnTo>
                    <a:pt x="300940" y="1480838"/>
                  </a:lnTo>
                  <a:lnTo>
                    <a:pt x="253777" y="1498585"/>
                  </a:lnTo>
                  <a:lnTo>
                    <a:pt x="205427" y="1515299"/>
                  </a:lnTo>
                  <a:lnTo>
                    <a:pt x="155882" y="1530973"/>
                  </a:lnTo>
                  <a:lnTo>
                    <a:pt x="105134" y="1545601"/>
                  </a:lnTo>
                  <a:lnTo>
                    <a:pt x="53176" y="1559175"/>
                  </a:lnTo>
                  <a:lnTo>
                    <a:pt x="0" y="1571690"/>
                  </a:lnTo>
                  <a:lnTo>
                    <a:pt x="607122" y="1571690"/>
                  </a:lnTo>
                  <a:lnTo>
                    <a:pt x="654652" y="1570088"/>
                  </a:lnTo>
                  <a:lnTo>
                    <a:pt x="701323" y="1565353"/>
                  </a:lnTo>
                  <a:lnTo>
                    <a:pt x="747030" y="1557586"/>
                  </a:lnTo>
                  <a:lnTo>
                    <a:pt x="791671" y="1546892"/>
                  </a:lnTo>
                  <a:lnTo>
                    <a:pt x="835142" y="1533374"/>
                  </a:lnTo>
                  <a:lnTo>
                    <a:pt x="877340" y="1517136"/>
                  </a:lnTo>
                  <a:lnTo>
                    <a:pt x="918162" y="1498280"/>
                  </a:lnTo>
                  <a:lnTo>
                    <a:pt x="957503" y="1476910"/>
                  </a:lnTo>
                  <a:lnTo>
                    <a:pt x="995262" y="1453130"/>
                  </a:lnTo>
                  <a:lnTo>
                    <a:pt x="1031333" y="1427043"/>
                  </a:lnTo>
                  <a:lnTo>
                    <a:pt x="1065615" y="1398752"/>
                  </a:lnTo>
                  <a:lnTo>
                    <a:pt x="1098003" y="1368361"/>
                  </a:lnTo>
                  <a:lnTo>
                    <a:pt x="1128394" y="1335973"/>
                  </a:lnTo>
                  <a:lnTo>
                    <a:pt x="1156685" y="1301692"/>
                  </a:lnTo>
                  <a:lnTo>
                    <a:pt x="1182772" y="1265620"/>
                  </a:lnTo>
                  <a:lnTo>
                    <a:pt x="1206552" y="1227862"/>
                  </a:lnTo>
                  <a:lnTo>
                    <a:pt x="1227922" y="1188520"/>
                  </a:lnTo>
                  <a:lnTo>
                    <a:pt x="1246777" y="1147699"/>
                  </a:lnTo>
                  <a:lnTo>
                    <a:pt x="1263016" y="1105500"/>
                  </a:lnTo>
                  <a:lnTo>
                    <a:pt x="1276534" y="1062029"/>
                  </a:lnTo>
                  <a:lnTo>
                    <a:pt x="1287228" y="1017388"/>
                  </a:lnTo>
                  <a:lnTo>
                    <a:pt x="1294994" y="971681"/>
                  </a:lnTo>
                  <a:lnTo>
                    <a:pt x="1299730" y="925011"/>
                  </a:lnTo>
                  <a:lnTo>
                    <a:pt x="1301332" y="877481"/>
                  </a:lnTo>
                  <a:lnTo>
                    <a:pt x="1301332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4982751" y="6732322"/>
              <a:ext cx="1301750" cy="1572260"/>
            </a:xfrm>
            <a:custGeom>
              <a:avLst/>
              <a:gdLst/>
              <a:ahLst/>
              <a:cxnLst/>
              <a:rect l="l" t="t" r="r" b="b"/>
              <a:pathLst>
                <a:path w="1301750" h="1572259">
                  <a:moveTo>
                    <a:pt x="607122" y="1571690"/>
                  </a:moveTo>
                  <a:lnTo>
                    <a:pt x="0" y="1571690"/>
                  </a:lnTo>
                  <a:lnTo>
                    <a:pt x="53176" y="1559175"/>
                  </a:lnTo>
                  <a:lnTo>
                    <a:pt x="105134" y="1545601"/>
                  </a:lnTo>
                  <a:lnTo>
                    <a:pt x="155882" y="1530973"/>
                  </a:lnTo>
                  <a:lnTo>
                    <a:pt x="205427" y="1515299"/>
                  </a:lnTo>
                  <a:lnTo>
                    <a:pt x="253777" y="1498585"/>
                  </a:lnTo>
                  <a:lnTo>
                    <a:pt x="300940" y="1480838"/>
                  </a:lnTo>
                  <a:lnTo>
                    <a:pt x="346922" y="1462064"/>
                  </a:lnTo>
                  <a:lnTo>
                    <a:pt x="391732" y="1442270"/>
                  </a:lnTo>
                  <a:lnTo>
                    <a:pt x="435378" y="1421463"/>
                  </a:lnTo>
                  <a:lnTo>
                    <a:pt x="477867" y="1399649"/>
                  </a:lnTo>
                  <a:lnTo>
                    <a:pt x="519206" y="1376835"/>
                  </a:lnTo>
                  <a:lnTo>
                    <a:pt x="559404" y="1353028"/>
                  </a:lnTo>
                  <a:lnTo>
                    <a:pt x="598467" y="1328235"/>
                  </a:lnTo>
                  <a:lnTo>
                    <a:pt x="636404" y="1302461"/>
                  </a:lnTo>
                  <a:lnTo>
                    <a:pt x="673223" y="1275714"/>
                  </a:lnTo>
                  <a:lnTo>
                    <a:pt x="708930" y="1248000"/>
                  </a:lnTo>
                  <a:lnTo>
                    <a:pt x="743533" y="1219325"/>
                  </a:lnTo>
                  <a:lnTo>
                    <a:pt x="777041" y="1189698"/>
                  </a:lnTo>
                  <a:lnTo>
                    <a:pt x="809460" y="1159123"/>
                  </a:lnTo>
                  <a:lnTo>
                    <a:pt x="840799" y="1127609"/>
                  </a:lnTo>
                  <a:lnTo>
                    <a:pt x="871065" y="1095161"/>
                  </a:lnTo>
                  <a:lnTo>
                    <a:pt x="900266" y="1061786"/>
                  </a:lnTo>
                  <a:lnTo>
                    <a:pt x="928408" y="1027490"/>
                  </a:lnTo>
                  <a:lnTo>
                    <a:pt x="955501" y="992282"/>
                  </a:lnTo>
                  <a:lnTo>
                    <a:pt x="981551" y="956166"/>
                  </a:lnTo>
                  <a:lnTo>
                    <a:pt x="1006567" y="919150"/>
                  </a:lnTo>
                  <a:lnTo>
                    <a:pt x="1030555" y="881240"/>
                  </a:lnTo>
                  <a:lnTo>
                    <a:pt x="1053524" y="842443"/>
                  </a:lnTo>
                  <a:lnTo>
                    <a:pt x="1075481" y="802766"/>
                  </a:lnTo>
                  <a:lnTo>
                    <a:pt x="1096434" y="762215"/>
                  </a:lnTo>
                  <a:lnTo>
                    <a:pt x="1116390" y="720797"/>
                  </a:lnTo>
                  <a:lnTo>
                    <a:pt x="1135357" y="678519"/>
                  </a:lnTo>
                  <a:lnTo>
                    <a:pt x="1153343" y="635387"/>
                  </a:lnTo>
                  <a:lnTo>
                    <a:pt x="1170355" y="591408"/>
                  </a:lnTo>
                  <a:lnTo>
                    <a:pt x="1186401" y="546588"/>
                  </a:lnTo>
                  <a:lnTo>
                    <a:pt x="1201489" y="500934"/>
                  </a:lnTo>
                  <a:lnTo>
                    <a:pt x="1215625" y="454454"/>
                  </a:lnTo>
                  <a:lnTo>
                    <a:pt x="1228819" y="407152"/>
                  </a:lnTo>
                  <a:lnTo>
                    <a:pt x="1241077" y="359037"/>
                  </a:lnTo>
                  <a:lnTo>
                    <a:pt x="1252408" y="310115"/>
                  </a:lnTo>
                  <a:lnTo>
                    <a:pt x="1262818" y="260391"/>
                  </a:lnTo>
                  <a:lnTo>
                    <a:pt x="1272315" y="209874"/>
                  </a:lnTo>
                  <a:lnTo>
                    <a:pt x="1280908" y="158570"/>
                  </a:lnTo>
                  <a:lnTo>
                    <a:pt x="1288603" y="106485"/>
                  </a:lnTo>
                  <a:lnTo>
                    <a:pt x="1295408" y="53626"/>
                  </a:lnTo>
                  <a:lnTo>
                    <a:pt x="1301332" y="0"/>
                  </a:lnTo>
                  <a:lnTo>
                    <a:pt x="1301332" y="877481"/>
                  </a:lnTo>
                  <a:lnTo>
                    <a:pt x="1299730" y="925011"/>
                  </a:lnTo>
                  <a:lnTo>
                    <a:pt x="1294994" y="971681"/>
                  </a:lnTo>
                  <a:lnTo>
                    <a:pt x="1287228" y="1017388"/>
                  </a:lnTo>
                  <a:lnTo>
                    <a:pt x="1276534" y="1062029"/>
                  </a:lnTo>
                  <a:lnTo>
                    <a:pt x="1263016" y="1105500"/>
                  </a:lnTo>
                  <a:lnTo>
                    <a:pt x="1246777" y="1147699"/>
                  </a:lnTo>
                  <a:lnTo>
                    <a:pt x="1227922" y="1188520"/>
                  </a:lnTo>
                  <a:lnTo>
                    <a:pt x="1206552" y="1227862"/>
                  </a:lnTo>
                  <a:lnTo>
                    <a:pt x="1182772" y="1265620"/>
                  </a:lnTo>
                  <a:lnTo>
                    <a:pt x="1156685" y="1301692"/>
                  </a:lnTo>
                  <a:lnTo>
                    <a:pt x="1128394" y="1335973"/>
                  </a:lnTo>
                  <a:lnTo>
                    <a:pt x="1098003" y="1368361"/>
                  </a:lnTo>
                  <a:lnTo>
                    <a:pt x="1065615" y="1398752"/>
                  </a:lnTo>
                  <a:lnTo>
                    <a:pt x="1031333" y="1427043"/>
                  </a:lnTo>
                  <a:lnTo>
                    <a:pt x="995262" y="1453130"/>
                  </a:lnTo>
                  <a:lnTo>
                    <a:pt x="957503" y="1476910"/>
                  </a:lnTo>
                  <a:lnTo>
                    <a:pt x="918162" y="1498280"/>
                  </a:lnTo>
                  <a:lnTo>
                    <a:pt x="877340" y="1517136"/>
                  </a:lnTo>
                  <a:lnTo>
                    <a:pt x="835142" y="1533374"/>
                  </a:lnTo>
                  <a:lnTo>
                    <a:pt x="791671" y="1546892"/>
                  </a:lnTo>
                  <a:lnTo>
                    <a:pt x="747030" y="1557586"/>
                  </a:lnTo>
                  <a:lnTo>
                    <a:pt x="701323" y="1565353"/>
                  </a:lnTo>
                  <a:lnTo>
                    <a:pt x="654652" y="1570088"/>
                  </a:lnTo>
                  <a:lnTo>
                    <a:pt x="607122" y="157169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1" name="object 151" descr=""/>
          <p:cNvGrpSpPr/>
          <p:nvPr/>
        </p:nvGrpSpPr>
        <p:grpSpPr>
          <a:xfrm>
            <a:off x="7832483" y="7943514"/>
            <a:ext cx="755650" cy="1971675"/>
            <a:chOff x="7832483" y="7943514"/>
            <a:chExt cx="755650" cy="1971675"/>
          </a:xfrm>
        </p:grpSpPr>
        <p:sp>
          <p:nvSpPr>
            <p:cNvPr id="152" name="object 152" descr=""/>
            <p:cNvSpPr/>
            <p:nvPr/>
          </p:nvSpPr>
          <p:spPr>
            <a:xfrm>
              <a:off x="7837719" y="7948749"/>
              <a:ext cx="745490" cy="1961514"/>
            </a:xfrm>
            <a:custGeom>
              <a:avLst/>
              <a:gdLst/>
              <a:ahLst/>
              <a:cxnLst/>
              <a:rect l="l" t="t" r="r" b="b"/>
              <a:pathLst>
                <a:path w="745490" h="1961515">
                  <a:moveTo>
                    <a:pt x="644504" y="0"/>
                  </a:moveTo>
                  <a:lnTo>
                    <a:pt x="583573" y="32312"/>
                  </a:lnTo>
                  <a:lnTo>
                    <a:pt x="1760" y="1903669"/>
                  </a:lnTo>
                  <a:lnTo>
                    <a:pt x="0" y="1920575"/>
                  </a:lnTo>
                  <a:lnTo>
                    <a:pt x="4489" y="1936465"/>
                  </a:lnTo>
                  <a:lnTo>
                    <a:pt x="14454" y="1949655"/>
                  </a:lnTo>
                  <a:lnTo>
                    <a:pt x="29121" y="1958463"/>
                  </a:lnTo>
                  <a:lnTo>
                    <a:pt x="46564" y="1961056"/>
                  </a:lnTo>
                  <a:lnTo>
                    <a:pt x="63074" y="1956904"/>
                  </a:lnTo>
                  <a:lnTo>
                    <a:pt x="740020" y="122341"/>
                  </a:lnTo>
                  <a:lnTo>
                    <a:pt x="745025" y="81859"/>
                  </a:lnTo>
                  <a:lnTo>
                    <a:pt x="734797" y="48251"/>
                  </a:lnTo>
                  <a:lnTo>
                    <a:pt x="712712" y="20930"/>
                  </a:lnTo>
                  <a:lnTo>
                    <a:pt x="680724" y="3580"/>
                  </a:lnTo>
                  <a:lnTo>
                    <a:pt x="644504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7837719" y="7948749"/>
              <a:ext cx="745490" cy="1961514"/>
            </a:xfrm>
            <a:custGeom>
              <a:avLst/>
              <a:gdLst/>
              <a:ahLst/>
              <a:cxnLst/>
              <a:rect l="l" t="t" r="r" b="b"/>
              <a:pathLst>
                <a:path w="745490" h="1961515">
                  <a:moveTo>
                    <a:pt x="740020" y="122341"/>
                  </a:moveTo>
                  <a:lnTo>
                    <a:pt x="85977" y="1931794"/>
                  </a:lnTo>
                  <a:lnTo>
                    <a:pt x="76821" y="1946864"/>
                  </a:lnTo>
                  <a:lnTo>
                    <a:pt x="63074" y="1956904"/>
                  </a:lnTo>
                  <a:lnTo>
                    <a:pt x="46564" y="1961056"/>
                  </a:lnTo>
                  <a:lnTo>
                    <a:pt x="29121" y="1958463"/>
                  </a:lnTo>
                  <a:lnTo>
                    <a:pt x="14454" y="1949655"/>
                  </a:lnTo>
                  <a:lnTo>
                    <a:pt x="4489" y="1936465"/>
                  </a:lnTo>
                  <a:lnTo>
                    <a:pt x="0" y="1920575"/>
                  </a:lnTo>
                  <a:lnTo>
                    <a:pt x="1760" y="1903669"/>
                  </a:lnTo>
                  <a:lnTo>
                    <a:pt x="566225" y="64301"/>
                  </a:lnTo>
                  <a:lnTo>
                    <a:pt x="583573" y="32312"/>
                  </a:lnTo>
                  <a:lnTo>
                    <a:pt x="610893" y="10228"/>
                  </a:lnTo>
                  <a:lnTo>
                    <a:pt x="644504" y="0"/>
                  </a:lnTo>
                  <a:lnTo>
                    <a:pt x="680724" y="3580"/>
                  </a:lnTo>
                  <a:lnTo>
                    <a:pt x="712712" y="20930"/>
                  </a:lnTo>
                  <a:lnTo>
                    <a:pt x="734797" y="48251"/>
                  </a:lnTo>
                  <a:lnTo>
                    <a:pt x="745025" y="81859"/>
                  </a:lnTo>
                  <a:lnTo>
                    <a:pt x="741444" y="118069"/>
                  </a:lnTo>
                  <a:lnTo>
                    <a:pt x="741036" y="119409"/>
                  </a:lnTo>
                  <a:lnTo>
                    <a:pt x="740481" y="121042"/>
                  </a:lnTo>
                  <a:lnTo>
                    <a:pt x="740020" y="122341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4" name="object 154" descr=""/>
          <p:cNvGrpSpPr/>
          <p:nvPr/>
        </p:nvGrpSpPr>
        <p:grpSpPr>
          <a:xfrm>
            <a:off x="9433885" y="7942982"/>
            <a:ext cx="206375" cy="1972310"/>
            <a:chOff x="9433885" y="7942982"/>
            <a:chExt cx="206375" cy="1972310"/>
          </a:xfrm>
        </p:grpSpPr>
        <p:sp>
          <p:nvSpPr>
            <p:cNvPr id="155" name="object 155" descr=""/>
            <p:cNvSpPr/>
            <p:nvPr/>
          </p:nvSpPr>
          <p:spPr>
            <a:xfrm>
              <a:off x="9439120" y="7948218"/>
              <a:ext cx="195580" cy="1962150"/>
            </a:xfrm>
            <a:custGeom>
              <a:avLst/>
              <a:gdLst/>
              <a:ahLst/>
              <a:cxnLst/>
              <a:rect l="l" t="t" r="r" b="b"/>
              <a:pathLst>
                <a:path w="195579" h="1962150">
                  <a:moveTo>
                    <a:pt x="86133" y="0"/>
                  </a:moveTo>
                  <a:lnTo>
                    <a:pt x="50940" y="9271"/>
                  </a:lnTo>
                  <a:lnTo>
                    <a:pt x="23005" y="30580"/>
                  </a:lnTo>
                  <a:lnTo>
                    <a:pt x="5102" y="60809"/>
                  </a:lnTo>
                  <a:lnTo>
                    <a:pt x="0" y="96845"/>
                  </a:lnTo>
                  <a:lnTo>
                    <a:pt x="106750" y="1919711"/>
                  </a:lnTo>
                  <a:lnTo>
                    <a:pt x="110981" y="1936136"/>
                  </a:lnTo>
                  <a:lnTo>
                    <a:pt x="120700" y="1949452"/>
                  </a:lnTo>
                  <a:lnTo>
                    <a:pt x="134600" y="1958353"/>
                  </a:lnTo>
                  <a:lnTo>
                    <a:pt x="151377" y="1961531"/>
                  </a:lnTo>
                  <a:lnTo>
                    <a:pt x="168643" y="1957923"/>
                  </a:lnTo>
                  <a:lnTo>
                    <a:pt x="182697" y="1948308"/>
                  </a:lnTo>
                  <a:lnTo>
                    <a:pt x="192119" y="1934124"/>
                  </a:lnTo>
                  <a:lnTo>
                    <a:pt x="195491" y="1916810"/>
                  </a:lnTo>
                  <a:lnTo>
                    <a:pt x="183135" y="90866"/>
                  </a:lnTo>
                  <a:lnTo>
                    <a:pt x="173707" y="50935"/>
                  </a:lnTo>
                  <a:lnTo>
                    <a:pt x="122168" y="5101"/>
                  </a:lnTo>
                  <a:lnTo>
                    <a:pt x="86133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9439120" y="7948218"/>
              <a:ext cx="195580" cy="1962150"/>
            </a:xfrm>
            <a:custGeom>
              <a:avLst/>
              <a:gdLst/>
              <a:ahLst/>
              <a:cxnLst/>
              <a:rect l="l" t="t" r="r" b="b"/>
              <a:pathLst>
                <a:path w="195579" h="1962150">
                  <a:moveTo>
                    <a:pt x="183135" y="90866"/>
                  </a:moveTo>
                  <a:lnTo>
                    <a:pt x="195491" y="1916810"/>
                  </a:lnTo>
                  <a:lnTo>
                    <a:pt x="192119" y="1934124"/>
                  </a:lnTo>
                  <a:lnTo>
                    <a:pt x="182697" y="1948308"/>
                  </a:lnTo>
                  <a:lnTo>
                    <a:pt x="168643" y="1957923"/>
                  </a:lnTo>
                  <a:lnTo>
                    <a:pt x="151377" y="1961531"/>
                  </a:lnTo>
                  <a:lnTo>
                    <a:pt x="134600" y="1958353"/>
                  </a:lnTo>
                  <a:lnTo>
                    <a:pt x="120700" y="1949452"/>
                  </a:lnTo>
                  <a:lnTo>
                    <a:pt x="110981" y="1936136"/>
                  </a:lnTo>
                  <a:lnTo>
                    <a:pt x="106750" y="1919711"/>
                  </a:lnTo>
                  <a:lnTo>
                    <a:pt x="0" y="96845"/>
                  </a:lnTo>
                  <a:lnTo>
                    <a:pt x="5102" y="60809"/>
                  </a:lnTo>
                  <a:lnTo>
                    <a:pt x="23005" y="30580"/>
                  </a:lnTo>
                  <a:lnTo>
                    <a:pt x="50940" y="9271"/>
                  </a:lnTo>
                  <a:lnTo>
                    <a:pt x="86133" y="0"/>
                  </a:lnTo>
                  <a:lnTo>
                    <a:pt x="122168" y="5101"/>
                  </a:lnTo>
                  <a:lnTo>
                    <a:pt x="173707" y="50935"/>
                  </a:lnTo>
                  <a:lnTo>
                    <a:pt x="183114" y="89400"/>
                  </a:lnTo>
                  <a:lnTo>
                    <a:pt x="183135" y="90866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7" name="object 157" descr=""/>
          <p:cNvGrpSpPr/>
          <p:nvPr/>
        </p:nvGrpSpPr>
        <p:grpSpPr>
          <a:xfrm>
            <a:off x="9799666" y="7943163"/>
            <a:ext cx="756285" cy="1972310"/>
            <a:chOff x="9799666" y="7943163"/>
            <a:chExt cx="756285" cy="1972310"/>
          </a:xfrm>
        </p:grpSpPr>
        <p:sp>
          <p:nvSpPr>
            <p:cNvPr id="158" name="object 158" descr=""/>
            <p:cNvSpPr/>
            <p:nvPr/>
          </p:nvSpPr>
          <p:spPr>
            <a:xfrm>
              <a:off x="9804902" y="7948399"/>
              <a:ext cx="745490" cy="1961514"/>
            </a:xfrm>
            <a:custGeom>
              <a:avLst/>
              <a:gdLst/>
              <a:ahLst/>
              <a:cxnLst/>
              <a:rect l="l" t="t" r="r" b="b"/>
              <a:pathLst>
                <a:path w="745490" h="1961515">
                  <a:moveTo>
                    <a:pt x="96383" y="0"/>
                  </a:moveTo>
                  <a:lnTo>
                    <a:pt x="60391" y="5357"/>
                  </a:lnTo>
                  <a:lnTo>
                    <a:pt x="29290" y="24254"/>
                  </a:lnTo>
                  <a:lnTo>
                    <a:pt x="8568" y="52626"/>
                  </a:lnTo>
                  <a:lnTo>
                    <a:pt x="0" y="86697"/>
                  </a:lnTo>
                  <a:lnTo>
                    <a:pt x="5356" y="122693"/>
                  </a:lnTo>
                  <a:lnTo>
                    <a:pt x="659389" y="1932146"/>
                  </a:lnTo>
                  <a:lnTo>
                    <a:pt x="668145" y="1946718"/>
                  </a:lnTo>
                  <a:lnTo>
                    <a:pt x="681281" y="1956722"/>
                  </a:lnTo>
                  <a:lnTo>
                    <a:pt x="697169" y="1961279"/>
                  </a:lnTo>
                  <a:lnTo>
                    <a:pt x="714183" y="1959506"/>
                  </a:lnTo>
                  <a:lnTo>
                    <a:pt x="729689" y="1951099"/>
                  </a:lnTo>
                  <a:lnTo>
                    <a:pt x="740393" y="1937858"/>
                  </a:lnTo>
                  <a:lnTo>
                    <a:pt x="745351" y="1921570"/>
                  </a:lnTo>
                  <a:lnTo>
                    <a:pt x="743617" y="1904021"/>
                  </a:lnTo>
                  <a:lnTo>
                    <a:pt x="179152" y="64653"/>
                  </a:lnTo>
                  <a:lnTo>
                    <a:pt x="158829" y="29286"/>
                  </a:lnTo>
                  <a:lnTo>
                    <a:pt x="963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9804902" y="7948399"/>
              <a:ext cx="745490" cy="1961514"/>
            </a:xfrm>
            <a:custGeom>
              <a:avLst/>
              <a:gdLst/>
              <a:ahLst/>
              <a:cxnLst/>
              <a:rect l="l" t="t" r="r" b="b"/>
              <a:pathLst>
                <a:path w="745490" h="1961515">
                  <a:moveTo>
                    <a:pt x="179152" y="64653"/>
                  </a:moveTo>
                  <a:lnTo>
                    <a:pt x="743617" y="1904021"/>
                  </a:lnTo>
                  <a:lnTo>
                    <a:pt x="745351" y="1921570"/>
                  </a:lnTo>
                  <a:lnTo>
                    <a:pt x="740393" y="1937858"/>
                  </a:lnTo>
                  <a:lnTo>
                    <a:pt x="729689" y="1951099"/>
                  </a:lnTo>
                  <a:lnTo>
                    <a:pt x="714183" y="1959506"/>
                  </a:lnTo>
                  <a:lnTo>
                    <a:pt x="697169" y="1961279"/>
                  </a:lnTo>
                  <a:lnTo>
                    <a:pt x="681281" y="1956722"/>
                  </a:lnTo>
                  <a:lnTo>
                    <a:pt x="668145" y="1946718"/>
                  </a:lnTo>
                  <a:lnTo>
                    <a:pt x="659389" y="1932146"/>
                  </a:lnTo>
                  <a:lnTo>
                    <a:pt x="5356" y="122693"/>
                  </a:lnTo>
                  <a:lnTo>
                    <a:pt x="0" y="86697"/>
                  </a:lnTo>
                  <a:lnTo>
                    <a:pt x="8568" y="52626"/>
                  </a:lnTo>
                  <a:lnTo>
                    <a:pt x="29290" y="24254"/>
                  </a:lnTo>
                  <a:lnTo>
                    <a:pt x="60391" y="5357"/>
                  </a:lnTo>
                  <a:lnTo>
                    <a:pt x="96383" y="0"/>
                  </a:lnTo>
                  <a:lnTo>
                    <a:pt x="130455" y="8567"/>
                  </a:lnTo>
                  <a:lnTo>
                    <a:pt x="177728" y="60381"/>
                  </a:lnTo>
                  <a:lnTo>
                    <a:pt x="179152" y="64653"/>
                  </a:lnTo>
                  <a:close/>
                </a:path>
              </a:pathLst>
            </a:custGeom>
            <a:ln w="10470">
              <a:solidFill>
                <a:srgbClr val="66CC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0" name="object 160" descr=""/>
          <p:cNvSpPr/>
          <p:nvPr/>
        </p:nvSpPr>
        <p:spPr>
          <a:xfrm>
            <a:off x="8753381" y="7948058"/>
            <a:ext cx="196215" cy="1962150"/>
          </a:xfrm>
          <a:custGeom>
            <a:avLst/>
            <a:gdLst/>
            <a:ahLst/>
            <a:cxnLst/>
            <a:rect l="l" t="t" r="r" b="b"/>
            <a:pathLst>
              <a:path w="196215" h="1962150">
                <a:moveTo>
                  <a:pt x="104625" y="0"/>
                </a:moveTo>
                <a:lnTo>
                  <a:pt x="39638" y="26401"/>
                </a:lnTo>
                <a:lnTo>
                  <a:pt x="12355" y="91023"/>
                </a:lnTo>
                <a:lnTo>
                  <a:pt x="0" y="1916978"/>
                </a:lnTo>
                <a:lnTo>
                  <a:pt x="3155" y="1933643"/>
                </a:lnTo>
                <a:lnTo>
                  <a:pt x="11983" y="1947562"/>
                </a:lnTo>
                <a:lnTo>
                  <a:pt x="25273" y="1957348"/>
                </a:lnTo>
                <a:lnTo>
                  <a:pt x="41810" y="1961615"/>
                </a:lnTo>
                <a:lnTo>
                  <a:pt x="59275" y="1959141"/>
                </a:lnTo>
                <a:lnTo>
                  <a:pt x="88751" y="1919868"/>
                </a:lnTo>
                <a:lnTo>
                  <a:pt x="195491" y="97002"/>
                </a:lnTo>
                <a:lnTo>
                  <a:pt x="195648" y="92269"/>
                </a:lnTo>
                <a:lnTo>
                  <a:pt x="188688" y="56547"/>
                </a:lnTo>
                <a:lnTo>
                  <a:pt x="169243" y="27283"/>
                </a:lnTo>
                <a:lnTo>
                  <a:pt x="140245" y="7444"/>
                </a:lnTo>
                <a:lnTo>
                  <a:pt x="1046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1" name="object 161" descr=""/>
          <p:cNvGrpSpPr/>
          <p:nvPr/>
        </p:nvGrpSpPr>
        <p:grpSpPr>
          <a:xfrm>
            <a:off x="6204908" y="6665528"/>
            <a:ext cx="1492250" cy="142875"/>
            <a:chOff x="6204908" y="6665528"/>
            <a:chExt cx="1492250" cy="142875"/>
          </a:xfrm>
        </p:grpSpPr>
        <p:sp>
          <p:nvSpPr>
            <p:cNvPr id="162" name="object 162" descr=""/>
            <p:cNvSpPr/>
            <p:nvPr/>
          </p:nvSpPr>
          <p:spPr>
            <a:xfrm>
              <a:off x="6210143" y="6670763"/>
              <a:ext cx="1085850" cy="132080"/>
            </a:xfrm>
            <a:custGeom>
              <a:avLst/>
              <a:gdLst/>
              <a:ahLst/>
              <a:cxnLst/>
              <a:rect l="l" t="t" r="r" b="b"/>
              <a:pathLst>
                <a:path w="1085850" h="132079">
                  <a:moveTo>
                    <a:pt x="34051" y="125"/>
                  </a:moveTo>
                  <a:lnTo>
                    <a:pt x="1057925" y="0"/>
                  </a:lnTo>
                  <a:lnTo>
                    <a:pt x="1085621" y="131870"/>
                  </a:lnTo>
                  <a:lnTo>
                    <a:pt x="34051" y="131870"/>
                  </a:lnTo>
                  <a:lnTo>
                    <a:pt x="34051" y="131734"/>
                  </a:lnTo>
                  <a:lnTo>
                    <a:pt x="20748" y="128591"/>
                  </a:lnTo>
                  <a:lnTo>
                    <a:pt x="9930" y="120968"/>
                  </a:lnTo>
                  <a:lnTo>
                    <a:pt x="2659" y="109904"/>
                  </a:lnTo>
                  <a:lnTo>
                    <a:pt x="0" y="96436"/>
                  </a:lnTo>
                  <a:lnTo>
                    <a:pt x="0" y="35443"/>
                  </a:lnTo>
                  <a:lnTo>
                    <a:pt x="2706" y="21838"/>
                  </a:lnTo>
                  <a:lnTo>
                    <a:pt x="10055" y="10771"/>
                  </a:lnTo>
                  <a:lnTo>
                    <a:pt x="20889" y="3211"/>
                  </a:lnTo>
                  <a:lnTo>
                    <a:pt x="34051" y="125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7232180" y="6671201"/>
              <a:ext cx="459740" cy="131445"/>
            </a:xfrm>
            <a:custGeom>
              <a:avLst/>
              <a:gdLst/>
              <a:ahLst/>
              <a:cxnLst/>
              <a:rect l="l" t="t" r="r" b="b"/>
              <a:pathLst>
                <a:path w="459740" h="131445">
                  <a:moveTo>
                    <a:pt x="40930" y="0"/>
                  </a:moveTo>
                  <a:lnTo>
                    <a:pt x="25466" y="987"/>
                  </a:lnTo>
                  <a:lnTo>
                    <a:pt x="12404" y="8078"/>
                  </a:lnTo>
                  <a:lnTo>
                    <a:pt x="3372" y="19881"/>
                  </a:lnTo>
                  <a:lnTo>
                    <a:pt x="0" y="35004"/>
                  </a:lnTo>
                  <a:lnTo>
                    <a:pt x="0" y="95997"/>
                  </a:lnTo>
                  <a:lnTo>
                    <a:pt x="2784" y="109789"/>
                  </a:lnTo>
                  <a:lnTo>
                    <a:pt x="10377" y="121052"/>
                  </a:lnTo>
                  <a:lnTo>
                    <a:pt x="21640" y="128646"/>
                  </a:lnTo>
                  <a:lnTo>
                    <a:pt x="35433" y="131430"/>
                  </a:lnTo>
                  <a:lnTo>
                    <a:pt x="423966" y="131430"/>
                  </a:lnTo>
                  <a:lnTo>
                    <a:pt x="437758" y="128646"/>
                  </a:lnTo>
                  <a:lnTo>
                    <a:pt x="449021" y="121052"/>
                  </a:lnTo>
                  <a:lnTo>
                    <a:pt x="456615" y="109789"/>
                  </a:lnTo>
                  <a:lnTo>
                    <a:pt x="459399" y="95997"/>
                  </a:lnTo>
                  <a:lnTo>
                    <a:pt x="457145" y="83549"/>
                  </a:lnTo>
                  <a:lnTo>
                    <a:pt x="450894" y="72970"/>
                  </a:lnTo>
                  <a:lnTo>
                    <a:pt x="441411" y="65153"/>
                  </a:lnTo>
                  <a:lnTo>
                    <a:pt x="429463" y="60992"/>
                  </a:lnTo>
                  <a:lnTo>
                    <a:pt x="409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7232180" y="6671201"/>
              <a:ext cx="459740" cy="131445"/>
            </a:xfrm>
            <a:custGeom>
              <a:avLst/>
              <a:gdLst/>
              <a:ahLst/>
              <a:cxnLst/>
              <a:rect l="l" t="t" r="r" b="b"/>
              <a:pathLst>
                <a:path w="459740" h="131445">
                  <a:moveTo>
                    <a:pt x="40930" y="0"/>
                  </a:moveTo>
                  <a:lnTo>
                    <a:pt x="429463" y="60992"/>
                  </a:lnTo>
                  <a:lnTo>
                    <a:pt x="459399" y="95997"/>
                  </a:lnTo>
                  <a:lnTo>
                    <a:pt x="456615" y="109789"/>
                  </a:lnTo>
                  <a:lnTo>
                    <a:pt x="449021" y="121052"/>
                  </a:lnTo>
                  <a:lnTo>
                    <a:pt x="437758" y="128646"/>
                  </a:lnTo>
                  <a:lnTo>
                    <a:pt x="423966" y="131430"/>
                  </a:lnTo>
                  <a:lnTo>
                    <a:pt x="35433" y="131430"/>
                  </a:lnTo>
                  <a:lnTo>
                    <a:pt x="21640" y="128646"/>
                  </a:lnTo>
                  <a:lnTo>
                    <a:pt x="10377" y="121052"/>
                  </a:lnTo>
                  <a:lnTo>
                    <a:pt x="2784" y="109789"/>
                  </a:lnTo>
                  <a:lnTo>
                    <a:pt x="0" y="95997"/>
                  </a:lnTo>
                  <a:lnTo>
                    <a:pt x="0" y="35004"/>
                  </a:lnTo>
                  <a:lnTo>
                    <a:pt x="3372" y="19881"/>
                  </a:lnTo>
                  <a:lnTo>
                    <a:pt x="12404" y="8078"/>
                  </a:lnTo>
                  <a:lnTo>
                    <a:pt x="25466" y="987"/>
                  </a:lnTo>
                  <a:lnTo>
                    <a:pt x="40930" y="0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5" name="object 165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993274" y="3954655"/>
            <a:ext cx="3410488" cy="6031080"/>
          </a:xfrm>
          <a:prstGeom prst="rect">
            <a:avLst/>
          </a:prstGeom>
        </p:spPr>
      </p:pic>
      <p:grpSp>
        <p:nvGrpSpPr>
          <p:cNvPr id="166" name="object 166" descr=""/>
          <p:cNvGrpSpPr/>
          <p:nvPr/>
        </p:nvGrpSpPr>
        <p:grpSpPr>
          <a:xfrm>
            <a:off x="4794429" y="5013489"/>
            <a:ext cx="2277745" cy="1794510"/>
            <a:chOff x="4794429" y="5013489"/>
            <a:chExt cx="2277745" cy="1794510"/>
          </a:xfrm>
        </p:grpSpPr>
        <p:sp>
          <p:nvSpPr>
            <p:cNvPr id="167" name="object 167" descr=""/>
            <p:cNvSpPr/>
            <p:nvPr/>
          </p:nvSpPr>
          <p:spPr>
            <a:xfrm>
              <a:off x="4799665" y="5018724"/>
              <a:ext cx="2267585" cy="1464310"/>
            </a:xfrm>
            <a:custGeom>
              <a:avLst/>
              <a:gdLst/>
              <a:ahLst/>
              <a:cxnLst/>
              <a:rect l="l" t="t" r="r" b="b"/>
              <a:pathLst>
                <a:path w="2267584" h="1464310">
                  <a:moveTo>
                    <a:pt x="2238455" y="0"/>
                  </a:moveTo>
                  <a:lnTo>
                    <a:pt x="28564" y="0"/>
                  </a:lnTo>
                  <a:lnTo>
                    <a:pt x="17444" y="2245"/>
                  </a:lnTo>
                  <a:lnTo>
                    <a:pt x="8364" y="8370"/>
                  </a:lnTo>
                  <a:lnTo>
                    <a:pt x="2244" y="17453"/>
                  </a:lnTo>
                  <a:lnTo>
                    <a:pt x="0" y="28575"/>
                  </a:lnTo>
                  <a:lnTo>
                    <a:pt x="0" y="1435254"/>
                  </a:lnTo>
                  <a:lnTo>
                    <a:pt x="2244" y="1446370"/>
                  </a:lnTo>
                  <a:lnTo>
                    <a:pt x="8364" y="1455450"/>
                  </a:lnTo>
                  <a:lnTo>
                    <a:pt x="17444" y="1461573"/>
                  </a:lnTo>
                  <a:lnTo>
                    <a:pt x="28564" y="1463819"/>
                  </a:lnTo>
                  <a:lnTo>
                    <a:pt x="2238455" y="1463819"/>
                  </a:lnTo>
                  <a:lnTo>
                    <a:pt x="2249575" y="1461573"/>
                  </a:lnTo>
                  <a:lnTo>
                    <a:pt x="2258655" y="1455450"/>
                  </a:lnTo>
                  <a:lnTo>
                    <a:pt x="2264775" y="1446370"/>
                  </a:lnTo>
                  <a:lnTo>
                    <a:pt x="2267019" y="1435254"/>
                  </a:lnTo>
                  <a:lnTo>
                    <a:pt x="2267019" y="28575"/>
                  </a:lnTo>
                  <a:lnTo>
                    <a:pt x="2264775" y="17453"/>
                  </a:lnTo>
                  <a:lnTo>
                    <a:pt x="2258655" y="8370"/>
                  </a:lnTo>
                  <a:lnTo>
                    <a:pt x="2249575" y="2245"/>
                  </a:lnTo>
                  <a:lnTo>
                    <a:pt x="22384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4799665" y="5018724"/>
              <a:ext cx="2267585" cy="1464310"/>
            </a:xfrm>
            <a:custGeom>
              <a:avLst/>
              <a:gdLst/>
              <a:ahLst/>
              <a:cxnLst/>
              <a:rect l="l" t="t" r="r" b="b"/>
              <a:pathLst>
                <a:path w="2267584" h="1464310">
                  <a:moveTo>
                    <a:pt x="28564" y="1463819"/>
                  </a:moveTo>
                  <a:lnTo>
                    <a:pt x="2238455" y="1463819"/>
                  </a:lnTo>
                  <a:lnTo>
                    <a:pt x="2249575" y="1461573"/>
                  </a:lnTo>
                  <a:lnTo>
                    <a:pt x="2258655" y="1455450"/>
                  </a:lnTo>
                  <a:lnTo>
                    <a:pt x="2264775" y="1446370"/>
                  </a:lnTo>
                  <a:lnTo>
                    <a:pt x="2267019" y="1435254"/>
                  </a:lnTo>
                  <a:lnTo>
                    <a:pt x="2267019" y="28575"/>
                  </a:lnTo>
                  <a:lnTo>
                    <a:pt x="2264775" y="17453"/>
                  </a:lnTo>
                  <a:lnTo>
                    <a:pt x="2258655" y="8370"/>
                  </a:lnTo>
                  <a:lnTo>
                    <a:pt x="2249575" y="2245"/>
                  </a:lnTo>
                  <a:lnTo>
                    <a:pt x="2238455" y="0"/>
                  </a:lnTo>
                  <a:lnTo>
                    <a:pt x="28564" y="0"/>
                  </a:lnTo>
                  <a:lnTo>
                    <a:pt x="17444" y="2245"/>
                  </a:lnTo>
                  <a:lnTo>
                    <a:pt x="8364" y="8370"/>
                  </a:lnTo>
                  <a:lnTo>
                    <a:pt x="2244" y="17453"/>
                  </a:lnTo>
                  <a:lnTo>
                    <a:pt x="0" y="28575"/>
                  </a:lnTo>
                  <a:lnTo>
                    <a:pt x="0" y="1435254"/>
                  </a:lnTo>
                  <a:lnTo>
                    <a:pt x="2244" y="1446370"/>
                  </a:lnTo>
                  <a:lnTo>
                    <a:pt x="8364" y="1455450"/>
                  </a:lnTo>
                  <a:lnTo>
                    <a:pt x="17444" y="1461573"/>
                  </a:lnTo>
                  <a:lnTo>
                    <a:pt x="28564" y="1463819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6940468" y="5018728"/>
              <a:ext cx="126364" cy="1464310"/>
            </a:xfrm>
            <a:custGeom>
              <a:avLst/>
              <a:gdLst/>
              <a:ahLst/>
              <a:cxnLst/>
              <a:rect l="l" t="t" r="r" b="b"/>
              <a:pathLst>
                <a:path w="126365" h="1464310">
                  <a:moveTo>
                    <a:pt x="69955" y="0"/>
                  </a:moveTo>
                  <a:lnTo>
                    <a:pt x="0" y="0"/>
                  </a:lnTo>
                  <a:lnTo>
                    <a:pt x="21903" y="4421"/>
                  </a:lnTo>
                  <a:lnTo>
                    <a:pt x="39789" y="16479"/>
                  </a:lnTo>
                  <a:lnTo>
                    <a:pt x="51848" y="34362"/>
                  </a:lnTo>
                  <a:lnTo>
                    <a:pt x="56270" y="56260"/>
                  </a:lnTo>
                  <a:lnTo>
                    <a:pt x="56270" y="1407548"/>
                  </a:lnTo>
                  <a:lnTo>
                    <a:pt x="51848" y="1429451"/>
                  </a:lnTo>
                  <a:lnTo>
                    <a:pt x="39789" y="1447338"/>
                  </a:lnTo>
                  <a:lnTo>
                    <a:pt x="21903" y="1459397"/>
                  </a:lnTo>
                  <a:lnTo>
                    <a:pt x="0" y="1463819"/>
                  </a:lnTo>
                  <a:lnTo>
                    <a:pt x="69955" y="1463819"/>
                  </a:lnTo>
                  <a:lnTo>
                    <a:pt x="91853" y="1459397"/>
                  </a:lnTo>
                  <a:lnTo>
                    <a:pt x="109736" y="1447338"/>
                  </a:lnTo>
                  <a:lnTo>
                    <a:pt x="121794" y="1429451"/>
                  </a:lnTo>
                  <a:lnTo>
                    <a:pt x="126216" y="1407548"/>
                  </a:lnTo>
                  <a:lnTo>
                    <a:pt x="126216" y="56260"/>
                  </a:lnTo>
                  <a:lnTo>
                    <a:pt x="121794" y="34362"/>
                  </a:lnTo>
                  <a:lnTo>
                    <a:pt x="109736" y="16479"/>
                  </a:lnTo>
                  <a:lnTo>
                    <a:pt x="91853" y="4421"/>
                  </a:lnTo>
                  <a:lnTo>
                    <a:pt x="699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6940468" y="5018728"/>
              <a:ext cx="126364" cy="1464310"/>
            </a:xfrm>
            <a:custGeom>
              <a:avLst/>
              <a:gdLst/>
              <a:ahLst/>
              <a:cxnLst/>
              <a:rect l="l" t="t" r="r" b="b"/>
              <a:pathLst>
                <a:path w="126365" h="1464310">
                  <a:moveTo>
                    <a:pt x="56270" y="1407548"/>
                  </a:moveTo>
                  <a:lnTo>
                    <a:pt x="56270" y="56260"/>
                  </a:lnTo>
                  <a:lnTo>
                    <a:pt x="51848" y="34362"/>
                  </a:lnTo>
                  <a:lnTo>
                    <a:pt x="39789" y="16479"/>
                  </a:lnTo>
                  <a:lnTo>
                    <a:pt x="21903" y="4421"/>
                  </a:lnTo>
                  <a:lnTo>
                    <a:pt x="0" y="0"/>
                  </a:lnTo>
                  <a:lnTo>
                    <a:pt x="69955" y="0"/>
                  </a:lnTo>
                  <a:lnTo>
                    <a:pt x="91853" y="4421"/>
                  </a:lnTo>
                  <a:lnTo>
                    <a:pt x="109736" y="16479"/>
                  </a:lnTo>
                  <a:lnTo>
                    <a:pt x="121794" y="34362"/>
                  </a:lnTo>
                  <a:lnTo>
                    <a:pt x="126216" y="56260"/>
                  </a:lnTo>
                  <a:lnTo>
                    <a:pt x="126216" y="1407548"/>
                  </a:lnTo>
                  <a:lnTo>
                    <a:pt x="121794" y="1429451"/>
                  </a:lnTo>
                  <a:lnTo>
                    <a:pt x="109736" y="1447338"/>
                  </a:lnTo>
                  <a:lnTo>
                    <a:pt x="91853" y="1459397"/>
                  </a:lnTo>
                  <a:lnTo>
                    <a:pt x="69955" y="1463819"/>
                  </a:lnTo>
                  <a:lnTo>
                    <a:pt x="0" y="1463819"/>
                  </a:lnTo>
                  <a:lnTo>
                    <a:pt x="21903" y="1459397"/>
                  </a:lnTo>
                  <a:lnTo>
                    <a:pt x="39789" y="1447338"/>
                  </a:lnTo>
                  <a:lnTo>
                    <a:pt x="51848" y="1429451"/>
                  </a:lnTo>
                  <a:lnTo>
                    <a:pt x="56270" y="1407548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5573653" y="5819198"/>
              <a:ext cx="753110" cy="983615"/>
            </a:xfrm>
            <a:custGeom>
              <a:avLst/>
              <a:gdLst/>
              <a:ahLst/>
              <a:cxnLst/>
              <a:rect l="l" t="t" r="r" b="b"/>
              <a:pathLst>
                <a:path w="753110" h="983615">
                  <a:moveTo>
                    <a:pt x="443902" y="0"/>
                  </a:moveTo>
                  <a:lnTo>
                    <a:pt x="69945" y="0"/>
                  </a:lnTo>
                  <a:lnTo>
                    <a:pt x="42720" y="5497"/>
                  </a:lnTo>
                  <a:lnTo>
                    <a:pt x="20487" y="20488"/>
                  </a:lnTo>
                  <a:lnTo>
                    <a:pt x="5497" y="42725"/>
                  </a:lnTo>
                  <a:lnTo>
                    <a:pt x="0" y="69955"/>
                  </a:lnTo>
                  <a:lnTo>
                    <a:pt x="0" y="784635"/>
                  </a:lnTo>
                  <a:lnTo>
                    <a:pt x="5250" y="830216"/>
                  </a:lnTo>
                  <a:lnTo>
                    <a:pt x="20205" y="872059"/>
                  </a:lnTo>
                  <a:lnTo>
                    <a:pt x="43673" y="908972"/>
                  </a:lnTo>
                  <a:lnTo>
                    <a:pt x="74459" y="939759"/>
                  </a:lnTo>
                  <a:lnTo>
                    <a:pt x="111371" y="963228"/>
                  </a:lnTo>
                  <a:lnTo>
                    <a:pt x="153216" y="978185"/>
                  </a:lnTo>
                  <a:lnTo>
                    <a:pt x="198800" y="983436"/>
                  </a:lnTo>
                  <a:lnTo>
                    <a:pt x="752971" y="983436"/>
                  </a:lnTo>
                  <a:lnTo>
                    <a:pt x="470509" y="913490"/>
                  </a:lnTo>
                  <a:lnTo>
                    <a:pt x="443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5573653" y="5819198"/>
              <a:ext cx="753110" cy="983615"/>
            </a:xfrm>
            <a:custGeom>
              <a:avLst/>
              <a:gdLst/>
              <a:ahLst/>
              <a:cxnLst/>
              <a:rect l="l" t="t" r="r" b="b"/>
              <a:pathLst>
                <a:path w="753110" h="983615">
                  <a:moveTo>
                    <a:pt x="198800" y="983436"/>
                  </a:moveTo>
                  <a:lnTo>
                    <a:pt x="752971" y="983436"/>
                  </a:lnTo>
                  <a:lnTo>
                    <a:pt x="470509" y="913490"/>
                  </a:lnTo>
                  <a:lnTo>
                    <a:pt x="443902" y="0"/>
                  </a:lnTo>
                  <a:lnTo>
                    <a:pt x="69945" y="0"/>
                  </a:lnTo>
                  <a:lnTo>
                    <a:pt x="42720" y="5497"/>
                  </a:lnTo>
                  <a:lnTo>
                    <a:pt x="20487" y="20488"/>
                  </a:lnTo>
                  <a:lnTo>
                    <a:pt x="5497" y="42725"/>
                  </a:lnTo>
                  <a:lnTo>
                    <a:pt x="0" y="69955"/>
                  </a:lnTo>
                  <a:lnTo>
                    <a:pt x="0" y="784635"/>
                  </a:lnTo>
                  <a:lnTo>
                    <a:pt x="5250" y="830216"/>
                  </a:lnTo>
                  <a:lnTo>
                    <a:pt x="20205" y="872059"/>
                  </a:lnTo>
                  <a:lnTo>
                    <a:pt x="43673" y="908972"/>
                  </a:lnTo>
                  <a:lnTo>
                    <a:pt x="74459" y="939759"/>
                  </a:lnTo>
                  <a:lnTo>
                    <a:pt x="111371" y="963228"/>
                  </a:lnTo>
                  <a:lnTo>
                    <a:pt x="153216" y="978185"/>
                  </a:lnTo>
                  <a:lnTo>
                    <a:pt x="198800" y="983436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5994189" y="5819198"/>
              <a:ext cx="409575" cy="983615"/>
            </a:xfrm>
            <a:custGeom>
              <a:avLst/>
              <a:gdLst/>
              <a:ahLst/>
              <a:cxnLst/>
              <a:rect l="l" t="t" r="r" b="b"/>
              <a:pathLst>
                <a:path w="409575" h="983615">
                  <a:moveTo>
                    <a:pt x="0" y="0"/>
                  </a:moveTo>
                  <a:lnTo>
                    <a:pt x="0" y="784635"/>
                  </a:lnTo>
                  <a:lnTo>
                    <a:pt x="5250" y="830216"/>
                  </a:lnTo>
                  <a:lnTo>
                    <a:pt x="20205" y="872059"/>
                  </a:lnTo>
                  <a:lnTo>
                    <a:pt x="43673" y="908972"/>
                  </a:lnTo>
                  <a:lnTo>
                    <a:pt x="74459" y="939759"/>
                  </a:lnTo>
                  <a:lnTo>
                    <a:pt x="111371" y="963228"/>
                  </a:lnTo>
                  <a:lnTo>
                    <a:pt x="153216" y="978185"/>
                  </a:lnTo>
                  <a:lnTo>
                    <a:pt x="198800" y="983436"/>
                  </a:lnTo>
                  <a:lnTo>
                    <a:pt x="374229" y="983436"/>
                  </a:lnTo>
                  <a:lnTo>
                    <a:pt x="387844" y="980688"/>
                  </a:lnTo>
                  <a:lnTo>
                    <a:pt x="398960" y="973194"/>
                  </a:lnTo>
                  <a:lnTo>
                    <a:pt x="406454" y="962077"/>
                  </a:lnTo>
                  <a:lnTo>
                    <a:pt x="409202" y="948463"/>
                  </a:lnTo>
                  <a:lnTo>
                    <a:pt x="406454" y="934848"/>
                  </a:lnTo>
                  <a:lnTo>
                    <a:pt x="398960" y="923732"/>
                  </a:lnTo>
                  <a:lnTo>
                    <a:pt x="387844" y="916238"/>
                  </a:lnTo>
                  <a:lnTo>
                    <a:pt x="374229" y="913490"/>
                  </a:lnTo>
                  <a:lnTo>
                    <a:pt x="198800" y="913490"/>
                  </a:lnTo>
                  <a:lnTo>
                    <a:pt x="148641" y="903363"/>
                  </a:lnTo>
                  <a:lnTo>
                    <a:pt x="107683" y="875748"/>
                  </a:lnTo>
                  <a:lnTo>
                    <a:pt x="80070" y="834790"/>
                  </a:lnTo>
                  <a:lnTo>
                    <a:pt x="69945" y="784635"/>
                  </a:lnTo>
                  <a:lnTo>
                    <a:pt x="69945" y="69955"/>
                  </a:lnTo>
                  <a:lnTo>
                    <a:pt x="64448" y="42725"/>
                  </a:lnTo>
                  <a:lnTo>
                    <a:pt x="49457" y="20488"/>
                  </a:lnTo>
                  <a:lnTo>
                    <a:pt x="27224" y="54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5994189" y="5819198"/>
              <a:ext cx="409575" cy="983615"/>
            </a:xfrm>
            <a:custGeom>
              <a:avLst/>
              <a:gdLst/>
              <a:ahLst/>
              <a:cxnLst/>
              <a:rect l="l" t="t" r="r" b="b"/>
              <a:pathLst>
                <a:path w="409575" h="983615">
                  <a:moveTo>
                    <a:pt x="198800" y="983436"/>
                  </a:moveTo>
                  <a:lnTo>
                    <a:pt x="374229" y="983436"/>
                  </a:lnTo>
                  <a:lnTo>
                    <a:pt x="387844" y="980688"/>
                  </a:lnTo>
                  <a:lnTo>
                    <a:pt x="398960" y="973194"/>
                  </a:lnTo>
                  <a:lnTo>
                    <a:pt x="406454" y="962077"/>
                  </a:lnTo>
                  <a:lnTo>
                    <a:pt x="409202" y="948463"/>
                  </a:lnTo>
                  <a:lnTo>
                    <a:pt x="406454" y="934848"/>
                  </a:lnTo>
                  <a:lnTo>
                    <a:pt x="398960" y="923732"/>
                  </a:lnTo>
                  <a:lnTo>
                    <a:pt x="387844" y="916238"/>
                  </a:lnTo>
                  <a:lnTo>
                    <a:pt x="374229" y="913490"/>
                  </a:lnTo>
                  <a:lnTo>
                    <a:pt x="198800" y="913490"/>
                  </a:lnTo>
                  <a:lnTo>
                    <a:pt x="148641" y="903363"/>
                  </a:lnTo>
                  <a:lnTo>
                    <a:pt x="107683" y="875748"/>
                  </a:lnTo>
                  <a:lnTo>
                    <a:pt x="80070" y="834790"/>
                  </a:lnTo>
                  <a:lnTo>
                    <a:pt x="69945" y="784635"/>
                  </a:lnTo>
                  <a:lnTo>
                    <a:pt x="69945" y="69955"/>
                  </a:lnTo>
                  <a:lnTo>
                    <a:pt x="64448" y="42725"/>
                  </a:lnTo>
                  <a:lnTo>
                    <a:pt x="49457" y="20488"/>
                  </a:lnTo>
                  <a:lnTo>
                    <a:pt x="27224" y="5497"/>
                  </a:lnTo>
                  <a:lnTo>
                    <a:pt x="0" y="0"/>
                  </a:lnTo>
                  <a:lnTo>
                    <a:pt x="0" y="784635"/>
                  </a:lnTo>
                  <a:lnTo>
                    <a:pt x="5250" y="830216"/>
                  </a:lnTo>
                  <a:lnTo>
                    <a:pt x="20205" y="872059"/>
                  </a:lnTo>
                  <a:lnTo>
                    <a:pt x="43673" y="908972"/>
                  </a:lnTo>
                  <a:lnTo>
                    <a:pt x="74459" y="939759"/>
                  </a:lnTo>
                  <a:lnTo>
                    <a:pt x="111371" y="963228"/>
                  </a:lnTo>
                  <a:lnTo>
                    <a:pt x="153216" y="978185"/>
                  </a:lnTo>
                  <a:lnTo>
                    <a:pt x="198800" y="983436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5" name="object 175" descr=""/>
          <p:cNvGrpSpPr/>
          <p:nvPr/>
        </p:nvGrpSpPr>
        <p:grpSpPr>
          <a:xfrm>
            <a:off x="4288779" y="6797400"/>
            <a:ext cx="7795895" cy="3111500"/>
            <a:chOff x="4288779" y="6797400"/>
            <a:chExt cx="7795895" cy="3111500"/>
          </a:xfrm>
        </p:grpSpPr>
        <p:sp>
          <p:nvSpPr>
            <p:cNvPr id="176" name="object 176" descr=""/>
            <p:cNvSpPr/>
            <p:nvPr/>
          </p:nvSpPr>
          <p:spPr>
            <a:xfrm>
              <a:off x="4543264" y="6971599"/>
              <a:ext cx="332740" cy="2932430"/>
            </a:xfrm>
            <a:custGeom>
              <a:avLst/>
              <a:gdLst/>
              <a:ahLst/>
              <a:cxnLst/>
              <a:rect l="l" t="t" r="r" b="b"/>
              <a:pathLst>
                <a:path w="332739" h="2932429">
                  <a:moveTo>
                    <a:pt x="332639" y="0"/>
                  </a:moveTo>
                  <a:lnTo>
                    <a:pt x="0" y="0"/>
                  </a:lnTo>
                  <a:lnTo>
                    <a:pt x="0" y="2931868"/>
                  </a:lnTo>
                  <a:lnTo>
                    <a:pt x="332639" y="2931868"/>
                  </a:lnTo>
                  <a:lnTo>
                    <a:pt x="332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4543264" y="6971599"/>
              <a:ext cx="332740" cy="2932430"/>
            </a:xfrm>
            <a:custGeom>
              <a:avLst/>
              <a:gdLst/>
              <a:ahLst/>
              <a:cxnLst/>
              <a:rect l="l" t="t" r="r" b="b"/>
              <a:pathLst>
                <a:path w="332739" h="2932429">
                  <a:moveTo>
                    <a:pt x="0" y="2931868"/>
                  </a:moveTo>
                  <a:lnTo>
                    <a:pt x="332639" y="2931868"/>
                  </a:lnTo>
                  <a:lnTo>
                    <a:pt x="332639" y="0"/>
                  </a:lnTo>
                  <a:lnTo>
                    <a:pt x="0" y="0"/>
                  </a:lnTo>
                  <a:lnTo>
                    <a:pt x="0" y="2931868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4875893" y="6971599"/>
              <a:ext cx="2242820" cy="2932430"/>
            </a:xfrm>
            <a:custGeom>
              <a:avLst/>
              <a:gdLst/>
              <a:ahLst/>
              <a:cxnLst/>
              <a:rect l="l" t="t" r="r" b="b"/>
              <a:pathLst>
                <a:path w="2242820" h="2932429">
                  <a:moveTo>
                    <a:pt x="2242256" y="0"/>
                  </a:moveTo>
                  <a:lnTo>
                    <a:pt x="0" y="0"/>
                  </a:lnTo>
                  <a:lnTo>
                    <a:pt x="0" y="2931868"/>
                  </a:lnTo>
                  <a:lnTo>
                    <a:pt x="2242256" y="2931868"/>
                  </a:lnTo>
                  <a:lnTo>
                    <a:pt x="22422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4875893" y="6971599"/>
              <a:ext cx="2242820" cy="2932430"/>
            </a:xfrm>
            <a:custGeom>
              <a:avLst/>
              <a:gdLst/>
              <a:ahLst/>
              <a:cxnLst/>
              <a:rect l="l" t="t" r="r" b="b"/>
              <a:pathLst>
                <a:path w="2242820" h="2932429">
                  <a:moveTo>
                    <a:pt x="2242256" y="2931868"/>
                  </a:moveTo>
                  <a:lnTo>
                    <a:pt x="0" y="2931868"/>
                  </a:lnTo>
                  <a:lnTo>
                    <a:pt x="0" y="0"/>
                  </a:lnTo>
                  <a:lnTo>
                    <a:pt x="2242256" y="0"/>
                  </a:lnTo>
                  <a:lnTo>
                    <a:pt x="2242256" y="2931868"/>
                  </a:lnTo>
                  <a:close/>
                </a:path>
                <a:path w="2242820" h="2932429">
                  <a:moveTo>
                    <a:pt x="232547" y="232537"/>
                  </a:moveTo>
                  <a:lnTo>
                    <a:pt x="2009718" y="232537"/>
                  </a:lnTo>
                  <a:lnTo>
                    <a:pt x="2009718" y="2699310"/>
                  </a:lnTo>
                  <a:lnTo>
                    <a:pt x="232547" y="2699310"/>
                  </a:lnTo>
                  <a:lnTo>
                    <a:pt x="232547" y="232537"/>
                  </a:lnTo>
                  <a:close/>
                </a:path>
                <a:path w="2242820" h="2932429">
                  <a:moveTo>
                    <a:pt x="2009718" y="807598"/>
                  </a:moveTo>
                  <a:lnTo>
                    <a:pt x="232547" y="807598"/>
                  </a:lnTo>
                  <a:lnTo>
                    <a:pt x="232547" y="777735"/>
                  </a:lnTo>
                  <a:lnTo>
                    <a:pt x="2009718" y="777735"/>
                  </a:lnTo>
                  <a:lnTo>
                    <a:pt x="2009718" y="807598"/>
                  </a:lnTo>
                  <a:close/>
                </a:path>
                <a:path w="2242820" h="2932429">
                  <a:moveTo>
                    <a:pt x="2009718" y="1480865"/>
                  </a:moveTo>
                  <a:lnTo>
                    <a:pt x="232547" y="1480865"/>
                  </a:lnTo>
                  <a:lnTo>
                    <a:pt x="232547" y="1451002"/>
                  </a:lnTo>
                  <a:lnTo>
                    <a:pt x="2009718" y="1451002"/>
                  </a:lnTo>
                  <a:lnTo>
                    <a:pt x="2009718" y="1480865"/>
                  </a:lnTo>
                  <a:close/>
                </a:path>
                <a:path w="2242820" h="2932429">
                  <a:moveTo>
                    <a:pt x="2009718" y="2154112"/>
                  </a:moveTo>
                  <a:lnTo>
                    <a:pt x="232547" y="2154112"/>
                  </a:lnTo>
                  <a:lnTo>
                    <a:pt x="232547" y="2124249"/>
                  </a:lnTo>
                  <a:lnTo>
                    <a:pt x="2009718" y="2124249"/>
                  </a:lnTo>
                  <a:lnTo>
                    <a:pt x="2009718" y="2154112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4543260" y="6971599"/>
              <a:ext cx="2574925" cy="120014"/>
            </a:xfrm>
            <a:custGeom>
              <a:avLst/>
              <a:gdLst/>
              <a:ahLst/>
              <a:cxnLst/>
              <a:rect l="l" t="t" r="r" b="b"/>
              <a:pathLst>
                <a:path w="2574925" h="120015">
                  <a:moveTo>
                    <a:pt x="2574895" y="0"/>
                  </a:moveTo>
                  <a:lnTo>
                    <a:pt x="0" y="0"/>
                  </a:lnTo>
                  <a:lnTo>
                    <a:pt x="0" y="119420"/>
                  </a:lnTo>
                  <a:lnTo>
                    <a:pt x="25748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4543260" y="6971599"/>
              <a:ext cx="2574925" cy="120014"/>
            </a:xfrm>
            <a:custGeom>
              <a:avLst/>
              <a:gdLst/>
              <a:ahLst/>
              <a:cxnLst/>
              <a:rect l="l" t="t" r="r" b="b"/>
              <a:pathLst>
                <a:path w="2574925" h="120015">
                  <a:moveTo>
                    <a:pt x="0" y="119420"/>
                  </a:moveTo>
                  <a:lnTo>
                    <a:pt x="0" y="0"/>
                  </a:lnTo>
                  <a:lnTo>
                    <a:pt x="2574895" y="0"/>
                  </a:lnTo>
                  <a:lnTo>
                    <a:pt x="0" y="119420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5573958" y="9110774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846131" y="0"/>
                  </a:moveTo>
                  <a:lnTo>
                    <a:pt x="0" y="0"/>
                  </a:lnTo>
                  <a:lnTo>
                    <a:pt x="89578" y="150749"/>
                  </a:lnTo>
                  <a:lnTo>
                    <a:pt x="756552" y="150749"/>
                  </a:lnTo>
                  <a:lnTo>
                    <a:pt x="8461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5573958" y="9110774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756552" y="150749"/>
                  </a:moveTo>
                  <a:lnTo>
                    <a:pt x="89578" y="150749"/>
                  </a:lnTo>
                  <a:lnTo>
                    <a:pt x="0" y="0"/>
                  </a:lnTo>
                  <a:lnTo>
                    <a:pt x="846131" y="0"/>
                  </a:lnTo>
                  <a:lnTo>
                    <a:pt x="756552" y="150749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5573958" y="8437527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846131" y="0"/>
                  </a:moveTo>
                  <a:lnTo>
                    <a:pt x="0" y="0"/>
                  </a:lnTo>
                  <a:lnTo>
                    <a:pt x="89578" y="150749"/>
                  </a:lnTo>
                  <a:lnTo>
                    <a:pt x="756552" y="150749"/>
                  </a:lnTo>
                  <a:lnTo>
                    <a:pt x="8461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5573958" y="8437527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756552" y="150749"/>
                  </a:moveTo>
                  <a:lnTo>
                    <a:pt x="89578" y="150749"/>
                  </a:lnTo>
                  <a:lnTo>
                    <a:pt x="0" y="0"/>
                  </a:lnTo>
                  <a:lnTo>
                    <a:pt x="846131" y="0"/>
                  </a:lnTo>
                  <a:lnTo>
                    <a:pt x="756552" y="150749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5573958" y="7764282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846131" y="0"/>
                  </a:moveTo>
                  <a:lnTo>
                    <a:pt x="0" y="0"/>
                  </a:lnTo>
                  <a:lnTo>
                    <a:pt x="89578" y="150749"/>
                  </a:lnTo>
                  <a:lnTo>
                    <a:pt x="756552" y="150749"/>
                  </a:lnTo>
                  <a:lnTo>
                    <a:pt x="8461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5573958" y="7764282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756552" y="150749"/>
                  </a:moveTo>
                  <a:lnTo>
                    <a:pt x="89578" y="150749"/>
                  </a:lnTo>
                  <a:lnTo>
                    <a:pt x="0" y="0"/>
                  </a:lnTo>
                  <a:lnTo>
                    <a:pt x="846131" y="0"/>
                  </a:lnTo>
                  <a:lnTo>
                    <a:pt x="756552" y="150749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4294014" y="6802636"/>
              <a:ext cx="7785734" cy="177165"/>
            </a:xfrm>
            <a:custGeom>
              <a:avLst/>
              <a:gdLst/>
              <a:ahLst/>
              <a:cxnLst/>
              <a:rect l="l" t="t" r="r" b="b"/>
              <a:pathLst>
                <a:path w="7785734" h="177165">
                  <a:moveTo>
                    <a:pt x="7696990" y="0"/>
                  </a:moveTo>
                  <a:lnTo>
                    <a:pt x="88416" y="0"/>
                  </a:lnTo>
                  <a:lnTo>
                    <a:pt x="53998" y="6947"/>
                  </a:lnTo>
                  <a:lnTo>
                    <a:pt x="25894" y="25894"/>
                  </a:lnTo>
                  <a:lnTo>
                    <a:pt x="6947" y="53998"/>
                  </a:lnTo>
                  <a:lnTo>
                    <a:pt x="0" y="88416"/>
                  </a:lnTo>
                  <a:lnTo>
                    <a:pt x="6947" y="122829"/>
                  </a:lnTo>
                  <a:lnTo>
                    <a:pt x="25894" y="150933"/>
                  </a:lnTo>
                  <a:lnTo>
                    <a:pt x="53998" y="169883"/>
                  </a:lnTo>
                  <a:lnTo>
                    <a:pt x="88416" y="176832"/>
                  </a:lnTo>
                  <a:lnTo>
                    <a:pt x="7696990" y="176832"/>
                  </a:lnTo>
                  <a:lnTo>
                    <a:pt x="7731408" y="169883"/>
                  </a:lnTo>
                  <a:lnTo>
                    <a:pt x="7759512" y="150933"/>
                  </a:lnTo>
                  <a:lnTo>
                    <a:pt x="7778459" y="122829"/>
                  </a:lnTo>
                  <a:lnTo>
                    <a:pt x="7785406" y="88416"/>
                  </a:lnTo>
                  <a:lnTo>
                    <a:pt x="7778459" y="53998"/>
                  </a:lnTo>
                  <a:lnTo>
                    <a:pt x="7759512" y="25894"/>
                  </a:lnTo>
                  <a:lnTo>
                    <a:pt x="7731408" y="6947"/>
                  </a:lnTo>
                  <a:lnTo>
                    <a:pt x="76969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4294014" y="6802636"/>
              <a:ext cx="7785734" cy="177165"/>
            </a:xfrm>
            <a:custGeom>
              <a:avLst/>
              <a:gdLst/>
              <a:ahLst/>
              <a:cxnLst/>
              <a:rect l="l" t="t" r="r" b="b"/>
              <a:pathLst>
                <a:path w="7785734" h="177165">
                  <a:moveTo>
                    <a:pt x="88416" y="176832"/>
                  </a:moveTo>
                  <a:lnTo>
                    <a:pt x="7696990" y="176832"/>
                  </a:lnTo>
                  <a:lnTo>
                    <a:pt x="7731408" y="169883"/>
                  </a:lnTo>
                  <a:lnTo>
                    <a:pt x="7759512" y="150933"/>
                  </a:lnTo>
                  <a:lnTo>
                    <a:pt x="7778459" y="122829"/>
                  </a:lnTo>
                  <a:lnTo>
                    <a:pt x="7785406" y="88416"/>
                  </a:lnTo>
                  <a:lnTo>
                    <a:pt x="7778459" y="53998"/>
                  </a:lnTo>
                  <a:lnTo>
                    <a:pt x="7759512" y="25894"/>
                  </a:lnTo>
                  <a:lnTo>
                    <a:pt x="7731408" y="6947"/>
                  </a:lnTo>
                  <a:lnTo>
                    <a:pt x="7696990" y="0"/>
                  </a:lnTo>
                  <a:lnTo>
                    <a:pt x="88416" y="0"/>
                  </a:lnTo>
                  <a:lnTo>
                    <a:pt x="53998" y="6947"/>
                  </a:lnTo>
                  <a:lnTo>
                    <a:pt x="25894" y="25894"/>
                  </a:lnTo>
                  <a:lnTo>
                    <a:pt x="6947" y="53998"/>
                  </a:lnTo>
                  <a:lnTo>
                    <a:pt x="0" y="88416"/>
                  </a:lnTo>
                  <a:lnTo>
                    <a:pt x="6947" y="122829"/>
                  </a:lnTo>
                  <a:lnTo>
                    <a:pt x="25894" y="150933"/>
                  </a:lnTo>
                  <a:lnTo>
                    <a:pt x="53998" y="169883"/>
                  </a:lnTo>
                  <a:lnTo>
                    <a:pt x="88416" y="176832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1106412" y="6979466"/>
              <a:ext cx="702945" cy="332105"/>
            </a:xfrm>
            <a:custGeom>
              <a:avLst/>
              <a:gdLst/>
              <a:ahLst/>
              <a:cxnLst/>
              <a:rect l="l" t="t" r="r" b="b"/>
              <a:pathLst>
                <a:path w="702945" h="332104">
                  <a:moveTo>
                    <a:pt x="37956" y="331948"/>
                  </a:moveTo>
                  <a:lnTo>
                    <a:pt x="664995" y="331948"/>
                  </a:lnTo>
                  <a:lnTo>
                    <a:pt x="702931" y="0"/>
                  </a:lnTo>
                  <a:lnTo>
                    <a:pt x="0" y="0"/>
                  </a:lnTo>
                  <a:lnTo>
                    <a:pt x="37956" y="331948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1106413" y="6979468"/>
              <a:ext cx="702945" cy="97155"/>
            </a:xfrm>
            <a:custGeom>
              <a:avLst/>
              <a:gdLst/>
              <a:ahLst/>
              <a:cxnLst/>
              <a:rect l="l" t="t" r="r" b="b"/>
              <a:pathLst>
                <a:path w="702945" h="97154">
                  <a:moveTo>
                    <a:pt x="702931" y="0"/>
                  </a:moveTo>
                  <a:lnTo>
                    <a:pt x="0" y="0"/>
                  </a:lnTo>
                  <a:lnTo>
                    <a:pt x="11078" y="96876"/>
                  </a:lnTo>
                  <a:lnTo>
                    <a:pt x="7029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1106413" y="6979468"/>
              <a:ext cx="702945" cy="97155"/>
            </a:xfrm>
            <a:custGeom>
              <a:avLst/>
              <a:gdLst/>
              <a:ahLst/>
              <a:cxnLst/>
              <a:rect l="l" t="t" r="r" b="b"/>
              <a:pathLst>
                <a:path w="702945" h="97154">
                  <a:moveTo>
                    <a:pt x="0" y="0"/>
                  </a:moveTo>
                  <a:lnTo>
                    <a:pt x="702931" y="0"/>
                  </a:lnTo>
                  <a:lnTo>
                    <a:pt x="11078" y="96876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1516466" y="7311409"/>
              <a:ext cx="331470" cy="2592070"/>
            </a:xfrm>
            <a:custGeom>
              <a:avLst/>
              <a:gdLst/>
              <a:ahLst/>
              <a:cxnLst/>
              <a:rect l="l" t="t" r="r" b="b"/>
              <a:pathLst>
                <a:path w="331470" h="2592070">
                  <a:moveTo>
                    <a:pt x="208600" y="0"/>
                  </a:moveTo>
                  <a:lnTo>
                    <a:pt x="0" y="0"/>
                  </a:lnTo>
                  <a:lnTo>
                    <a:pt x="278504" y="2592057"/>
                  </a:lnTo>
                  <a:lnTo>
                    <a:pt x="331382" y="2592057"/>
                  </a:lnTo>
                  <a:lnTo>
                    <a:pt x="20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11516466" y="7311409"/>
              <a:ext cx="331470" cy="2592070"/>
            </a:xfrm>
            <a:custGeom>
              <a:avLst/>
              <a:gdLst/>
              <a:ahLst/>
              <a:cxnLst/>
              <a:rect l="l" t="t" r="r" b="b"/>
              <a:pathLst>
                <a:path w="331470" h="2592070">
                  <a:moveTo>
                    <a:pt x="278504" y="2592057"/>
                  </a:moveTo>
                  <a:lnTo>
                    <a:pt x="331382" y="2592057"/>
                  </a:lnTo>
                  <a:lnTo>
                    <a:pt x="208600" y="0"/>
                  </a:lnTo>
                  <a:lnTo>
                    <a:pt x="0" y="0"/>
                  </a:lnTo>
                  <a:lnTo>
                    <a:pt x="278504" y="2592057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11252937" y="7992550"/>
              <a:ext cx="429259" cy="91440"/>
            </a:xfrm>
            <a:custGeom>
              <a:avLst/>
              <a:gdLst/>
              <a:ahLst/>
              <a:cxnLst/>
              <a:rect l="l" t="t" r="r" b="b"/>
              <a:pathLst>
                <a:path w="429259" h="91440">
                  <a:moveTo>
                    <a:pt x="383600" y="0"/>
                  </a:moveTo>
                  <a:lnTo>
                    <a:pt x="45621" y="0"/>
                  </a:lnTo>
                  <a:lnTo>
                    <a:pt x="27864" y="3585"/>
                  </a:lnTo>
                  <a:lnTo>
                    <a:pt x="13363" y="13363"/>
                  </a:lnTo>
                  <a:lnTo>
                    <a:pt x="3585" y="27864"/>
                  </a:lnTo>
                  <a:lnTo>
                    <a:pt x="0" y="45621"/>
                  </a:lnTo>
                  <a:lnTo>
                    <a:pt x="3585" y="63378"/>
                  </a:lnTo>
                  <a:lnTo>
                    <a:pt x="13363" y="77879"/>
                  </a:lnTo>
                  <a:lnTo>
                    <a:pt x="27864" y="87657"/>
                  </a:lnTo>
                  <a:lnTo>
                    <a:pt x="45621" y="91243"/>
                  </a:lnTo>
                  <a:lnTo>
                    <a:pt x="383600" y="91243"/>
                  </a:lnTo>
                  <a:lnTo>
                    <a:pt x="401361" y="87657"/>
                  </a:lnTo>
                  <a:lnTo>
                    <a:pt x="415862" y="77879"/>
                  </a:lnTo>
                  <a:lnTo>
                    <a:pt x="425638" y="63378"/>
                  </a:lnTo>
                  <a:lnTo>
                    <a:pt x="429222" y="45621"/>
                  </a:lnTo>
                  <a:lnTo>
                    <a:pt x="425638" y="27864"/>
                  </a:lnTo>
                  <a:lnTo>
                    <a:pt x="415862" y="13363"/>
                  </a:lnTo>
                  <a:lnTo>
                    <a:pt x="401361" y="3585"/>
                  </a:lnTo>
                  <a:lnTo>
                    <a:pt x="383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1252937" y="7992550"/>
              <a:ext cx="429259" cy="91440"/>
            </a:xfrm>
            <a:custGeom>
              <a:avLst/>
              <a:gdLst/>
              <a:ahLst/>
              <a:cxnLst/>
              <a:rect l="l" t="t" r="r" b="b"/>
              <a:pathLst>
                <a:path w="429259" h="91440">
                  <a:moveTo>
                    <a:pt x="45621" y="91243"/>
                  </a:moveTo>
                  <a:lnTo>
                    <a:pt x="383600" y="91243"/>
                  </a:lnTo>
                  <a:lnTo>
                    <a:pt x="401361" y="87657"/>
                  </a:lnTo>
                  <a:lnTo>
                    <a:pt x="415862" y="77879"/>
                  </a:lnTo>
                  <a:lnTo>
                    <a:pt x="425638" y="63378"/>
                  </a:lnTo>
                  <a:lnTo>
                    <a:pt x="429222" y="45621"/>
                  </a:lnTo>
                  <a:lnTo>
                    <a:pt x="425638" y="27864"/>
                  </a:lnTo>
                  <a:lnTo>
                    <a:pt x="415862" y="13363"/>
                  </a:lnTo>
                  <a:lnTo>
                    <a:pt x="401361" y="3585"/>
                  </a:lnTo>
                  <a:lnTo>
                    <a:pt x="383600" y="0"/>
                  </a:lnTo>
                  <a:lnTo>
                    <a:pt x="45621" y="0"/>
                  </a:lnTo>
                  <a:lnTo>
                    <a:pt x="27864" y="3585"/>
                  </a:lnTo>
                  <a:lnTo>
                    <a:pt x="13363" y="13363"/>
                  </a:lnTo>
                  <a:lnTo>
                    <a:pt x="3585" y="27864"/>
                  </a:lnTo>
                  <a:lnTo>
                    <a:pt x="0" y="45621"/>
                  </a:lnTo>
                  <a:lnTo>
                    <a:pt x="3585" y="63378"/>
                  </a:lnTo>
                  <a:lnTo>
                    <a:pt x="13363" y="77879"/>
                  </a:lnTo>
                  <a:lnTo>
                    <a:pt x="27864" y="87657"/>
                  </a:lnTo>
                  <a:lnTo>
                    <a:pt x="45621" y="91243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1067362" y="7311409"/>
              <a:ext cx="331470" cy="2592070"/>
            </a:xfrm>
            <a:custGeom>
              <a:avLst/>
              <a:gdLst/>
              <a:ahLst/>
              <a:cxnLst/>
              <a:rect l="l" t="t" r="r" b="b"/>
              <a:pathLst>
                <a:path w="331470" h="2592070">
                  <a:moveTo>
                    <a:pt x="331372" y="0"/>
                  </a:moveTo>
                  <a:lnTo>
                    <a:pt x="122823" y="0"/>
                  </a:lnTo>
                  <a:lnTo>
                    <a:pt x="0" y="2592057"/>
                  </a:lnTo>
                  <a:lnTo>
                    <a:pt x="52898" y="2592057"/>
                  </a:lnTo>
                  <a:lnTo>
                    <a:pt x="331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1067362" y="7311409"/>
              <a:ext cx="331470" cy="2592070"/>
            </a:xfrm>
            <a:custGeom>
              <a:avLst/>
              <a:gdLst/>
              <a:ahLst/>
              <a:cxnLst/>
              <a:rect l="l" t="t" r="r" b="b"/>
              <a:pathLst>
                <a:path w="331470" h="2592070">
                  <a:moveTo>
                    <a:pt x="52898" y="2592057"/>
                  </a:moveTo>
                  <a:lnTo>
                    <a:pt x="0" y="2592057"/>
                  </a:lnTo>
                  <a:lnTo>
                    <a:pt x="122823" y="0"/>
                  </a:lnTo>
                  <a:lnTo>
                    <a:pt x="331372" y="0"/>
                  </a:lnTo>
                  <a:lnTo>
                    <a:pt x="52898" y="2592057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 descr=""/>
          <p:cNvSpPr/>
          <p:nvPr/>
        </p:nvSpPr>
        <p:spPr>
          <a:xfrm>
            <a:off x="13361224" y="6536439"/>
            <a:ext cx="8890" cy="360045"/>
          </a:xfrm>
          <a:custGeom>
            <a:avLst/>
            <a:gdLst/>
            <a:ahLst/>
            <a:cxnLst/>
            <a:rect l="l" t="t" r="r" b="b"/>
            <a:pathLst>
              <a:path w="8890" h="360045">
                <a:moveTo>
                  <a:pt x="8429" y="0"/>
                </a:moveTo>
                <a:lnTo>
                  <a:pt x="0" y="359643"/>
                </a:lnTo>
              </a:path>
            </a:pathLst>
          </a:custGeom>
          <a:ln w="12565">
            <a:solidFill>
              <a:srgbClr val="95D9C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0" name="object 200" descr=""/>
          <p:cNvGrpSpPr/>
          <p:nvPr/>
        </p:nvGrpSpPr>
        <p:grpSpPr>
          <a:xfrm>
            <a:off x="13239545" y="9480904"/>
            <a:ext cx="843915" cy="884555"/>
            <a:chOff x="13239545" y="9480904"/>
            <a:chExt cx="843915" cy="884555"/>
          </a:xfrm>
        </p:grpSpPr>
        <p:sp>
          <p:nvSpPr>
            <p:cNvPr id="201" name="object 201" descr=""/>
            <p:cNvSpPr/>
            <p:nvPr/>
          </p:nvSpPr>
          <p:spPr>
            <a:xfrm>
              <a:off x="13705640" y="9487189"/>
              <a:ext cx="371475" cy="775335"/>
            </a:xfrm>
            <a:custGeom>
              <a:avLst/>
              <a:gdLst/>
              <a:ahLst/>
              <a:cxnLst/>
              <a:rect l="l" t="t" r="r" b="b"/>
              <a:pathLst>
                <a:path w="371475" h="775334">
                  <a:moveTo>
                    <a:pt x="7099" y="41"/>
                  </a:moveTo>
                  <a:lnTo>
                    <a:pt x="4764" y="0"/>
                  </a:lnTo>
                  <a:lnTo>
                    <a:pt x="3277" y="565"/>
                  </a:lnTo>
                  <a:lnTo>
                    <a:pt x="753" y="2816"/>
                  </a:lnTo>
                  <a:lnTo>
                    <a:pt x="0" y="4565"/>
                  </a:lnTo>
                  <a:lnTo>
                    <a:pt x="10900" y="658095"/>
                  </a:lnTo>
                  <a:lnTo>
                    <a:pt x="12114" y="660105"/>
                  </a:lnTo>
                  <a:lnTo>
                    <a:pt x="14994" y="661770"/>
                  </a:lnTo>
                  <a:lnTo>
                    <a:pt x="16072" y="662053"/>
                  </a:lnTo>
                  <a:lnTo>
                    <a:pt x="18219" y="662053"/>
                  </a:lnTo>
                  <a:lnTo>
                    <a:pt x="19276" y="661780"/>
                  </a:lnTo>
                  <a:lnTo>
                    <a:pt x="26166" y="658021"/>
                  </a:lnTo>
                  <a:lnTo>
                    <a:pt x="34239" y="658021"/>
                  </a:lnTo>
                  <a:lnTo>
                    <a:pt x="67306" y="681392"/>
                  </a:lnTo>
                  <a:lnTo>
                    <a:pt x="76489" y="703350"/>
                  </a:lnTo>
                  <a:lnTo>
                    <a:pt x="86245" y="727255"/>
                  </a:lnTo>
                  <a:lnTo>
                    <a:pt x="100012" y="750424"/>
                  </a:lnTo>
                  <a:lnTo>
                    <a:pt x="120219" y="767935"/>
                  </a:lnTo>
                  <a:lnTo>
                    <a:pt x="149304" y="774866"/>
                  </a:lnTo>
                  <a:lnTo>
                    <a:pt x="155517" y="774615"/>
                  </a:lnTo>
                  <a:lnTo>
                    <a:pt x="194388" y="764131"/>
                  </a:lnTo>
                  <a:lnTo>
                    <a:pt x="229067" y="748448"/>
                  </a:lnTo>
                  <a:lnTo>
                    <a:pt x="244198" y="742194"/>
                  </a:lnTo>
                  <a:lnTo>
                    <a:pt x="259440" y="737185"/>
                  </a:lnTo>
                  <a:lnTo>
                    <a:pt x="274724" y="734103"/>
                  </a:lnTo>
                  <a:lnTo>
                    <a:pt x="277562" y="733757"/>
                  </a:lnTo>
                  <a:lnTo>
                    <a:pt x="279802" y="731537"/>
                  </a:lnTo>
                  <a:lnTo>
                    <a:pt x="370899" y="50469"/>
                  </a:lnTo>
                  <a:lnTo>
                    <a:pt x="370449" y="48794"/>
                  </a:lnTo>
                  <a:lnTo>
                    <a:pt x="368407" y="46134"/>
                  </a:lnTo>
                  <a:lnTo>
                    <a:pt x="366889" y="45276"/>
                  </a:lnTo>
                  <a:lnTo>
                    <a:pt x="7099" y="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13239534" y="9480912"/>
              <a:ext cx="843915" cy="884555"/>
            </a:xfrm>
            <a:custGeom>
              <a:avLst/>
              <a:gdLst/>
              <a:ahLst/>
              <a:cxnLst/>
              <a:rect l="l" t="t" r="r" b="b"/>
              <a:pathLst>
                <a:path w="843915" h="884554">
                  <a:moveTo>
                    <a:pt x="843445" y="55918"/>
                  </a:moveTo>
                  <a:lnTo>
                    <a:pt x="842543" y="52578"/>
                  </a:lnTo>
                  <a:lnTo>
                    <a:pt x="838454" y="47256"/>
                  </a:lnTo>
                  <a:lnTo>
                    <a:pt x="835444" y="45542"/>
                  </a:lnTo>
                  <a:lnTo>
                    <a:pt x="830554" y="44932"/>
                  </a:lnTo>
                  <a:lnTo>
                    <a:pt x="830554" y="57581"/>
                  </a:lnTo>
                  <a:lnTo>
                    <a:pt x="749427" y="664044"/>
                  </a:lnTo>
                  <a:lnTo>
                    <a:pt x="733628" y="681316"/>
                  </a:lnTo>
                  <a:lnTo>
                    <a:pt x="699643" y="698347"/>
                  </a:lnTo>
                  <a:lnTo>
                    <a:pt x="664019" y="700976"/>
                  </a:lnTo>
                  <a:lnTo>
                    <a:pt x="627164" y="692708"/>
                  </a:lnTo>
                  <a:lnTo>
                    <a:pt x="589483" y="677049"/>
                  </a:lnTo>
                  <a:lnTo>
                    <a:pt x="551383" y="657504"/>
                  </a:lnTo>
                  <a:lnTo>
                    <a:pt x="513270" y="637578"/>
                  </a:lnTo>
                  <a:lnTo>
                    <a:pt x="482600" y="623925"/>
                  </a:lnTo>
                  <a:lnTo>
                    <a:pt x="472414" y="12560"/>
                  </a:lnTo>
                  <a:lnTo>
                    <a:pt x="830554" y="57581"/>
                  </a:lnTo>
                  <a:lnTo>
                    <a:pt x="830554" y="44932"/>
                  </a:lnTo>
                  <a:lnTo>
                    <a:pt x="573163" y="12560"/>
                  </a:lnTo>
                  <a:lnTo>
                    <a:pt x="473456" y="25"/>
                  </a:lnTo>
                  <a:lnTo>
                    <a:pt x="472935" y="0"/>
                  </a:lnTo>
                  <a:lnTo>
                    <a:pt x="469341" y="0"/>
                  </a:lnTo>
                  <a:lnTo>
                    <a:pt x="466344" y="1130"/>
                  </a:lnTo>
                  <a:lnTo>
                    <a:pt x="461314" y="5638"/>
                  </a:lnTo>
                  <a:lnTo>
                    <a:pt x="459790" y="9131"/>
                  </a:lnTo>
                  <a:lnTo>
                    <a:pt x="469963" y="619239"/>
                  </a:lnTo>
                  <a:lnTo>
                    <a:pt x="438632" y="610603"/>
                  </a:lnTo>
                  <a:lnTo>
                    <a:pt x="396189" y="612495"/>
                  </a:lnTo>
                  <a:lnTo>
                    <a:pt x="349973" y="617334"/>
                  </a:lnTo>
                  <a:lnTo>
                    <a:pt x="301421" y="625335"/>
                  </a:lnTo>
                  <a:lnTo>
                    <a:pt x="251968" y="636752"/>
                  </a:lnTo>
                  <a:lnTo>
                    <a:pt x="203060" y="651814"/>
                  </a:lnTo>
                  <a:lnTo>
                    <a:pt x="156133" y="670737"/>
                  </a:lnTo>
                  <a:lnTo>
                    <a:pt x="112649" y="693775"/>
                  </a:lnTo>
                  <a:lnTo>
                    <a:pt x="74041" y="721144"/>
                  </a:lnTo>
                  <a:lnTo>
                    <a:pt x="41744" y="753097"/>
                  </a:lnTo>
                  <a:lnTo>
                    <a:pt x="17195" y="789851"/>
                  </a:lnTo>
                  <a:lnTo>
                    <a:pt x="2451" y="830021"/>
                  </a:lnTo>
                  <a:lnTo>
                    <a:pt x="1117" y="832485"/>
                  </a:lnTo>
                  <a:lnTo>
                    <a:pt x="8623" y="876884"/>
                  </a:lnTo>
                  <a:lnTo>
                    <a:pt x="462013" y="884097"/>
                  </a:lnTo>
                  <a:lnTo>
                    <a:pt x="585457" y="884339"/>
                  </a:lnTo>
                  <a:lnTo>
                    <a:pt x="639584" y="884224"/>
                  </a:lnTo>
                  <a:lnTo>
                    <a:pt x="686333" y="883932"/>
                  </a:lnTo>
                  <a:lnTo>
                    <a:pt x="750773" y="882624"/>
                  </a:lnTo>
                  <a:lnTo>
                    <a:pt x="785291" y="852322"/>
                  </a:lnTo>
                  <a:lnTo>
                    <a:pt x="783018" y="832358"/>
                  </a:lnTo>
                  <a:lnTo>
                    <a:pt x="782193" y="829310"/>
                  </a:lnTo>
                  <a:lnTo>
                    <a:pt x="779995" y="797179"/>
                  </a:lnTo>
                  <a:lnTo>
                    <a:pt x="775601" y="746823"/>
                  </a:lnTo>
                  <a:lnTo>
                    <a:pt x="765568" y="646391"/>
                  </a:lnTo>
                  <a:lnTo>
                    <a:pt x="764273" y="647801"/>
                  </a:lnTo>
                  <a:lnTo>
                    <a:pt x="843445" y="559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3" name="object 203" descr=""/>
          <p:cNvGrpSpPr/>
          <p:nvPr/>
        </p:nvGrpSpPr>
        <p:grpSpPr>
          <a:xfrm>
            <a:off x="12724925" y="4215707"/>
            <a:ext cx="2956560" cy="5726430"/>
            <a:chOff x="12724925" y="4215707"/>
            <a:chExt cx="2956560" cy="5726430"/>
          </a:xfrm>
        </p:grpSpPr>
        <p:pic>
          <p:nvPicPr>
            <p:cNvPr id="204" name="object 20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27591" y="5327751"/>
              <a:ext cx="831948" cy="1455735"/>
            </a:xfrm>
            <a:prstGeom prst="rect">
              <a:avLst/>
            </a:prstGeom>
          </p:spPr>
        </p:pic>
        <p:sp>
          <p:nvSpPr>
            <p:cNvPr id="205" name="object 205" descr=""/>
            <p:cNvSpPr/>
            <p:nvPr/>
          </p:nvSpPr>
          <p:spPr>
            <a:xfrm>
              <a:off x="14413119" y="4640411"/>
              <a:ext cx="786130" cy="1026160"/>
            </a:xfrm>
            <a:custGeom>
              <a:avLst/>
              <a:gdLst/>
              <a:ahLst/>
              <a:cxnLst/>
              <a:rect l="l" t="t" r="r" b="b"/>
              <a:pathLst>
                <a:path w="786130" h="1026160">
                  <a:moveTo>
                    <a:pt x="436910" y="0"/>
                  </a:moveTo>
                  <a:lnTo>
                    <a:pt x="42629" y="74217"/>
                  </a:lnTo>
                  <a:lnTo>
                    <a:pt x="52199" y="164162"/>
                  </a:lnTo>
                  <a:lnTo>
                    <a:pt x="30190" y="168309"/>
                  </a:lnTo>
                  <a:lnTo>
                    <a:pt x="47999" y="333276"/>
                  </a:lnTo>
                  <a:lnTo>
                    <a:pt x="58168" y="430655"/>
                  </a:lnTo>
                  <a:lnTo>
                    <a:pt x="64504" y="498599"/>
                  </a:lnTo>
                  <a:lnTo>
                    <a:pt x="70817" y="575259"/>
                  </a:lnTo>
                  <a:lnTo>
                    <a:pt x="56126" y="613718"/>
                  </a:lnTo>
                  <a:lnTo>
                    <a:pt x="42317" y="653571"/>
                  </a:lnTo>
                  <a:lnTo>
                    <a:pt x="33460" y="685689"/>
                  </a:lnTo>
                  <a:lnTo>
                    <a:pt x="33624" y="700942"/>
                  </a:lnTo>
                  <a:lnTo>
                    <a:pt x="35467" y="702083"/>
                  </a:lnTo>
                  <a:lnTo>
                    <a:pt x="40273" y="703790"/>
                  </a:lnTo>
                  <a:lnTo>
                    <a:pt x="12460" y="793564"/>
                  </a:lnTo>
                  <a:lnTo>
                    <a:pt x="1409" y="865383"/>
                  </a:lnTo>
                  <a:lnTo>
                    <a:pt x="0" y="913032"/>
                  </a:lnTo>
                  <a:lnTo>
                    <a:pt x="1112" y="930296"/>
                  </a:lnTo>
                  <a:lnTo>
                    <a:pt x="389791" y="1025947"/>
                  </a:lnTo>
                  <a:lnTo>
                    <a:pt x="786051" y="719873"/>
                  </a:lnTo>
                  <a:lnTo>
                    <a:pt x="729076" y="713503"/>
                  </a:lnTo>
                  <a:lnTo>
                    <a:pt x="691734" y="702961"/>
                  </a:lnTo>
                  <a:lnTo>
                    <a:pt x="657506" y="680668"/>
                  </a:lnTo>
                  <a:lnTo>
                    <a:pt x="609879" y="639048"/>
                  </a:lnTo>
                  <a:lnTo>
                    <a:pt x="562045" y="556835"/>
                  </a:lnTo>
                  <a:lnTo>
                    <a:pt x="534203" y="500452"/>
                  </a:lnTo>
                  <a:lnTo>
                    <a:pt x="515861" y="460415"/>
                  </a:lnTo>
                  <a:lnTo>
                    <a:pt x="491237" y="391700"/>
                  </a:lnTo>
                  <a:lnTo>
                    <a:pt x="480111" y="354053"/>
                  </a:lnTo>
                  <a:lnTo>
                    <a:pt x="469841" y="315540"/>
                  </a:lnTo>
                  <a:lnTo>
                    <a:pt x="476107" y="291659"/>
                  </a:lnTo>
                  <a:lnTo>
                    <a:pt x="481254" y="271082"/>
                  </a:lnTo>
                  <a:lnTo>
                    <a:pt x="487893" y="242400"/>
                  </a:lnTo>
                  <a:lnTo>
                    <a:pt x="4369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4413119" y="4640411"/>
              <a:ext cx="786130" cy="1026160"/>
            </a:xfrm>
            <a:custGeom>
              <a:avLst/>
              <a:gdLst/>
              <a:ahLst/>
              <a:cxnLst/>
              <a:rect l="l" t="t" r="r" b="b"/>
              <a:pathLst>
                <a:path w="786130" h="1026160">
                  <a:moveTo>
                    <a:pt x="609879" y="639048"/>
                  </a:moveTo>
                  <a:lnTo>
                    <a:pt x="562045" y="556835"/>
                  </a:lnTo>
                  <a:lnTo>
                    <a:pt x="534203" y="500452"/>
                  </a:lnTo>
                  <a:lnTo>
                    <a:pt x="515861" y="460415"/>
                  </a:lnTo>
                  <a:lnTo>
                    <a:pt x="491237" y="391700"/>
                  </a:lnTo>
                  <a:lnTo>
                    <a:pt x="480111" y="354053"/>
                  </a:lnTo>
                  <a:lnTo>
                    <a:pt x="469841" y="315540"/>
                  </a:lnTo>
                  <a:lnTo>
                    <a:pt x="476107" y="291659"/>
                  </a:lnTo>
                  <a:lnTo>
                    <a:pt x="481254" y="271082"/>
                  </a:lnTo>
                  <a:lnTo>
                    <a:pt x="485208" y="254448"/>
                  </a:lnTo>
                  <a:lnTo>
                    <a:pt x="487893" y="242400"/>
                  </a:lnTo>
                  <a:lnTo>
                    <a:pt x="479936" y="204486"/>
                  </a:lnTo>
                  <a:lnTo>
                    <a:pt x="462409" y="121165"/>
                  </a:lnTo>
                  <a:lnTo>
                    <a:pt x="444879" y="37861"/>
                  </a:lnTo>
                  <a:lnTo>
                    <a:pt x="436910" y="0"/>
                  </a:lnTo>
                  <a:lnTo>
                    <a:pt x="42629" y="74217"/>
                  </a:lnTo>
                  <a:lnTo>
                    <a:pt x="45028" y="96396"/>
                  </a:lnTo>
                  <a:lnTo>
                    <a:pt x="46825" y="113158"/>
                  </a:lnTo>
                  <a:lnTo>
                    <a:pt x="48916" y="132936"/>
                  </a:lnTo>
                  <a:lnTo>
                    <a:pt x="52199" y="164162"/>
                  </a:lnTo>
                  <a:lnTo>
                    <a:pt x="30190" y="168309"/>
                  </a:lnTo>
                  <a:lnTo>
                    <a:pt x="47999" y="333276"/>
                  </a:lnTo>
                  <a:lnTo>
                    <a:pt x="58168" y="430655"/>
                  </a:lnTo>
                  <a:lnTo>
                    <a:pt x="64504" y="498599"/>
                  </a:lnTo>
                  <a:lnTo>
                    <a:pt x="70817" y="575259"/>
                  </a:lnTo>
                  <a:lnTo>
                    <a:pt x="56126" y="613718"/>
                  </a:lnTo>
                  <a:lnTo>
                    <a:pt x="42317" y="653571"/>
                  </a:lnTo>
                  <a:lnTo>
                    <a:pt x="33460" y="685689"/>
                  </a:lnTo>
                  <a:lnTo>
                    <a:pt x="33624" y="700942"/>
                  </a:lnTo>
                  <a:lnTo>
                    <a:pt x="35467" y="702083"/>
                  </a:lnTo>
                  <a:lnTo>
                    <a:pt x="37770" y="702994"/>
                  </a:lnTo>
                  <a:lnTo>
                    <a:pt x="40273" y="703790"/>
                  </a:lnTo>
                  <a:lnTo>
                    <a:pt x="12460" y="793564"/>
                  </a:lnTo>
                  <a:lnTo>
                    <a:pt x="1409" y="865383"/>
                  </a:lnTo>
                  <a:lnTo>
                    <a:pt x="0" y="913032"/>
                  </a:lnTo>
                  <a:lnTo>
                    <a:pt x="1112" y="930296"/>
                  </a:lnTo>
                  <a:lnTo>
                    <a:pt x="389791" y="1025947"/>
                  </a:lnTo>
                  <a:lnTo>
                    <a:pt x="786051" y="719873"/>
                  </a:lnTo>
                  <a:lnTo>
                    <a:pt x="729076" y="713503"/>
                  </a:lnTo>
                  <a:lnTo>
                    <a:pt x="691734" y="702961"/>
                  </a:lnTo>
                  <a:lnTo>
                    <a:pt x="657506" y="680668"/>
                  </a:lnTo>
                  <a:lnTo>
                    <a:pt x="609879" y="639048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4237266" y="5274240"/>
              <a:ext cx="1287145" cy="2014220"/>
            </a:xfrm>
            <a:custGeom>
              <a:avLst/>
              <a:gdLst/>
              <a:ahLst/>
              <a:cxnLst/>
              <a:rect l="l" t="t" r="r" b="b"/>
              <a:pathLst>
                <a:path w="1287144" h="2014220">
                  <a:moveTo>
                    <a:pt x="295155" y="0"/>
                  </a:moveTo>
                  <a:lnTo>
                    <a:pt x="193478" y="84696"/>
                  </a:lnTo>
                  <a:lnTo>
                    <a:pt x="150018" y="121881"/>
                  </a:lnTo>
                  <a:lnTo>
                    <a:pt x="97390" y="178365"/>
                  </a:lnTo>
                  <a:lnTo>
                    <a:pt x="73522" y="213460"/>
                  </a:lnTo>
                  <a:lnTo>
                    <a:pt x="52036" y="253196"/>
                  </a:lnTo>
                  <a:lnTo>
                    <a:pt x="33492" y="297629"/>
                  </a:lnTo>
                  <a:lnTo>
                    <a:pt x="18455" y="346815"/>
                  </a:lnTo>
                  <a:lnTo>
                    <a:pt x="7485" y="400807"/>
                  </a:lnTo>
                  <a:lnTo>
                    <a:pt x="1146" y="459662"/>
                  </a:lnTo>
                  <a:lnTo>
                    <a:pt x="0" y="523435"/>
                  </a:lnTo>
                  <a:lnTo>
                    <a:pt x="4608" y="592180"/>
                  </a:lnTo>
                  <a:lnTo>
                    <a:pt x="9660" y="636168"/>
                  </a:lnTo>
                  <a:lnTo>
                    <a:pt x="16867" y="692942"/>
                  </a:lnTo>
                  <a:lnTo>
                    <a:pt x="26345" y="761461"/>
                  </a:lnTo>
                  <a:lnTo>
                    <a:pt x="31971" y="799800"/>
                  </a:lnTo>
                  <a:lnTo>
                    <a:pt x="38208" y="840684"/>
                  </a:lnTo>
                  <a:lnTo>
                    <a:pt x="45070" y="883984"/>
                  </a:lnTo>
                  <a:lnTo>
                    <a:pt x="52571" y="929569"/>
                  </a:lnTo>
                  <a:lnTo>
                    <a:pt x="60726" y="977309"/>
                  </a:lnTo>
                  <a:lnTo>
                    <a:pt x="69549" y="1027074"/>
                  </a:lnTo>
                  <a:lnTo>
                    <a:pt x="79055" y="1078733"/>
                  </a:lnTo>
                  <a:lnTo>
                    <a:pt x="89258" y="1132157"/>
                  </a:lnTo>
                  <a:lnTo>
                    <a:pt x="100172" y="1187216"/>
                  </a:lnTo>
                  <a:lnTo>
                    <a:pt x="111811" y="1243778"/>
                  </a:lnTo>
                  <a:lnTo>
                    <a:pt x="124190" y="1301714"/>
                  </a:lnTo>
                  <a:lnTo>
                    <a:pt x="137324" y="1360894"/>
                  </a:lnTo>
                  <a:lnTo>
                    <a:pt x="151226" y="1421187"/>
                  </a:lnTo>
                  <a:lnTo>
                    <a:pt x="165911" y="1482463"/>
                  </a:lnTo>
                  <a:lnTo>
                    <a:pt x="181393" y="1544592"/>
                  </a:lnTo>
                  <a:lnTo>
                    <a:pt x="197687" y="1607444"/>
                  </a:lnTo>
                  <a:lnTo>
                    <a:pt x="214807" y="1670888"/>
                  </a:lnTo>
                  <a:lnTo>
                    <a:pt x="232768" y="1734795"/>
                  </a:lnTo>
                  <a:lnTo>
                    <a:pt x="251583" y="1799034"/>
                  </a:lnTo>
                  <a:lnTo>
                    <a:pt x="271267" y="1863475"/>
                  </a:lnTo>
                  <a:lnTo>
                    <a:pt x="291835" y="1927987"/>
                  </a:lnTo>
                  <a:lnTo>
                    <a:pt x="313363" y="1992651"/>
                  </a:lnTo>
                  <a:lnTo>
                    <a:pt x="350879" y="2009740"/>
                  </a:lnTo>
                  <a:lnTo>
                    <a:pt x="395958" y="2014116"/>
                  </a:lnTo>
                  <a:lnTo>
                    <a:pt x="713991" y="2010482"/>
                  </a:lnTo>
                  <a:lnTo>
                    <a:pt x="985850" y="1985325"/>
                  </a:lnTo>
                  <a:lnTo>
                    <a:pt x="1175437" y="1956868"/>
                  </a:lnTo>
                  <a:lnTo>
                    <a:pt x="1246654" y="1943333"/>
                  </a:lnTo>
                  <a:lnTo>
                    <a:pt x="1235078" y="1880599"/>
                  </a:lnTo>
                  <a:lnTo>
                    <a:pt x="1225430" y="1818651"/>
                  </a:lnTo>
                  <a:lnTo>
                    <a:pt x="1217599" y="1757496"/>
                  </a:lnTo>
                  <a:lnTo>
                    <a:pt x="1211473" y="1697144"/>
                  </a:lnTo>
                  <a:lnTo>
                    <a:pt x="1206942" y="1637604"/>
                  </a:lnTo>
                  <a:lnTo>
                    <a:pt x="1203894" y="1578886"/>
                  </a:lnTo>
                  <a:lnTo>
                    <a:pt x="1202218" y="1520997"/>
                  </a:lnTo>
                  <a:lnTo>
                    <a:pt x="1201801" y="1463946"/>
                  </a:lnTo>
                  <a:lnTo>
                    <a:pt x="1202533" y="1407744"/>
                  </a:lnTo>
                  <a:lnTo>
                    <a:pt x="1204303" y="1352398"/>
                  </a:lnTo>
                  <a:lnTo>
                    <a:pt x="1206998" y="1297918"/>
                  </a:lnTo>
                  <a:lnTo>
                    <a:pt x="1210508" y="1244312"/>
                  </a:lnTo>
                  <a:lnTo>
                    <a:pt x="1214721" y="1191590"/>
                  </a:lnTo>
                  <a:lnTo>
                    <a:pt x="1219525" y="1139760"/>
                  </a:lnTo>
                  <a:lnTo>
                    <a:pt x="1224810" y="1088832"/>
                  </a:lnTo>
                  <a:lnTo>
                    <a:pt x="1230464" y="1038814"/>
                  </a:lnTo>
                  <a:lnTo>
                    <a:pt x="1236375" y="989716"/>
                  </a:lnTo>
                  <a:lnTo>
                    <a:pt x="1260366" y="802694"/>
                  </a:lnTo>
                  <a:lnTo>
                    <a:pt x="1265893" y="758326"/>
                  </a:lnTo>
                  <a:lnTo>
                    <a:pt x="1271009" y="714932"/>
                  </a:lnTo>
                  <a:lnTo>
                    <a:pt x="1275603" y="672519"/>
                  </a:lnTo>
                  <a:lnTo>
                    <a:pt x="1279563" y="631097"/>
                  </a:lnTo>
                  <a:lnTo>
                    <a:pt x="1282778" y="590675"/>
                  </a:lnTo>
                  <a:lnTo>
                    <a:pt x="1285136" y="551262"/>
                  </a:lnTo>
                  <a:lnTo>
                    <a:pt x="1286526" y="512867"/>
                  </a:lnTo>
                  <a:lnTo>
                    <a:pt x="1286837" y="475498"/>
                  </a:lnTo>
                  <a:lnTo>
                    <a:pt x="1285957" y="439165"/>
                  </a:lnTo>
                  <a:lnTo>
                    <a:pt x="1280179" y="369642"/>
                  </a:lnTo>
                  <a:lnTo>
                    <a:pt x="1268300" y="304369"/>
                  </a:lnTo>
                  <a:lnTo>
                    <a:pt x="1249430" y="243417"/>
                  </a:lnTo>
                  <a:lnTo>
                    <a:pt x="1222678" y="186859"/>
                  </a:lnTo>
                  <a:lnTo>
                    <a:pt x="1187151" y="134765"/>
                  </a:lnTo>
                  <a:lnTo>
                    <a:pt x="1079782" y="63541"/>
                  </a:lnTo>
                  <a:lnTo>
                    <a:pt x="958340" y="31872"/>
                  </a:lnTo>
                  <a:lnTo>
                    <a:pt x="849944" y="13943"/>
                  </a:lnTo>
                  <a:lnTo>
                    <a:pt x="803045" y="8292"/>
                  </a:lnTo>
                  <a:lnTo>
                    <a:pt x="817973" y="34185"/>
                  </a:lnTo>
                  <a:lnTo>
                    <a:pt x="820101" y="60967"/>
                  </a:lnTo>
                  <a:lnTo>
                    <a:pt x="791728" y="115440"/>
                  </a:lnTo>
                  <a:lnTo>
                    <a:pt x="764114" y="142246"/>
                  </a:lnTo>
                  <a:lnTo>
                    <a:pt x="729472" y="168179"/>
                  </a:lnTo>
                  <a:lnTo>
                    <a:pt x="689245" y="192795"/>
                  </a:lnTo>
                  <a:lnTo>
                    <a:pt x="644875" y="215655"/>
                  </a:lnTo>
                  <a:lnTo>
                    <a:pt x="597807" y="236316"/>
                  </a:lnTo>
                  <a:lnTo>
                    <a:pt x="549482" y="254337"/>
                  </a:lnTo>
                  <a:lnTo>
                    <a:pt x="501344" y="269278"/>
                  </a:lnTo>
                  <a:lnTo>
                    <a:pt x="454836" y="280696"/>
                  </a:lnTo>
                  <a:lnTo>
                    <a:pt x="411400" y="288151"/>
                  </a:lnTo>
                  <a:lnTo>
                    <a:pt x="372481" y="291201"/>
                  </a:lnTo>
                  <a:lnTo>
                    <a:pt x="339520" y="289404"/>
                  </a:lnTo>
                  <a:lnTo>
                    <a:pt x="252774" y="232364"/>
                  </a:lnTo>
                  <a:lnTo>
                    <a:pt x="246392" y="134194"/>
                  </a:lnTo>
                  <a:lnTo>
                    <a:pt x="275482" y="41279"/>
                  </a:lnTo>
                  <a:lnTo>
                    <a:pt x="2951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4237266" y="5274240"/>
              <a:ext cx="1287145" cy="2014220"/>
            </a:xfrm>
            <a:custGeom>
              <a:avLst/>
              <a:gdLst/>
              <a:ahLst/>
              <a:cxnLst/>
              <a:rect l="l" t="t" r="r" b="b"/>
              <a:pathLst>
                <a:path w="1287144" h="2014220">
                  <a:moveTo>
                    <a:pt x="4608" y="592180"/>
                  </a:moveTo>
                  <a:lnTo>
                    <a:pt x="9660" y="636168"/>
                  </a:lnTo>
                  <a:lnTo>
                    <a:pt x="16867" y="692942"/>
                  </a:lnTo>
                  <a:lnTo>
                    <a:pt x="26345" y="761461"/>
                  </a:lnTo>
                  <a:lnTo>
                    <a:pt x="31971" y="799800"/>
                  </a:lnTo>
                  <a:lnTo>
                    <a:pt x="38208" y="840684"/>
                  </a:lnTo>
                  <a:lnTo>
                    <a:pt x="45070" y="883984"/>
                  </a:lnTo>
                  <a:lnTo>
                    <a:pt x="52571" y="929569"/>
                  </a:lnTo>
                  <a:lnTo>
                    <a:pt x="60726" y="977309"/>
                  </a:lnTo>
                  <a:lnTo>
                    <a:pt x="69549" y="1027074"/>
                  </a:lnTo>
                  <a:lnTo>
                    <a:pt x="79055" y="1078733"/>
                  </a:lnTo>
                  <a:lnTo>
                    <a:pt x="89258" y="1132157"/>
                  </a:lnTo>
                  <a:lnTo>
                    <a:pt x="100172" y="1187216"/>
                  </a:lnTo>
                  <a:lnTo>
                    <a:pt x="111811" y="1243778"/>
                  </a:lnTo>
                  <a:lnTo>
                    <a:pt x="124190" y="1301714"/>
                  </a:lnTo>
                  <a:lnTo>
                    <a:pt x="137324" y="1360894"/>
                  </a:lnTo>
                  <a:lnTo>
                    <a:pt x="151226" y="1421187"/>
                  </a:lnTo>
                  <a:lnTo>
                    <a:pt x="165911" y="1482463"/>
                  </a:lnTo>
                  <a:lnTo>
                    <a:pt x="181393" y="1544592"/>
                  </a:lnTo>
                  <a:lnTo>
                    <a:pt x="197687" y="1607444"/>
                  </a:lnTo>
                  <a:lnTo>
                    <a:pt x="214807" y="1670888"/>
                  </a:lnTo>
                  <a:lnTo>
                    <a:pt x="232768" y="1734795"/>
                  </a:lnTo>
                  <a:lnTo>
                    <a:pt x="251583" y="1799034"/>
                  </a:lnTo>
                  <a:lnTo>
                    <a:pt x="271267" y="1863475"/>
                  </a:lnTo>
                  <a:lnTo>
                    <a:pt x="291835" y="1927987"/>
                  </a:lnTo>
                  <a:lnTo>
                    <a:pt x="313301" y="1992441"/>
                  </a:lnTo>
                  <a:lnTo>
                    <a:pt x="313363" y="1992651"/>
                  </a:lnTo>
                  <a:lnTo>
                    <a:pt x="350879" y="2009740"/>
                  </a:lnTo>
                  <a:lnTo>
                    <a:pt x="395958" y="2014116"/>
                  </a:lnTo>
                  <a:lnTo>
                    <a:pt x="713991" y="2010482"/>
                  </a:lnTo>
                  <a:lnTo>
                    <a:pt x="985850" y="1985325"/>
                  </a:lnTo>
                  <a:lnTo>
                    <a:pt x="1175437" y="1956868"/>
                  </a:lnTo>
                  <a:lnTo>
                    <a:pt x="1246654" y="1943333"/>
                  </a:lnTo>
                  <a:lnTo>
                    <a:pt x="1235078" y="1880599"/>
                  </a:lnTo>
                  <a:lnTo>
                    <a:pt x="1225430" y="1818651"/>
                  </a:lnTo>
                  <a:lnTo>
                    <a:pt x="1217599" y="1757496"/>
                  </a:lnTo>
                  <a:lnTo>
                    <a:pt x="1211473" y="1697144"/>
                  </a:lnTo>
                  <a:lnTo>
                    <a:pt x="1206942" y="1637604"/>
                  </a:lnTo>
                  <a:lnTo>
                    <a:pt x="1203894" y="1578886"/>
                  </a:lnTo>
                  <a:lnTo>
                    <a:pt x="1202218" y="1520997"/>
                  </a:lnTo>
                  <a:lnTo>
                    <a:pt x="1201801" y="1463946"/>
                  </a:lnTo>
                  <a:lnTo>
                    <a:pt x="1202533" y="1407744"/>
                  </a:lnTo>
                  <a:lnTo>
                    <a:pt x="1204303" y="1352398"/>
                  </a:lnTo>
                  <a:lnTo>
                    <a:pt x="1206998" y="1297918"/>
                  </a:lnTo>
                  <a:lnTo>
                    <a:pt x="1210508" y="1244312"/>
                  </a:lnTo>
                  <a:lnTo>
                    <a:pt x="1214721" y="1191590"/>
                  </a:lnTo>
                  <a:lnTo>
                    <a:pt x="1219525" y="1139760"/>
                  </a:lnTo>
                  <a:lnTo>
                    <a:pt x="1224810" y="1088832"/>
                  </a:lnTo>
                  <a:lnTo>
                    <a:pt x="1230464" y="1038814"/>
                  </a:lnTo>
                  <a:lnTo>
                    <a:pt x="1236375" y="989716"/>
                  </a:lnTo>
                  <a:lnTo>
                    <a:pt x="1242432" y="941546"/>
                  </a:lnTo>
                  <a:lnTo>
                    <a:pt x="1248524" y="894313"/>
                  </a:lnTo>
                  <a:lnTo>
                    <a:pt x="1254539" y="848026"/>
                  </a:lnTo>
                  <a:lnTo>
                    <a:pt x="1260366" y="802694"/>
                  </a:lnTo>
                  <a:lnTo>
                    <a:pt x="1265893" y="758326"/>
                  </a:lnTo>
                  <a:lnTo>
                    <a:pt x="1271009" y="714932"/>
                  </a:lnTo>
                  <a:lnTo>
                    <a:pt x="1275603" y="672519"/>
                  </a:lnTo>
                  <a:lnTo>
                    <a:pt x="1279563" y="631097"/>
                  </a:lnTo>
                  <a:lnTo>
                    <a:pt x="1282778" y="590675"/>
                  </a:lnTo>
                  <a:lnTo>
                    <a:pt x="1285136" y="551262"/>
                  </a:lnTo>
                  <a:lnTo>
                    <a:pt x="1286526" y="512867"/>
                  </a:lnTo>
                  <a:lnTo>
                    <a:pt x="1286837" y="475498"/>
                  </a:lnTo>
                  <a:lnTo>
                    <a:pt x="1285957" y="439165"/>
                  </a:lnTo>
                  <a:lnTo>
                    <a:pt x="1280179" y="369642"/>
                  </a:lnTo>
                  <a:lnTo>
                    <a:pt x="1268300" y="304369"/>
                  </a:lnTo>
                  <a:lnTo>
                    <a:pt x="1249430" y="243417"/>
                  </a:lnTo>
                  <a:lnTo>
                    <a:pt x="1222678" y="186859"/>
                  </a:lnTo>
                  <a:lnTo>
                    <a:pt x="1187151" y="134765"/>
                  </a:lnTo>
                  <a:lnTo>
                    <a:pt x="1079782" y="63541"/>
                  </a:lnTo>
                  <a:lnTo>
                    <a:pt x="958340" y="31872"/>
                  </a:lnTo>
                  <a:lnTo>
                    <a:pt x="849944" y="13943"/>
                  </a:lnTo>
                  <a:lnTo>
                    <a:pt x="803045" y="8292"/>
                  </a:lnTo>
                  <a:lnTo>
                    <a:pt x="817973" y="34185"/>
                  </a:lnTo>
                  <a:lnTo>
                    <a:pt x="820101" y="60967"/>
                  </a:lnTo>
                  <a:lnTo>
                    <a:pt x="791728" y="115440"/>
                  </a:lnTo>
                  <a:lnTo>
                    <a:pt x="764114" y="142246"/>
                  </a:lnTo>
                  <a:lnTo>
                    <a:pt x="729472" y="168179"/>
                  </a:lnTo>
                  <a:lnTo>
                    <a:pt x="689245" y="192795"/>
                  </a:lnTo>
                  <a:lnTo>
                    <a:pt x="644875" y="215655"/>
                  </a:lnTo>
                  <a:lnTo>
                    <a:pt x="597807" y="236316"/>
                  </a:lnTo>
                  <a:lnTo>
                    <a:pt x="549482" y="254337"/>
                  </a:lnTo>
                  <a:lnTo>
                    <a:pt x="501344" y="269278"/>
                  </a:lnTo>
                  <a:lnTo>
                    <a:pt x="454836" y="280696"/>
                  </a:lnTo>
                  <a:lnTo>
                    <a:pt x="411400" y="288151"/>
                  </a:lnTo>
                  <a:lnTo>
                    <a:pt x="372481" y="291201"/>
                  </a:lnTo>
                  <a:lnTo>
                    <a:pt x="339520" y="289404"/>
                  </a:lnTo>
                  <a:lnTo>
                    <a:pt x="252774" y="232364"/>
                  </a:lnTo>
                  <a:lnTo>
                    <a:pt x="246392" y="134194"/>
                  </a:lnTo>
                  <a:lnTo>
                    <a:pt x="275482" y="41279"/>
                  </a:lnTo>
                  <a:lnTo>
                    <a:pt x="295155" y="0"/>
                  </a:lnTo>
                  <a:lnTo>
                    <a:pt x="230236" y="54000"/>
                  </a:lnTo>
                  <a:lnTo>
                    <a:pt x="193478" y="84696"/>
                  </a:lnTo>
                  <a:lnTo>
                    <a:pt x="150018" y="121881"/>
                  </a:lnTo>
                  <a:lnTo>
                    <a:pt x="97390" y="178365"/>
                  </a:lnTo>
                  <a:lnTo>
                    <a:pt x="73522" y="213460"/>
                  </a:lnTo>
                  <a:lnTo>
                    <a:pt x="52036" y="253196"/>
                  </a:lnTo>
                  <a:lnTo>
                    <a:pt x="33492" y="297629"/>
                  </a:lnTo>
                  <a:lnTo>
                    <a:pt x="18455" y="346815"/>
                  </a:lnTo>
                  <a:lnTo>
                    <a:pt x="7485" y="400807"/>
                  </a:lnTo>
                  <a:lnTo>
                    <a:pt x="1146" y="459662"/>
                  </a:lnTo>
                  <a:lnTo>
                    <a:pt x="0" y="523435"/>
                  </a:lnTo>
                  <a:lnTo>
                    <a:pt x="4608" y="59218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9" name="object 20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181360" y="5261674"/>
              <a:ext cx="363640" cy="2116480"/>
            </a:xfrm>
            <a:prstGeom prst="rect">
              <a:avLst/>
            </a:prstGeom>
          </p:spPr>
        </p:pic>
        <p:pic>
          <p:nvPicPr>
            <p:cNvPr id="210" name="object 21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085720" y="5250966"/>
              <a:ext cx="2595385" cy="4690713"/>
            </a:xfrm>
            <a:prstGeom prst="rect">
              <a:avLst/>
            </a:prstGeom>
          </p:spPr>
        </p:pic>
        <p:pic>
          <p:nvPicPr>
            <p:cNvPr id="211" name="object 21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858971" y="5263391"/>
              <a:ext cx="809662" cy="2781035"/>
            </a:xfrm>
            <a:prstGeom prst="rect">
              <a:avLst/>
            </a:prstGeom>
          </p:spPr>
        </p:pic>
        <p:pic>
          <p:nvPicPr>
            <p:cNvPr id="212" name="object 21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724925" y="4215707"/>
              <a:ext cx="2936266" cy="4305811"/>
            </a:xfrm>
            <a:prstGeom prst="rect">
              <a:avLst/>
            </a:prstGeom>
          </p:spPr>
        </p:pic>
        <p:pic>
          <p:nvPicPr>
            <p:cNvPr id="213" name="object 21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002244" y="5350221"/>
              <a:ext cx="646560" cy="1603870"/>
            </a:xfrm>
            <a:prstGeom prst="rect">
              <a:avLst/>
            </a:prstGeom>
          </p:spPr>
        </p:pic>
        <p:sp>
          <p:nvSpPr>
            <p:cNvPr id="214" name="object 214" descr=""/>
            <p:cNvSpPr/>
            <p:nvPr/>
          </p:nvSpPr>
          <p:spPr>
            <a:xfrm>
              <a:off x="14943081" y="6654488"/>
              <a:ext cx="430530" cy="459740"/>
            </a:xfrm>
            <a:custGeom>
              <a:avLst/>
              <a:gdLst/>
              <a:ahLst/>
              <a:cxnLst/>
              <a:rect l="l" t="t" r="r" b="b"/>
              <a:pathLst>
                <a:path w="430530" h="459740">
                  <a:moveTo>
                    <a:pt x="65055" y="0"/>
                  </a:moveTo>
                  <a:lnTo>
                    <a:pt x="54354" y="0"/>
                  </a:lnTo>
                  <a:lnTo>
                    <a:pt x="46731" y="5717"/>
                  </a:lnTo>
                  <a:lnTo>
                    <a:pt x="44595" y="13800"/>
                  </a:lnTo>
                  <a:lnTo>
                    <a:pt x="34093" y="50898"/>
                  </a:lnTo>
                  <a:lnTo>
                    <a:pt x="33224" y="52804"/>
                  </a:lnTo>
                  <a:lnTo>
                    <a:pt x="13707" y="77692"/>
                  </a:lnTo>
                  <a:lnTo>
                    <a:pt x="6745" y="87272"/>
                  </a:lnTo>
                  <a:lnTo>
                    <a:pt x="2168" y="94884"/>
                  </a:lnTo>
                  <a:lnTo>
                    <a:pt x="178" y="100719"/>
                  </a:lnTo>
                  <a:lnTo>
                    <a:pt x="0" y="102216"/>
                  </a:lnTo>
                  <a:lnTo>
                    <a:pt x="356" y="103745"/>
                  </a:lnTo>
                  <a:lnTo>
                    <a:pt x="233930" y="451902"/>
                  </a:lnTo>
                  <a:lnTo>
                    <a:pt x="263405" y="459389"/>
                  </a:lnTo>
                  <a:lnTo>
                    <a:pt x="271845" y="459389"/>
                  </a:lnTo>
                  <a:lnTo>
                    <a:pt x="318333" y="427764"/>
                  </a:lnTo>
                  <a:lnTo>
                    <a:pt x="422165" y="320367"/>
                  </a:lnTo>
                  <a:lnTo>
                    <a:pt x="430506" y="278800"/>
                  </a:lnTo>
                  <a:lnTo>
                    <a:pt x="429201" y="265939"/>
                  </a:lnTo>
                  <a:lnTo>
                    <a:pt x="428363" y="263164"/>
                  </a:lnTo>
                  <a:lnTo>
                    <a:pt x="427086" y="261060"/>
                  </a:lnTo>
                  <a:lnTo>
                    <a:pt x="425379" y="259646"/>
                  </a:lnTo>
                  <a:lnTo>
                    <a:pt x="399371" y="213018"/>
                  </a:lnTo>
                  <a:lnTo>
                    <a:pt x="370112" y="170389"/>
                  </a:lnTo>
                  <a:lnTo>
                    <a:pt x="337809" y="131947"/>
                  </a:lnTo>
                  <a:lnTo>
                    <a:pt x="302670" y="97880"/>
                  </a:lnTo>
                  <a:lnTo>
                    <a:pt x="264901" y="68377"/>
                  </a:lnTo>
                  <a:lnTo>
                    <a:pt x="224710" y="43628"/>
                  </a:lnTo>
                  <a:lnTo>
                    <a:pt x="182304" y="23819"/>
                  </a:lnTo>
                  <a:lnTo>
                    <a:pt x="137891" y="9141"/>
                  </a:lnTo>
                  <a:lnTo>
                    <a:pt x="68814" y="848"/>
                  </a:lnTo>
                  <a:lnTo>
                    <a:pt x="66961" y="282"/>
                  </a:lnTo>
                  <a:lnTo>
                    <a:pt x="650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4236205" y="4639531"/>
              <a:ext cx="1143635" cy="2480945"/>
            </a:xfrm>
            <a:custGeom>
              <a:avLst/>
              <a:gdLst/>
              <a:ahLst/>
              <a:cxnLst/>
              <a:rect l="l" t="t" r="r" b="b"/>
              <a:pathLst>
                <a:path w="1143634" h="2480945">
                  <a:moveTo>
                    <a:pt x="773061" y="16090"/>
                  </a:moveTo>
                  <a:lnTo>
                    <a:pt x="765505" y="5981"/>
                  </a:lnTo>
                  <a:lnTo>
                    <a:pt x="751014" y="1295"/>
                  </a:lnTo>
                  <a:lnTo>
                    <a:pt x="736930" y="0"/>
                  </a:lnTo>
                  <a:lnTo>
                    <a:pt x="730605" y="25"/>
                  </a:lnTo>
                  <a:lnTo>
                    <a:pt x="716241" y="164985"/>
                  </a:lnTo>
                  <a:lnTo>
                    <a:pt x="691222" y="253619"/>
                  </a:lnTo>
                  <a:lnTo>
                    <a:pt x="637336" y="296240"/>
                  </a:lnTo>
                  <a:lnTo>
                    <a:pt x="536371" y="323126"/>
                  </a:lnTo>
                  <a:lnTo>
                    <a:pt x="490283" y="330123"/>
                  </a:lnTo>
                  <a:lnTo>
                    <a:pt x="471043" y="328561"/>
                  </a:lnTo>
                  <a:lnTo>
                    <a:pt x="421081" y="325183"/>
                  </a:lnTo>
                  <a:lnTo>
                    <a:pt x="376008" y="323189"/>
                  </a:lnTo>
                  <a:lnTo>
                    <a:pt x="376008" y="378028"/>
                  </a:lnTo>
                  <a:lnTo>
                    <a:pt x="370357" y="438721"/>
                  </a:lnTo>
                  <a:lnTo>
                    <a:pt x="352056" y="470077"/>
                  </a:lnTo>
                  <a:lnTo>
                    <a:pt x="306324" y="482130"/>
                  </a:lnTo>
                  <a:lnTo>
                    <a:pt x="218376" y="484860"/>
                  </a:lnTo>
                  <a:lnTo>
                    <a:pt x="129247" y="469607"/>
                  </a:lnTo>
                  <a:lnTo>
                    <a:pt x="81305" y="434162"/>
                  </a:lnTo>
                  <a:lnTo>
                    <a:pt x="61861" y="398360"/>
                  </a:lnTo>
                  <a:lnTo>
                    <a:pt x="58204" y="382028"/>
                  </a:lnTo>
                  <a:lnTo>
                    <a:pt x="78333" y="378942"/>
                  </a:lnTo>
                  <a:lnTo>
                    <a:pt x="101587" y="377151"/>
                  </a:lnTo>
                  <a:lnTo>
                    <a:pt x="142862" y="375958"/>
                  </a:lnTo>
                  <a:lnTo>
                    <a:pt x="217043" y="374675"/>
                  </a:lnTo>
                  <a:lnTo>
                    <a:pt x="295668" y="374726"/>
                  </a:lnTo>
                  <a:lnTo>
                    <a:pt x="344335" y="375932"/>
                  </a:lnTo>
                  <a:lnTo>
                    <a:pt x="369100" y="377342"/>
                  </a:lnTo>
                  <a:lnTo>
                    <a:pt x="376008" y="378028"/>
                  </a:lnTo>
                  <a:lnTo>
                    <a:pt x="376008" y="323189"/>
                  </a:lnTo>
                  <a:lnTo>
                    <a:pt x="350913" y="322072"/>
                  </a:lnTo>
                  <a:lnTo>
                    <a:pt x="271030" y="321310"/>
                  </a:lnTo>
                  <a:lnTo>
                    <a:pt x="234899" y="321754"/>
                  </a:lnTo>
                  <a:lnTo>
                    <a:pt x="163461" y="325589"/>
                  </a:lnTo>
                  <a:lnTo>
                    <a:pt x="108750" y="331736"/>
                  </a:lnTo>
                  <a:lnTo>
                    <a:pt x="66497" y="335051"/>
                  </a:lnTo>
                  <a:lnTo>
                    <a:pt x="32385" y="330365"/>
                  </a:lnTo>
                  <a:lnTo>
                    <a:pt x="31915" y="330200"/>
                  </a:lnTo>
                  <a:lnTo>
                    <a:pt x="31369" y="330060"/>
                  </a:lnTo>
                  <a:lnTo>
                    <a:pt x="30911" y="329882"/>
                  </a:lnTo>
                  <a:lnTo>
                    <a:pt x="25768" y="328142"/>
                  </a:lnTo>
                  <a:lnTo>
                    <a:pt x="21628" y="325882"/>
                  </a:lnTo>
                  <a:lnTo>
                    <a:pt x="17233" y="323761"/>
                  </a:lnTo>
                  <a:lnTo>
                    <a:pt x="12293" y="321170"/>
                  </a:lnTo>
                  <a:lnTo>
                    <a:pt x="2540" y="315023"/>
                  </a:lnTo>
                  <a:lnTo>
                    <a:pt x="114" y="325882"/>
                  </a:lnTo>
                  <a:lnTo>
                    <a:pt x="9601" y="413766"/>
                  </a:lnTo>
                  <a:lnTo>
                    <a:pt x="24434" y="470293"/>
                  </a:lnTo>
                  <a:lnTo>
                    <a:pt x="36588" y="510438"/>
                  </a:lnTo>
                  <a:lnTo>
                    <a:pt x="48666" y="552373"/>
                  </a:lnTo>
                  <a:lnTo>
                    <a:pt x="62788" y="594106"/>
                  </a:lnTo>
                  <a:lnTo>
                    <a:pt x="81089" y="633641"/>
                  </a:lnTo>
                  <a:lnTo>
                    <a:pt x="105689" y="668997"/>
                  </a:lnTo>
                  <a:lnTo>
                    <a:pt x="138734" y="698195"/>
                  </a:lnTo>
                  <a:lnTo>
                    <a:pt x="182372" y="719264"/>
                  </a:lnTo>
                  <a:lnTo>
                    <a:pt x="191135" y="721804"/>
                  </a:lnTo>
                  <a:lnTo>
                    <a:pt x="198666" y="723963"/>
                  </a:lnTo>
                  <a:lnTo>
                    <a:pt x="245211" y="732091"/>
                  </a:lnTo>
                  <a:lnTo>
                    <a:pt x="257619" y="732307"/>
                  </a:lnTo>
                  <a:lnTo>
                    <a:pt x="270268" y="731761"/>
                  </a:lnTo>
                  <a:lnTo>
                    <a:pt x="309181" y="724763"/>
                  </a:lnTo>
                  <a:lnTo>
                    <a:pt x="314502" y="723023"/>
                  </a:lnTo>
                  <a:lnTo>
                    <a:pt x="317169" y="722236"/>
                  </a:lnTo>
                  <a:lnTo>
                    <a:pt x="322326" y="720674"/>
                  </a:lnTo>
                  <a:lnTo>
                    <a:pt x="327482" y="719251"/>
                  </a:lnTo>
                  <a:lnTo>
                    <a:pt x="332625" y="717359"/>
                  </a:lnTo>
                  <a:lnTo>
                    <a:pt x="378688" y="699262"/>
                  </a:lnTo>
                  <a:lnTo>
                    <a:pt x="428891" y="676249"/>
                  </a:lnTo>
                  <a:lnTo>
                    <a:pt x="480466" y="649185"/>
                  </a:lnTo>
                  <a:lnTo>
                    <a:pt x="530707" y="618947"/>
                  </a:lnTo>
                  <a:lnTo>
                    <a:pt x="576872" y="586359"/>
                  </a:lnTo>
                  <a:lnTo>
                    <a:pt x="616216" y="552297"/>
                  </a:lnTo>
                  <a:lnTo>
                    <a:pt x="646023" y="517613"/>
                  </a:lnTo>
                  <a:lnTo>
                    <a:pt x="662673" y="484860"/>
                  </a:lnTo>
                  <a:lnTo>
                    <a:pt x="663536" y="483171"/>
                  </a:lnTo>
                  <a:lnTo>
                    <a:pt x="668083" y="468668"/>
                  </a:lnTo>
                  <a:lnTo>
                    <a:pt x="673100" y="453148"/>
                  </a:lnTo>
                  <a:lnTo>
                    <a:pt x="678472" y="436867"/>
                  </a:lnTo>
                  <a:lnTo>
                    <a:pt x="684123" y="420090"/>
                  </a:lnTo>
                  <a:lnTo>
                    <a:pt x="698855" y="374675"/>
                  </a:lnTo>
                  <a:lnTo>
                    <a:pt x="710565" y="335051"/>
                  </a:lnTo>
                  <a:lnTo>
                    <a:pt x="712025" y="330123"/>
                  </a:lnTo>
                  <a:lnTo>
                    <a:pt x="714438" y="321170"/>
                  </a:lnTo>
                  <a:lnTo>
                    <a:pt x="724496" y="283552"/>
                  </a:lnTo>
                  <a:lnTo>
                    <a:pt x="735545" y="237413"/>
                  </a:lnTo>
                  <a:lnTo>
                    <a:pt x="745401" y="191008"/>
                  </a:lnTo>
                  <a:lnTo>
                    <a:pt x="754062" y="144360"/>
                  </a:lnTo>
                  <a:lnTo>
                    <a:pt x="761517" y="97485"/>
                  </a:lnTo>
                  <a:lnTo>
                    <a:pt x="769912" y="39471"/>
                  </a:lnTo>
                  <a:lnTo>
                    <a:pt x="772337" y="22161"/>
                  </a:lnTo>
                  <a:lnTo>
                    <a:pt x="773061" y="16090"/>
                  </a:lnTo>
                  <a:close/>
                </a:path>
                <a:path w="1143634" h="2480945">
                  <a:moveTo>
                    <a:pt x="1143635" y="2293035"/>
                  </a:moveTo>
                  <a:lnTo>
                    <a:pt x="1142085" y="2279104"/>
                  </a:lnTo>
                  <a:lnTo>
                    <a:pt x="1140942" y="2275306"/>
                  </a:lnTo>
                  <a:lnTo>
                    <a:pt x="1139228" y="2272639"/>
                  </a:lnTo>
                  <a:lnTo>
                    <a:pt x="1137348" y="2270760"/>
                  </a:lnTo>
                  <a:lnTo>
                    <a:pt x="1130896" y="2259253"/>
                  </a:lnTo>
                  <a:lnTo>
                    <a:pt x="1130896" y="2287435"/>
                  </a:lnTo>
                  <a:lnTo>
                    <a:pt x="1130541" y="2303843"/>
                  </a:lnTo>
                  <a:lnTo>
                    <a:pt x="1041082" y="2420924"/>
                  </a:lnTo>
                  <a:lnTo>
                    <a:pt x="1005471" y="2450160"/>
                  </a:lnTo>
                  <a:lnTo>
                    <a:pt x="976858" y="2468067"/>
                  </a:lnTo>
                  <a:lnTo>
                    <a:pt x="970267" y="2468067"/>
                  </a:lnTo>
                  <a:lnTo>
                    <a:pt x="713295" y="2116455"/>
                  </a:lnTo>
                  <a:lnTo>
                    <a:pt x="718820" y="2105774"/>
                  </a:lnTo>
                  <a:lnTo>
                    <a:pt x="729996" y="2090737"/>
                  </a:lnTo>
                  <a:lnTo>
                    <a:pt x="741210" y="2076424"/>
                  </a:lnTo>
                  <a:lnTo>
                    <a:pt x="746887" y="2067890"/>
                  </a:lnTo>
                  <a:lnTo>
                    <a:pt x="757542" y="2030349"/>
                  </a:lnTo>
                  <a:lnTo>
                    <a:pt x="758977" y="2024900"/>
                  </a:lnTo>
                  <a:lnTo>
                    <a:pt x="764286" y="2021243"/>
                  </a:lnTo>
                  <a:lnTo>
                    <a:pt x="771423" y="2021243"/>
                  </a:lnTo>
                  <a:lnTo>
                    <a:pt x="772896" y="2021471"/>
                  </a:lnTo>
                  <a:lnTo>
                    <a:pt x="774344" y="2021979"/>
                  </a:lnTo>
                  <a:lnTo>
                    <a:pt x="844016" y="2030349"/>
                  </a:lnTo>
                  <a:lnTo>
                    <a:pt x="890422" y="2045893"/>
                  </a:lnTo>
                  <a:lnTo>
                    <a:pt x="933818" y="2066734"/>
                  </a:lnTo>
                  <a:lnTo>
                    <a:pt x="974140" y="2092452"/>
                  </a:lnTo>
                  <a:lnTo>
                    <a:pt x="1011326" y="2122614"/>
                  </a:lnTo>
                  <a:lnTo>
                    <a:pt x="1045324" y="2156777"/>
                  </a:lnTo>
                  <a:lnTo>
                    <a:pt x="1076032" y="2194522"/>
                  </a:lnTo>
                  <a:lnTo>
                    <a:pt x="1103426" y="2235403"/>
                  </a:lnTo>
                  <a:lnTo>
                    <a:pt x="1127404" y="2278989"/>
                  </a:lnTo>
                  <a:lnTo>
                    <a:pt x="1130896" y="2287435"/>
                  </a:lnTo>
                  <a:lnTo>
                    <a:pt x="1130896" y="2259253"/>
                  </a:lnTo>
                  <a:lnTo>
                    <a:pt x="1111008" y="2223744"/>
                  </a:lnTo>
                  <a:lnTo>
                    <a:pt x="1081392" y="2180755"/>
                  </a:lnTo>
                  <a:lnTo>
                    <a:pt x="1048727" y="2141994"/>
                  </a:lnTo>
                  <a:lnTo>
                    <a:pt x="1013231" y="2107641"/>
                  </a:lnTo>
                  <a:lnTo>
                    <a:pt x="975106" y="2077897"/>
                  </a:lnTo>
                  <a:lnTo>
                    <a:pt x="934593" y="2052955"/>
                  </a:lnTo>
                  <a:lnTo>
                    <a:pt x="891895" y="2032990"/>
                  </a:lnTo>
                  <a:lnTo>
                    <a:pt x="847242" y="2018207"/>
                  </a:lnTo>
                  <a:lnTo>
                    <a:pt x="776960" y="2009635"/>
                  </a:lnTo>
                  <a:lnTo>
                    <a:pt x="774687" y="2009000"/>
                  </a:lnTo>
                  <a:lnTo>
                    <a:pt x="772350" y="2008682"/>
                  </a:lnTo>
                  <a:lnTo>
                    <a:pt x="769988" y="2008682"/>
                  </a:lnTo>
                  <a:lnTo>
                    <a:pt x="735076" y="2063483"/>
                  </a:lnTo>
                  <a:lnTo>
                    <a:pt x="733552" y="2065909"/>
                  </a:lnTo>
                  <a:lnTo>
                    <a:pt x="707351" y="2100351"/>
                  </a:lnTo>
                  <a:lnTo>
                    <a:pt x="700443" y="2117915"/>
                  </a:lnTo>
                  <a:lnTo>
                    <a:pt x="701167" y="2120950"/>
                  </a:lnTo>
                  <a:lnTo>
                    <a:pt x="936269" y="2471394"/>
                  </a:lnTo>
                  <a:lnTo>
                    <a:pt x="970267" y="2480640"/>
                  </a:lnTo>
                  <a:lnTo>
                    <a:pt x="977379" y="2480145"/>
                  </a:lnTo>
                  <a:lnTo>
                    <a:pt x="1026883" y="2449398"/>
                  </a:lnTo>
                  <a:lnTo>
                    <a:pt x="1133538" y="2339771"/>
                  </a:lnTo>
                  <a:lnTo>
                    <a:pt x="1142390" y="2310777"/>
                  </a:lnTo>
                  <a:lnTo>
                    <a:pt x="1143635" y="2293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4236134" y="4639524"/>
              <a:ext cx="773430" cy="732790"/>
            </a:xfrm>
            <a:custGeom>
              <a:avLst/>
              <a:gdLst/>
              <a:ahLst/>
              <a:cxnLst/>
              <a:rect l="l" t="t" r="r" b="b"/>
              <a:pathLst>
                <a:path w="773430" h="732789">
                  <a:moveTo>
                    <a:pt x="218458" y="484866"/>
                  </a:moveTo>
                  <a:lnTo>
                    <a:pt x="129321" y="469602"/>
                  </a:lnTo>
                  <a:lnTo>
                    <a:pt x="81385" y="434163"/>
                  </a:lnTo>
                  <a:lnTo>
                    <a:pt x="61942" y="398367"/>
                  </a:lnTo>
                  <a:lnTo>
                    <a:pt x="58285" y="382032"/>
                  </a:lnTo>
                  <a:lnTo>
                    <a:pt x="78413" y="378948"/>
                  </a:lnTo>
                  <a:lnTo>
                    <a:pt x="101667" y="377155"/>
                  </a:lnTo>
                  <a:lnTo>
                    <a:pt x="142939" y="375962"/>
                  </a:lnTo>
                  <a:lnTo>
                    <a:pt x="217118" y="374681"/>
                  </a:lnTo>
                  <a:lnTo>
                    <a:pt x="295739" y="374727"/>
                  </a:lnTo>
                  <a:lnTo>
                    <a:pt x="344408" y="375932"/>
                  </a:lnTo>
                  <a:lnTo>
                    <a:pt x="369175" y="377349"/>
                  </a:lnTo>
                  <a:lnTo>
                    <a:pt x="376087" y="378032"/>
                  </a:lnTo>
                  <a:lnTo>
                    <a:pt x="370437" y="438723"/>
                  </a:lnTo>
                  <a:lnTo>
                    <a:pt x="352135" y="470083"/>
                  </a:lnTo>
                  <a:lnTo>
                    <a:pt x="306401" y="482125"/>
                  </a:lnTo>
                  <a:lnTo>
                    <a:pt x="218458" y="484866"/>
                  </a:lnTo>
                  <a:close/>
                </a:path>
                <a:path w="773430" h="732789">
                  <a:moveTo>
                    <a:pt x="24506" y="470291"/>
                  </a:moveTo>
                  <a:lnTo>
                    <a:pt x="36665" y="510444"/>
                  </a:lnTo>
                  <a:lnTo>
                    <a:pt x="48741" y="552376"/>
                  </a:lnTo>
                  <a:lnTo>
                    <a:pt x="62863" y="594103"/>
                  </a:lnTo>
                  <a:lnTo>
                    <a:pt x="81162" y="633640"/>
                  </a:lnTo>
                  <a:lnTo>
                    <a:pt x="105768" y="669001"/>
                  </a:lnTo>
                  <a:lnTo>
                    <a:pt x="138810" y="698201"/>
                  </a:lnTo>
                  <a:lnTo>
                    <a:pt x="182417" y="719257"/>
                  </a:lnTo>
                  <a:lnTo>
                    <a:pt x="191213" y="721801"/>
                  </a:lnTo>
                  <a:lnTo>
                    <a:pt x="195611" y="723068"/>
                  </a:lnTo>
                  <a:lnTo>
                    <a:pt x="198741" y="723969"/>
                  </a:lnTo>
                  <a:lnTo>
                    <a:pt x="203851" y="725550"/>
                  </a:lnTo>
                  <a:lnTo>
                    <a:pt x="207024" y="726314"/>
                  </a:lnTo>
                  <a:lnTo>
                    <a:pt x="219915" y="729038"/>
                  </a:lnTo>
                  <a:lnTo>
                    <a:pt x="232680" y="730983"/>
                  </a:lnTo>
                  <a:lnTo>
                    <a:pt x="245284" y="732094"/>
                  </a:lnTo>
                  <a:lnTo>
                    <a:pt x="257692" y="732314"/>
                  </a:lnTo>
                  <a:lnTo>
                    <a:pt x="270338" y="731759"/>
                  </a:lnTo>
                  <a:lnTo>
                    <a:pt x="309251" y="724765"/>
                  </a:lnTo>
                  <a:lnTo>
                    <a:pt x="314581" y="723026"/>
                  </a:lnTo>
                  <a:lnTo>
                    <a:pt x="317251" y="722241"/>
                  </a:lnTo>
                  <a:lnTo>
                    <a:pt x="322402" y="720670"/>
                  </a:lnTo>
                  <a:lnTo>
                    <a:pt x="327533" y="719267"/>
                  </a:lnTo>
                  <a:lnTo>
                    <a:pt x="332695" y="717362"/>
                  </a:lnTo>
                  <a:lnTo>
                    <a:pt x="378769" y="699256"/>
                  </a:lnTo>
                  <a:lnTo>
                    <a:pt x="428965" y="676247"/>
                  </a:lnTo>
                  <a:lnTo>
                    <a:pt x="480548" y="649191"/>
                  </a:lnTo>
                  <a:lnTo>
                    <a:pt x="530786" y="618944"/>
                  </a:lnTo>
                  <a:lnTo>
                    <a:pt x="576946" y="586363"/>
                  </a:lnTo>
                  <a:lnTo>
                    <a:pt x="616293" y="552302"/>
                  </a:lnTo>
                  <a:lnTo>
                    <a:pt x="646094" y="517619"/>
                  </a:lnTo>
                  <a:lnTo>
                    <a:pt x="663617" y="483170"/>
                  </a:lnTo>
                  <a:lnTo>
                    <a:pt x="668159" y="468671"/>
                  </a:lnTo>
                  <a:lnTo>
                    <a:pt x="673172" y="453151"/>
                  </a:lnTo>
                  <a:lnTo>
                    <a:pt x="678554" y="436871"/>
                  </a:lnTo>
                  <a:lnTo>
                    <a:pt x="684203" y="420093"/>
                  </a:lnTo>
                  <a:lnTo>
                    <a:pt x="698860" y="374916"/>
                  </a:lnTo>
                  <a:lnTo>
                    <a:pt x="712316" y="329395"/>
                  </a:lnTo>
                  <a:lnTo>
                    <a:pt x="724571" y="283554"/>
                  </a:lnTo>
                  <a:lnTo>
                    <a:pt x="735626" y="237417"/>
                  </a:lnTo>
                  <a:lnTo>
                    <a:pt x="745481" y="191011"/>
                  </a:lnTo>
                  <a:lnTo>
                    <a:pt x="754137" y="144358"/>
                  </a:lnTo>
                  <a:lnTo>
                    <a:pt x="761593" y="97485"/>
                  </a:lnTo>
                  <a:lnTo>
                    <a:pt x="769994" y="39470"/>
                  </a:lnTo>
                  <a:lnTo>
                    <a:pt x="773132" y="16095"/>
                  </a:lnTo>
                  <a:lnTo>
                    <a:pt x="765585" y="5981"/>
                  </a:lnTo>
                  <a:lnTo>
                    <a:pt x="751095" y="1301"/>
                  </a:lnTo>
                  <a:lnTo>
                    <a:pt x="737011" y="0"/>
                  </a:lnTo>
                  <a:lnTo>
                    <a:pt x="730683" y="22"/>
                  </a:lnTo>
                  <a:lnTo>
                    <a:pt x="716322" y="164981"/>
                  </a:lnTo>
                  <a:lnTo>
                    <a:pt x="691302" y="253623"/>
                  </a:lnTo>
                  <a:lnTo>
                    <a:pt x="637414" y="296240"/>
                  </a:lnTo>
                  <a:lnTo>
                    <a:pt x="536448" y="323122"/>
                  </a:lnTo>
                  <a:lnTo>
                    <a:pt x="490355" y="330127"/>
                  </a:lnTo>
                  <a:lnTo>
                    <a:pt x="471117" y="328564"/>
                  </a:lnTo>
                  <a:lnTo>
                    <a:pt x="421159" y="325185"/>
                  </a:lnTo>
                  <a:lnTo>
                    <a:pt x="350986" y="322073"/>
                  </a:lnTo>
                  <a:lnTo>
                    <a:pt x="271106" y="321311"/>
                  </a:lnTo>
                  <a:lnTo>
                    <a:pt x="265095" y="321395"/>
                  </a:lnTo>
                  <a:lnTo>
                    <a:pt x="259284" y="321478"/>
                  </a:lnTo>
                  <a:lnTo>
                    <a:pt x="253043" y="321562"/>
                  </a:lnTo>
                  <a:lnTo>
                    <a:pt x="246803" y="321635"/>
                  </a:lnTo>
                  <a:lnTo>
                    <a:pt x="240991" y="321698"/>
                  </a:lnTo>
                  <a:lnTo>
                    <a:pt x="234981" y="321761"/>
                  </a:lnTo>
                  <a:lnTo>
                    <a:pt x="163541" y="325587"/>
                  </a:lnTo>
                  <a:lnTo>
                    <a:pt x="108832" y="331739"/>
                  </a:lnTo>
                  <a:lnTo>
                    <a:pt x="66567" y="335053"/>
                  </a:lnTo>
                  <a:lnTo>
                    <a:pt x="32464" y="330368"/>
                  </a:lnTo>
                  <a:lnTo>
                    <a:pt x="31992" y="330201"/>
                  </a:lnTo>
                  <a:lnTo>
                    <a:pt x="31448" y="330065"/>
                  </a:lnTo>
                  <a:lnTo>
                    <a:pt x="30987" y="329887"/>
                  </a:lnTo>
                  <a:lnTo>
                    <a:pt x="25846" y="328138"/>
                  </a:lnTo>
                  <a:lnTo>
                    <a:pt x="21700" y="325887"/>
                  </a:lnTo>
                  <a:lnTo>
                    <a:pt x="17312" y="323761"/>
                  </a:lnTo>
                  <a:lnTo>
                    <a:pt x="12370" y="321175"/>
                  </a:lnTo>
                  <a:lnTo>
                    <a:pt x="2810" y="315164"/>
                  </a:lnTo>
                  <a:lnTo>
                    <a:pt x="2611" y="315028"/>
                  </a:lnTo>
                  <a:lnTo>
                    <a:pt x="0" y="326762"/>
                  </a:lnTo>
                  <a:lnTo>
                    <a:pt x="1932" y="362798"/>
                  </a:lnTo>
                  <a:lnTo>
                    <a:pt x="9678" y="413765"/>
                  </a:lnTo>
                  <a:lnTo>
                    <a:pt x="24506" y="470291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3368858" y="6532564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596" y="0"/>
                  </a:moveTo>
                  <a:lnTo>
                    <a:pt x="0" y="35951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3321066" y="6530843"/>
              <a:ext cx="108585" cy="363220"/>
            </a:xfrm>
            <a:custGeom>
              <a:avLst/>
              <a:gdLst/>
              <a:ahLst/>
              <a:cxnLst/>
              <a:rect l="l" t="t" r="r" b="b"/>
              <a:pathLst>
                <a:path w="108584" h="363220">
                  <a:moveTo>
                    <a:pt x="12596" y="0"/>
                  </a:moveTo>
                  <a:lnTo>
                    <a:pt x="0" y="359517"/>
                  </a:lnTo>
                  <a:lnTo>
                    <a:pt x="95578" y="362962"/>
                  </a:lnTo>
                  <a:lnTo>
                    <a:pt x="108174" y="3434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3630605" y="6547408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596" y="0"/>
                  </a:moveTo>
                  <a:lnTo>
                    <a:pt x="0" y="35951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3619982" y="6547028"/>
              <a:ext cx="34290" cy="360680"/>
            </a:xfrm>
            <a:custGeom>
              <a:avLst/>
              <a:gdLst/>
              <a:ahLst/>
              <a:cxnLst/>
              <a:rect l="l" t="t" r="r" b="b"/>
              <a:pathLst>
                <a:path w="34290" h="360679">
                  <a:moveTo>
                    <a:pt x="12596" y="0"/>
                  </a:moveTo>
                  <a:lnTo>
                    <a:pt x="0" y="359517"/>
                  </a:lnTo>
                  <a:lnTo>
                    <a:pt x="21234" y="360271"/>
                  </a:lnTo>
                  <a:lnTo>
                    <a:pt x="33841" y="75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3687927" y="6549865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596" y="0"/>
                  </a:moveTo>
                  <a:lnTo>
                    <a:pt x="0" y="35951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3677303" y="6549490"/>
              <a:ext cx="34290" cy="360680"/>
            </a:xfrm>
            <a:custGeom>
              <a:avLst/>
              <a:gdLst/>
              <a:ahLst/>
              <a:cxnLst/>
              <a:rect l="l" t="t" r="r" b="b"/>
              <a:pathLst>
                <a:path w="34290" h="360679">
                  <a:moveTo>
                    <a:pt x="12596" y="0"/>
                  </a:moveTo>
                  <a:lnTo>
                    <a:pt x="0" y="359517"/>
                  </a:lnTo>
                  <a:lnTo>
                    <a:pt x="21234" y="360271"/>
                  </a:lnTo>
                  <a:lnTo>
                    <a:pt x="33841" y="75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3742821" y="6553306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596" y="0"/>
                  </a:moveTo>
                  <a:lnTo>
                    <a:pt x="0" y="35951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3732197" y="6552929"/>
              <a:ext cx="34290" cy="360680"/>
            </a:xfrm>
            <a:custGeom>
              <a:avLst/>
              <a:gdLst/>
              <a:ahLst/>
              <a:cxnLst/>
              <a:rect l="l" t="t" r="r" b="b"/>
              <a:pathLst>
                <a:path w="34290" h="360679">
                  <a:moveTo>
                    <a:pt x="12596" y="0"/>
                  </a:moveTo>
                  <a:lnTo>
                    <a:pt x="0" y="359517"/>
                  </a:lnTo>
                  <a:lnTo>
                    <a:pt x="21234" y="360271"/>
                  </a:lnTo>
                  <a:lnTo>
                    <a:pt x="33841" y="75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5" name="object 225" descr=""/>
          <p:cNvSpPr txBox="1"/>
          <p:nvPr/>
        </p:nvSpPr>
        <p:spPr>
          <a:xfrm>
            <a:off x="624163" y="728636"/>
            <a:ext cx="770699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scene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-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outlined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charcters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on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outlined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background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5235" y="-5235"/>
            <a:ext cx="20114895" cy="11319510"/>
            <a:chOff x="-5235" y="-5235"/>
            <a:chExt cx="20114895" cy="1131951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20104100" cy="11308715"/>
            </a:xfrm>
            <a:custGeom>
              <a:avLst/>
              <a:gdLst/>
              <a:ahLst/>
              <a:cxnLst/>
              <a:rect l="l" t="t" r="r" b="b"/>
              <a:pathLst>
                <a:path w="20104100" h="11308715">
                  <a:moveTo>
                    <a:pt x="0" y="0"/>
                  </a:moveTo>
                  <a:lnTo>
                    <a:pt x="20104099" y="0"/>
                  </a:lnTo>
                  <a:lnTo>
                    <a:pt x="20104099" y="11308556"/>
                  </a:lnTo>
                  <a:lnTo>
                    <a:pt x="0" y="11308556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080071" y="9093434"/>
              <a:ext cx="18093690" cy="1402715"/>
            </a:xfrm>
            <a:custGeom>
              <a:avLst/>
              <a:gdLst/>
              <a:ahLst/>
              <a:cxnLst/>
              <a:rect l="l" t="t" r="r" b="b"/>
              <a:pathLst>
                <a:path w="18093690" h="1402715">
                  <a:moveTo>
                    <a:pt x="5012169" y="226720"/>
                  </a:moveTo>
                  <a:lnTo>
                    <a:pt x="5003330" y="182892"/>
                  </a:lnTo>
                  <a:lnTo>
                    <a:pt x="4979187" y="147104"/>
                  </a:lnTo>
                  <a:lnTo>
                    <a:pt x="4943399" y="122974"/>
                  </a:lnTo>
                  <a:lnTo>
                    <a:pt x="4899571" y="114122"/>
                  </a:lnTo>
                  <a:lnTo>
                    <a:pt x="112623" y="114122"/>
                  </a:lnTo>
                  <a:lnTo>
                    <a:pt x="68783" y="122974"/>
                  </a:lnTo>
                  <a:lnTo>
                    <a:pt x="32981" y="147104"/>
                  </a:lnTo>
                  <a:lnTo>
                    <a:pt x="8851" y="182892"/>
                  </a:lnTo>
                  <a:lnTo>
                    <a:pt x="0" y="226720"/>
                  </a:lnTo>
                  <a:lnTo>
                    <a:pt x="8851" y="270548"/>
                  </a:lnTo>
                  <a:lnTo>
                    <a:pt x="32981" y="306349"/>
                  </a:lnTo>
                  <a:lnTo>
                    <a:pt x="68783" y="330479"/>
                  </a:lnTo>
                  <a:lnTo>
                    <a:pt x="112623" y="339331"/>
                  </a:lnTo>
                  <a:lnTo>
                    <a:pt x="4899571" y="339331"/>
                  </a:lnTo>
                  <a:lnTo>
                    <a:pt x="4943399" y="330479"/>
                  </a:lnTo>
                  <a:lnTo>
                    <a:pt x="4979187" y="306349"/>
                  </a:lnTo>
                  <a:lnTo>
                    <a:pt x="5003330" y="270548"/>
                  </a:lnTo>
                  <a:lnTo>
                    <a:pt x="5012169" y="226720"/>
                  </a:lnTo>
                  <a:close/>
                </a:path>
                <a:path w="18093690" h="1402715">
                  <a:moveTo>
                    <a:pt x="11065650" y="786485"/>
                  </a:moveTo>
                  <a:lnTo>
                    <a:pt x="11060125" y="738568"/>
                  </a:lnTo>
                  <a:lnTo>
                    <a:pt x="11044403" y="694575"/>
                  </a:lnTo>
                  <a:lnTo>
                    <a:pt x="11019727" y="655764"/>
                  </a:lnTo>
                  <a:lnTo>
                    <a:pt x="10987367" y="623404"/>
                  </a:lnTo>
                  <a:lnTo>
                    <a:pt x="10948556" y="598728"/>
                  </a:lnTo>
                  <a:lnTo>
                    <a:pt x="10904563" y="583006"/>
                  </a:lnTo>
                  <a:lnTo>
                    <a:pt x="10856646" y="577494"/>
                  </a:lnTo>
                  <a:lnTo>
                    <a:pt x="3298367" y="577494"/>
                  </a:lnTo>
                  <a:lnTo>
                    <a:pt x="3250450" y="583006"/>
                  </a:lnTo>
                  <a:lnTo>
                    <a:pt x="3206458" y="598728"/>
                  </a:lnTo>
                  <a:lnTo>
                    <a:pt x="3167659" y="623404"/>
                  </a:lnTo>
                  <a:lnTo>
                    <a:pt x="3135287" y="655764"/>
                  </a:lnTo>
                  <a:lnTo>
                    <a:pt x="3110623" y="694575"/>
                  </a:lnTo>
                  <a:lnTo>
                    <a:pt x="3094888" y="738568"/>
                  </a:lnTo>
                  <a:lnTo>
                    <a:pt x="3089376" y="786485"/>
                  </a:lnTo>
                  <a:lnTo>
                    <a:pt x="3094888" y="834415"/>
                  </a:lnTo>
                  <a:lnTo>
                    <a:pt x="3110623" y="878395"/>
                  </a:lnTo>
                  <a:lnTo>
                    <a:pt x="3135287" y="917206"/>
                  </a:lnTo>
                  <a:lnTo>
                    <a:pt x="3167659" y="949579"/>
                  </a:lnTo>
                  <a:lnTo>
                    <a:pt x="3206458" y="974242"/>
                  </a:lnTo>
                  <a:lnTo>
                    <a:pt x="3250450" y="989965"/>
                  </a:lnTo>
                  <a:lnTo>
                    <a:pt x="3298367" y="995489"/>
                  </a:lnTo>
                  <a:lnTo>
                    <a:pt x="10856646" y="995489"/>
                  </a:lnTo>
                  <a:lnTo>
                    <a:pt x="10904563" y="989965"/>
                  </a:lnTo>
                  <a:lnTo>
                    <a:pt x="10948556" y="974242"/>
                  </a:lnTo>
                  <a:lnTo>
                    <a:pt x="10987367" y="949579"/>
                  </a:lnTo>
                  <a:lnTo>
                    <a:pt x="11019727" y="917206"/>
                  </a:lnTo>
                  <a:lnTo>
                    <a:pt x="11044403" y="878395"/>
                  </a:lnTo>
                  <a:lnTo>
                    <a:pt x="11060125" y="834415"/>
                  </a:lnTo>
                  <a:lnTo>
                    <a:pt x="11065650" y="786485"/>
                  </a:lnTo>
                  <a:close/>
                </a:path>
                <a:path w="18093690" h="1402715">
                  <a:moveTo>
                    <a:pt x="16540150" y="1167498"/>
                  </a:moveTo>
                  <a:lnTo>
                    <a:pt x="16535375" y="1120127"/>
                  </a:lnTo>
                  <a:lnTo>
                    <a:pt x="16521672" y="1076007"/>
                  </a:lnTo>
                  <a:lnTo>
                    <a:pt x="16500005" y="1036078"/>
                  </a:lnTo>
                  <a:lnTo>
                    <a:pt x="16471303" y="1001293"/>
                  </a:lnTo>
                  <a:lnTo>
                    <a:pt x="16436518" y="972578"/>
                  </a:lnTo>
                  <a:lnTo>
                    <a:pt x="16396589" y="950912"/>
                  </a:lnTo>
                  <a:lnTo>
                    <a:pt x="16352457" y="937209"/>
                  </a:lnTo>
                  <a:lnTo>
                    <a:pt x="16305086" y="932434"/>
                  </a:lnTo>
                  <a:lnTo>
                    <a:pt x="11414138" y="932434"/>
                  </a:lnTo>
                  <a:lnTo>
                    <a:pt x="11366767" y="937209"/>
                  </a:lnTo>
                  <a:lnTo>
                    <a:pt x="11322647" y="950912"/>
                  </a:lnTo>
                  <a:lnTo>
                    <a:pt x="11282718" y="972578"/>
                  </a:lnTo>
                  <a:lnTo>
                    <a:pt x="11247920" y="1001293"/>
                  </a:lnTo>
                  <a:lnTo>
                    <a:pt x="11219218" y="1036078"/>
                  </a:lnTo>
                  <a:lnTo>
                    <a:pt x="11197552" y="1076007"/>
                  </a:lnTo>
                  <a:lnTo>
                    <a:pt x="11183849" y="1120127"/>
                  </a:lnTo>
                  <a:lnTo>
                    <a:pt x="11179073" y="1167498"/>
                  </a:lnTo>
                  <a:lnTo>
                    <a:pt x="11183849" y="1214869"/>
                  </a:lnTo>
                  <a:lnTo>
                    <a:pt x="11197552" y="1259001"/>
                  </a:lnTo>
                  <a:lnTo>
                    <a:pt x="11219218" y="1298930"/>
                  </a:lnTo>
                  <a:lnTo>
                    <a:pt x="11247920" y="1333715"/>
                  </a:lnTo>
                  <a:lnTo>
                    <a:pt x="11282718" y="1362430"/>
                  </a:lnTo>
                  <a:lnTo>
                    <a:pt x="11322647" y="1384096"/>
                  </a:lnTo>
                  <a:lnTo>
                    <a:pt x="11366767" y="1397800"/>
                  </a:lnTo>
                  <a:lnTo>
                    <a:pt x="11414138" y="1402575"/>
                  </a:lnTo>
                  <a:lnTo>
                    <a:pt x="16305086" y="1402575"/>
                  </a:lnTo>
                  <a:lnTo>
                    <a:pt x="16352457" y="1397800"/>
                  </a:lnTo>
                  <a:lnTo>
                    <a:pt x="16396589" y="1384096"/>
                  </a:lnTo>
                  <a:lnTo>
                    <a:pt x="16436518" y="1362430"/>
                  </a:lnTo>
                  <a:lnTo>
                    <a:pt x="16471303" y="1333715"/>
                  </a:lnTo>
                  <a:lnTo>
                    <a:pt x="16500005" y="1298930"/>
                  </a:lnTo>
                  <a:lnTo>
                    <a:pt x="16521672" y="1259001"/>
                  </a:lnTo>
                  <a:lnTo>
                    <a:pt x="16535375" y="1214869"/>
                  </a:lnTo>
                  <a:lnTo>
                    <a:pt x="16540150" y="1167498"/>
                  </a:lnTo>
                  <a:close/>
                </a:path>
                <a:path w="18093690" h="1402715">
                  <a:moveTo>
                    <a:pt x="18093106" y="112598"/>
                  </a:moveTo>
                  <a:lnTo>
                    <a:pt x="18084254" y="68770"/>
                  </a:lnTo>
                  <a:lnTo>
                    <a:pt x="18060124" y="32969"/>
                  </a:lnTo>
                  <a:lnTo>
                    <a:pt x="18024336" y="8839"/>
                  </a:lnTo>
                  <a:lnTo>
                    <a:pt x="17980495" y="0"/>
                  </a:lnTo>
                  <a:lnTo>
                    <a:pt x="14402778" y="0"/>
                  </a:lnTo>
                  <a:lnTo>
                    <a:pt x="14358950" y="8839"/>
                  </a:lnTo>
                  <a:lnTo>
                    <a:pt x="14323162" y="32969"/>
                  </a:lnTo>
                  <a:lnTo>
                    <a:pt x="14299019" y="68770"/>
                  </a:lnTo>
                  <a:lnTo>
                    <a:pt x="14290180" y="112598"/>
                  </a:lnTo>
                  <a:lnTo>
                    <a:pt x="14299019" y="156425"/>
                  </a:lnTo>
                  <a:lnTo>
                    <a:pt x="14323162" y="192227"/>
                  </a:lnTo>
                  <a:lnTo>
                    <a:pt x="14358950" y="216357"/>
                  </a:lnTo>
                  <a:lnTo>
                    <a:pt x="14402778" y="225209"/>
                  </a:lnTo>
                  <a:lnTo>
                    <a:pt x="17980495" y="225209"/>
                  </a:lnTo>
                  <a:lnTo>
                    <a:pt x="18024336" y="216357"/>
                  </a:lnTo>
                  <a:lnTo>
                    <a:pt x="18060124" y="192227"/>
                  </a:lnTo>
                  <a:lnTo>
                    <a:pt x="18084254" y="156425"/>
                  </a:lnTo>
                  <a:lnTo>
                    <a:pt x="18093106" y="112598"/>
                  </a:lnTo>
                  <a:close/>
                </a:path>
              </a:pathLst>
            </a:custGeom>
            <a:solidFill>
              <a:srgbClr val="C9F0FF">
                <a:alpha val="4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50862" y="1736187"/>
              <a:ext cx="4691380" cy="7466330"/>
            </a:xfrm>
            <a:custGeom>
              <a:avLst/>
              <a:gdLst/>
              <a:ahLst/>
              <a:cxnLst/>
              <a:rect l="l" t="t" r="r" b="b"/>
              <a:pathLst>
                <a:path w="4691380" h="7466330">
                  <a:moveTo>
                    <a:pt x="853785" y="7466170"/>
                  </a:moveTo>
                  <a:lnTo>
                    <a:pt x="0" y="7466170"/>
                  </a:lnTo>
                  <a:lnTo>
                    <a:pt x="0" y="10376"/>
                  </a:lnTo>
                  <a:lnTo>
                    <a:pt x="853785" y="10376"/>
                  </a:lnTo>
                  <a:lnTo>
                    <a:pt x="853785" y="7466170"/>
                  </a:lnTo>
                  <a:close/>
                </a:path>
                <a:path w="4691380" h="7466330">
                  <a:moveTo>
                    <a:pt x="977300" y="139032"/>
                  </a:moveTo>
                  <a:lnTo>
                    <a:pt x="4562154" y="139032"/>
                  </a:lnTo>
                  <a:lnTo>
                    <a:pt x="4562154" y="1842163"/>
                  </a:lnTo>
                  <a:lnTo>
                    <a:pt x="977300" y="1842163"/>
                  </a:lnTo>
                  <a:lnTo>
                    <a:pt x="977300" y="139032"/>
                  </a:lnTo>
                  <a:close/>
                </a:path>
                <a:path w="4691380" h="7466330">
                  <a:moveTo>
                    <a:pt x="977300" y="1970819"/>
                  </a:moveTo>
                  <a:lnTo>
                    <a:pt x="4562154" y="1970819"/>
                  </a:lnTo>
                  <a:lnTo>
                    <a:pt x="4562154" y="3673950"/>
                  </a:lnTo>
                  <a:lnTo>
                    <a:pt x="977300" y="3673950"/>
                  </a:lnTo>
                  <a:lnTo>
                    <a:pt x="977300" y="1970819"/>
                  </a:lnTo>
                  <a:close/>
                </a:path>
                <a:path w="4691380" h="7466330">
                  <a:moveTo>
                    <a:pt x="977300" y="3802596"/>
                  </a:moveTo>
                  <a:lnTo>
                    <a:pt x="4562154" y="3802596"/>
                  </a:lnTo>
                  <a:lnTo>
                    <a:pt x="4562154" y="5505727"/>
                  </a:lnTo>
                  <a:lnTo>
                    <a:pt x="977300" y="5505727"/>
                  </a:lnTo>
                  <a:lnTo>
                    <a:pt x="977300" y="3802596"/>
                  </a:lnTo>
                  <a:close/>
                </a:path>
                <a:path w="4691380" h="7466330">
                  <a:moveTo>
                    <a:pt x="977300" y="5634383"/>
                  </a:moveTo>
                  <a:lnTo>
                    <a:pt x="4562154" y="5634383"/>
                  </a:lnTo>
                  <a:lnTo>
                    <a:pt x="4562154" y="7327138"/>
                  </a:lnTo>
                  <a:lnTo>
                    <a:pt x="977300" y="7327138"/>
                  </a:lnTo>
                  <a:lnTo>
                    <a:pt x="977300" y="5634383"/>
                  </a:lnTo>
                  <a:close/>
                </a:path>
                <a:path w="4691380" h="7466330">
                  <a:moveTo>
                    <a:pt x="4690810" y="0"/>
                  </a:moveTo>
                  <a:lnTo>
                    <a:pt x="848654" y="0"/>
                  </a:lnTo>
                  <a:lnTo>
                    <a:pt x="848654" y="7455793"/>
                  </a:lnTo>
                  <a:lnTo>
                    <a:pt x="943102" y="7455793"/>
                  </a:lnTo>
                  <a:lnTo>
                    <a:pt x="943102" y="7466170"/>
                  </a:lnTo>
                  <a:lnTo>
                    <a:pt x="4648528" y="7466170"/>
                  </a:lnTo>
                  <a:lnTo>
                    <a:pt x="4648528" y="7455793"/>
                  </a:lnTo>
                  <a:lnTo>
                    <a:pt x="4690810" y="7455793"/>
                  </a:lnTo>
                  <a:lnTo>
                    <a:pt x="4690810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299409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299409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269096" y="2511923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93373" y="251192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156848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156848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126524" y="2511923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950812" y="251192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014276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14276" y="251192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486606" y="2511923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486606" y="2511923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682299" y="3114168"/>
              <a:ext cx="188595" cy="463550"/>
            </a:xfrm>
            <a:custGeom>
              <a:avLst/>
              <a:gdLst/>
              <a:ahLst/>
              <a:cxnLst/>
              <a:rect l="l" t="t" r="r" b="b"/>
              <a:pathLst>
                <a:path w="188595" h="463550">
                  <a:moveTo>
                    <a:pt x="188067" y="0"/>
                  </a:moveTo>
                  <a:lnTo>
                    <a:pt x="0" y="463409"/>
                  </a:lnTo>
                  <a:lnTo>
                    <a:pt x="188067" y="463409"/>
                  </a:lnTo>
                  <a:lnTo>
                    <a:pt x="18806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870374" y="2918811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0"/>
                  </a:moveTo>
                  <a:lnTo>
                    <a:pt x="0" y="0"/>
                  </a:lnTo>
                  <a:lnTo>
                    <a:pt x="0" y="658765"/>
                  </a:lnTo>
                  <a:lnTo>
                    <a:pt x="520141" y="658765"/>
                  </a:lnTo>
                  <a:lnTo>
                    <a:pt x="52014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870374" y="2918811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658765"/>
                  </a:moveTo>
                  <a:lnTo>
                    <a:pt x="0" y="658765"/>
                  </a:lnTo>
                  <a:lnTo>
                    <a:pt x="0" y="0"/>
                  </a:lnTo>
                  <a:lnTo>
                    <a:pt x="520141" y="0"/>
                  </a:lnTo>
                  <a:lnTo>
                    <a:pt x="520141" y="658765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999030" y="3047477"/>
              <a:ext cx="262890" cy="401955"/>
            </a:xfrm>
            <a:custGeom>
              <a:avLst/>
              <a:gdLst/>
              <a:ahLst/>
              <a:cxnLst/>
              <a:rect l="l" t="t" r="r" b="b"/>
              <a:pathLst>
                <a:path w="262889" h="401954">
                  <a:moveTo>
                    <a:pt x="262819" y="0"/>
                  </a:moveTo>
                  <a:lnTo>
                    <a:pt x="0" y="0"/>
                  </a:lnTo>
                  <a:lnTo>
                    <a:pt x="0" y="401432"/>
                  </a:lnTo>
                  <a:lnTo>
                    <a:pt x="262819" y="401432"/>
                  </a:lnTo>
                  <a:lnTo>
                    <a:pt x="262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999030" y="3047477"/>
              <a:ext cx="262890" cy="401955"/>
            </a:xfrm>
            <a:custGeom>
              <a:avLst/>
              <a:gdLst/>
              <a:ahLst/>
              <a:cxnLst/>
              <a:rect l="l" t="t" r="r" b="b"/>
              <a:pathLst>
                <a:path w="262889" h="401954">
                  <a:moveTo>
                    <a:pt x="0" y="0"/>
                  </a:moveTo>
                  <a:lnTo>
                    <a:pt x="262819" y="0"/>
                  </a:lnTo>
                  <a:lnTo>
                    <a:pt x="262819" y="401432"/>
                  </a:lnTo>
                  <a:lnTo>
                    <a:pt x="0" y="401432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812605" y="2459003"/>
              <a:ext cx="950594" cy="1118870"/>
            </a:xfrm>
            <a:custGeom>
              <a:avLst/>
              <a:gdLst/>
              <a:ahLst/>
              <a:cxnLst/>
              <a:rect l="l" t="t" r="r" b="b"/>
              <a:pathLst>
                <a:path w="950595" h="1118870">
                  <a:moveTo>
                    <a:pt x="950599" y="0"/>
                  </a:moveTo>
                  <a:lnTo>
                    <a:pt x="0" y="0"/>
                  </a:lnTo>
                  <a:lnTo>
                    <a:pt x="0" y="1118573"/>
                  </a:lnTo>
                  <a:lnTo>
                    <a:pt x="950599" y="1118573"/>
                  </a:lnTo>
                  <a:lnTo>
                    <a:pt x="950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812605" y="2459003"/>
              <a:ext cx="950594" cy="1118870"/>
            </a:xfrm>
            <a:custGeom>
              <a:avLst/>
              <a:gdLst/>
              <a:ahLst/>
              <a:cxnLst/>
              <a:rect l="l" t="t" r="r" b="b"/>
              <a:pathLst>
                <a:path w="950595" h="1118870">
                  <a:moveTo>
                    <a:pt x="950599" y="1118573"/>
                  </a:moveTo>
                  <a:lnTo>
                    <a:pt x="0" y="1118573"/>
                  </a:lnTo>
                  <a:lnTo>
                    <a:pt x="0" y="0"/>
                  </a:lnTo>
                  <a:lnTo>
                    <a:pt x="950599" y="0"/>
                  </a:lnTo>
                  <a:lnTo>
                    <a:pt x="950599" y="1118573"/>
                  </a:lnTo>
                  <a:close/>
                </a:path>
                <a:path w="950595" h="1118870">
                  <a:moveTo>
                    <a:pt x="128666" y="128645"/>
                  </a:moveTo>
                  <a:lnTo>
                    <a:pt x="821933" y="128645"/>
                  </a:lnTo>
                  <a:lnTo>
                    <a:pt x="821933" y="989917"/>
                  </a:lnTo>
                  <a:lnTo>
                    <a:pt x="128666" y="989917"/>
                  </a:lnTo>
                  <a:lnTo>
                    <a:pt x="128666" y="128645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493710" y="2791815"/>
              <a:ext cx="319405" cy="786130"/>
            </a:xfrm>
            <a:custGeom>
              <a:avLst/>
              <a:gdLst/>
              <a:ahLst/>
              <a:cxnLst/>
              <a:rect l="l" t="t" r="r" b="b"/>
              <a:pathLst>
                <a:path w="319405" h="786129">
                  <a:moveTo>
                    <a:pt x="318901" y="0"/>
                  </a:moveTo>
                  <a:lnTo>
                    <a:pt x="0" y="785756"/>
                  </a:lnTo>
                  <a:lnTo>
                    <a:pt x="318901" y="785756"/>
                  </a:lnTo>
                  <a:lnTo>
                    <a:pt x="318901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462554" y="6123342"/>
              <a:ext cx="950594" cy="1118870"/>
            </a:xfrm>
            <a:custGeom>
              <a:avLst/>
              <a:gdLst/>
              <a:ahLst/>
              <a:cxnLst/>
              <a:rect l="l" t="t" r="r" b="b"/>
              <a:pathLst>
                <a:path w="950595" h="1118870">
                  <a:moveTo>
                    <a:pt x="950599" y="1118573"/>
                  </a:moveTo>
                  <a:lnTo>
                    <a:pt x="0" y="1118573"/>
                  </a:lnTo>
                  <a:lnTo>
                    <a:pt x="0" y="0"/>
                  </a:lnTo>
                  <a:lnTo>
                    <a:pt x="950599" y="0"/>
                  </a:lnTo>
                  <a:lnTo>
                    <a:pt x="950599" y="1118573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591220" y="6251987"/>
              <a:ext cx="693420" cy="861694"/>
            </a:xfrm>
            <a:custGeom>
              <a:avLst/>
              <a:gdLst/>
              <a:ahLst/>
              <a:cxnLst/>
              <a:rect l="l" t="t" r="r" b="b"/>
              <a:pathLst>
                <a:path w="693420" h="861695">
                  <a:moveTo>
                    <a:pt x="693266" y="0"/>
                  </a:moveTo>
                  <a:lnTo>
                    <a:pt x="0" y="0"/>
                  </a:lnTo>
                  <a:lnTo>
                    <a:pt x="0" y="861272"/>
                  </a:lnTo>
                  <a:lnTo>
                    <a:pt x="693266" y="861272"/>
                  </a:lnTo>
                  <a:lnTo>
                    <a:pt x="69326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591220" y="6251987"/>
              <a:ext cx="693420" cy="861694"/>
            </a:xfrm>
            <a:custGeom>
              <a:avLst/>
              <a:gdLst/>
              <a:ahLst/>
              <a:cxnLst/>
              <a:rect l="l" t="t" r="r" b="b"/>
              <a:pathLst>
                <a:path w="693420" h="861695">
                  <a:moveTo>
                    <a:pt x="0" y="0"/>
                  </a:moveTo>
                  <a:lnTo>
                    <a:pt x="693266" y="0"/>
                  </a:lnTo>
                  <a:lnTo>
                    <a:pt x="693266" y="861272"/>
                  </a:lnTo>
                  <a:lnTo>
                    <a:pt x="0" y="861272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143657" y="6456159"/>
              <a:ext cx="319405" cy="786130"/>
            </a:xfrm>
            <a:custGeom>
              <a:avLst/>
              <a:gdLst/>
              <a:ahLst/>
              <a:cxnLst/>
              <a:rect l="l" t="t" r="r" b="b"/>
              <a:pathLst>
                <a:path w="319404" h="786129">
                  <a:moveTo>
                    <a:pt x="318901" y="0"/>
                  </a:moveTo>
                  <a:lnTo>
                    <a:pt x="0" y="785756"/>
                  </a:lnTo>
                  <a:lnTo>
                    <a:pt x="318901" y="785756"/>
                  </a:lnTo>
                  <a:lnTo>
                    <a:pt x="318901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638254" y="6778513"/>
              <a:ext cx="188595" cy="463550"/>
            </a:xfrm>
            <a:custGeom>
              <a:avLst/>
              <a:gdLst/>
              <a:ahLst/>
              <a:cxnLst/>
              <a:rect l="l" t="t" r="r" b="b"/>
              <a:pathLst>
                <a:path w="188594" h="463550">
                  <a:moveTo>
                    <a:pt x="188067" y="0"/>
                  </a:moveTo>
                  <a:lnTo>
                    <a:pt x="0" y="463409"/>
                  </a:lnTo>
                  <a:lnTo>
                    <a:pt x="188067" y="463409"/>
                  </a:lnTo>
                  <a:lnTo>
                    <a:pt x="1880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638254" y="6778513"/>
              <a:ext cx="188595" cy="463550"/>
            </a:xfrm>
            <a:custGeom>
              <a:avLst/>
              <a:gdLst/>
              <a:ahLst/>
              <a:cxnLst/>
              <a:rect l="l" t="t" r="r" b="b"/>
              <a:pathLst>
                <a:path w="188594" h="463550">
                  <a:moveTo>
                    <a:pt x="188067" y="0"/>
                  </a:moveTo>
                  <a:lnTo>
                    <a:pt x="0" y="463409"/>
                  </a:lnTo>
                  <a:lnTo>
                    <a:pt x="188067" y="463409"/>
                  </a:lnTo>
                  <a:lnTo>
                    <a:pt x="18806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826322" y="6583150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0"/>
                  </a:moveTo>
                  <a:lnTo>
                    <a:pt x="0" y="0"/>
                  </a:lnTo>
                  <a:lnTo>
                    <a:pt x="0" y="658765"/>
                  </a:lnTo>
                  <a:lnTo>
                    <a:pt x="520141" y="658765"/>
                  </a:lnTo>
                  <a:lnTo>
                    <a:pt x="5201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826322" y="6583150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658765"/>
                  </a:moveTo>
                  <a:lnTo>
                    <a:pt x="0" y="658765"/>
                  </a:lnTo>
                  <a:lnTo>
                    <a:pt x="0" y="0"/>
                  </a:lnTo>
                  <a:lnTo>
                    <a:pt x="520141" y="0"/>
                  </a:lnTo>
                  <a:lnTo>
                    <a:pt x="520141" y="658765"/>
                  </a:lnTo>
                  <a:close/>
                </a:path>
                <a:path w="520700" h="659129">
                  <a:moveTo>
                    <a:pt x="128666" y="128666"/>
                  </a:moveTo>
                  <a:lnTo>
                    <a:pt x="391485" y="128666"/>
                  </a:lnTo>
                  <a:lnTo>
                    <a:pt x="391485" y="530099"/>
                  </a:lnTo>
                  <a:lnTo>
                    <a:pt x="128666" y="530099"/>
                  </a:lnTo>
                  <a:lnTo>
                    <a:pt x="128666" y="128666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805937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805937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775613" y="4350077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599901" y="4350077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663366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663366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633052" y="4350077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457330" y="4350077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520804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520804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993134" y="4350077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392085" y="4350077"/>
              <a:ext cx="1129030" cy="1060450"/>
            </a:xfrm>
            <a:custGeom>
              <a:avLst/>
              <a:gdLst/>
              <a:ahLst/>
              <a:cxnLst/>
              <a:rect l="l" t="t" r="r" b="b"/>
              <a:pathLst>
                <a:path w="1129029" h="1060450">
                  <a:moveTo>
                    <a:pt x="1128719" y="0"/>
                  </a:moveTo>
                  <a:lnTo>
                    <a:pt x="601049" y="0"/>
                  </a:lnTo>
                  <a:lnTo>
                    <a:pt x="601049" y="1060061"/>
                  </a:lnTo>
                  <a:lnTo>
                    <a:pt x="1128719" y="1060061"/>
                  </a:lnTo>
                  <a:lnTo>
                    <a:pt x="1128719" y="0"/>
                  </a:lnTo>
                  <a:close/>
                </a:path>
                <a:path w="1129029" h="1060450">
                  <a:moveTo>
                    <a:pt x="925050" y="0"/>
                  </a:moveTo>
                  <a:lnTo>
                    <a:pt x="812802" y="0"/>
                  </a:lnTo>
                  <a:lnTo>
                    <a:pt x="812802" y="1060061"/>
                  </a:lnTo>
                  <a:lnTo>
                    <a:pt x="925050" y="1060061"/>
                  </a:lnTo>
                  <a:lnTo>
                    <a:pt x="925050" y="0"/>
                  </a:lnTo>
                  <a:close/>
                </a:path>
                <a:path w="1129029" h="1060450">
                  <a:moveTo>
                    <a:pt x="812802" y="0"/>
                  </a:moveTo>
                  <a:lnTo>
                    <a:pt x="606766" y="0"/>
                  </a:lnTo>
                  <a:lnTo>
                    <a:pt x="606766" y="1060061"/>
                  </a:lnTo>
                  <a:lnTo>
                    <a:pt x="812802" y="1060061"/>
                  </a:lnTo>
                  <a:lnTo>
                    <a:pt x="812802" y="0"/>
                  </a:lnTo>
                  <a:close/>
                </a:path>
                <a:path w="1129029" h="1060450">
                  <a:moveTo>
                    <a:pt x="782478" y="0"/>
                  </a:moveTo>
                  <a:lnTo>
                    <a:pt x="670230" y="0"/>
                  </a:lnTo>
                  <a:lnTo>
                    <a:pt x="670230" y="1060061"/>
                  </a:lnTo>
                  <a:lnTo>
                    <a:pt x="782478" y="1060061"/>
                  </a:lnTo>
                  <a:lnTo>
                    <a:pt x="782478" y="0"/>
                  </a:lnTo>
                  <a:close/>
                </a:path>
                <a:path w="1129029" h="1060450">
                  <a:moveTo>
                    <a:pt x="670230" y="0"/>
                  </a:moveTo>
                  <a:lnTo>
                    <a:pt x="464195" y="0"/>
                  </a:lnTo>
                  <a:lnTo>
                    <a:pt x="464195" y="1060061"/>
                  </a:lnTo>
                  <a:lnTo>
                    <a:pt x="670230" y="1060061"/>
                  </a:lnTo>
                  <a:lnTo>
                    <a:pt x="670230" y="0"/>
                  </a:lnTo>
                  <a:close/>
                </a:path>
                <a:path w="1129029" h="1060450">
                  <a:moveTo>
                    <a:pt x="639917" y="0"/>
                  </a:moveTo>
                  <a:lnTo>
                    <a:pt x="527669" y="0"/>
                  </a:lnTo>
                  <a:lnTo>
                    <a:pt x="527669" y="1060061"/>
                  </a:lnTo>
                  <a:lnTo>
                    <a:pt x="639917" y="1060061"/>
                  </a:lnTo>
                  <a:lnTo>
                    <a:pt x="639917" y="0"/>
                  </a:lnTo>
                  <a:close/>
                </a:path>
                <a:path w="1129029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162008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162008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131684" y="4350077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955972" y="4350077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2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25" y="1060061"/>
                  </a:lnTo>
                  <a:lnTo>
                    <a:pt x="20602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019436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019436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989123" y="4350077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813401" y="4350077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876875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876875" y="435007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349205" y="4350077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349205" y="4350077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399551" y="8014478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206035" y="1060051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399551" y="8014478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206035" y="1060051"/>
                  </a:lnTo>
                  <a:lnTo>
                    <a:pt x="206035" y="0"/>
                  </a:lnTo>
                  <a:close/>
                </a:path>
                <a:path w="206375" h="1060450">
                  <a:moveTo>
                    <a:pt x="175711" y="0"/>
                  </a:moveTo>
                  <a:lnTo>
                    <a:pt x="63464" y="0"/>
                  </a:lnTo>
                  <a:lnTo>
                    <a:pt x="63464" y="1060051"/>
                  </a:lnTo>
                  <a:lnTo>
                    <a:pt x="175711" y="1060051"/>
                  </a:lnTo>
                  <a:lnTo>
                    <a:pt x="175711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256980" y="8014478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206035" y="1060051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256980" y="8014478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206035" y="1060051"/>
                  </a:lnTo>
                  <a:lnTo>
                    <a:pt x="206035" y="0"/>
                  </a:lnTo>
                  <a:close/>
                </a:path>
                <a:path w="206375" h="1060450">
                  <a:moveTo>
                    <a:pt x="175722" y="0"/>
                  </a:moveTo>
                  <a:lnTo>
                    <a:pt x="63474" y="0"/>
                  </a:lnTo>
                  <a:lnTo>
                    <a:pt x="63474" y="1060051"/>
                  </a:lnTo>
                  <a:lnTo>
                    <a:pt x="175722" y="1060051"/>
                  </a:lnTo>
                  <a:lnTo>
                    <a:pt x="175722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792785" y="8014478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527669" y="106005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792785" y="8014478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527669" y="1060051"/>
                  </a:lnTo>
                  <a:lnTo>
                    <a:pt x="527669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7585107" y="6716916"/>
              <a:ext cx="318770" cy="1060450"/>
            </a:xfrm>
            <a:custGeom>
              <a:avLst/>
              <a:gdLst/>
              <a:ahLst/>
              <a:cxnLst/>
              <a:rect l="l" t="t" r="r" b="b"/>
              <a:pathLst>
                <a:path w="318769" h="1060450">
                  <a:moveTo>
                    <a:pt x="0" y="0"/>
                  </a:moveTo>
                  <a:lnTo>
                    <a:pt x="112247" y="0"/>
                  </a:lnTo>
                  <a:lnTo>
                    <a:pt x="112247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  <a:path w="318769" h="1060450">
                  <a:moveTo>
                    <a:pt x="112247" y="0"/>
                  </a:moveTo>
                  <a:lnTo>
                    <a:pt x="318283" y="0"/>
                  </a:lnTo>
                  <a:lnTo>
                    <a:pt x="318283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  <a:path w="318769" h="1060450">
                  <a:moveTo>
                    <a:pt x="142571" y="0"/>
                  </a:moveTo>
                  <a:lnTo>
                    <a:pt x="254819" y="0"/>
                  </a:lnTo>
                  <a:lnTo>
                    <a:pt x="254819" y="1060061"/>
                  </a:lnTo>
                  <a:lnTo>
                    <a:pt x="142571" y="1060061"/>
                  </a:lnTo>
                  <a:lnTo>
                    <a:pt x="142571" y="0"/>
                  </a:lnTo>
                  <a:close/>
                </a:path>
              </a:pathLst>
            </a:custGeom>
            <a:ln w="10470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7839928" y="6716916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7839928" y="6716916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0" y="0"/>
                  </a:moveTo>
                  <a:lnTo>
                    <a:pt x="206035" y="0"/>
                  </a:lnTo>
                  <a:lnTo>
                    <a:pt x="206035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  <a:path w="206375" h="1060450">
                  <a:moveTo>
                    <a:pt x="30313" y="0"/>
                  </a:moveTo>
                  <a:lnTo>
                    <a:pt x="142561" y="0"/>
                  </a:lnTo>
                  <a:lnTo>
                    <a:pt x="142561" y="1060061"/>
                  </a:lnTo>
                  <a:lnTo>
                    <a:pt x="30313" y="1060061"/>
                  </a:lnTo>
                  <a:lnTo>
                    <a:pt x="30313" y="0"/>
                  </a:lnTo>
                  <a:close/>
                </a:path>
              </a:pathLst>
            </a:custGeom>
            <a:ln w="10470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7982489" y="6716916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4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7982489" y="6716916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4" h="1060450">
                  <a:moveTo>
                    <a:pt x="0" y="0"/>
                  </a:moveTo>
                  <a:lnTo>
                    <a:pt x="527669" y="0"/>
                  </a:lnTo>
                  <a:lnTo>
                    <a:pt x="527669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9DDC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8265088" y="6460599"/>
              <a:ext cx="617855" cy="2741930"/>
            </a:xfrm>
            <a:custGeom>
              <a:avLst/>
              <a:gdLst/>
              <a:ahLst/>
              <a:cxnLst/>
              <a:rect l="l" t="t" r="r" b="b"/>
              <a:pathLst>
                <a:path w="617855" h="2741929">
                  <a:moveTo>
                    <a:pt x="617279" y="0"/>
                  </a:moveTo>
                  <a:lnTo>
                    <a:pt x="0" y="0"/>
                  </a:lnTo>
                  <a:lnTo>
                    <a:pt x="0" y="2741759"/>
                  </a:lnTo>
                  <a:lnTo>
                    <a:pt x="617279" y="2741759"/>
                  </a:lnTo>
                  <a:lnTo>
                    <a:pt x="617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5580247" y="6460599"/>
              <a:ext cx="3302635" cy="2741930"/>
            </a:xfrm>
            <a:custGeom>
              <a:avLst/>
              <a:gdLst/>
              <a:ahLst/>
              <a:cxnLst/>
              <a:rect l="l" t="t" r="r" b="b"/>
              <a:pathLst>
                <a:path w="3302634" h="2741929">
                  <a:moveTo>
                    <a:pt x="2684839" y="2741759"/>
                  </a:moveTo>
                  <a:lnTo>
                    <a:pt x="3302119" y="2741759"/>
                  </a:lnTo>
                  <a:lnTo>
                    <a:pt x="3302119" y="0"/>
                  </a:lnTo>
                  <a:lnTo>
                    <a:pt x="2684839" y="0"/>
                  </a:lnTo>
                  <a:lnTo>
                    <a:pt x="2684839" y="2741759"/>
                  </a:lnTo>
                  <a:close/>
                </a:path>
                <a:path w="3302634" h="2741929">
                  <a:moveTo>
                    <a:pt x="0" y="2648746"/>
                  </a:moveTo>
                  <a:lnTo>
                    <a:pt x="517125" y="2648746"/>
                  </a:lnTo>
                  <a:lnTo>
                    <a:pt x="517125" y="93012"/>
                  </a:lnTo>
                  <a:lnTo>
                    <a:pt x="0" y="93012"/>
                  </a:lnTo>
                  <a:lnTo>
                    <a:pt x="0" y="2648746"/>
                  </a:lnTo>
                  <a:close/>
                </a:path>
                <a:path w="3302634" h="2741929">
                  <a:moveTo>
                    <a:pt x="1342419" y="2648746"/>
                  </a:moveTo>
                  <a:lnTo>
                    <a:pt x="1859545" y="2648746"/>
                  </a:lnTo>
                  <a:lnTo>
                    <a:pt x="1859545" y="93012"/>
                  </a:lnTo>
                  <a:lnTo>
                    <a:pt x="1342419" y="93012"/>
                  </a:lnTo>
                  <a:lnTo>
                    <a:pt x="1342419" y="2648746"/>
                  </a:lnTo>
                  <a:close/>
                </a:path>
              </a:pathLst>
            </a:custGeom>
            <a:ln w="10470">
              <a:solidFill>
                <a:srgbClr val="66CC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5487218" y="6553612"/>
              <a:ext cx="2778125" cy="2649855"/>
            </a:xfrm>
            <a:custGeom>
              <a:avLst/>
              <a:gdLst/>
              <a:ahLst/>
              <a:cxnLst/>
              <a:rect l="l" t="t" r="r" b="b"/>
              <a:pathLst>
                <a:path w="2778125" h="2649854">
                  <a:moveTo>
                    <a:pt x="2777871" y="1231963"/>
                  </a:moveTo>
                  <a:lnTo>
                    <a:pt x="2684856" y="1231963"/>
                  </a:lnTo>
                  <a:lnTo>
                    <a:pt x="2684856" y="1324673"/>
                  </a:lnTo>
                  <a:lnTo>
                    <a:pt x="2684856" y="2555303"/>
                  </a:lnTo>
                  <a:lnTo>
                    <a:pt x="1435442" y="2555303"/>
                  </a:lnTo>
                  <a:lnTo>
                    <a:pt x="1435442" y="1324673"/>
                  </a:lnTo>
                  <a:lnTo>
                    <a:pt x="2684856" y="1324673"/>
                  </a:lnTo>
                  <a:lnTo>
                    <a:pt x="2684856" y="1231963"/>
                  </a:lnTo>
                  <a:lnTo>
                    <a:pt x="1342428" y="1231963"/>
                  </a:lnTo>
                  <a:lnTo>
                    <a:pt x="1342428" y="1324673"/>
                  </a:lnTo>
                  <a:lnTo>
                    <a:pt x="1342428" y="2555303"/>
                  </a:lnTo>
                  <a:lnTo>
                    <a:pt x="93027" y="2555303"/>
                  </a:lnTo>
                  <a:lnTo>
                    <a:pt x="93027" y="1324673"/>
                  </a:lnTo>
                  <a:lnTo>
                    <a:pt x="1342428" y="1324673"/>
                  </a:lnTo>
                  <a:lnTo>
                    <a:pt x="1342428" y="1231963"/>
                  </a:lnTo>
                  <a:lnTo>
                    <a:pt x="0" y="1231963"/>
                  </a:lnTo>
                  <a:lnTo>
                    <a:pt x="0" y="1324673"/>
                  </a:lnTo>
                  <a:lnTo>
                    <a:pt x="0" y="2555303"/>
                  </a:lnTo>
                  <a:lnTo>
                    <a:pt x="0" y="2649283"/>
                  </a:lnTo>
                  <a:lnTo>
                    <a:pt x="2777871" y="2649283"/>
                  </a:lnTo>
                  <a:lnTo>
                    <a:pt x="2777871" y="2555735"/>
                  </a:lnTo>
                  <a:lnTo>
                    <a:pt x="2777871" y="2555303"/>
                  </a:lnTo>
                  <a:lnTo>
                    <a:pt x="2777871" y="1324673"/>
                  </a:lnTo>
                  <a:lnTo>
                    <a:pt x="2777871" y="1324381"/>
                  </a:lnTo>
                  <a:lnTo>
                    <a:pt x="2777871" y="1231963"/>
                  </a:lnTo>
                  <a:close/>
                </a:path>
                <a:path w="2778125" h="2649854">
                  <a:moveTo>
                    <a:pt x="2777871" y="0"/>
                  </a:moveTo>
                  <a:lnTo>
                    <a:pt x="2684856" y="0"/>
                  </a:lnTo>
                  <a:lnTo>
                    <a:pt x="2684856" y="1231366"/>
                  </a:lnTo>
                  <a:lnTo>
                    <a:pt x="2777871" y="1231366"/>
                  </a:lnTo>
                  <a:lnTo>
                    <a:pt x="2777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5487225" y="6460599"/>
              <a:ext cx="2778125" cy="2741930"/>
            </a:xfrm>
            <a:custGeom>
              <a:avLst/>
              <a:gdLst/>
              <a:ahLst/>
              <a:cxnLst/>
              <a:rect l="l" t="t" r="r" b="b"/>
              <a:pathLst>
                <a:path w="2778125" h="2741929">
                  <a:moveTo>
                    <a:pt x="2684850" y="1324368"/>
                  </a:moveTo>
                  <a:lnTo>
                    <a:pt x="1435443" y="1324368"/>
                  </a:lnTo>
                  <a:lnTo>
                    <a:pt x="1435443" y="93012"/>
                  </a:lnTo>
                  <a:lnTo>
                    <a:pt x="2684850" y="93012"/>
                  </a:lnTo>
                  <a:lnTo>
                    <a:pt x="2684850" y="1324368"/>
                  </a:lnTo>
                  <a:close/>
                </a:path>
                <a:path w="2778125" h="2741929">
                  <a:moveTo>
                    <a:pt x="2684850" y="2648746"/>
                  </a:moveTo>
                  <a:lnTo>
                    <a:pt x="1435443" y="2648746"/>
                  </a:lnTo>
                  <a:lnTo>
                    <a:pt x="1435443" y="1417391"/>
                  </a:lnTo>
                  <a:lnTo>
                    <a:pt x="2684850" y="1417391"/>
                  </a:lnTo>
                  <a:lnTo>
                    <a:pt x="2684850" y="2648746"/>
                  </a:lnTo>
                  <a:close/>
                </a:path>
                <a:path w="2778125" h="2741929">
                  <a:moveTo>
                    <a:pt x="93023" y="1417391"/>
                  </a:moveTo>
                  <a:lnTo>
                    <a:pt x="1342430" y="1417391"/>
                  </a:lnTo>
                  <a:lnTo>
                    <a:pt x="1342430" y="2648746"/>
                  </a:lnTo>
                  <a:lnTo>
                    <a:pt x="93023" y="2648746"/>
                  </a:lnTo>
                  <a:lnTo>
                    <a:pt x="93023" y="1417391"/>
                  </a:lnTo>
                  <a:close/>
                </a:path>
                <a:path w="2778125" h="2741929">
                  <a:moveTo>
                    <a:pt x="93023" y="93012"/>
                  </a:moveTo>
                  <a:lnTo>
                    <a:pt x="1342430" y="93012"/>
                  </a:lnTo>
                  <a:lnTo>
                    <a:pt x="1342430" y="1324368"/>
                  </a:lnTo>
                  <a:lnTo>
                    <a:pt x="93023" y="1324368"/>
                  </a:lnTo>
                  <a:lnTo>
                    <a:pt x="93023" y="93012"/>
                  </a:lnTo>
                  <a:close/>
                </a:path>
                <a:path w="2778125" h="2741929">
                  <a:moveTo>
                    <a:pt x="0" y="0"/>
                  </a:moveTo>
                  <a:lnTo>
                    <a:pt x="0" y="93012"/>
                  </a:lnTo>
                  <a:lnTo>
                    <a:pt x="0" y="1324368"/>
                  </a:lnTo>
                  <a:lnTo>
                    <a:pt x="0" y="1417391"/>
                  </a:lnTo>
                  <a:lnTo>
                    <a:pt x="0" y="2741759"/>
                  </a:lnTo>
                  <a:lnTo>
                    <a:pt x="1342430" y="2741759"/>
                  </a:lnTo>
                  <a:lnTo>
                    <a:pt x="1435443" y="2741759"/>
                  </a:lnTo>
                  <a:lnTo>
                    <a:pt x="2777873" y="2741759"/>
                  </a:lnTo>
                  <a:lnTo>
                    <a:pt x="2777873" y="1417391"/>
                  </a:lnTo>
                  <a:lnTo>
                    <a:pt x="2777873" y="1324368"/>
                  </a:lnTo>
                  <a:lnTo>
                    <a:pt x="2777873" y="93012"/>
                  </a:lnTo>
                  <a:lnTo>
                    <a:pt x="2777873" y="0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C9F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7122578" y="804928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7122578" y="8049283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0" y="0"/>
                  </a:moveTo>
                  <a:lnTo>
                    <a:pt x="112247" y="0"/>
                  </a:lnTo>
                  <a:lnTo>
                    <a:pt x="112247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7234836" y="804928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7234836" y="804928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0" y="0"/>
                  </a:moveTo>
                  <a:lnTo>
                    <a:pt x="206035" y="0"/>
                  </a:lnTo>
                  <a:lnTo>
                    <a:pt x="206035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  <a:path w="206375" h="1060450">
                  <a:moveTo>
                    <a:pt x="30313" y="0"/>
                  </a:moveTo>
                  <a:lnTo>
                    <a:pt x="142561" y="0"/>
                  </a:lnTo>
                  <a:lnTo>
                    <a:pt x="142561" y="1060061"/>
                  </a:lnTo>
                  <a:lnTo>
                    <a:pt x="30313" y="1060061"/>
                  </a:lnTo>
                  <a:lnTo>
                    <a:pt x="30313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7377398" y="804928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206035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206035" y="1060061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7377398" y="8049283"/>
              <a:ext cx="206375" cy="1060450"/>
            </a:xfrm>
            <a:custGeom>
              <a:avLst/>
              <a:gdLst/>
              <a:ahLst/>
              <a:cxnLst/>
              <a:rect l="l" t="t" r="r" b="b"/>
              <a:pathLst>
                <a:path w="206375" h="1060450">
                  <a:moveTo>
                    <a:pt x="0" y="0"/>
                  </a:moveTo>
                  <a:lnTo>
                    <a:pt x="206035" y="0"/>
                  </a:lnTo>
                  <a:lnTo>
                    <a:pt x="206035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  <a:path w="206375" h="1060450">
                  <a:moveTo>
                    <a:pt x="30313" y="0"/>
                  </a:moveTo>
                  <a:lnTo>
                    <a:pt x="142561" y="0"/>
                  </a:lnTo>
                  <a:lnTo>
                    <a:pt x="142561" y="1060061"/>
                  </a:lnTo>
                  <a:lnTo>
                    <a:pt x="30313" y="1060061"/>
                  </a:lnTo>
                  <a:lnTo>
                    <a:pt x="30313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7519969" y="8049283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4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7519969" y="8049283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4" h="1060450">
                  <a:moveTo>
                    <a:pt x="0" y="0"/>
                  </a:moveTo>
                  <a:lnTo>
                    <a:pt x="527669" y="0"/>
                  </a:lnTo>
                  <a:lnTo>
                    <a:pt x="527669" y="1060061"/>
                  </a:lnTo>
                  <a:lnTo>
                    <a:pt x="0" y="106006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881751" y="9670920"/>
              <a:ext cx="1488440" cy="418465"/>
            </a:xfrm>
            <a:custGeom>
              <a:avLst/>
              <a:gdLst/>
              <a:ahLst/>
              <a:cxnLst/>
              <a:rect l="l" t="t" r="r" b="b"/>
              <a:pathLst>
                <a:path w="1488439" h="418465">
                  <a:moveTo>
                    <a:pt x="1279280" y="0"/>
                  </a:moveTo>
                  <a:lnTo>
                    <a:pt x="208998" y="0"/>
                  </a:lnTo>
                  <a:lnTo>
                    <a:pt x="161076" y="5519"/>
                  </a:lnTo>
                  <a:lnTo>
                    <a:pt x="117084" y="21242"/>
                  </a:lnTo>
                  <a:lnTo>
                    <a:pt x="78278" y="45913"/>
                  </a:lnTo>
                  <a:lnTo>
                    <a:pt x="45913" y="78278"/>
                  </a:lnTo>
                  <a:lnTo>
                    <a:pt x="21242" y="117084"/>
                  </a:lnTo>
                  <a:lnTo>
                    <a:pt x="5519" y="161076"/>
                  </a:lnTo>
                  <a:lnTo>
                    <a:pt x="0" y="208998"/>
                  </a:lnTo>
                  <a:lnTo>
                    <a:pt x="5519" y="256918"/>
                  </a:lnTo>
                  <a:lnTo>
                    <a:pt x="21242" y="300908"/>
                  </a:lnTo>
                  <a:lnTo>
                    <a:pt x="45913" y="339714"/>
                  </a:lnTo>
                  <a:lnTo>
                    <a:pt x="78278" y="372081"/>
                  </a:lnTo>
                  <a:lnTo>
                    <a:pt x="117084" y="396753"/>
                  </a:lnTo>
                  <a:lnTo>
                    <a:pt x="161076" y="412477"/>
                  </a:lnTo>
                  <a:lnTo>
                    <a:pt x="208998" y="417997"/>
                  </a:lnTo>
                  <a:lnTo>
                    <a:pt x="1279280" y="417997"/>
                  </a:lnTo>
                  <a:lnTo>
                    <a:pt x="1327203" y="412477"/>
                  </a:lnTo>
                  <a:lnTo>
                    <a:pt x="1371194" y="396753"/>
                  </a:lnTo>
                  <a:lnTo>
                    <a:pt x="1410000" y="372081"/>
                  </a:lnTo>
                  <a:lnTo>
                    <a:pt x="1442365" y="339714"/>
                  </a:lnTo>
                  <a:lnTo>
                    <a:pt x="1467037" y="300908"/>
                  </a:lnTo>
                  <a:lnTo>
                    <a:pt x="1482759" y="256918"/>
                  </a:lnTo>
                  <a:lnTo>
                    <a:pt x="1488279" y="208998"/>
                  </a:lnTo>
                  <a:lnTo>
                    <a:pt x="1482759" y="161076"/>
                  </a:lnTo>
                  <a:lnTo>
                    <a:pt x="1467037" y="117084"/>
                  </a:lnTo>
                  <a:lnTo>
                    <a:pt x="1442365" y="78278"/>
                  </a:lnTo>
                  <a:lnTo>
                    <a:pt x="1410000" y="45913"/>
                  </a:lnTo>
                  <a:lnTo>
                    <a:pt x="1371194" y="21242"/>
                  </a:lnTo>
                  <a:lnTo>
                    <a:pt x="1327203" y="5519"/>
                  </a:lnTo>
                  <a:lnTo>
                    <a:pt x="1279280" y="0"/>
                  </a:lnTo>
                  <a:close/>
                </a:path>
              </a:pathLst>
            </a:custGeom>
            <a:solidFill>
              <a:srgbClr val="66CCB4">
                <a:alpha val="4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881751" y="9670920"/>
              <a:ext cx="1488440" cy="418465"/>
            </a:xfrm>
            <a:custGeom>
              <a:avLst/>
              <a:gdLst/>
              <a:ahLst/>
              <a:cxnLst/>
              <a:rect l="l" t="t" r="r" b="b"/>
              <a:pathLst>
                <a:path w="1488439" h="418465">
                  <a:moveTo>
                    <a:pt x="1279280" y="0"/>
                  </a:moveTo>
                  <a:lnTo>
                    <a:pt x="208998" y="0"/>
                  </a:lnTo>
                  <a:lnTo>
                    <a:pt x="161076" y="5519"/>
                  </a:lnTo>
                  <a:lnTo>
                    <a:pt x="117084" y="21242"/>
                  </a:lnTo>
                  <a:lnTo>
                    <a:pt x="78278" y="45913"/>
                  </a:lnTo>
                  <a:lnTo>
                    <a:pt x="45913" y="78278"/>
                  </a:lnTo>
                  <a:lnTo>
                    <a:pt x="21242" y="117084"/>
                  </a:lnTo>
                  <a:lnTo>
                    <a:pt x="5519" y="161076"/>
                  </a:lnTo>
                  <a:lnTo>
                    <a:pt x="0" y="208998"/>
                  </a:lnTo>
                  <a:lnTo>
                    <a:pt x="5519" y="256918"/>
                  </a:lnTo>
                  <a:lnTo>
                    <a:pt x="21242" y="300908"/>
                  </a:lnTo>
                  <a:lnTo>
                    <a:pt x="45913" y="339714"/>
                  </a:lnTo>
                  <a:lnTo>
                    <a:pt x="78278" y="372081"/>
                  </a:lnTo>
                  <a:lnTo>
                    <a:pt x="117084" y="396753"/>
                  </a:lnTo>
                  <a:lnTo>
                    <a:pt x="161076" y="412477"/>
                  </a:lnTo>
                  <a:lnTo>
                    <a:pt x="208998" y="417997"/>
                  </a:lnTo>
                  <a:lnTo>
                    <a:pt x="1279280" y="417997"/>
                  </a:lnTo>
                  <a:lnTo>
                    <a:pt x="1327203" y="412477"/>
                  </a:lnTo>
                  <a:lnTo>
                    <a:pt x="1371194" y="396753"/>
                  </a:lnTo>
                  <a:lnTo>
                    <a:pt x="1410000" y="372081"/>
                  </a:lnTo>
                  <a:lnTo>
                    <a:pt x="1442365" y="339714"/>
                  </a:lnTo>
                  <a:lnTo>
                    <a:pt x="1467037" y="300908"/>
                  </a:lnTo>
                  <a:lnTo>
                    <a:pt x="1482759" y="256918"/>
                  </a:lnTo>
                  <a:lnTo>
                    <a:pt x="1488279" y="208998"/>
                  </a:lnTo>
                  <a:lnTo>
                    <a:pt x="1482759" y="161076"/>
                  </a:lnTo>
                  <a:lnTo>
                    <a:pt x="1467037" y="117084"/>
                  </a:lnTo>
                  <a:lnTo>
                    <a:pt x="1442365" y="78278"/>
                  </a:lnTo>
                  <a:lnTo>
                    <a:pt x="1410000" y="45913"/>
                  </a:lnTo>
                  <a:lnTo>
                    <a:pt x="1371194" y="21242"/>
                  </a:lnTo>
                  <a:lnTo>
                    <a:pt x="1327203" y="5519"/>
                  </a:lnTo>
                  <a:lnTo>
                    <a:pt x="1279280" y="0"/>
                  </a:lnTo>
                  <a:close/>
                </a:path>
              </a:pathLst>
            </a:custGeom>
            <a:solidFill>
              <a:srgbClr val="C9F0FF">
                <a:alpha val="4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9707431" y="1899218"/>
              <a:ext cx="1253490" cy="1253490"/>
            </a:xfrm>
            <a:custGeom>
              <a:avLst/>
              <a:gdLst/>
              <a:ahLst/>
              <a:cxnLst/>
              <a:rect l="l" t="t" r="r" b="b"/>
              <a:pathLst>
                <a:path w="1253490" h="1253489">
                  <a:moveTo>
                    <a:pt x="626619" y="0"/>
                  </a:moveTo>
                  <a:lnTo>
                    <a:pt x="577649" y="1885"/>
                  </a:lnTo>
                  <a:lnTo>
                    <a:pt x="529710" y="7448"/>
                  </a:lnTo>
                  <a:lnTo>
                    <a:pt x="482941" y="16549"/>
                  </a:lnTo>
                  <a:lnTo>
                    <a:pt x="437481" y="29049"/>
                  </a:lnTo>
                  <a:lnTo>
                    <a:pt x="393470" y="44809"/>
                  </a:lnTo>
                  <a:lnTo>
                    <a:pt x="351047" y="63689"/>
                  </a:lnTo>
                  <a:lnTo>
                    <a:pt x="310352" y="85551"/>
                  </a:lnTo>
                  <a:lnTo>
                    <a:pt x="271523" y="110254"/>
                  </a:lnTo>
                  <a:lnTo>
                    <a:pt x="234700" y="137660"/>
                  </a:lnTo>
                  <a:lnTo>
                    <a:pt x="200023" y="167629"/>
                  </a:lnTo>
                  <a:lnTo>
                    <a:pt x="167630" y="200021"/>
                  </a:lnTo>
                  <a:lnTo>
                    <a:pt x="137661" y="234698"/>
                  </a:lnTo>
                  <a:lnTo>
                    <a:pt x="110255" y="271521"/>
                  </a:lnTo>
                  <a:lnTo>
                    <a:pt x="85551" y="310349"/>
                  </a:lnTo>
                  <a:lnTo>
                    <a:pt x="63690" y="351044"/>
                  </a:lnTo>
                  <a:lnTo>
                    <a:pt x="44809" y="393466"/>
                  </a:lnTo>
                  <a:lnTo>
                    <a:pt x="29049" y="437476"/>
                  </a:lnTo>
                  <a:lnTo>
                    <a:pt x="16549" y="482934"/>
                  </a:lnTo>
                  <a:lnTo>
                    <a:pt x="7448" y="529702"/>
                  </a:lnTo>
                  <a:lnTo>
                    <a:pt x="1885" y="577640"/>
                  </a:lnTo>
                  <a:lnTo>
                    <a:pt x="0" y="626609"/>
                  </a:lnTo>
                  <a:lnTo>
                    <a:pt x="1885" y="675577"/>
                  </a:lnTo>
                  <a:lnTo>
                    <a:pt x="7448" y="723515"/>
                  </a:lnTo>
                  <a:lnTo>
                    <a:pt x="16549" y="770283"/>
                  </a:lnTo>
                  <a:lnTo>
                    <a:pt x="29049" y="815742"/>
                  </a:lnTo>
                  <a:lnTo>
                    <a:pt x="44809" y="859752"/>
                  </a:lnTo>
                  <a:lnTo>
                    <a:pt x="63690" y="902174"/>
                  </a:lnTo>
                  <a:lnTo>
                    <a:pt x="85551" y="942869"/>
                  </a:lnTo>
                  <a:lnTo>
                    <a:pt x="110255" y="981697"/>
                  </a:lnTo>
                  <a:lnTo>
                    <a:pt x="137661" y="1018519"/>
                  </a:lnTo>
                  <a:lnTo>
                    <a:pt x="167630" y="1053196"/>
                  </a:lnTo>
                  <a:lnTo>
                    <a:pt x="200023" y="1085589"/>
                  </a:lnTo>
                  <a:lnTo>
                    <a:pt x="234700" y="1115558"/>
                  </a:lnTo>
                  <a:lnTo>
                    <a:pt x="271523" y="1142963"/>
                  </a:lnTo>
                  <a:lnTo>
                    <a:pt x="310352" y="1167666"/>
                  </a:lnTo>
                  <a:lnTo>
                    <a:pt x="351047" y="1189528"/>
                  </a:lnTo>
                  <a:lnTo>
                    <a:pt x="393470" y="1208408"/>
                  </a:lnTo>
                  <a:lnTo>
                    <a:pt x="437481" y="1224168"/>
                  </a:lnTo>
                  <a:lnTo>
                    <a:pt x="482941" y="1236668"/>
                  </a:lnTo>
                  <a:lnTo>
                    <a:pt x="529710" y="1245770"/>
                  </a:lnTo>
                  <a:lnTo>
                    <a:pt x="577649" y="1251333"/>
                  </a:lnTo>
                  <a:lnTo>
                    <a:pt x="626619" y="1253218"/>
                  </a:lnTo>
                  <a:lnTo>
                    <a:pt x="675588" y="1251333"/>
                  </a:lnTo>
                  <a:lnTo>
                    <a:pt x="723526" y="1245770"/>
                  </a:lnTo>
                  <a:lnTo>
                    <a:pt x="770294" y="1236668"/>
                  </a:lnTo>
                  <a:lnTo>
                    <a:pt x="815752" y="1224168"/>
                  </a:lnTo>
                  <a:lnTo>
                    <a:pt x="859762" y="1208408"/>
                  </a:lnTo>
                  <a:lnTo>
                    <a:pt x="902184" y="1189528"/>
                  </a:lnTo>
                  <a:lnTo>
                    <a:pt x="942879" y="1167666"/>
                  </a:lnTo>
                  <a:lnTo>
                    <a:pt x="981707" y="1142963"/>
                  </a:lnTo>
                  <a:lnTo>
                    <a:pt x="1018530" y="1115558"/>
                  </a:lnTo>
                  <a:lnTo>
                    <a:pt x="1053207" y="1085589"/>
                  </a:lnTo>
                  <a:lnTo>
                    <a:pt x="1085599" y="1053196"/>
                  </a:lnTo>
                  <a:lnTo>
                    <a:pt x="1115568" y="1018519"/>
                  </a:lnTo>
                  <a:lnTo>
                    <a:pt x="1142974" y="981697"/>
                  </a:lnTo>
                  <a:lnTo>
                    <a:pt x="1167677" y="942869"/>
                  </a:lnTo>
                  <a:lnTo>
                    <a:pt x="1189538" y="902174"/>
                  </a:lnTo>
                  <a:lnTo>
                    <a:pt x="1208419" y="859752"/>
                  </a:lnTo>
                  <a:lnTo>
                    <a:pt x="1224179" y="815742"/>
                  </a:lnTo>
                  <a:lnTo>
                    <a:pt x="1236679" y="770283"/>
                  </a:lnTo>
                  <a:lnTo>
                    <a:pt x="1245780" y="723515"/>
                  </a:lnTo>
                  <a:lnTo>
                    <a:pt x="1251343" y="675577"/>
                  </a:lnTo>
                  <a:lnTo>
                    <a:pt x="1253228" y="626609"/>
                  </a:lnTo>
                  <a:lnTo>
                    <a:pt x="1251343" y="577640"/>
                  </a:lnTo>
                  <a:lnTo>
                    <a:pt x="1245780" y="529702"/>
                  </a:lnTo>
                  <a:lnTo>
                    <a:pt x="1236679" y="482934"/>
                  </a:lnTo>
                  <a:lnTo>
                    <a:pt x="1224179" y="437476"/>
                  </a:lnTo>
                  <a:lnTo>
                    <a:pt x="1208419" y="393466"/>
                  </a:lnTo>
                  <a:lnTo>
                    <a:pt x="1189538" y="351044"/>
                  </a:lnTo>
                  <a:lnTo>
                    <a:pt x="1167677" y="310349"/>
                  </a:lnTo>
                  <a:lnTo>
                    <a:pt x="1142974" y="271521"/>
                  </a:lnTo>
                  <a:lnTo>
                    <a:pt x="1115568" y="234698"/>
                  </a:lnTo>
                  <a:lnTo>
                    <a:pt x="1085599" y="200021"/>
                  </a:lnTo>
                  <a:lnTo>
                    <a:pt x="1053207" y="167629"/>
                  </a:lnTo>
                  <a:lnTo>
                    <a:pt x="1018530" y="137660"/>
                  </a:lnTo>
                  <a:lnTo>
                    <a:pt x="981707" y="110254"/>
                  </a:lnTo>
                  <a:lnTo>
                    <a:pt x="942879" y="85551"/>
                  </a:lnTo>
                  <a:lnTo>
                    <a:pt x="902184" y="63689"/>
                  </a:lnTo>
                  <a:lnTo>
                    <a:pt x="859762" y="44809"/>
                  </a:lnTo>
                  <a:lnTo>
                    <a:pt x="815752" y="29049"/>
                  </a:lnTo>
                  <a:lnTo>
                    <a:pt x="770294" y="16549"/>
                  </a:lnTo>
                  <a:lnTo>
                    <a:pt x="723526" y="7448"/>
                  </a:lnTo>
                  <a:lnTo>
                    <a:pt x="675588" y="1885"/>
                  </a:lnTo>
                  <a:lnTo>
                    <a:pt x="626619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9827613" y="1715147"/>
              <a:ext cx="1253490" cy="1253490"/>
            </a:xfrm>
            <a:custGeom>
              <a:avLst/>
              <a:gdLst/>
              <a:ahLst/>
              <a:cxnLst/>
              <a:rect l="l" t="t" r="r" b="b"/>
              <a:pathLst>
                <a:path w="1253490" h="1253489">
                  <a:moveTo>
                    <a:pt x="626619" y="0"/>
                  </a:moveTo>
                  <a:lnTo>
                    <a:pt x="577649" y="1885"/>
                  </a:lnTo>
                  <a:lnTo>
                    <a:pt x="529710" y="7447"/>
                  </a:lnTo>
                  <a:lnTo>
                    <a:pt x="482941" y="16548"/>
                  </a:lnTo>
                  <a:lnTo>
                    <a:pt x="437481" y="29048"/>
                  </a:lnTo>
                  <a:lnTo>
                    <a:pt x="393470" y="44808"/>
                  </a:lnTo>
                  <a:lnTo>
                    <a:pt x="351047" y="63688"/>
                  </a:lnTo>
                  <a:lnTo>
                    <a:pt x="310352" y="85549"/>
                  </a:lnTo>
                  <a:lnTo>
                    <a:pt x="271523" y="110251"/>
                  </a:lnTo>
                  <a:lnTo>
                    <a:pt x="234700" y="137656"/>
                  </a:lnTo>
                  <a:lnTo>
                    <a:pt x="200023" y="167625"/>
                  </a:lnTo>
                  <a:lnTo>
                    <a:pt x="167630" y="200017"/>
                  </a:lnTo>
                  <a:lnTo>
                    <a:pt x="137661" y="234694"/>
                  </a:lnTo>
                  <a:lnTo>
                    <a:pt x="110255" y="271516"/>
                  </a:lnTo>
                  <a:lnTo>
                    <a:pt x="85551" y="310344"/>
                  </a:lnTo>
                  <a:lnTo>
                    <a:pt x="63690" y="351039"/>
                  </a:lnTo>
                  <a:lnTo>
                    <a:pt x="44809" y="393461"/>
                  </a:lnTo>
                  <a:lnTo>
                    <a:pt x="29049" y="437472"/>
                  </a:lnTo>
                  <a:lnTo>
                    <a:pt x="16549" y="482931"/>
                  </a:lnTo>
                  <a:lnTo>
                    <a:pt x="7448" y="529700"/>
                  </a:lnTo>
                  <a:lnTo>
                    <a:pt x="1885" y="577639"/>
                  </a:lnTo>
                  <a:lnTo>
                    <a:pt x="0" y="626609"/>
                  </a:lnTo>
                  <a:lnTo>
                    <a:pt x="1885" y="675577"/>
                  </a:lnTo>
                  <a:lnTo>
                    <a:pt x="7448" y="723515"/>
                  </a:lnTo>
                  <a:lnTo>
                    <a:pt x="16549" y="770283"/>
                  </a:lnTo>
                  <a:lnTo>
                    <a:pt x="29049" y="815742"/>
                  </a:lnTo>
                  <a:lnTo>
                    <a:pt x="44809" y="859752"/>
                  </a:lnTo>
                  <a:lnTo>
                    <a:pt x="63690" y="902174"/>
                  </a:lnTo>
                  <a:lnTo>
                    <a:pt x="85551" y="942869"/>
                  </a:lnTo>
                  <a:lnTo>
                    <a:pt x="110255" y="981697"/>
                  </a:lnTo>
                  <a:lnTo>
                    <a:pt x="137661" y="1018519"/>
                  </a:lnTo>
                  <a:lnTo>
                    <a:pt x="167630" y="1053196"/>
                  </a:lnTo>
                  <a:lnTo>
                    <a:pt x="200023" y="1085589"/>
                  </a:lnTo>
                  <a:lnTo>
                    <a:pt x="234700" y="1115558"/>
                  </a:lnTo>
                  <a:lnTo>
                    <a:pt x="271523" y="1142963"/>
                  </a:lnTo>
                  <a:lnTo>
                    <a:pt x="310352" y="1167666"/>
                  </a:lnTo>
                  <a:lnTo>
                    <a:pt x="351047" y="1189528"/>
                  </a:lnTo>
                  <a:lnTo>
                    <a:pt x="393470" y="1208408"/>
                  </a:lnTo>
                  <a:lnTo>
                    <a:pt x="437481" y="1224168"/>
                  </a:lnTo>
                  <a:lnTo>
                    <a:pt x="482941" y="1236668"/>
                  </a:lnTo>
                  <a:lnTo>
                    <a:pt x="529710" y="1245770"/>
                  </a:lnTo>
                  <a:lnTo>
                    <a:pt x="577649" y="1251333"/>
                  </a:lnTo>
                  <a:lnTo>
                    <a:pt x="626619" y="1253218"/>
                  </a:lnTo>
                  <a:lnTo>
                    <a:pt x="675588" y="1251333"/>
                  </a:lnTo>
                  <a:lnTo>
                    <a:pt x="723526" y="1245770"/>
                  </a:lnTo>
                  <a:lnTo>
                    <a:pt x="770294" y="1236668"/>
                  </a:lnTo>
                  <a:lnTo>
                    <a:pt x="815752" y="1224168"/>
                  </a:lnTo>
                  <a:lnTo>
                    <a:pt x="859762" y="1208408"/>
                  </a:lnTo>
                  <a:lnTo>
                    <a:pt x="902184" y="1189528"/>
                  </a:lnTo>
                  <a:lnTo>
                    <a:pt x="942879" y="1167666"/>
                  </a:lnTo>
                  <a:lnTo>
                    <a:pt x="981707" y="1142963"/>
                  </a:lnTo>
                  <a:lnTo>
                    <a:pt x="1018530" y="1115558"/>
                  </a:lnTo>
                  <a:lnTo>
                    <a:pt x="1053207" y="1085589"/>
                  </a:lnTo>
                  <a:lnTo>
                    <a:pt x="1085599" y="1053196"/>
                  </a:lnTo>
                  <a:lnTo>
                    <a:pt x="1115568" y="1018519"/>
                  </a:lnTo>
                  <a:lnTo>
                    <a:pt x="1142974" y="981697"/>
                  </a:lnTo>
                  <a:lnTo>
                    <a:pt x="1167677" y="942869"/>
                  </a:lnTo>
                  <a:lnTo>
                    <a:pt x="1189538" y="902174"/>
                  </a:lnTo>
                  <a:lnTo>
                    <a:pt x="1208419" y="859752"/>
                  </a:lnTo>
                  <a:lnTo>
                    <a:pt x="1224179" y="815742"/>
                  </a:lnTo>
                  <a:lnTo>
                    <a:pt x="1236679" y="770283"/>
                  </a:lnTo>
                  <a:lnTo>
                    <a:pt x="1245780" y="723515"/>
                  </a:lnTo>
                  <a:lnTo>
                    <a:pt x="1251343" y="675577"/>
                  </a:lnTo>
                  <a:lnTo>
                    <a:pt x="1253228" y="626609"/>
                  </a:lnTo>
                  <a:lnTo>
                    <a:pt x="1251343" y="577639"/>
                  </a:lnTo>
                  <a:lnTo>
                    <a:pt x="1245780" y="529700"/>
                  </a:lnTo>
                  <a:lnTo>
                    <a:pt x="1236679" y="482931"/>
                  </a:lnTo>
                  <a:lnTo>
                    <a:pt x="1224179" y="437472"/>
                  </a:lnTo>
                  <a:lnTo>
                    <a:pt x="1208419" y="393461"/>
                  </a:lnTo>
                  <a:lnTo>
                    <a:pt x="1189538" y="351039"/>
                  </a:lnTo>
                  <a:lnTo>
                    <a:pt x="1167677" y="310344"/>
                  </a:lnTo>
                  <a:lnTo>
                    <a:pt x="1142974" y="271516"/>
                  </a:lnTo>
                  <a:lnTo>
                    <a:pt x="1115568" y="234694"/>
                  </a:lnTo>
                  <a:lnTo>
                    <a:pt x="1085599" y="200017"/>
                  </a:lnTo>
                  <a:lnTo>
                    <a:pt x="1053207" y="167625"/>
                  </a:lnTo>
                  <a:lnTo>
                    <a:pt x="1018530" y="137656"/>
                  </a:lnTo>
                  <a:lnTo>
                    <a:pt x="981707" y="110251"/>
                  </a:lnTo>
                  <a:lnTo>
                    <a:pt x="942879" y="85549"/>
                  </a:lnTo>
                  <a:lnTo>
                    <a:pt x="902184" y="63688"/>
                  </a:lnTo>
                  <a:lnTo>
                    <a:pt x="859762" y="44808"/>
                  </a:lnTo>
                  <a:lnTo>
                    <a:pt x="815752" y="29048"/>
                  </a:lnTo>
                  <a:lnTo>
                    <a:pt x="770294" y="16548"/>
                  </a:lnTo>
                  <a:lnTo>
                    <a:pt x="723526" y="7447"/>
                  </a:lnTo>
                  <a:lnTo>
                    <a:pt x="675588" y="1885"/>
                  </a:lnTo>
                  <a:lnTo>
                    <a:pt x="626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827613" y="1715147"/>
              <a:ext cx="1253490" cy="1253490"/>
            </a:xfrm>
            <a:custGeom>
              <a:avLst/>
              <a:gdLst/>
              <a:ahLst/>
              <a:cxnLst/>
              <a:rect l="l" t="t" r="r" b="b"/>
              <a:pathLst>
                <a:path w="1253490" h="1253489">
                  <a:moveTo>
                    <a:pt x="1253228" y="626609"/>
                  </a:moveTo>
                  <a:lnTo>
                    <a:pt x="1251343" y="675577"/>
                  </a:lnTo>
                  <a:lnTo>
                    <a:pt x="1245780" y="723515"/>
                  </a:lnTo>
                  <a:lnTo>
                    <a:pt x="1236679" y="770283"/>
                  </a:lnTo>
                  <a:lnTo>
                    <a:pt x="1224179" y="815742"/>
                  </a:lnTo>
                  <a:lnTo>
                    <a:pt x="1208419" y="859752"/>
                  </a:lnTo>
                  <a:lnTo>
                    <a:pt x="1189538" y="902174"/>
                  </a:lnTo>
                  <a:lnTo>
                    <a:pt x="1167677" y="942869"/>
                  </a:lnTo>
                  <a:lnTo>
                    <a:pt x="1142974" y="981697"/>
                  </a:lnTo>
                  <a:lnTo>
                    <a:pt x="1115568" y="1018519"/>
                  </a:lnTo>
                  <a:lnTo>
                    <a:pt x="1085599" y="1053196"/>
                  </a:lnTo>
                  <a:lnTo>
                    <a:pt x="1053207" y="1085589"/>
                  </a:lnTo>
                  <a:lnTo>
                    <a:pt x="1018530" y="1115558"/>
                  </a:lnTo>
                  <a:lnTo>
                    <a:pt x="981707" y="1142963"/>
                  </a:lnTo>
                  <a:lnTo>
                    <a:pt x="942879" y="1167666"/>
                  </a:lnTo>
                  <a:lnTo>
                    <a:pt x="902184" y="1189528"/>
                  </a:lnTo>
                  <a:lnTo>
                    <a:pt x="859762" y="1208408"/>
                  </a:lnTo>
                  <a:lnTo>
                    <a:pt x="815752" y="1224168"/>
                  </a:lnTo>
                  <a:lnTo>
                    <a:pt x="770294" y="1236668"/>
                  </a:lnTo>
                  <a:lnTo>
                    <a:pt x="723526" y="1245770"/>
                  </a:lnTo>
                  <a:lnTo>
                    <a:pt x="675588" y="1251333"/>
                  </a:lnTo>
                  <a:lnTo>
                    <a:pt x="626619" y="1253218"/>
                  </a:lnTo>
                  <a:lnTo>
                    <a:pt x="577649" y="1251333"/>
                  </a:lnTo>
                  <a:lnTo>
                    <a:pt x="529710" y="1245770"/>
                  </a:lnTo>
                  <a:lnTo>
                    <a:pt x="482941" y="1236668"/>
                  </a:lnTo>
                  <a:lnTo>
                    <a:pt x="437481" y="1224168"/>
                  </a:lnTo>
                  <a:lnTo>
                    <a:pt x="393470" y="1208408"/>
                  </a:lnTo>
                  <a:lnTo>
                    <a:pt x="351047" y="1189528"/>
                  </a:lnTo>
                  <a:lnTo>
                    <a:pt x="310352" y="1167666"/>
                  </a:lnTo>
                  <a:lnTo>
                    <a:pt x="271523" y="1142963"/>
                  </a:lnTo>
                  <a:lnTo>
                    <a:pt x="234700" y="1115558"/>
                  </a:lnTo>
                  <a:lnTo>
                    <a:pt x="200023" y="1085589"/>
                  </a:lnTo>
                  <a:lnTo>
                    <a:pt x="167630" y="1053196"/>
                  </a:lnTo>
                  <a:lnTo>
                    <a:pt x="137661" y="1018519"/>
                  </a:lnTo>
                  <a:lnTo>
                    <a:pt x="110255" y="981697"/>
                  </a:lnTo>
                  <a:lnTo>
                    <a:pt x="85551" y="942869"/>
                  </a:lnTo>
                  <a:lnTo>
                    <a:pt x="63690" y="902174"/>
                  </a:lnTo>
                  <a:lnTo>
                    <a:pt x="44809" y="859752"/>
                  </a:lnTo>
                  <a:lnTo>
                    <a:pt x="29049" y="815742"/>
                  </a:lnTo>
                  <a:lnTo>
                    <a:pt x="16549" y="770283"/>
                  </a:lnTo>
                  <a:lnTo>
                    <a:pt x="7448" y="723515"/>
                  </a:lnTo>
                  <a:lnTo>
                    <a:pt x="1885" y="675577"/>
                  </a:lnTo>
                  <a:lnTo>
                    <a:pt x="0" y="626609"/>
                  </a:lnTo>
                  <a:lnTo>
                    <a:pt x="1885" y="577639"/>
                  </a:lnTo>
                  <a:lnTo>
                    <a:pt x="7448" y="529700"/>
                  </a:lnTo>
                  <a:lnTo>
                    <a:pt x="16549" y="482931"/>
                  </a:lnTo>
                  <a:lnTo>
                    <a:pt x="29049" y="437472"/>
                  </a:lnTo>
                  <a:lnTo>
                    <a:pt x="44809" y="393461"/>
                  </a:lnTo>
                  <a:lnTo>
                    <a:pt x="63690" y="351039"/>
                  </a:lnTo>
                  <a:lnTo>
                    <a:pt x="85551" y="310344"/>
                  </a:lnTo>
                  <a:lnTo>
                    <a:pt x="110255" y="271516"/>
                  </a:lnTo>
                  <a:lnTo>
                    <a:pt x="137661" y="234694"/>
                  </a:lnTo>
                  <a:lnTo>
                    <a:pt x="167630" y="200017"/>
                  </a:lnTo>
                  <a:lnTo>
                    <a:pt x="200023" y="167625"/>
                  </a:lnTo>
                  <a:lnTo>
                    <a:pt x="234700" y="137656"/>
                  </a:lnTo>
                  <a:lnTo>
                    <a:pt x="271523" y="110251"/>
                  </a:lnTo>
                  <a:lnTo>
                    <a:pt x="310352" y="85549"/>
                  </a:lnTo>
                  <a:lnTo>
                    <a:pt x="351047" y="63688"/>
                  </a:lnTo>
                  <a:lnTo>
                    <a:pt x="393470" y="44808"/>
                  </a:lnTo>
                  <a:lnTo>
                    <a:pt x="437481" y="29048"/>
                  </a:lnTo>
                  <a:lnTo>
                    <a:pt x="482941" y="16548"/>
                  </a:lnTo>
                  <a:lnTo>
                    <a:pt x="529710" y="7447"/>
                  </a:lnTo>
                  <a:lnTo>
                    <a:pt x="577649" y="1885"/>
                  </a:lnTo>
                  <a:lnTo>
                    <a:pt x="626619" y="0"/>
                  </a:lnTo>
                  <a:lnTo>
                    <a:pt x="675588" y="1885"/>
                  </a:lnTo>
                  <a:lnTo>
                    <a:pt x="723526" y="7447"/>
                  </a:lnTo>
                  <a:lnTo>
                    <a:pt x="770294" y="16548"/>
                  </a:lnTo>
                  <a:lnTo>
                    <a:pt x="815752" y="29048"/>
                  </a:lnTo>
                  <a:lnTo>
                    <a:pt x="859762" y="44808"/>
                  </a:lnTo>
                  <a:lnTo>
                    <a:pt x="902184" y="63688"/>
                  </a:lnTo>
                  <a:lnTo>
                    <a:pt x="942879" y="85549"/>
                  </a:lnTo>
                  <a:lnTo>
                    <a:pt x="981707" y="110251"/>
                  </a:lnTo>
                  <a:lnTo>
                    <a:pt x="1018530" y="137656"/>
                  </a:lnTo>
                  <a:lnTo>
                    <a:pt x="1053207" y="167625"/>
                  </a:lnTo>
                  <a:lnTo>
                    <a:pt x="1085599" y="200017"/>
                  </a:lnTo>
                  <a:lnTo>
                    <a:pt x="1115568" y="234694"/>
                  </a:lnTo>
                  <a:lnTo>
                    <a:pt x="1142974" y="271516"/>
                  </a:lnTo>
                  <a:lnTo>
                    <a:pt x="1167677" y="310344"/>
                  </a:lnTo>
                  <a:lnTo>
                    <a:pt x="1189538" y="351039"/>
                  </a:lnTo>
                  <a:lnTo>
                    <a:pt x="1208419" y="393461"/>
                  </a:lnTo>
                  <a:lnTo>
                    <a:pt x="1224179" y="437472"/>
                  </a:lnTo>
                  <a:lnTo>
                    <a:pt x="1236679" y="482931"/>
                  </a:lnTo>
                  <a:lnTo>
                    <a:pt x="1245780" y="529700"/>
                  </a:lnTo>
                  <a:lnTo>
                    <a:pt x="1251343" y="577639"/>
                  </a:lnTo>
                  <a:lnTo>
                    <a:pt x="1253228" y="626609"/>
                  </a:lnTo>
                  <a:close/>
                </a:path>
              </a:pathLst>
            </a:custGeom>
            <a:ln w="10470">
              <a:solidFill>
                <a:srgbClr val="C9F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9927261" y="1814782"/>
              <a:ext cx="1054100" cy="1054100"/>
            </a:xfrm>
            <a:custGeom>
              <a:avLst/>
              <a:gdLst/>
              <a:ahLst/>
              <a:cxnLst/>
              <a:rect l="l" t="t" r="r" b="b"/>
              <a:pathLst>
                <a:path w="1054100" h="1054100">
                  <a:moveTo>
                    <a:pt x="526968" y="0"/>
                  </a:moveTo>
                  <a:lnTo>
                    <a:pt x="479071" y="2157"/>
                  </a:lnTo>
                  <a:lnTo>
                    <a:pt x="432365" y="8505"/>
                  </a:lnTo>
                  <a:lnTo>
                    <a:pt x="387038" y="18856"/>
                  </a:lnTo>
                  <a:lnTo>
                    <a:pt x="343277" y="33022"/>
                  </a:lnTo>
                  <a:lnTo>
                    <a:pt x="301268" y="50816"/>
                  </a:lnTo>
                  <a:lnTo>
                    <a:pt x="261201" y="72050"/>
                  </a:lnTo>
                  <a:lnTo>
                    <a:pt x="223261" y="96538"/>
                  </a:lnTo>
                  <a:lnTo>
                    <a:pt x="187638" y="124090"/>
                  </a:lnTo>
                  <a:lnTo>
                    <a:pt x="154517" y="154521"/>
                  </a:lnTo>
                  <a:lnTo>
                    <a:pt x="124087" y="187642"/>
                  </a:lnTo>
                  <a:lnTo>
                    <a:pt x="96535" y="223266"/>
                  </a:lnTo>
                  <a:lnTo>
                    <a:pt x="72048" y="261205"/>
                  </a:lnTo>
                  <a:lnTo>
                    <a:pt x="50814" y="301273"/>
                  </a:lnTo>
                  <a:lnTo>
                    <a:pt x="33021" y="343281"/>
                  </a:lnTo>
                  <a:lnTo>
                    <a:pt x="18855" y="387042"/>
                  </a:lnTo>
                  <a:lnTo>
                    <a:pt x="8505" y="432368"/>
                  </a:lnTo>
                  <a:lnTo>
                    <a:pt x="2157" y="479073"/>
                  </a:lnTo>
                  <a:lnTo>
                    <a:pt x="0" y="526968"/>
                  </a:lnTo>
                  <a:lnTo>
                    <a:pt x="2157" y="574864"/>
                  </a:lnTo>
                  <a:lnTo>
                    <a:pt x="8505" y="621570"/>
                  </a:lnTo>
                  <a:lnTo>
                    <a:pt x="18855" y="666898"/>
                  </a:lnTo>
                  <a:lnTo>
                    <a:pt x="33021" y="710660"/>
                  </a:lnTo>
                  <a:lnTo>
                    <a:pt x="50814" y="752669"/>
                  </a:lnTo>
                  <a:lnTo>
                    <a:pt x="72048" y="792737"/>
                  </a:lnTo>
                  <a:lnTo>
                    <a:pt x="96535" y="830678"/>
                  </a:lnTo>
                  <a:lnTo>
                    <a:pt x="124087" y="866302"/>
                  </a:lnTo>
                  <a:lnTo>
                    <a:pt x="154517" y="899424"/>
                  </a:lnTo>
                  <a:lnTo>
                    <a:pt x="187638" y="929855"/>
                  </a:lnTo>
                  <a:lnTo>
                    <a:pt x="223261" y="957408"/>
                  </a:lnTo>
                  <a:lnTo>
                    <a:pt x="261201" y="981895"/>
                  </a:lnTo>
                  <a:lnTo>
                    <a:pt x="301268" y="1003130"/>
                  </a:lnTo>
                  <a:lnTo>
                    <a:pt x="343277" y="1020924"/>
                  </a:lnTo>
                  <a:lnTo>
                    <a:pt x="387038" y="1035090"/>
                  </a:lnTo>
                  <a:lnTo>
                    <a:pt x="432365" y="1045441"/>
                  </a:lnTo>
                  <a:lnTo>
                    <a:pt x="479071" y="1051789"/>
                  </a:lnTo>
                  <a:lnTo>
                    <a:pt x="526968" y="1053946"/>
                  </a:lnTo>
                  <a:lnTo>
                    <a:pt x="574864" y="1051789"/>
                  </a:lnTo>
                  <a:lnTo>
                    <a:pt x="621570" y="1045441"/>
                  </a:lnTo>
                  <a:lnTo>
                    <a:pt x="666898" y="1035090"/>
                  </a:lnTo>
                  <a:lnTo>
                    <a:pt x="710660" y="1020924"/>
                  </a:lnTo>
                  <a:lnTo>
                    <a:pt x="752669" y="1003130"/>
                  </a:lnTo>
                  <a:lnTo>
                    <a:pt x="792737" y="981895"/>
                  </a:lnTo>
                  <a:lnTo>
                    <a:pt x="830678" y="957408"/>
                  </a:lnTo>
                  <a:lnTo>
                    <a:pt x="866302" y="929855"/>
                  </a:lnTo>
                  <a:lnTo>
                    <a:pt x="899424" y="899424"/>
                  </a:lnTo>
                  <a:lnTo>
                    <a:pt x="929855" y="866302"/>
                  </a:lnTo>
                  <a:lnTo>
                    <a:pt x="957408" y="830678"/>
                  </a:lnTo>
                  <a:lnTo>
                    <a:pt x="981895" y="792737"/>
                  </a:lnTo>
                  <a:lnTo>
                    <a:pt x="1003130" y="752669"/>
                  </a:lnTo>
                  <a:lnTo>
                    <a:pt x="1020924" y="710660"/>
                  </a:lnTo>
                  <a:lnTo>
                    <a:pt x="1035090" y="666898"/>
                  </a:lnTo>
                  <a:lnTo>
                    <a:pt x="1045441" y="621570"/>
                  </a:lnTo>
                  <a:lnTo>
                    <a:pt x="1051789" y="574864"/>
                  </a:lnTo>
                  <a:lnTo>
                    <a:pt x="1053946" y="526968"/>
                  </a:lnTo>
                  <a:lnTo>
                    <a:pt x="1051789" y="479073"/>
                  </a:lnTo>
                  <a:lnTo>
                    <a:pt x="1045441" y="432368"/>
                  </a:lnTo>
                  <a:lnTo>
                    <a:pt x="1035090" y="387042"/>
                  </a:lnTo>
                  <a:lnTo>
                    <a:pt x="1020924" y="343281"/>
                  </a:lnTo>
                  <a:lnTo>
                    <a:pt x="1003130" y="301273"/>
                  </a:lnTo>
                  <a:lnTo>
                    <a:pt x="981895" y="261205"/>
                  </a:lnTo>
                  <a:lnTo>
                    <a:pt x="957408" y="223266"/>
                  </a:lnTo>
                  <a:lnTo>
                    <a:pt x="929855" y="187642"/>
                  </a:lnTo>
                  <a:lnTo>
                    <a:pt x="899424" y="154521"/>
                  </a:lnTo>
                  <a:lnTo>
                    <a:pt x="866302" y="124090"/>
                  </a:lnTo>
                  <a:lnTo>
                    <a:pt x="830678" y="96538"/>
                  </a:lnTo>
                  <a:lnTo>
                    <a:pt x="792737" y="72050"/>
                  </a:lnTo>
                  <a:lnTo>
                    <a:pt x="752669" y="50816"/>
                  </a:lnTo>
                  <a:lnTo>
                    <a:pt x="710660" y="33022"/>
                  </a:lnTo>
                  <a:lnTo>
                    <a:pt x="666898" y="18856"/>
                  </a:lnTo>
                  <a:lnTo>
                    <a:pt x="621570" y="8505"/>
                  </a:lnTo>
                  <a:lnTo>
                    <a:pt x="574864" y="2157"/>
                  </a:lnTo>
                  <a:lnTo>
                    <a:pt x="526968" y="0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0751525" y="2639050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5" h="37464">
                  <a:moveTo>
                    <a:pt x="5434" y="5434"/>
                  </a:moveTo>
                  <a:lnTo>
                    <a:pt x="1358" y="11570"/>
                  </a:lnTo>
                  <a:lnTo>
                    <a:pt x="0" y="18549"/>
                  </a:lnTo>
                  <a:lnTo>
                    <a:pt x="1358" y="25527"/>
                  </a:lnTo>
                  <a:lnTo>
                    <a:pt x="5434" y="31663"/>
                  </a:lnTo>
                  <a:lnTo>
                    <a:pt x="11570" y="35733"/>
                  </a:lnTo>
                  <a:lnTo>
                    <a:pt x="18547" y="37090"/>
                  </a:lnTo>
                  <a:lnTo>
                    <a:pt x="25523" y="35733"/>
                  </a:lnTo>
                  <a:lnTo>
                    <a:pt x="31653" y="31663"/>
                  </a:lnTo>
                  <a:lnTo>
                    <a:pt x="35729" y="25527"/>
                  </a:lnTo>
                  <a:lnTo>
                    <a:pt x="37087" y="18549"/>
                  </a:lnTo>
                  <a:lnTo>
                    <a:pt x="35729" y="11570"/>
                  </a:lnTo>
                  <a:lnTo>
                    <a:pt x="31653" y="5434"/>
                  </a:lnTo>
                  <a:lnTo>
                    <a:pt x="25523" y="1358"/>
                  </a:lnTo>
                  <a:lnTo>
                    <a:pt x="18547" y="0"/>
                  </a:lnTo>
                  <a:lnTo>
                    <a:pt x="11570" y="1358"/>
                  </a:lnTo>
                  <a:lnTo>
                    <a:pt x="5434" y="5434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11913" y="2746104"/>
              <a:ext cx="84636" cy="84636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58580" y="2299437"/>
              <a:ext cx="84636" cy="84636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10119846" y="2007362"/>
              <a:ext cx="669290" cy="669290"/>
            </a:xfrm>
            <a:custGeom>
              <a:avLst/>
              <a:gdLst/>
              <a:ahLst/>
              <a:cxnLst/>
              <a:rect l="l" t="t" r="r" b="b"/>
              <a:pathLst>
                <a:path w="669290" h="669289">
                  <a:moveTo>
                    <a:pt x="637114" y="5434"/>
                  </a:moveTo>
                  <a:lnTo>
                    <a:pt x="633038" y="11570"/>
                  </a:lnTo>
                  <a:lnTo>
                    <a:pt x="631679" y="18549"/>
                  </a:lnTo>
                  <a:lnTo>
                    <a:pt x="633038" y="25527"/>
                  </a:lnTo>
                  <a:lnTo>
                    <a:pt x="637114" y="31663"/>
                  </a:lnTo>
                  <a:lnTo>
                    <a:pt x="643250" y="35733"/>
                  </a:lnTo>
                  <a:lnTo>
                    <a:pt x="650227" y="37090"/>
                  </a:lnTo>
                  <a:lnTo>
                    <a:pt x="657202" y="35733"/>
                  </a:lnTo>
                  <a:lnTo>
                    <a:pt x="663333" y="31663"/>
                  </a:lnTo>
                  <a:lnTo>
                    <a:pt x="667408" y="25527"/>
                  </a:lnTo>
                  <a:lnTo>
                    <a:pt x="668767" y="18549"/>
                  </a:lnTo>
                  <a:lnTo>
                    <a:pt x="667408" y="11570"/>
                  </a:lnTo>
                  <a:lnTo>
                    <a:pt x="663333" y="5434"/>
                  </a:lnTo>
                  <a:lnTo>
                    <a:pt x="657202" y="1364"/>
                  </a:lnTo>
                  <a:lnTo>
                    <a:pt x="650227" y="7"/>
                  </a:lnTo>
                  <a:lnTo>
                    <a:pt x="643250" y="1364"/>
                  </a:lnTo>
                  <a:lnTo>
                    <a:pt x="637114" y="5434"/>
                  </a:lnTo>
                  <a:close/>
                </a:path>
                <a:path w="669290" h="669289">
                  <a:moveTo>
                    <a:pt x="5426" y="637121"/>
                  </a:moveTo>
                  <a:lnTo>
                    <a:pt x="1356" y="643258"/>
                  </a:lnTo>
                  <a:lnTo>
                    <a:pt x="0" y="650236"/>
                  </a:lnTo>
                  <a:lnTo>
                    <a:pt x="1356" y="657215"/>
                  </a:lnTo>
                  <a:lnTo>
                    <a:pt x="5426" y="663351"/>
                  </a:lnTo>
                  <a:lnTo>
                    <a:pt x="11562" y="667421"/>
                  </a:lnTo>
                  <a:lnTo>
                    <a:pt x="18541" y="668778"/>
                  </a:lnTo>
                  <a:lnTo>
                    <a:pt x="25519" y="667421"/>
                  </a:lnTo>
                  <a:lnTo>
                    <a:pt x="31656" y="663351"/>
                  </a:lnTo>
                  <a:lnTo>
                    <a:pt x="35726" y="657215"/>
                  </a:lnTo>
                  <a:lnTo>
                    <a:pt x="37082" y="650236"/>
                  </a:lnTo>
                  <a:lnTo>
                    <a:pt x="35726" y="643258"/>
                  </a:lnTo>
                  <a:lnTo>
                    <a:pt x="31656" y="637121"/>
                  </a:lnTo>
                  <a:lnTo>
                    <a:pt x="25519" y="633046"/>
                  </a:lnTo>
                  <a:lnTo>
                    <a:pt x="18541" y="631687"/>
                  </a:lnTo>
                  <a:lnTo>
                    <a:pt x="11562" y="633046"/>
                  </a:lnTo>
                  <a:lnTo>
                    <a:pt x="5426" y="637121"/>
                  </a:lnTo>
                  <a:close/>
                </a:path>
                <a:path w="669290" h="669289">
                  <a:moveTo>
                    <a:pt x="5426" y="5434"/>
                  </a:moveTo>
                  <a:lnTo>
                    <a:pt x="1356" y="11570"/>
                  </a:lnTo>
                  <a:lnTo>
                    <a:pt x="0" y="18549"/>
                  </a:lnTo>
                  <a:lnTo>
                    <a:pt x="1356" y="25527"/>
                  </a:lnTo>
                  <a:lnTo>
                    <a:pt x="5426" y="31663"/>
                  </a:lnTo>
                  <a:lnTo>
                    <a:pt x="11562" y="35733"/>
                  </a:lnTo>
                  <a:lnTo>
                    <a:pt x="18541" y="37090"/>
                  </a:lnTo>
                  <a:lnTo>
                    <a:pt x="25519" y="35733"/>
                  </a:lnTo>
                  <a:lnTo>
                    <a:pt x="31656" y="31663"/>
                  </a:lnTo>
                  <a:lnTo>
                    <a:pt x="35726" y="25527"/>
                  </a:lnTo>
                  <a:lnTo>
                    <a:pt x="37082" y="18549"/>
                  </a:lnTo>
                  <a:lnTo>
                    <a:pt x="35726" y="11570"/>
                  </a:lnTo>
                  <a:lnTo>
                    <a:pt x="31656" y="5434"/>
                  </a:lnTo>
                  <a:lnTo>
                    <a:pt x="25519" y="1358"/>
                  </a:lnTo>
                  <a:lnTo>
                    <a:pt x="18541" y="0"/>
                  </a:lnTo>
                  <a:lnTo>
                    <a:pt x="11562" y="1358"/>
                  </a:lnTo>
                  <a:lnTo>
                    <a:pt x="5426" y="5434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11913" y="1852760"/>
              <a:ext cx="84636" cy="84646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65235" y="2299437"/>
              <a:ext cx="84646" cy="84636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10429316" y="1979342"/>
              <a:ext cx="212725" cy="550545"/>
            </a:xfrm>
            <a:custGeom>
              <a:avLst/>
              <a:gdLst/>
              <a:ahLst/>
              <a:cxnLst/>
              <a:rect l="l" t="t" r="r" b="b"/>
              <a:pathLst>
                <a:path w="212725" h="550544">
                  <a:moveTo>
                    <a:pt x="49820" y="352093"/>
                  </a:moveTo>
                  <a:lnTo>
                    <a:pt x="49820" y="24910"/>
                  </a:lnTo>
                  <a:lnTo>
                    <a:pt x="47863" y="15213"/>
                  </a:lnTo>
                  <a:lnTo>
                    <a:pt x="42524" y="7295"/>
                  </a:lnTo>
                  <a:lnTo>
                    <a:pt x="34606" y="1957"/>
                  </a:lnTo>
                  <a:lnTo>
                    <a:pt x="24910" y="0"/>
                  </a:lnTo>
                  <a:lnTo>
                    <a:pt x="15217" y="1957"/>
                  </a:lnTo>
                  <a:lnTo>
                    <a:pt x="7299" y="7295"/>
                  </a:lnTo>
                  <a:lnTo>
                    <a:pt x="1958" y="15213"/>
                  </a:lnTo>
                  <a:lnTo>
                    <a:pt x="0" y="24910"/>
                  </a:lnTo>
                  <a:lnTo>
                    <a:pt x="0" y="362407"/>
                  </a:lnTo>
                  <a:lnTo>
                    <a:pt x="0" y="369014"/>
                  </a:lnTo>
                  <a:lnTo>
                    <a:pt x="2628" y="375349"/>
                  </a:lnTo>
                  <a:lnTo>
                    <a:pt x="7298" y="380019"/>
                  </a:lnTo>
                  <a:lnTo>
                    <a:pt x="170005" y="542726"/>
                  </a:lnTo>
                  <a:lnTo>
                    <a:pt x="174874" y="547595"/>
                  </a:lnTo>
                  <a:lnTo>
                    <a:pt x="181240" y="550025"/>
                  </a:lnTo>
                  <a:lnTo>
                    <a:pt x="187617" y="550025"/>
                  </a:lnTo>
                  <a:lnTo>
                    <a:pt x="193994" y="550025"/>
                  </a:lnTo>
                  <a:lnTo>
                    <a:pt x="200360" y="547595"/>
                  </a:lnTo>
                  <a:lnTo>
                    <a:pt x="205229" y="542726"/>
                  </a:lnTo>
                  <a:lnTo>
                    <a:pt x="210701" y="534487"/>
                  </a:lnTo>
                  <a:lnTo>
                    <a:pt x="212524" y="525114"/>
                  </a:lnTo>
                  <a:lnTo>
                    <a:pt x="210701" y="515742"/>
                  </a:lnTo>
                  <a:lnTo>
                    <a:pt x="205229" y="507502"/>
                  </a:lnTo>
                  <a:lnTo>
                    <a:pt x="49820" y="352093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1678011" y="1795662"/>
              <a:ext cx="2223135" cy="2835910"/>
            </a:xfrm>
            <a:custGeom>
              <a:avLst/>
              <a:gdLst/>
              <a:ahLst/>
              <a:cxnLst/>
              <a:rect l="l" t="t" r="r" b="b"/>
              <a:pathLst>
                <a:path w="2223134" h="2835910">
                  <a:moveTo>
                    <a:pt x="0" y="2835411"/>
                  </a:moveTo>
                  <a:lnTo>
                    <a:pt x="2222811" y="2835411"/>
                  </a:lnTo>
                  <a:lnTo>
                    <a:pt x="2222811" y="0"/>
                  </a:lnTo>
                  <a:lnTo>
                    <a:pt x="0" y="0"/>
                  </a:lnTo>
                  <a:lnTo>
                    <a:pt x="0" y="2835411"/>
                  </a:lnTo>
                  <a:close/>
                </a:path>
              </a:pathLst>
            </a:custGeom>
            <a:ln w="10470">
              <a:solidFill>
                <a:srgbClr val="66CC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1902872" y="2222950"/>
              <a:ext cx="1773555" cy="2153920"/>
            </a:xfrm>
            <a:custGeom>
              <a:avLst/>
              <a:gdLst/>
              <a:ahLst/>
              <a:cxnLst/>
              <a:rect l="l" t="t" r="r" b="b"/>
              <a:pathLst>
                <a:path w="1773555" h="2153920">
                  <a:moveTo>
                    <a:pt x="551078" y="0"/>
                  </a:moveTo>
                  <a:lnTo>
                    <a:pt x="0" y="0"/>
                  </a:lnTo>
                  <a:lnTo>
                    <a:pt x="0" y="103428"/>
                  </a:lnTo>
                  <a:lnTo>
                    <a:pt x="551078" y="103428"/>
                  </a:lnTo>
                  <a:lnTo>
                    <a:pt x="551078" y="0"/>
                  </a:lnTo>
                  <a:close/>
                </a:path>
                <a:path w="1773555" h="2153920">
                  <a:moveTo>
                    <a:pt x="1773224" y="2118995"/>
                  </a:moveTo>
                  <a:lnTo>
                    <a:pt x="892098" y="2118995"/>
                  </a:lnTo>
                  <a:lnTo>
                    <a:pt x="892098" y="2153475"/>
                  </a:lnTo>
                  <a:lnTo>
                    <a:pt x="1773224" y="2153475"/>
                  </a:lnTo>
                  <a:lnTo>
                    <a:pt x="1773224" y="2118995"/>
                  </a:lnTo>
                  <a:close/>
                </a:path>
                <a:path w="1773555" h="2153920">
                  <a:moveTo>
                    <a:pt x="1773224" y="2015553"/>
                  </a:moveTo>
                  <a:lnTo>
                    <a:pt x="892098" y="2015553"/>
                  </a:lnTo>
                  <a:lnTo>
                    <a:pt x="892098" y="2050034"/>
                  </a:lnTo>
                  <a:lnTo>
                    <a:pt x="1773224" y="2050034"/>
                  </a:lnTo>
                  <a:lnTo>
                    <a:pt x="1773224" y="2015553"/>
                  </a:lnTo>
                  <a:close/>
                </a:path>
                <a:path w="1773555" h="2153920">
                  <a:moveTo>
                    <a:pt x="1773224" y="1912124"/>
                  </a:moveTo>
                  <a:lnTo>
                    <a:pt x="892098" y="1912124"/>
                  </a:lnTo>
                  <a:lnTo>
                    <a:pt x="892098" y="1946605"/>
                  </a:lnTo>
                  <a:lnTo>
                    <a:pt x="1773224" y="1946605"/>
                  </a:lnTo>
                  <a:lnTo>
                    <a:pt x="1773224" y="1912124"/>
                  </a:lnTo>
                  <a:close/>
                </a:path>
                <a:path w="1773555" h="2153920">
                  <a:moveTo>
                    <a:pt x="1773224" y="1704009"/>
                  </a:moveTo>
                  <a:lnTo>
                    <a:pt x="892098" y="1704009"/>
                  </a:lnTo>
                  <a:lnTo>
                    <a:pt x="892098" y="1738490"/>
                  </a:lnTo>
                  <a:lnTo>
                    <a:pt x="1773224" y="1738490"/>
                  </a:lnTo>
                  <a:lnTo>
                    <a:pt x="1773224" y="1704009"/>
                  </a:lnTo>
                  <a:close/>
                </a:path>
                <a:path w="1773555" h="2153920">
                  <a:moveTo>
                    <a:pt x="1773224" y="1600568"/>
                  </a:moveTo>
                  <a:lnTo>
                    <a:pt x="892098" y="1600568"/>
                  </a:lnTo>
                  <a:lnTo>
                    <a:pt x="892098" y="1635048"/>
                  </a:lnTo>
                  <a:lnTo>
                    <a:pt x="1773224" y="1635048"/>
                  </a:lnTo>
                  <a:lnTo>
                    <a:pt x="1773224" y="1600568"/>
                  </a:lnTo>
                  <a:close/>
                </a:path>
                <a:path w="1773555" h="2153920">
                  <a:moveTo>
                    <a:pt x="1773224" y="1497126"/>
                  </a:moveTo>
                  <a:lnTo>
                    <a:pt x="892098" y="1497126"/>
                  </a:lnTo>
                  <a:lnTo>
                    <a:pt x="892098" y="1531607"/>
                  </a:lnTo>
                  <a:lnTo>
                    <a:pt x="1773224" y="1531607"/>
                  </a:lnTo>
                  <a:lnTo>
                    <a:pt x="1773224" y="1497126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527492" y="7484192"/>
              <a:ext cx="1991995" cy="1524000"/>
            </a:xfrm>
            <a:custGeom>
              <a:avLst/>
              <a:gdLst/>
              <a:ahLst/>
              <a:cxnLst/>
              <a:rect l="l" t="t" r="r" b="b"/>
              <a:pathLst>
                <a:path w="1991995" h="1524000">
                  <a:moveTo>
                    <a:pt x="1529854" y="363232"/>
                  </a:moveTo>
                  <a:lnTo>
                    <a:pt x="1487004" y="392442"/>
                  </a:lnTo>
                  <a:lnTo>
                    <a:pt x="1451597" y="430974"/>
                  </a:lnTo>
                  <a:lnTo>
                    <a:pt x="1416812" y="471424"/>
                  </a:lnTo>
                  <a:lnTo>
                    <a:pt x="1382826" y="513549"/>
                  </a:lnTo>
                  <a:lnTo>
                    <a:pt x="1349794" y="557060"/>
                  </a:lnTo>
                  <a:lnTo>
                    <a:pt x="1317879" y="601687"/>
                  </a:lnTo>
                  <a:lnTo>
                    <a:pt x="1287246" y="647192"/>
                  </a:lnTo>
                  <a:lnTo>
                    <a:pt x="1258074" y="693280"/>
                  </a:lnTo>
                  <a:lnTo>
                    <a:pt x="1230503" y="739698"/>
                  </a:lnTo>
                  <a:lnTo>
                    <a:pt x="1204696" y="786180"/>
                  </a:lnTo>
                  <a:lnTo>
                    <a:pt x="1180833" y="832446"/>
                  </a:lnTo>
                  <a:lnTo>
                    <a:pt x="1159078" y="878255"/>
                  </a:lnTo>
                  <a:lnTo>
                    <a:pt x="1139583" y="923315"/>
                  </a:lnTo>
                  <a:lnTo>
                    <a:pt x="1122514" y="967371"/>
                  </a:lnTo>
                  <a:lnTo>
                    <a:pt x="1108036" y="1010145"/>
                  </a:lnTo>
                  <a:lnTo>
                    <a:pt x="1106220" y="1016508"/>
                  </a:lnTo>
                  <a:lnTo>
                    <a:pt x="1105992" y="967905"/>
                  </a:lnTo>
                  <a:lnTo>
                    <a:pt x="1104633" y="906780"/>
                  </a:lnTo>
                  <a:lnTo>
                    <a:pt x="1102093" y="844550"/>
                  </a:lnTo>
                  <a:lnTo>
                    <a:pt x="1098321" y="781456"/>
                  </a:lnTo>
                  <a:lnTo>
                    <a:pt x="1094955" y="737831"/>
                  </a:lnTo>
                  <a:lnTo>
                    <a:pt x="1090764" y="692315"/>
                  </a:lnTo>
                  <a:lnTo>
                    <a:pt x="1085672" y="645134"/>
                  </a:lnTo>
                  <a:lnTo>
                    <a:pt x="1079576" y="596557"/>
                  </a:lnTo>
                  <a:lnTo>
                    <a:pt x="1072400" y="546849"/>
                  </a:lnTo>
                  <a:lnTo>
                    <a:pt x="1064069" y="496265"/>
                  </a:lnTo>
                  <a:lnTo>
                    <a:pt x="1054481" y="445084"/>
                  </a:lnTo>
                  <a:lnTo>
                    <a:pt x="1043571" y="393547"/>
                  </a:lnTo>
                  <a:lnTo>
                    <a:pt x="1031240" y="341922"/>
                  </a:lnTo>
                  <a:lnTo>
                    <a:pt x="1017409" y="290474"/>
                  </a:lnTo>
                  <a:lnTo>
                    <a:pt x="1002004" y="239445"/>
                  </a:lnTo>
                  <a:lnTo>
                    <a:pt x="984923" y="189128"/>
                  </a:lnTo>
                  <a:lnTo>
                    <a:pt x="966089" y="139763"/>
                  </a:lnTo>
                  <a:lnTo>
                    <a:pt x="945426" y="91605"/>
                  </a:lnTo>
                  <a:lnTo>
                    <a:pt x="922845" y="44932"/>
                  </a:lnTo>
                  <a:lnTo>
                    <a:pt x="898258" y="0"/>
                  </a:lnTo>
                  <a:lnTo>
                    <a:pt x="889647" y="5029"/>
                  </a:lnTo>
                  <a:lnTo>
                    <a:pt x="911288" y="44361"/>
                  </a:lnTo>
                  <a:lnTo>
                    <a:pt x="931557" y="85598"/>
                  </a:lnTo>
                  <a:lnTo>
                    <a:pt x="950493" y="128600"/>
                  </a:lnTo>
                  <a:lnTo>
                    <a:pt x="968121" y="173228"/>
                  </a:lnTo>
                  <a:lnTo>
                    <a:pt x="984465" y="219354"/>
                  </a:lnTo>
                  <a:lnTo>
                    <a:pt x="999553" y="266839"/>
                  </a:lnTo>
                  <a:lnTo>
                    <a:pt x="1013434" y="315556"/>
                  </a:lnTo>
                  <a:lnTo>
                    <a:pt x="1026121" y="365366"/>
                  </a:lnTo>
                  <a:lnTo>
                    <a:pt x="1037640" y="416140"/>
                  </a:lnTo>
                  <a:lnTo>
                    <a:pt x="1048029" y="467741"/>
                  </a:lnTo>
                  <a:lnTo>
                    <a:pt x="1057325" y="520052"/>
                  </a:lnTo>
                  <a:lnTo>
                    <a:pt x="1065542" y="572922"/>
                  </a:lnTo>
                  <a:lnTo>
                    <a:pt x="1072730" y="626224"/>
                  </a:lnTo>
                  <a:lnTo>
                    <a:pt x="1078903" y="679818"/>
                  </a:lnTo>
                  <a:lnTo>
                    <a:pt x="1084084" y="733577"/>
                  </a:lnTo>
                  <a:lnTo>
                    <a:pt x="1088326" y="787374"/>
                  </a:lnTo>
                  <a:lnTo>
                    <a:pt x="1091641" y="841070"/>
                  </a:lnTo>
                  <a:lnTo>
                    <a:pt x="1094066" y="894537"/>
                  </a:lnTo>
                  <a:lnTo>
                    <a:pt x="1095641" y="947635"/>
                  </a:lnTo>
                  <a:lnTo>
                    <a:pt x="1096365" y="1000226"/>
                  </a:lnTo>
                  <a:lnTo>
                    <a:pt x="1096302" y="1052195"/>
                  </a:lnTo>
                  <a:lnTo>
                    <a:pt x="1095463" y="1103388"/>
                  </a:lnTo>
                  <a:lnTo>
                    <a:pt x="1093889" y="1153693"/>
                  </a:lnTo>
                  <a:lnTo>
                    <a:pt x="1091590" y="1202969"/>
                  </a:lnTo>
                  <a:lnTo>
                    <a:pt x="1088618" y="1251064"/>
                  </a:lnTo>
                  <a:lnTo>
                    <a:pt x="1084986" y="1297876"/>
                  </a:lnTo>
                  <a:lnTo>
                    <a:pt x="1080744" y="1343253"/>
                  </a:lnTo>
                  <a:lnTo>
                    <a:pt x="1075905" y="1387068"/>
                  </a:lnTo>
                  <a:lnTo>
                    <a:pt x="1070813" y="1426781"/>
                  </a:lnTo>
                  <a:lnTo>
                    <a:pt x="1051953" y="1395958"/>
                  </a:lnTo>
                  <a:lnTo>
                    <a:pt x="1026922" y="1361846"/>
                  </a:lnTo>
                  <a:lnTo>
                    <a:pt x="999896" y="1331379"/>
                  </a:lnTo>
                  <a:lnTo>
                    <a:pt x="972185" y="1305801"/>
                  </a:lnTo>
                  <a:lnTo>
                    <a:pt x="967981" y="1292644"/>
                  </a:lnTo>
                  <a:lnTo>
                    <a:pt x="950709" y="1242872"/>
                  </a:lnTo>
                  <a:lnTo>
                    <a:pt x="932510" y="1194384"/>
                  </a:lnTo>
                  <a:lnTo>
                    <a:pt x="913345" y="1147114"/>
                  </a:lnTo>
                  <a:lnTo>
                    <a:pt x="893216" y="1101013"/>
                  </a:lnTo>
                  <a:lnTo>
                    <a:pt x="872070" y="1056030"/>
                  </a:lnTo>
                  <a:lnTo>
                    <a:pt x="849909" y="1012088"/>
                  </a:lnTo>
                  <a:lnTo>
                    <a:pt x="826681" y="969149"/>
                  </a:lnTo>
                  <a:lnTo>
                    <a:pt x="802386" y="927138"/>
                  </a:lnTo>
                  <a:lnTo>
                    <a:pt x="776973" y="886002"/>
                  </a:lnTo>
                  <a:lnTo>
                    <a:pt x="750430" y="845693"/>
                  </a:lnTo>
                  <a:lnTo>
                    <a:pt x="722744" y="806132"/>
                  </a:lnTo>
                  <a:lnTo>
                    <a:pt x="695667" y="769658"/>
                  </a:lnTo>
                  <a:lnTo>
                    <a:pt x="667486" y="733717"/>
                  </a:lnTo>
                  <a:lnTo>
                    <a:pt x="638149" y="698296"/>
                  </a:lnTo>
                  <a:lnTo>
                    <a:pt x="607682" y="663397"/>
                  </a:lnTo>
                  <a:lnTo>
                    <a:pt x="576046" y="628992"/>
                  </a:lnTo>
                  <a:lnTo>
                    <a:pt x="543242" y="595071"/>
                  </a:lnTo>
                  <a:lnTo>
                    <a:pt x="509257" y="561644"/>
                  </a:lnTo>
                  <a:lnTo>
                    <a:pt x="474078" y="528675"/>
                  </a:lnTo>
                  <a:lnTo>
                    <a:pt x="437692" y="496189"/>
                  </a:lnTo>
                  <a:lnTo>
                    <a:pt x="400088" y="464134"/>
                  </a:lnTo>
                  <a:lnTo>
                    <a:pt x="361251" y="432536"/>
                  </a:lnTo>
                  <a:lnTo>
                    <a:pt x="321183" y="401358"/>
                  </a:lnTo>
                  <a:lnTo>
                    <a:pt x="279844" y="370611"/>
                  </a:lnTo>
                  <a:lnTo>
                    <a:pt x="237261" y="340271"/>
                  </a:lnTo>
                  <a:lnTo>
                    <a:pt x="193395" y="310337"/>
                  </a:lnTo>
                  <a:lnTo>
                    <a:pt x="148234" y="280797"/>
                  </a:lnTo>
                  <a:lnTo>
                    <a:pt x="101777" y="251637"/>
                  </a:lnTo>
                  <a:lnTo>
                    <a:pt x="54013" y="222846"/>
                  </a:lnTo>
                  <a:lnTo>
                    <a:pt x="4927" y="194411"/>
                  </a:lnTo>
                  <a:lnTo>
                    <a:pt x="0" y="203085"/>
                  </a:lnTo>
                  <a:lnTo>
                    <a:pt x="60528" y="238340"/>
                  </a:lnTo>
                  <a:lnTo>
                    <a:pt x="118567" y="273939"/>
                  </a:lnTo>
                  <a:lnTo>
                    <a:pt x="174155" y="309829"/>
                  </a:lnTo>
                  <a:lnTo>
                    <a:pt x="227368" y="346011"/>
                  </a:lnTo>
                  <a:lnTo>
                    <a:pt x="278257" y="382473"/>
                  </a:lnTo>
                  <a:lnTo>
                    <a:pt x="326872" y="419176"/>
                  </a:lnTo>
                  <a:lnTo>
                    <a:pt x="373303" y="456120"/>
                  </a:lnTo>
                  <a:lnTo>
                    <a:pt x="417576" y="493268"/>
                  </a:lnTo>
                  <a:lnTo>
                    <a:pt x="459765" y="530618"/>
                  </a:lnTo>
                  <a:lnTo>
                    <a:pt x="499922" y="568134"/>
                  </a:lnTo>
                  <a:lnTo>
                    <a:pt x="538124" y="605815"/>
                  </a:lnTo>
                  <a:lnTo>
                    <a:pt x="574408" y="643636"/>
                  </a:lnTo>
                  <a:lnTo>
                    <a:pt x="608850" y="681570"/>
                  </a:lnTo>
                  <a:lnTo>
                    <a:pt x="641502" y="719607"/>
                  </a:lnTo>
                  <a:lnTo>
                    <a:pt x="672414" y="757732"/>
                  </a:lnTo>
                  <a:lnTo>
                    <a:pt x="701675" y="795909"/>
                  </a:lnTo>
                  <a:lnTo>
                    <a:pt x="729310" y="834136"/>
                  </a:lnTo>
                  <a:lnTo>
                    <a:pt x="755383" y="872375"/>
                  </a:lnTo>
                  <a:lnTo>
                    <a:pt x="779983" y="910640"/>
                  </a:lnTo>
                  <a:lnTo>
                    <a:pt x="803135" y="948880"/>
                  </a:lnTo>
                  <a:lnTo>
                    <a:pt x="824915" y="987082"/>
                  </a:lnTo>
                  <a:lnTo>
                    <a:pt x="845388" y="1025245"/>
                  </a:lnTo>
                  <a:lnTo>
                    <a:pt x="864590" y="1063332"/>
                  </a:lnTo>
                  <a:lnTo>
                    <a:pt x="882599" y="1101331"/>
                  </a:lnTo>
                  <a:lnTo>
                    <a:pt x="899477" y="1139215"/>
                  </a:lnTo>
                  <a:lnTo>
                    <a:pt x="915263" y="1176985"/>
                  </a:lnTo>
                  <a:lnTo>
                    <a:pt x="930046" y="1214602"/>
                  </a:lnTo>
                  <a:lnTo>
                    <a:pt x="943851" y="1252054"/>
                  </a:lnTo>
                  <a:lnTo>
                    <a:pt x="956767" y="1289329"/>
                  </a:lnTo>
                  <a:lnTo>
                    <a:pt x="958786" y="1295565"/>
                  </a:lnTo>
                  <a:lnTo>
                    <a:pt x="939571" y="1281226"/>
                  </a:lnTo>
                  <a:lnTo>
                    <a:pt x="906145" y="1261503"/>
                  </a:lnTo>
                  <a:lnTo>
                    <a:pt x="870458" y="1245336"/>
                  </a:lnTo>
                  <a:lnTo>
                    <a:pt x="832434" y="1232674"/>
                  </a:lnTo>
                  <a:lnTo>
                    <a:pt x="792010" y="1223518"/>
                  </a:lnTo>
                  <a:lnTo>
                    <a:pt x="749134" y="1217841"/>
                  </a:lnTo>
                  <a:lnTo>
                    <a:pt x="703719" y="1215618"/>
                  </a:lnTo>
                  <a:lnTo>
                    <a:pt x="655701" y="1216825"/>
                  </a:lnTo>
                  <a:lnTo>
                    <a:pt x="605028" y="1221435"/>
                  </a:lnTo>
                  <a:lnTo>
                    <a:pt x="551624" y="1229436"/>
                  </a:lnTo>
                  <a:lnTo>
                    <a:pt x="495414" y="1240802"/>
                  </a:lnTo>
                  <a:lnTo>
                    <a:pt x="436346" y="1255509"/>
                  </a:lnTo>
                  <a:lnTo>
                    <a:pt x="374345" y="1273530"/>
                  </a:lnTo>
                  <a:lnTo>
                    <a:pt x="377291" y="1283068"/>
                  </a:lnTo>
                  <a:lnTo>
                    <a:pt x="441032" y="1264577"/>
                  </a:lnTo>
                  <a:lnTo>
                    <a:pt x="501497" y="1249680"/>
                  </a:lnTo>
                  <a:lnTo>
                    <a:pt x="558761" y="1238338"/>
                  </a:lnTo>
                  <a:lnTo>
                    <a:pt x="612902" y="1230566"/>
                  </a:lnTo>
                  <a:lnTo>
                    <a:pt x="663981" y="1226350"/>
                  </a:lnTo>
                  <a:lnTo>
                    <a:pt x="712076" y="1225689"/>
                  </a:lnTo>
                  <a:lnTo>
                    <a:pt x="757250" y="1228585"/>
                  </a:lnTo>
                  <a:lnTo>
                    <a:pt x="799592" y="1235011"/>
                  </a:lnTo>
                  <a:lnTo>
                    <a:pt x="839139" y="1244968"/>
                  </a:lnTo>
                  <a:lnTo>
                    <a:pt x="882726" y="1261376"/>
                  </a:lnTo>
                  <a:lnTo>
                    <a:pt x="923290" y="1282941"/>
                  </a:lnTo>
                  <a:lnTo>
                    <a:pt x="960894" y="1309725"/>
                  </a:lnTo>
                  <a:lnTo>
                    <a:pt x="980122" y="1363243"/>
                  </a:lnTo>
                  <a:lnTo>
                    <a:pt x="1000582" y="1436192"/>
                  </a:lnTo>
                  <a:lnTo>
                    <a:pt x="1018628" y="1508036"/>
                  </a:lnTo>
                  <a:lnTo>
                    <a:pt x="1028319" y="1505724"/>
                  </a:lnTo>
                  <a:lnTo>
                    <a:pt x="1014501" y="1450238"/>
                  </a:lnTo>
                  <a:lnTo>
                    <a:pt x="999858" y="1396263"/>
                  </a:lnTo>
                  <a:lnTo>
                    <a:pt x="984364" y="1343748"/>
                  </a:lnTo>
                  <a:lnTo>
                    <a:pt x="978738" y="1326235"/>
                  </a:lnTo>
                  <a:lnTo>
                    <a:pt x="995578" y="1341780"/>
                  </a:lnTo>
                  <a:lnTo>
                    <a:pt x="1027430" y="1379169"/>
                  </a:lnTo>
                  <a:lnTo>
                    <a:pt x="1056487" y="1421955"/>
                  </a:lnTo>
                  <a:lnTo>
                    <a:pt x="1068362" y="1443723"/>
                  </a:lnTo>
                  <a:lnTo>
                    <a:pt x="1064564" y="1469466"/>
                  </a:lnTo>
                  <a:lnTo>
                    <a:pt x="1058125" y="1507794"/>
                  </a:lnTo>
                  <a:lnTo>
                    <a:pt x="1067955" y="1509547"/>
                  </a:lnTo>
                  <a:lnTo>
                    <a:pt x="1073912" y="1474000"/>
                  </a:lnTo>
                  <a:lnTo>
                    <a:pt x="1076236" y="1458150"/>
                  </a:lnTo>
                  <a:lnTo>
                    <a:pt x="1082814" y="1470190"/>
                  </a:lnTo>
                  <a:lnTo>
                    <a:pt x="1106462" y="1523949"/>
                  </a:lnTo>
                  <a:lnTo>
                    <a:pt x="1115745" y="1520291"/>
                  </a:lnTo>
                  <a:lnTo>
                    <a:pt x="1096302" y="1475155"/>
                  </a:lnTo>
                  <a:lnTo>
                    <a:pt x="1078750" y="1440929"/>
                  </a:lnTo>
                  <a:lnTo>
                    <a:pt x="1079614" y="1435087"/>
                  </a:lnTo>
                  <a:lnTo>
                    <a:pt x="1084986" y="1393037"/>
                  </a:lnTo>
                  <a:lnTo>
                    <a:pt x="1089939" y="1348028"/>
                  </a:lnTo>
                  <a:lnTo>
                    <a:pt x="1094397" y="1300289"/>
                  </a:lnTo>
                  <a:lnTo>
                    <a:pt x="1098270" y="1250022"/>
                  </a:lnTo>
                  <a:lnTo>
                    <a:pt x="1101483" y="1197419"/>
                  </a:lnTo>
                  <a:lnTo>
                    <a:pt x="1103934" y="1142707"/>
                  </a:lnTo>
                  <a:lnTo>
                    <a:pt x="1105573" y="1086078"/>
                  </a:lnTo>
                  <a:lnTo>
                    <a:pt x="1105954" y="1053858"/>
                  </a:lnTo>
                  <a:lnTo>
                    <a:pt x="1117625" y="1012913"/>
                  </a:lnTo>
                  <a:lnTo>
                    <a:pt x="1132001" y="970432"/>
                  </a:lnTo>
                  <a:lnTo>
                    <a:pt x="1148956" y="926693"/>
                  </a:lnTo>
                  <a:lnTo>
                    <a:pt x="1168323" y="881951"/>
                  </a:lnTo>
                  <a:lnTo>
                    <a:pt x="1189939" y="836460"/>
                  </a:lnTo>
                  <a:lnTo>
                    <a:pt x="1213637" y="790511"/>
                  </a:lnTo>
                  <a:lnTo>
                    <a:pt x="1239278" y="744347"/>
                  </a:lnTo>
                  <a:lnTo>
                    <a:pt x="1266672" y="698246"/>
                  </a:lnTo>
                  <a:lnTo>
                    <a:pt x="1295666" y="652462"/>
                  </a:lnTo>
                  <a:lnTo>
                    <a:pt x="1326108" y="607263"/>
                  </a:lnTo>
                  <a:lnTo>
                    <a:pt x="1357820" y="562927"/>
                  </a:lnTo>
                  <a:lnTo>
                    <a:pt x="1390650" y="519696"/>
                  </a:lnTo>
                  <a:lnTo>
                    <a:pt x="1424432" y="477850"/>
                  </a:lnTo>
                  <a:lnTo>
                    <a:pt x="1459001" y="437642"/>
                  </a:lnTo>
                  <a:lnTo>
                    <a:pt x="1494193" y="399351"/>
                  </a:lnTo>
                  <a:lnTo>
                    <a:pt x="1529854" y="363232"/>
                  </a:lnTo>
                  <a:close/>
                </a:path>
                <a:path w="1991995" h="1524000">
                  <a:moveTo>
                    <a:pt x="1991779" y="1136853"/>
                  </a:moveTo>
                  <a:lnTo>
                    <a:pt x="1957019" y="1117930"/>
                  </a:lnTo>
                  <a:lnTo>
                    <a:pt x="1918970" y="1100201"/>
                  </a:lnTo>
                  <a:lnTo>
                    <a:pt x="1878025" y="1084097"/>
                  </a:lnTo>
                  <a:lnTo>
                    <a:pt x="1834565" y="1070076"/>
                  </a:lnTo>
                  <a:lnTo>
                    <a:pt x="1788972" y="1058557"/>
                  </a:lnTo>
                  <a:lnTo>
                    <a:pt x="1741614" y="1049985"/>
                  </a:lnTo>
                  <a:lnTo>
                    <a:pt x="1692897" y="1044803"/>
                  </a:lnTo>
                  <a:lnTo>
                    <a:pt x="1643176" y="1043444"/>
                  </a:lnTo>
                  <a:lnTo>
                    <a:pt x="1592859" y="1046340"/>
                  </a:lnTo>
                  <a:lnTo>
                    <a:pt x="1542313" y="1053934"/>
                  </a:lnTo>
                  <a:lnTo>
                    <a:pt x="1491919" y="1066673"/>
                  </a:lnTo>
                  <a:lnTo>
                    <a:pt x="1450619" y="1081354"/>
                  </a:lnTo>
                  <a:lnTo>
                    <a:pt x="1410919" y="1099489"/>
                  </a:lnTo>
                  <a:lnTo>
                    <a:pt x="1372819" y="1121079"/>
                  </a:lnTo>
                  <a:lnTo>
                    <a:pt x="1336332" y="1146111"/>
                  </a:lnTo>
                  <a:lnTo>
                    <a:pt x="1301483" y="1174559"/>
                  </a:lnTo>
                  <a:lnTo>
                    <a:pt x="1268285" y="1206398"/>
                  </a:lnTo>
                  <a:lnTo>
                    <a:pt x="1236751" y="1241640"/>
                  </a:lnTo>
                  <a:lnTo>
                    <a:pt x="1206893" y="1280248"/>
                  </a:lnTo>
                  <a:lnTo>
                    <a:pt x="1178725" y="1322222"/>
                  </a:lnTo>
                  <a:lnTo>
                    <a:pt x="1152271" y="1367536"/>
                  </a:lnTo>
                  <a:lnTo>
                    <a:pt x="1127544" y="1416177"/>
                  </a:lnTo>
                  <a:lnTo>
                    <a:pt x="1136561" y="1420444"/>
                  </a:lnTo>
                  <a:lnTo>
                    <a:pt x="1163459" y="1367891"/>
                  </a:lnTo>
                  <a:lnTo>
                    <a:pt x="1192390" y="1319301"/>
                  </a:lnTo>
                  <a:lnTo>
                    <a:pt x="1223340" y="1274724"/>
                  </a:lnTo>
                  <a:lnTo>
                    <a:pt x="1256296" y="1234147"/>
                  </a:lnTo>
                  <a:lnTo>
                    <a:pt x="1291221" y="1197622"/>
                  </a:lnTo>
                  <a:lnTo>
                    <a:pt x="1328115" y="1165148"/>
                  </a:lnTo>
                  <a:lnTo>
                    <a:pt x="1366939" y="1136751"/>
                  </a:lnTo>
                  <a:lnTo>
                    <a:pt x="1407680" y="1112443"/>
                  </a:lnTo>
                  <a:lnTo>
                    <a:pt x="1450327" y="1092250"/>
                  </a:lnTo>
                  <a:lnTo>
                    <a:pt x="1494840" y="1076198"/>
                  </a:lnTo>
                  <a:lnTo>
                    <a:pt x="1549374" y="1062723"/>
                  </a:lnTo>
                  <a:lnTo>
                    <a:pt x="1604048" y="1055306"/>
                  </a:lnTo>
                  <a:lnTo>
                    <a:pt x="1658366" y="1053376"/>
                  </a:lnTo>
                  <a:lnTo>
                    <a:pt x="1711845" y="1056373"/>
                  </a:lnTo>
                  <a:lnTo>
                    <a:pt x="1763966" y="1063713"/>
                  </a:lnTo>
                  <a:lnTo>
                    <a:pt x="1814220" y="1074813"/>
                  </a:lnTo>
                  <a:lnTo>
                    <a:pt x="1862137" y="1089113"/>
                  </a:lnTo>
                  <a:lnTo>
                    <a:pt x="1907184" y="1106030"/>
                  </a:lnTo>
                  <a:lnTo>
                    <a:pt x="1948891" y="1125004"/>
                  </a:lnTo>
                  <a:lnTo>
                    <a:pt x="1986724" y="1145451"/>
                  </a:lnTo>
                  <a:lnTo>
                    <a:pt x="1991779" y="1136853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8035" y="7485269"/>
              <a:ext cx="299812" cy="207899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9478" y="7469541"/>
              <a:ext cx="477936" cy="368648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8049" y="7878241"/>
              <a:ext cx="389841" cy="82975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76654" y="7589224"/>
              <a:ext cx="102190" cy="399087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90493" y="7682938"/>
              <a:ext cx="488343" cy="514549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96647" y="7913863"/>
              <a:ext cx="562652" cy="488121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59511" y="8254607"/>
              <a:ext cx="529732" cy="462938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2349" y="8668553"/>
              <a:ext cx="809525" cy="326325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02383" y="7155247"/>
              <a:ext cx="348596" cy="663812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35258" y="7495269"/>
              <a:ext cx="1021476" cy="1363015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79143" y="8379598"/>
              <a:ext cx="1173346" cy="501461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2115016" y="8811561"/>
              <a:ext cx="1040130" cy="1120775"/>
            </a:xfrm>
            <a:custGeom>
              <a:avLst/>
              <a:gdLst/>
              <a:ahLst/>
              <a:cxnLst/>
              <a:rect l="l" t="t" r="r" b="b"/>
              <a:pathLst>
                <a:path w="1040130" h="1120775">
                  <a:moveTo>
                    <a:pt x="1038282" y="0"/>
                  </a:moveTo>
                  <a:lnTo>
                    <a:pt x="1424" y="0"/>
                  </a:lnTo>
                  <a:lnTo>
                    <a:pt x="0" y="1434"/>
                  </a:lnTo>
                  <a:lnTo>
                    <a:pt x="0" y="891679"/>
                  </a:lnTo>
                  <a:lnTo>
                    <a:pt x="4642" y="937736"/>
                  </a:lnTo>
                  <a:lnTo>
                    <a:pt x="17958" y="980634"/>
                  </a:lnTo>
                  <a:lnTo>
                    <a:pt x="39027" y="1019453"/>
                  </a:lnTo>
                  <a:lnTo>
                    <a:pt x="66931" y="1053274"/>
                  </a:lnTo>
                  <a:lnTo>
                    <a:pt x="100751" y="1081178"/>
                  </a:lnTo>
                  <a:lnTo>
                    <a:pt x="139567" y="1102248"/>
                  </a:lnTo>
                  <a:lnTo>
                    <a:pt x="182462" y="1115564"/>
                  </a:lnTo>
                  <a:lnTo>
                    <a:pt x="228516" y="1120206"/>
                  </a:lnTo>
                  <a:lnTo>
                    <a:pt x="815702" y="1120206"/>
                  </a:lnTo>
                  <a:lnTo>
                    <a:pt x="860847" y="1115655"/>
                  </a:lnTo>
                  <a:lnTo>
                    <a:pt x="902896" y="1102603"/>
                  </a:lnTo>
                  <a:lnTo>
                    <a:pt x="940948" y="1081949"/>
                  </a:lnTo>
                  <a:lnTo>
                    <a:pt x="974102" y="1054596"/>
                  </a:lnTo>
                  <a:lnTo>
                    <a:pt x="1001457" y="1021442"/>
                  </a:lnTo>
                  <a:lnTo>
                    <a:pt x="1022112" y="983390"/>
                  </a:lnTo>
                  <a:lnTo>
                    <a:pt x="1035165" y="941340"/>
                  </a:lnTo>
                  <a:lnTo>
                    <a:pt x="1039717" y="896192"/>
                  </a:lnTo>
                  <a:lnTo>
                    <a:pt x="1039717" y="1434"/>
                  </a:lnTo>
                  <a:lnTo>
                    <a:pt x="1038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2115016" y="8811561"/>
              <a:ext cx="1040130" cy="1120775"/>
            </a:xfrm>
            <a:custGeom>
              <a:avLst/>
              <a:gdLst/>
              <a:ahLst/>
              <a:cxnLst/>
              <a:rect l="l" t="t" r="r" b="b"/>
              <a:pathLst>
                <a:path w="1040130" h="1120775">
                  <a:moveTo>
                    <a:pt x="815702" y="1120206"/>
                  </a:moveTo>
                  <a:lnTo>
                    <a:pt x="228516" y="1120206"/>
                  </a:lnTo>
                  <a:lnTo>
                    <a:pt x="182462" y="1115564"/>
                  </a:lnTo>
                  <a:lnTo>
                    <a:pt x="139567" y="1102248"/>
                  </a:lnTo>
                  <a:lnTo>
                    <a:pt x="100751" y="1081178"/>
                  </a:lnTo>
                  <a:lnTo>
                    <a:pt x="66931" y="1053274"/>
                  </a:lnTo>
                  <a:lnTo>
                    <a:pt x="39027" y="1019453"/>
                  </a:lnTo>
                  <a:lnTo>
                    <a:pt x="17958" y="980634"/>
                  </a:lnTo>
                  <a:lnTo>
                    <a:pt x="4642" y="937736"/>
                  </a:lnTo>
                  <a:lnTo>
                    <a:pt x="0" y="891679"/>
                  </a:lnTo>
                  <a:lnTo>
                    <a:pt x="0" y="3193"/>
                  </a:lnTo>
                  <a:lnTo>
                    <a:pt x="0" y="1434"/>
                  </a:lnTo>
                  <a:lnTo>
                    <a:pt x="1424" y="0"/>
                  </a:lnTo>
                  <a:lnTo>
                    <a:pt x="3193" y="0"/>
                  </a:lnTo>
                  <a:lnTo>
                    <a:pt x="1036523" y="0"/>
                  </a:lnTo>
                  <a:lnTo>
                    <a:pt x="1038282" y="0"/>
                  </a:lnTo>
                  <a:lnTo>
                    <a:pt x="1039717" y="1434"/>
                  </a:lnTo>
                  <a:lnTo>
                    <a:pt x="1039717" y="3193"/>
                  </a:lnTo>
                  <a:lnTo>
                    <a:pt x="1039717" y="896192"/>
                  </a:lnTo>
                  <a:lnTo>
                    <a:pt x="1035165" y="941340"/>
                  </a:lnTo>
                  <a:lnTo>
                    <a:pt x="1022112" y="983390"/>
                  </a:lnTo>
                  <a:lnTo>
                    <a:pt x="1001457" y="1021442"/>
                  </a:lnTo>
                  <a:lnTo>
                    <a:pt x="974102" y="1054596"/>
                  </a:lnTo>
                  <a:lnTo>
                    <a:pt x="940948" y="1081949"/>
                  </a:lnTo>
                  <a:lnTo>
                    <a:pt x="902896" y="1102603"/>
                  </a:lnTo>
                  <a:lnTo>
                    <a:pt x="860847" y="1115655"/>
                  </a:lnTo>
                  <a:lnTo>
                    <a:pt x="815702" y="1120206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2115012" y="8955895"/>
              <a:ext cx="1040130" cy="173355"/>
            </a:xfrm>
            <a:custGeom>
              <a:avLst/>
              <a:gdLst/>
              <a:ahLst/>
              <a:cxnLst/>
              <a:rect l="l" t="t" r="r" b="b"/>
              <a:pathLst>
                <a:path w="1040130" h="173354">
                  <a:moveTo>
                    <a:pt x="67558" y="0"/>
                  </a:moveTo>
                  <a:lnTo>
                    <a:pt x="49081" y="4769"/>
                  </a:lnTo>
                  <a:lnTo>
                    <a:pt x="31788" y="12606"/>
                  </a:lnTo>
                  <a:lnTo>
                    <a:pt x="15490" y="23326"/>
                  </a:lnTo>
                  <a:lnTo>
                    <a:pt x="0" y="36742"/>
                  </a:lnTo>
                  <a:lnTo>
                    <a:pt x="0" y="146204"/>
                  </a:lnTo>
                  <a:lnTo>
                    <a:pt x="22608" y="111728"/>
                  </a:lnTo>
                  <a:lnTo>
                    <a:pt x="42757" y="87198"/>
                  </a:lnTo>
                  <a:lnTo>
                    <a:pt x="61116" y="71892"/>
                  </a:lnTo>
                  <a:lnTo>
                    <a:pt x="78353" y="65087"/>
                  </a:lnTo>
                  <a:lnTo>
                    <a:pt x="101949" y="67021"/>
                  </a:lnTo>
                  <a:lnTo>
                    <a:pt x="131887" y="79909"/>
                  </a:lnTo>
                  <a:lnTo>
                    <a:pt x="168714" y="104085"/>
                  </a:lnTo>
                  <a:lnTo>
                    <a:pt x="212977" y="139880"/>
                  </a:lnTo>
                  <a:lnTo>
                    <a:pt x="233397" y="155136"/>
                  </a:lnTo>
                  <a:lnTo>
                    <a:pt x="253107" y="165322"/>
                  </a:lnTo>
                  <a:lnTo>
                    <a:pt x="272079" y="171011"/>
                  </a:lnTo>
                  <a:lnTo>
                    <a:pt x="290284" y="172780"/>
                  </a:lnTo>
                  <a:lnTo>
                    <a:pt x="321258" y="167845"/>
                  </a:lnTo>
                  <a:lnTo>
                    <a:pt x="349425" y="155332"/>
                  </a:lnTo>
                  <a:lnTo>
                    <a:pt x="374602" y="138677"/>
                  </a:lnTo>
                  <a:lnTo>
                    <a:pt x="396605" y="121315"/>
                  </a:lnTo>
                  <a:lnTo>
                    <a:pt x="433271" y="93481"/>
                  </a:lnTo>
                  <a:lnTo>
                    <a:pt x="467671" y="79521"/>
                  </a:lnTo>
                  <a:lnTo>
                    <a:pt x="505409" y="86921"/>
                  </a:lnTo>
                  <a:lnTo>
                    <a:pt x="596251" y="157208"/>
                  </a:lnTo>
                  <a:lnTo>
                    <a:pt x="636262" y="170075"/>
                  </a:lnTo>
                  <a:lnTo>
                    <a:pt x="703500" y="152720"/>
                  </a:lnTo>
                  <a:lnTo>
                    <a:pt x="753149" y="111965"/>
                  </a:lnTo>
                  <a:lnTo>
                    <a:pt x="770986" y="95231"/>
                  </a:lnTo>
                  <a:lnTo>
                    <a:pt x="788502" y="80937"/>
                  </a:lnTo>
                  <a:lnTo>
                    <a:pt x="805958" y="71115"/>
                  </a:lnTo>
                  <a:lnTo>
                    <a:pt x="823618" y="67798"/>
                  </a:lnTo>
                  <a:lnTo>
                    <a:pt x="839655" y="71084"/>
                  </a:lnTo>
                  <a:lnTo>
                    <a:pt x="857405" y="80095"/>
                  </a:lnTo>
                  <a:lnTo>
                    <a:pt x="876801" y="94790"/>
                  </a:lnTo>
                  <a:lnTo>
                    <a:pt x="897773" y="115127"/>
                  </a:lnTo>
                  <a:lnTo>
                    <a:pt x="924225" y="139335"/>
                  </a:lnTo>
                  <a:lnTo>
                    <a:pt x="950596" y="155593"/>
                  </a:lnTo>
                  <a:lnTo>
                    <a:pt x="976806" y="163858"/>
                  </a:lnTo>
                  <a:lnTo>
                    <a:pt x="1002775" y="164089"/>
                  </a:lnTo>
                  <a:lnTo>
                    <a:pt x="1012825" y="161971"/>
                  </a:lnTo>
                  <a:lnTo>
                    <a:pt x="1022318" y="158738"/>
                  </a:lnTo>
                  <a:lnTo>
                    <a:pt x="1031275" y="154500"/>
                  </a:lnTo>
                  <a:lnTo>
                    <a:pt x="1039717" y="149367"/>
                  </a:lnTo>
                  <a:lnTo>
                    <a:pt x="1039717" y="45192"/>
                  </a:lnTo>
                  <a:lnTo>
                    <a:pt x="1029319" y="63509"/>
                  </a:lnTo>
                  <a:lnTo>
                    <a:pt x="1017832" y="80225"/>
                  </a:lnTo>
                  <a:lnTo>
                    <a:pt x="1005647" y="92829"/>
                  </a:lnTo>
                  <a:lnTo>
                    <a:pt x="993153" y="98813"/>
                  </a:lnTo>
                  <a:lnTo>
                    <a:pt x="983671" y="97812"/>
                  </a:lnTo>
                  <a:lnTo>
                    <a:pt x="972347" y="92505"/>
                  </a:lnTo>
                  <a:lnTo>
                    <a:pt x="959601" y="83137"/>
                  </a:lnTo>
                  <a:lnTo>
                    <a:pt x="914771" y="40573"/>
                  </a:lnTo>
                  <a:lnTo>
                    <a:pt x="884473" y="19505"/>
                  </a:lnTo>
                  <a:lnTo>
                    <a:pt x="854751" y="6635"/>
                  </a:lnTo>
                  <a:lnTo>
                    <a:pt x="825398" y="1842"/>
                  </a:lnTo>
                  <a:lnTo>
                    <a:pt x="789707" y="6911"/>
                  </a:lnTo>
                  <a:lnTo>
                    <a:pt x="758945" y="21418"/>
                  </a:lnTo>
                  <a:lnTo>
                    <a:pt x="731953" y="41743"/>
                  </a:lnTo>
                  <a:lnTo>
                    <a:pt x="707570" y="64270"/>
                  </a:lnTo>
                  <a:lnTo>
                    <a:pt x="678132" y="90975"/>
                  </a:lnTo>
                  <a:lnTo>
                    <a:pt x="653829" y="104186"/>
                  </a:lnTo>
                  <a:lnTo>
                    <a:pt x="629206" y="100515"/>
                  </a:lnTo>
                  <a:lnTo>
                    <a:pt x="598808" y="76573"/>
                  </a:lnTo>
                  <a:lnTo>
                    <a:pt x="545201" y="33877"/>
                  </a:lnTo>
                  <a:lnTo>
                    <a:pt x="497049" y="15202"/>
                  </a:lnTo>
                  <a:lnTo>
                    <a:pt x="454149" y="15019"/>
                  </a:lnTo>
                  <a:lnTo>
                    <a:pt x="416301" y="27801"/>
                  </a:lnTo>
                  <a:lnTo>
                    <a:pt x="383302" y="48022"/>
                  </a:lnTo>
                  <a:lnTo>
                    <a:pt x="354952" y="70154"/>
                  </a:lnTo>
                  <a:lnTo>
                    <a:pt x="322973" y="94398"/>
                  </a:lnTo>
                  <a:lnTo>
                    <a:pt x="298981" y="105911"/>
                  </a:lnTo>
                  <a:lnTo>
                    <a:pt x="278282" y="104512"/>
                  </a:lnTo>
                  <a:lnTo>
                    <a:pt x="256180" y="90018"/>
                  </a:lnTo>
                  <a:lnTo>
                    <a:pt x="198597" y="44272"/>
                  </a:lnTo>
                  <a:lnTo>
                    <a:pt x="149512" y="14754"/>
                  </a:lnTo>
                  <a:lnTo>
                    <a:pt x="106605" y="364"/>
                  </a:lnTo>
                  <a:lnTo>
                    <a:pt x="67558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43977" y="9191338"/>
              <a:ext cx="79809" cy="79809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58202" y="9448363"/>
              <a:ext cx="79809" cy="79809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61889" y="9839656"/>
              <a:ext cx="79809" cy="79809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2115012" y="9563954"/>
              <a:ext cx="39370" cy="80010"/>
            </a:xfrm>
            <a:custGeom>
              <a:avLst/>
              <a:gdLst/>
              <a:ahLst/>
              <a:cxnLst/>
              <a:rect l="l" t="t" r="r" b="b"/>
              <a:pathLst>
                <a:path w="39369" h="80009">
                  <a:moveTo>
                    <a:pt x="0" y="0"/>
                  </a:moveTo>
                  <a:lnTo>
                    <a:pt x="0" y="79714"/>
                  </a:lnTo>
                  <a:lnTo>
                    <a:pt x="15227" y="76351"/>
                  </a:lnTo>
                  <a:lnTo>
                    <a:pt x="27635" y="67771"/>
                  </a:lnTo>
                  <a:lnTo>
                    <a:pt x="35987" y="55199"/>
                  </a:lnTo>
                  <a:lnTo>
                    <a:pt x="39045" y="39862"/>
                  </a:lnTo>
                  <a:lnTo>
                    <a:pt x="35987" y="24523"/>
                  </a:lnTo>
                  <a:lnTo>
                    <a:pt x="27635" y="11948"/>
                  </a:lnTo>
                  <a:lnTo>
                    <a:pt x="15227" y="3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63579" y="9742764"/>
              <a:ext cx="79809" cy="79809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973295" y="9473151"/>
              <a:ext cx="79809" cy="79809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72624" y="9217037"/>
              <a:ext cx="79809" cy="79809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40078" y="9177132"/>
              <a:ext cx="79809" cy="79809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40078" y="9759848"/>
              <a:ext cx="79809" cy="79809"/>
            </a:xfrm>
            <a:prstGeom prst="rect">
              <a:avLst/>
            </a:prstGeom>
          </p:spPr>
        </p:pic>
        <p:sp>
          <p:nvSpPr>
            <p:cNvPr id="120" name="object 120" descr=""/>
            <p:cNvSpPr/>
            <p:nvPr/>
          </p:nvSpPr>
          <p:spPr>
            <a:xfrm>
              <a:off x="15699350" y="8113255"/>
              <a:ext cx="767715" cy="2020570"/>
            </a:xfrm>
            <a:custGeom>
              <a:avLst/>
              <a:gdLst/>
              <a:ahLst/>
              <a:cxnLst/>
              <a:rect l="l" t="t" r="r" b="b"/>
              <a:pathLst>
                <a:path w="767715" h="2020570">
                  <a:moveTo>
                    <a:pt x="103564" y="0"/>
                  </a:moveTo>
                  <a:lnTo>
                    <a:pt x="66252" y="3688"/>
                  </a:lnTo>
                  <a:lnTo>
                    <a:pt x="33294" y="21568"/>
                  </a:lnTo>
                  <a:lnTo>
                    <a:pt x="10539" y="49717"/>
                  </a:lnTo>
                  <a:lnTo>
                    <a:pt x="0" y="84343"/>
                  </a:lnTo>
                  <a:lnTo>
                    <a:pt x="3688" y="121653"/>
                  </a:lnTo>
                  <a:lnTo>
                    <a:pt x="678987" y="1990256"/>
                  </a:lnTo>
                  <a:lnTo>
                    <a:pt x="719593" y="2020402"/>
                  </a:lnTo>
                  <a:lnTo>
                    <a:pt x="737561" y="2017732"/>
                  </a:lnTo>
                  <a:lnTo>
                    <a:pt x="752672" y="2008654"/>
                  </a:lnTo>
                  <a:lnTo>
                    <a:pt x="762936" y="1995062"/>
                  </a:lnTo>
                  <a:lnTo>
                    <a:pt x="767560" y="1978691"/>
                  </a:lnTo>
                  <a:lnTo>
                    <a:pt x="765749" y="1961273"/>
                  </a:lnTo>
                  <a:lnTo>
                    <a:pt x="184206" y="66252"/>
                  </a:lnTo>
                  <a:lnTo>
                    <a:pt x="166337" y="33294"/>
                  </a:lnTo>
                  <a:lnTo>
                    <a:pt x="138191" y="10539"/>
                  </a:lnTo>
                  <a:lnTo>
                    <a:pt x="103564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5699350" y="8113255"/>
              <a:ext cx="767715" cy="2020570"/>
            </a:xfrm>
            <a:custGeom>
              <a:avLst/>
              <a:gdLst/>
              <a:ahLst/>
              <a:cxnLst/>
              <a:rect l="l" t="t" r="r" b="b"/>
              <a:pathLst>
                <a:path w="767715" h="2020570">
                  <a:moveTo>
                    <a:pt x="5154" y="126051"/>
                  </a:moveTo>
                  <a:lnTo>
                    <a:pt x="678987" y="1990256"/>
                  </a:lnTo>
                  <a:lnTo>
                    <a:pt x="688420" y="2005780"/>
                  </a:lnTo>
                  <a:lnTo>
                    <a:pt x="702584" y="2016123"/>
                  </a:lnTo>
                  <a:lnTo>
                    <a:pt x="719593" y="2020402"/>
                  </a:lnTo>
                  <a:lnTo>
                    <a:pt x="737561" y="2017732"/>
                  </a:lnTo>
                  <a:lnTo>
                    <a:pt x="752672" y="2008654"/>
                  </a:lnTo>
                  <a:lnTo>
                    <a:pt x="762936" y="1995062"/>
                  </a:lnTo>
                  <a:lnTo>
                    <a:pt x="767560" y="1978691"/>
                  </a:lnTo>
                  <a:lnTo>
                    <a:pt x="765749" y="1961273"/>
                  </a:lnTo>
                  <a:lnTo>
                    <a:pt x="184206" y="66252"/>
                  </a:lnTo>
                  <a:lnTo>
                    <a:pt x="166337" y="33294"/>
                  </a:lnTo>
                  <a:lnTo>
                    <a:pt x="138191" y="10539"/>
                  </a:lnTo>
                  <a:lnTo>
                    <a:pt x="103564" y="0"/>
                  </a:lnTo>
                  <a:lnTo>
                    <a:pt x="66252" y="3688"/>
                  </a:lnTo>
                  <a:lnTo>
                    <a:pt x="33294" y="21568"/>
                  </a:lnTo>
                  <a:lnTo>
                    <a:pt x="10539" y="49717"/>
                  </a:lnTo>
                  <a:lnTo>
                    <a:pt x="0" y="84343"/>
                  </a:lnTo>
                  <a:lnTo>
                    <a:pt x="3688" y="121653"/>
                  </a:lnTo>
                  <a:lnTo>
                    <a:pt x="4107" y="123035"/>
                  </a:lnTo>
                  <a:lnTo>
                    <a:pt x="4672" y="124711"/>
                  </a:lnTo>
                  <a:lnTo>
                    <a:pt x="5154" y="126051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4615648" y="8112710"/>
              <a:ext cx="201930" cy="2021205"/>
            </a:xfrm>
            <a:custGeom>
              <a:avLst/>
              <a:gdLst/>
              <a:ahLst/>
              <a:cxnLst/>
              <a:rect l="l" t="t" r="r" b="b"/>
              <a:pathLst>
                <a:path w="201930" h="2021204">
                  <a:moveTo>
                    <a:pt x="112666" y="0"/>
                  </a:moveTo>
                  <a:lnTo>
                    <a:pt x="44401" y="23704"/>
                  </a:lnTo>
                  <a:lnTo>
                    <a:pt x="12889" y="88740"/>
                  </a:lnTo>
                  <a:lnTo>
                    <a:pt x="0" y="1974819"/>
                  </a:lnTo>
                  <a:lnTo>
                    <a:pt x="3476" y="1992652"/>
                  </a:lnTo>
                  <a:lnTo>
                    <a:pt x="13185" y="2007262"/>
                  </a:lnTo>
                  <a:lnTo>
                    <a:pt x="27664" y="2017166"/>
                  </a:lnTo>
                  <a:lnTo>
                    <a:pt x="45454" y="2020880"/>
                  </a:lnTo>
                  <a:lnTo>
                    <a:pt x="62739" y="2017608"/>
                  </a:lnTo>
                  <a:lnTo>
                    <a:pt x="77057" y="2008440"/>
                  </a:lnTo>
                  <a:lnTo>
                    <a:pt x="87069" y="1994722"/>
                  </a:lnTo>
                  <a:lnTo>
                    <a:pt x="91431" y="1977803"/>
                  </a:lnTo>
                  <a:lnTo>
                    <a:pt x="201407" y="99777"/>
                  </a:lnTo>
                  <a:lnTo>
                    <a:pt x="196148" y="62656"/>
                  </a:lnTo>
                  <a:lnTo>
                    <a:pt x="177702" y="31512"/>
                  </a:lnTo>
                  <a:lnTo>
                    <a:pt x="148924" y="9555"/>
                  </a:lnTo>
                  <a:lnTo>
                    <a:pt x="112666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4615648" y="8112710"/>
              <a:ext cx="201930" cy="2021205"/>
            </a:xfrm>
            <a:custGeom>
              <a:avLst/>
              <a:gdLst/>
              <a:ahLst/>
              <a:cxnLst/>
              <a:rect l="l" t="t" r="r" b="b"/>
              <a:pathLst>
                <a:path w="201930" h="2021204">
                  <a:moveTo>
                    <a:pt x="12732" y="93620"/>
                  </a:moveTo>
                  <a:lnTo>
                    <a:pt x="0" y="1974819"/>
                  </a:lnTo>
                  <a:lnTo>
                    <a:pt x="3476" y="1992652"/>
                  </a:lnTo>
                  <a:lnTo>
                    <a:pt x="13185" y="2007262"/>
                  </a:lnTo>
                  <a:lnTo>
                    <a:pt x="27664" y="2017166"/>
                  </a:lnTo>
                  <a:lnTo>
                    <a:pt x="45454" y="2020880"/>
                  </a:lnTo>
                  <a:lnTo>
                    <a:pt x="62739" y="2017608"/>
                  </a:lnTo>
                  <a:lnTo>
                    <a:pt x="77057" y="2008440"/>
                  </a:lnTo>
                  <a:lnTo>
                    <a:pt x="87069" y="1994722"/>
                  </a:lnTo>
                  <a:lnTo>
                    <a:pt x="91431" y="1977803"/>
                  </a:lnTo>
                  <a:lnTo>
                    <a:pt x="201407" y="99777"/>
                  </a:lnTo>
                  <a:lnTo>
                    <a:pt x="196148" y="62656"/>
                  </a:lnTo>
                  <a:lnTo>
                    <a:pt x="177702" y="31512"/>
                  </a:lnTo>
                  <a:lnTo>
                    <a:pt x="148924" y="9555"/>
                  </a:lnTo>
                  <a:lnTo>
                    <a:pt x="112666" y="0"/>
                  </a:lnTo>
                  <a:lnTo>
                    <a:pt x="75546" y="5259"/>
                  </a:lnTo>
                  <a:lnTo>
                    <a:pt x="22445" y="52483"/>
                  </a:lnTo>
                  <a:lnTo>
                    <a:pt x="12805" y="90259"/>
                  </a:lnTo>
                  <a:lnTo>
                    <a:pt x="12732" y="9362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3672309" y="8112900"/>
              <a:ext cx="768350" cy="2021205"/>
            </a:xfrm>
            <a:custGeom>
              <a:avLst/>
              <a:gdLst/>
              <a:ahLst/>
              <a:cxnLst/>
              <a:rect l="l" t="t" r="r" b="b"/>
              <a:pathLst>
                <a:path w="768350" h="2021204">
                  <a:moveTo>
                    <a:pt x="668604" y="0"/>
                  </a:moveTo>
                  <a:lnTo>
                    <a:pt x="604268" y="30175"/>
                  </a:lnTo>
                  <a:lnTo>
                    <a:pt x="583330" y="66612"/>
                  </a:lnTo>
                  <a:lnTo>
                    <a:pt x="1787" y="1961633"/>
                  </a:lnTo>
                  <a:lnTo>
                    <a:pt x="0" y="1979713"/>
                  </a:lnTo>
                  <a:lnTo>
                    <a:pt x="5107" y="1996492"/>
                  </a:lnTo>
                  <a:lnTo>
                    <a:pt x="16135" y="2010132"/>
                  </a:lnTo>
                  <a:lnTo>
                    <a:pt x="32111" y="2018793"/>
                  </a:lnTo>
                  <a:lnTo>
                    <a:pt x="49636" y="2020618"/>
                  </a:lnTo>
                  <a:lnTo>
                    <a:pt x="66005" y="2015922"/>
                  </a:lnTo>
                  <a:lnTo>
                    <a:pt x="79539" y="2005615"/>
                  </a:lnTo>
                  <a:lnTo>
                    <a:pt x="88560" y="1990606"/>
                  </a:lnTo>
                  <a:lnTo>
                    <a:pt x="762382" y="126411"/>
                  </a:lnTo>
                  <a:lnTo>
                    <a:pt x="767899" y="89323"/>
                  </a:lnTo>
                  <a:lnTo>
                    <a:pt x="759073" y="54218"/>
                  </a:lnTo>
                  <a:lnTo>
                    <a:pt x="737730" y="24986"/>
                  </a:lnTo>
                  <a:lnTo>
                    <a:pt x="705693" y="5514"/>
                  </a:lnTo>
                  <a:lnTo>
                    <a:pt x="668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3672309" y="8112900"/>
              <a:ext cx="768350" cy="2021205"/>
            </a:xfrm>
            <a:custGeom>
              <a:avLst/>
              <a:gdLst/>
              <a:ahLst/>
              <a:cxnLst/>
              <a:rect l="l" t="t" r="r" b="b"/>
              <a:pathLst>
                <a:path w="768350" h="2021204">
                  <a:moveTo>
                    <a:pt x="583330" y="66612"/>
                  </a:moveTo>
                  <a:lnTo>
                    <a:pt x="1787" y="1961633"/>
                  </a:lnTo>
                  <a:lnTo>
                    <a:pt x="0" y="1979713"/>
                  </a:lnTo>
                  <a:lnTo>
                    <a:pt x="5107" y="1996492"/>
                  </a:lnTo>
                  <a:lnTo>
                    <a:pt x="16135" y="2010132"/>
                  </a:lnTo>
                  <a:lnTo>
                    <a:pt x="32111" y="2018793"/>
                  </a:lnTo>
                  <a:lnTo>
                    <a:pt x="49636" y="2020618"/>
                  </a:lnTo>
                  <a:lnTo>
                    <a:pt x="66005" y="2015922"/>
                  </a:lnTo>
                  <a:lnTo>
                    <a:pt x="79539" y="2005615"/>
                  </a:lnTo>
                  <a:lnTo>
                    <a:pt x="88560" y="1990606"/>
                  </a:lnTo>
                  <a:lnTo>
                    <a:pt x="762382" y="126411"/>
                  </a:lnTo>
                  <a:lnTo>
                    <a:pt x="767899" y="89323"/>
                  </a:lnTo>
                  <a:lnTo>
                    <a:pt x="759073" y="54218"/>
                  </a:lnTo>
                  <a:lnTo>
                    <a:pt x="737730" y="24986"/>
                  </a:lnTo>
                  <a:lnTo>
                    <a:pt x="705693" y="5514"/>
                  </a:lnTo>
                  <a:lnTo>
                    <a:pt x="668604" y="0"/>
                  </a:lnTo>
                  <a:lnTo>
                    <a:pt x="633500" y="8828"/>
                  </a:lnTo>
                  <a:lnTo>
                    <a:pt x="584796" y="62214"/>
                  </a:lnTo>
                  <a:lnTo>
                    <a:pt x="583330" y="66612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5321980" y="8112554"/>
              <a:ext cx="201930" cy="2021205"/>
            </a:xfrm>
            <a:custGeom>
              <a:avLst/>
              <a:gdLst/>
              <a:ahLst/>
              <a:cxnLst/>
              <a:rect l="l" t="t" r="r" b="b"/>
              <a:pathLst>
                <a:path w="201930" h="2021204">
                  <a:moveTo>
                    <a:pt x="93777" y="0"/>
                  </a:moveTo>
                  <a:lnTo>
                    <a:pt x="57075" y="7665"/>
                  </a:lnTo>
                  <a:lnTo>
                    <a:pt x="27200" y="28102"/>
                  </a:lnTo>
                  <a:lnTo>
                    <a:pt x="7169" y="58252"/>
                  </a:lnTo>
                  <a:lnTo>
                    <a:pt x="0" y="95054"/>
                  </a:lnTo>
                  <a:lnTo>
                    <a:pt x="157" y="99934"/>
                  </a:lnTo>
                  <a:lnTo>
                    <a:pt x="110132" y="1977960"/>
                  </a:lnTo>
                  <a:lnTo>
                    <a:pt x="140498" y="2018410"/>
                  </a:lnTo>
                  <a:lnTo>
                    <a:pt x="158487" y="2020954"/>
                  </a:lnTo>
                  <a:lnTo>
                    <a:pt x="175522" y="2016564"/>
                  </a:lnTo>
                  <a:lnTo>
                    <a:pt x="189214" y="2006486"/>
                  </a:lnTo>
                  <a:lnTo>
                    <a:pt x="198311" y="1992146"/>
                  </a:lnTo>
                  <a:lnTo>
                    <a:pt x="201564" y="1974976"/>
                  </a:lnTo>
                  <a:lnTo>
                    <a:pt x="188831" y="93777"/>
                  </a:lnTo>
                  <a:lnTo>
                    <a:pt x="181162" y="57075"/>
                  </a:lnTo>
                  <a:lnTo>
                    <a:pt x="160725" y="27200"/>
                  </a:lnTo>
                  <a:lnTo>
                    <a:pt x="130578" y="7169"/>
                  </a:lnTo>
                  <a:lnTo>
                    <a:pt x="937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5321980" y="8112554"/>
              <a:ext cx="201930" cy="2021205"/>
            </a:xfrm>
            <a:custGeom>
              <a:avLst/>
              <a:gdLst/>
              <a:ahLst/>
              <a:cxnLst/>
              <a:rect l="l" t="t" r="r" b="b"/>
              <a:pathLst>
                <a:path w="201930" h="2021204">
                  <a:moveTo>
                    <a:pt x="157" y="99934"/>
                  </a:moveTo>
                  <a:lnTo>
                    <a:pt x="110132" y="1977960"/>
                  </a:lnTo>
                  <a:lnTo>
                    <a:pt x="140498" y="2018410"/>
                  </a:lnTo>
                  <a:lnTo>
                    <a:pt x="158487" y="2020954"/>
                  </a:lnTo>
                  <a:lnTo>
                    <a:pt x="175522" y="2016564"/>
                  </a:lnTo>
                  <a:lnTo>
                    <a:pt x="189214" y="2006486"/>
                  </a:lnTo>
                  <a:lnTo>
                    <a:pt x="198311" y="1992146"/>
                  </a:lnTo>
                  <a:lnTo>
                    <a:pt x="201564" y="1974976"/>
                  </a:lnTo>
                  <a:lnTo>
                    <a:pt x="188831" y="93777"/>
                  </a:lnTo>
                  <a:lnTo>
                    <a:pt x="181162" y="57075"/>
                  </a:lnTo>
                  <a:lnTo>
                    <a:pt x="160725" y="27200"/>
                  </a:lnTo>
                  <a:lnTo>
                    <a:pt x="130578" y="7169"/>
                  </a:lnTo>
                  <a:lnTo>
                    <a:pt x="93777" y="0"/>
                  </a:lnTo>
                  <a:lnTo>
                    <a:pt x="57075" y="7665"/>
                  </a:lnTo>
                  <a:lnTo>
                    <a:pt x="27200" y="28102"/>
                  </a:lnTo>
                  <a:lnTo>
                    <a:pt x="7169" y="58252"/>
                  </a:lnTo>
                  <a:lnTo>
                    <a:pt x="0" y="95054"/>
                  </a:lnTo>
                  <a:lnTo>
                    <a:pt x="10" y="96583"/>
                  </a:lnTo>
                  <a:lnTo>
                    <a:pt x="73" y="98426"/>
                  </a:lnTo>
                  <a:lnTo>
                    <a:pt x="157" y="99934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3688866" y="5808683"/>
              <a:ext cx="2612390" cy="2495550"/>
            </a:xfrm>
            <a:custGeom>
              <a:avLst/>
              <a:gdLst/>
              <a:ahLst/>
              <a:cxnLst/>
              <a:rect l="l" t="t" r="r" b="b"/>
              <a:pathLst>
                <a:path w="2612390" h="2495550">
                  <a:moveTo>
                    <a:pt x="2020005" y="0"/>
                  </a:moveTo>
                  <a:lnTo>
                    <a:pt x="1980676" y="1481"/>
                  </a:lnTo>
                  <a:lnTo>
                    <a:pt x="1941372" y="4694"/>
                  </a:lnTo>
                  <a:lnTo>
                    <a:pt x="1902229" y="9640"/>
                  </a:lnTo>
                  <a:lnTo>
                    <a:pt x="1863387" y="16324"/>
                  </a:lnTo>
                  <a:lnTo>
                    <a:pt x="1824985" y="24746"/>
                  </a:lnTo>
                  <a:lnTo>
                    <a:pt x="1787160" y="34912"/>
                  </a:lnTo>
                  <a:lnTo>
                    <a:pt x="1750052" y="46823"/>
                  </a:lnTo>
                  <a:lnTo>
                    <a:pt x="1713800" y="60482"/>
                  </a:lnTo>
                  <a:lnTo>
                    <a:pt x="1678541" y="75892"/>
                  </a:lnTo>
                  <a:lnTo>
                    <a:pt x="1644414" y="93057"/>
                  </a:lnTo>
                  <a:lnTo>
                    <a:pt x="1580112" y="132660"/>
                  </a:lnTo>
                  <a:lnTo>
                    <a:pt x="1522002" y="179316"/>
                  </a:lnTo>
                  <a:lnTo>
                    <a:pt x="1471193" y="233047"/>
                  </a:lnTo>
                  <a:lnTo>
                    <a:pt x="1428792" y="293876"/>
                  </a:lnTo>
                  <a:lnTo>
                    <a:pt x="1395910" y="361827"/>
                  </a:lnTo>
                  <a:lnTo>
                    <a:pt x="1383384" y="398481"/>
                  </a:lnTo>
                  <a:lnTo>
                    <a:pt x="1373654" y="436924"/>
                  </a:lnTo>
                  <a:lnTo>
                    <a:pt x="1178026" y="1393732"/>
                  </a:lnTo>
                  <a:lnTo>
                    <a:pt x="1167078" y="1440546"/>
                  </a:lnTo>
                  <a:lnTo>
                    <a:pt x="1153652" y="1486226"/>
                  </a:lnTo>
                  <a:lnTo>
                    <a:pt x="1137829" y="1530706"/>
                  </a:lnTo>
                  <a:lnTo>
                    <a:pt x="1119691" y="1573919"/>
                  </a:lnTo>
                  <a:lnTo>
                    <a:pt x="1099317" y="1615800"/>
                  </a:lnTo>
                  <a:lnTo>
                    <a:pt x="1076791" y="1656283"/>
                  </a:lnTo>
                  <a:lnTo>
                    <a:pt x="1052191" y="1695301"/>
                  </a:lnTo>
                  <a:lnTo>
                    <a:pt x="1025600" y="1732788"/>
                  </a:lnTo>
                  <a:lnTo>
                    <a:pt x="997098" y="1768679"/>
                  </a:lnTo>
                  <a:lnTo>
                    <a:pt x="966766" y="1802906"/>
                  </a:lnTo>
                  <a:lnTo>
                    <a:pt x="934686" y="1835405"/>
                  </a:lnTo>
                  <a:lnTo>
                    <a:pt x="900938" y="1866108"/>
                  </a:lnTo>
                  <a:lnTo>
                    <a:pt x="865603" y="1894950"/>
                  </a:lnTo>
                  <a:lnTo>
                    <a:pt x="828762" y="1921864"/>
                  </a:lnTo>
                  <a:lnTo>
                    <a:pt x="790497" y="1946785"/>
                  </a:lnTo>
                  <a:lnTo>
                    <a:pt x="750887" y="1969647"/>
                  </a:lnTo>
                  <a:lnTo>
                    <a:pt x="710015" y="1990382"/>
                  </a:lnTo>
                  <a:lnTo>
                    <a:pt x="667962" y="2008926"/>
                  </a:lnTo>
                  <a:lnTo>
                    <a:pt x="624807" y="2025212"/>
                  </a:lnTo>
                  <a:lnTo>
                    <a:pt x="580632" y="2039173"/>
                  </a:lnTo>
                  <a:lnTo>
                    <a:pt x="535519" y="2050745"/>
                  </a:lnTo>
                  <a:lnTo>
                    <a:pt x="489548" y="2059860"/>
                  </a:lnTo>
                  <a:lnTo>
                    <a:pt x="442800" y="2066452"/>
                  </a:lnTo>
                  <a:lnTo>
                    <a:pt x="395356" y="2070456"/>
                  </a:lnTo>
                  <a:lnTo>
                    <a:pt x="347298" y="2071806"/>
                  </a:lnTo>
                  <a:lnTo>
                    <a:pt x="110781" y="2071806"/>
                  </a:lnTo>
                  <a:lnTo>
                    <a:pt x="67661" y="2080512"/>
                  </a:lnTo>
                  <a:lnTo>
                    <a:pt x="32447" y="2104254"/>
                  </a:lnTo>
                  <a:lnTo>
                    <a:pt x="8706" y="2139467"/>
                  </a:lnTo>
                  <a:lnTo>
                    <a:pt x="0" y="2182588"/>
                  </a:lnTo>
                  <a:lnTo>
                    <a:pt x="3390" y="2228804"/>
                  </a:lnTo>
                  <a:lnTo>
                    <a:pt x="13240" y="2272914"/>
                  </a:lnTo>
                  <a:lnTo>
                    <a:pt x="29066" y="2314434"/>
                  </a:lnTo>
                  <a:lnTo>
                    <a:pt x="50383" y="2352882"/>
                  </a:lnTo>
                  <a:lnTo>
                    <a:pt x="76708" y="2387772"/>
                  </a:lnTo>
                  <a:lnTo>
                    <a:pt x="107557" y="2418622"/>
                  </a:lnTo>
                  <a:lnTo>
                    <a:pt x="142447" y="2444948"/>
                  </a:lnTo>
                  <a:lnTo>
                    <a:pt x="180893" y="2466265"/>
                  </a:lnTo>
                  <a:lnTo>
                    <a:pt x="222412" y="2482091"/>
                  </a:lnTo>
                  <a:lnTo>
                    <a:pt x="266520" y="2491941"/>
                  </a:lnTo>
                  <a:lnTo>
                    <a:pt x="312733" y="2495332"/>
                  </a:lnTo>
                  <a:lnTo>
                    <a:pt x="1918182" y="2495332"/>
                  </a:lnTo>
                  <a:lnTo>
                    <a:pt x="1965712" y="2493731"/>
                  </a:lnTo>
                  <a:lnTo>
                    <a:pt x="2012382" y="2488995"/>
                  </a:lnTo>
                  <a:lnTo>
                    <a:pt x="2058090" y="2481228"/>
                  </a:lnTo>
                  <a:lnTo>
                    <a:pt x="2102731" y="2470534"/>
                  </a:lnTo>
                  <a:lnTo>
                    <a:pt x="2146202" y="2457016"/>
                  </a:lnTo>
                  <a:lnTo>
                    <a:pt x="2188400" y="2440778"/>
                  </a:lnTo>
                  <a:lnTo>
                    <a:pt x="2229221" y="2421922"/>
                  </a:lnTo>
                  <a:lnTo>
                    <a:pt x="2268563" y="2400552"/>
                  </a:lnTo>
                  <a:lnTo>
                    <a:pt x="2306321" y="2376772"/>
                  </a:lnTo>
                  <a:lnTo>
                    <a:pt x="2342393" y="2350685"/>
                  </a:lnTo>
                  <a:lnTo>
                    <a:pt x="2376674" y="2322394"/>
                  </a:lnTo>
                  <a:lnTo>
                    <a:pt x="2409062" y="2292003"/>
                  </a:lnTo>
                  <a:lnTo>
                    <a:pt x="2439453" y="2259615"/>
                  </a:lnTo>
                  <a:lnTo>
                    <a:pt x="2467744" y="2225334"/>
                  </a:lnTo>
                  <a:lnTo>
                    <a:pt x="2493831" y="2189262"/>
                  </a:lnTo>
                  <a:lnTo>
                    <a:pt x="2517611" y="2151504"/>
                  </a:lnTo>
                  <a:lnTo>
                    <a:pt x="2538981" y="2112162"/>
                  </a:lnTo>
                  <a:lnTo>
                    <a:pt x="2557837" y="2071341"/>
                  </a:lnTo>
                  <a:lnTo>
                    <a:pt x="2574075" y="2029143"/>
                  </a:lnTo>
                  <a:lnTo>
                    <a:pt x="2587593" y="1985671"/>
                  </a:lnTo>
                  <a:lnTo>
                    <a:pt x="2598287" y="1941030"/>
                  </a:lnTo>
                  <a:lnTo>
                    <a:pt x="2606054" y="1895323"/>
                  </a:lnTo>
                  <a:lnTo>
                    <a:pt x="2610790" y="1848653"/>
                  </a:lnTo>
                  <a:lnTo>
                    <a:pt x="2612391" y="1801123"/>
                  </a:lnTo>
                  <a:lnTo>
                    <a:pt x="2612391" y="436924"/>
                  </a:lnTo>
                  <a:lnTo>
                    <a:pt x="2605972" y="363542"/>
                  </a:lnTo>
                  <a:lnTo>
                    <a:pt x="2587453" y="296827"/>
                  </a:lnTo>
                  <a:lnTo>
                    <a:pt x="2557943" y="236803"/>
                  </a:lnTo>
                  <a:lnTo>
                    <a:pt x="2518551" y="183491"/>
                  </a:lnTo>
                  <a:lnTo>
                    <a:pt x="2470385" y="136916"/>
                  </a:lnTo>
                  <a:lnTo>
                    <a:pt x="2414554" y="97102"/>
                  </a:lnTo>
                  <a:lnTo>
                    <a:pt x="2352166" y="64070"/>
                  </a:lnTo>
                  <a:lnTo>
                    <a:pt x="2284330" y="37846"/>
                  </a:lnTo>
                  <a:lnTo>
                    <a:pt x="2212154" y="18451"/>
                  </a:lnTo>
                  <a:lnTo>
                    <a:pt x="2136748" y="5910"/>
                  </a:lnTo>
                  <a:lnTo>
                    <a:pt x="2098179" y="2217"/>
                  </a:lnTo>
                  <a:lnTo>
                    <a:pt x="2059219" y="246"/>
                  </a:lnTo>
                  <a:lnTo>
                    <a:pt x="20200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3688866" y="5808683"/>
              <a:ext cx="2612390" cy="2495550"/>
            </a:xfrm>
            <a:custGeom>
              <a:avLst/>
              <a:gdLst/>
              <a:ahLst/>
              <a:cxnLst/>
              <a:rect l="l" t="t" r="r" b="b"/>
              <a:pathLst>
                <a:path w="2612390" h="2495550">
                  <a:moveTo>
                    <a:pt x="347298" y="2071806"/>
                  </a:moveTo>
                  <a:lnTo>
                    <a:pt x="395356" y="2070456"/>
                  </a:lnTo>
                  <a:lnTo>
                    <a:pt x="442800" y="2066452"/>
                  </a:lnTo>
                  <a:lnTo>
                    <a:pt x="489548" y="2059860"/>
                  </a:lnTo>
                  <a:lnTo>
                    <a:pt x="535519" y="2050745"/>
                  </a:lnTo>
                  <a:lnTo>
                    <a:pt x="580632" y="2039173"/>
                  </a:lnTo>
                  <a:lnTo>
                    <a:pt x="624807" y="2025212"/>
                  </a:lnTo>
                  <a:lnTo>
                    <a:pt x="667962" y="2008926"/>
                  </a:lnTo>
                  <a:lnTo>
                    <a:pt x="710015" y="1990382"/>
                  </a:lnTo>
                  <a:lnTo>
                    <a:pt x="750887" y="1969647"/>
                  </a:lnTo>
                  <a:lnTo>
                    <a:pt x="790497" y="1946785"/>
                  </a:lnTo>
                  <a:lnTo>
                    <a:pt x="828762" y="1921864"/>
                  </a:lnTo>
                  <a:lnTo>
                    <a:pt x="865603" y="1894950"/>
                  </a:lnTo>
                  <a:lnTo>
                    <a:pt x="900938" y="1866108"/>
                  </a:lnTo>
                  <a:lnTo>
                    <a:pt x="934686" y="1835405"/>
                  </a:lnTo>
                  <a:lnTo>
                    <a:pt x="966766" y="1802906"/>
                  </a:lnTo>
                  <a:lnTo>
                    <a:pt x="997098" y="1768679"/>
                  </a:lnTo>
                  <a:lnTo>
                    <a:pt x="1025600" y="1732788"/>
                  </a:lnTo>
                  <a:lnTo>
                    <a:pt x="1052191" y="1695301"/>
                  </a:lnTo>
                  <a:lnTo>
                    <a:pt x="1076791" y="1656283"/>
                  </a:lnTo>
                  <a:lnTo>
                    <a:pt x="1099317" y="1615800"/>
                  </a:lnTo>
                  <a:lnTo>
                    <a:pt x="1119691" y="1573919"/>
                  </a:lnTo>
                  <a:lnTo>
                    <a:pt x="1137829" y="1530706"/>
                  </a:lnTo>
                  <a:lnTo>
                    <a:pt x="1153652" y="1486226"/>
                  </a:lnTo>
                  <a:lnTo>
                    <a:pt x="1167078" y="1440546"/>
                  </a:lnTo>
                  <a:lnTo>
                    <a:pt x="1178026" y="1393732"/>
                  </a:lnTo>
                  <a:lnTo>
                    <a:pt x="1373654" y="436924"/>
                  </a:lnTo>
                  <a:lnTo>
                    <a:pt x="1383384" y="398481"/>
                  </a:lnTo>
                  <a:lnTo>
                    <a:pt x="1395910" y="361827"/>
                  </a:lnTo>
                  <a:lnTo>
                    <a:pt x="1428792" y="293876"/>
                  </a:lnTo>
                  <a:lnTo>
                    <a:pt x="1471193" y="233047"/>
                  </a:lnTo>
                  <a:lnTo>
                    <a:pt x="1522002" y="179316"/>
                  </a:lnTo>
                  <a:lnTo>
                    <a:pt x="1580112" y="132660"/>
                  </a:lnTo>
                  <a:lnTo>
                    <a:pt x="1644414" y="93057"/>
                  </a:lnTo>
                  <a:lnTo>
                    <a:pt x="1678541" y="75892"/>
                  </a:lnTo>
                  <a:lnTo>
                    <a:pt x="1713800" y="60482"/>
                  </a:lnTo>
                  <a:lnTo>
                    <a:pt x="1750052" y="46823"/>
                  </a:lnTo>
                  <a:lnTo>
                    <a:pt x="1787160" y="34912"/>
                  </a:lnTo>
                  <a:lnTo>
                    <a:pt x="1824985" y="24746"/>
                  </a:lnTo>
                  <a:lnTo>
                    <a:pt x="1863387" y="16324"/>
                  </a:lnTo>
                  <a:lnTo>
                    <a:pt x="1902229" y="9640"/>
                  </a:lnTo>
                  <a:lnTo>
                    <a:pt x="1941372" y="4694"/>
                  </a:lnTo>
                  <a:lnTo>
                    <a:pt x="1980676" y="1481"/>
                  </a:lnTo>
                  <a:lnTo>
                    <a:pt x="2020005" y="0"/>
                  </a:lnTo>
                  <a:lnTo>
                    <a:pt x="2059219" y="246"/>
                  </a:lnTo>
                  <a:lnTo>
                    <a:pt x="2098179" y="2217"/>
                  </a:lnTo>
                  <a:lnTo>
                    <a:pt x="2136748" y="5910"/>
                  </a:lnTo>
                  <a:lnTo>
                    <a:pt x="2174785" y="11322"/>
                  </a:lnTo>
                  <a:lnTo>
                    <a:pt x="2248715" y="27293"/>
                  </a:lnTo>
                  <a:lnTo>
                    <a:pt x="2318859" y="50106"/>
                  </a:lnTo>
                  <a:lnTo>
                    <a:pt x="2384110" y="79737"/>
                  </a:lnTo>
                  <a:lnTo>
                    <a:pt x="2443358" y="116163"/>
                  </a:lnTo>
                  <a:lnTo>
                    <a:pt x="2495495" y="159360"/>
                  </a:lnTo>
                  <a:lnTo>
                    <a:pt x="2539413" y="209306"/>
                  </a:lnTo>
                  <a:lnTo>
                    <a:pt x="2574003" y="265977"/>
                  </a:lnTo>
                  <a:lnTo>
                    <a:pt x="2598156" y="329350"/>
                  </a:lnTo>
                  <a:lnTo>
                    <a:pt x="2610763" y="399401"/>
                  </a:lnTo>
                  <a:lnTo>
                    <a:pt x="2612391" y="436924"/>
                  </a:lnTo>
                  <a:lnTo>
                    <a:pt x="2612391" y="1801123"/>
                  </a:lnTo>
                  <a:lnTo>
                    <a:pt x="2610790" y="1848653"/>
                  </a:lnTo>
                  <a:lnTo>
                    <a:pt x="2606054" y="1895323"/>
                  </a:lnTo>
                  <a:lnTo>
                    <a:pt x="2598287" y="1941030"/>
                  </a:lnTo>
                  <a:lnTo>
                    <a:pt x="2587593" y="1985671"/>
                  </a:lnTo>
                  <a:lnTo>
                    <a:pt x="2574075" y="2029143"/>
                  </a:lnTo>
                  <a:lnTo>
                    <a:pt x="2557837" y="2071341"/>
                  </a:lnTo>
                  <a:lnTo>
                    <a:pt x="2538981" y="2112162"/>
                  </a:lnTo>
                  <a:lnTo>
                    <a:pt x="2517611" y="2151504"/>
                  </a:lnTo>
                  <a:lnTo>
                    <a:pt x="2493831" y="2189262"/>
                  </a:lnTo>
                  <a:lnTo>
                    <a:pt x="2467744" y="2225334"/>
                  </a:lnTo>
                  <a:lnTo>
                    <a:pt x="2439453" y="2259615"/>
                  </a:lnTo>
                  <a:lnTo>
                    <a:pt x="2409062" y="2292003"/>
                  </a:lnTo>
                  <a:lnTo>
                    <a:pt x="2376674" y="2322394"/>
                  </a:lnTo>
                  <a:lnTo>
                    <a:pt x="2342393" y="2350685"/>
                  </a:lnTo>
                  <a:lnTo>
                    <a:pt x="2306321" y="2376772"/>
                  </a:lnTo>
                  <a:lnTo>
                    <a:pt x="2268563" y="2400552"/>
                  </a:lnTo>
                  <a:lnTo>
                    <a:pt x="2229221" y="2421922"/>
                  </a:lnTo>
                  <a:lnTo>
                    <a:pt x="2188400" y="2440778"/>
                  </a:lnTo>
                  <a:lnTo>
                    <a:pt x="2146202" y="2457016"/>
                  </a:lnTo>
                  <a:lnTo>
                    <a:pt x="2102731" y="2470534"/>
                  </a:lnTo>
                  <a:lnTo>
                    <a:pt x="2058090" y="2481228"/>
                  </a:lnTo>
                  <a:lnTo>
                    <a:pt x="2012382" y="2488995"/>
                  </a:lnTo>
                  <a:lnTo>
                    <a:pt x="1965712" y="2493731"/>
                  </a:lnTo>
                  <a:lnTo>
                    <a:pt x="1918182" y="2495332"/>
                  </a:lnTo>
                  <a:lnTo>
                    <a:pt x="312733" y="2495332"/>
                  </a:lnTo>
                  <a:lnTo>
                    <a:pt x="266520" y="2491941"/>
                  </a:lnTo>
                  <a:lnTo>
                    <a:pt x="222412" y="2482091"/>
                  </a:lnTo>
                  <a:lnTo>
                    <a:pt x="180893" y="2466265"/>
                  </a:lnTo>
                  <a:lnTo>
                    <a:pt x="142447" y="2444948"/>
                  </a:lnTo>
                  <a:lnTo>
                    <a:pt x="107557" y="2418622"/>
                  </a:lnTo>
                  <a:lnTo>
                    <a:pt x="76708" y="2387772"/>
                  </a:lnTo>
                  <a:lnTo>
                    <a:pt x="50383" y="2352882"/>
                  </a:lnTo>
                  <a:lnTo>
                    <a:pt x="29066" y="2314434"/>
                  </a:lnTo>
                  <a:lnTo>
                    <a:pt x="13240" y="2272914"/>
                  </a:lnTo>
                  <a:lnTo>
                    <a:pt x="3390" y="2228804"/>
                  </a:lnTo>
                  <a:lnTo>
                    <a:pt x="0" y="2182588"/>
                  </a:lnTo>
                  <a:lnTo>
                    <a:pt x="8706" y="2139467"/>
                  </a:lnTo>
                  <a:lnTo>
                    <a:pt x="32447" y="2104254"/>
                  </a:lnTo>
                  <a:lnTo>
                    <a:pt x="67661" y="2080512"/>
                  </a:lnTo>
                  <a:lnTo>
                    <a:pt x="110781" y="2071806"/>
                  </a:lnTo>
                  <a:lnTo>
                    <a:pt x="347298" y="2071806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4999924" y="6732323"/>
              <a:ext cx="1301750" cy="1572260"/>
            </a:xfrm>
            <a:custGeom>
              <a:avLst/>
              <a:gdLst/>
              <a:ahLst/>
              <a:cxnLst/>
              <a:rect l="l" t="t" r="r" b="b"/>
              <a:pathLst>
                <a:path w="1301750" h="1572259">
                  <a:moveTo>
                    <a:pt x="1301332" y="0"/>
                  </a:moveTo>
                  <a:lnTo>
                    <a:pt x="1295408" y="53626"/>
                  </a:lnTo>
                  <a:lnTo>
                    <a:pt x="1288603" y="106485"/>
                  </a:lnTo>
                  <a:lnTo>
                    <a:pt x="1280908" y="158570"/>
                  </a:lnTo>
                  <a:lnTo>
                    <a:pt x="1272315" y="209874"/>
                  </a:lnTo>
                  <a:lnTo>
                    <a:pt x="1262818" y="260391"/>
                  </a:lnTo>
                  <a:lnTo>
                    <a:pt x="1252408" y="310115"/>
                  </a:lnTo>
                  <a:lnTo>
                    <a:pt x="1241077" y="359037"/>
                  </a:lnTo>
                  <a:lnTo>
                    <a:pt x="1228819" y="407152"/>
                  </a:lnTo>
                  <a:lnTo>
                    <a:pt x="1215625" y="454454"/>
                  </a:lnTo>
                  <a:lnTo>
                    <a:pt x="1201489" y="500934"/>
                  </a:lnTo>
                  <a:lnTo>
                    <a:pt x="1186401" y="546588"/>
                  </a:lnTo>
                  <a:lnTo>
                    <a:pt x="1170355" y="591408"/>
                  </a:lnTo>
                  <a:lnTo>
                    <a:pt x="1153343" y="635387"/>
                  </a:lnTo>
                  <a:lnTo>
                    <a:pt x="1135357" y="678519"/>
                  </a:lnTo>
                  <a:lnTo>
                    <a:pt x="1116390" y="720797"/>
                  </a:lnTo>
                  <a:lnTo>
                    <a:pt x="1096434" y="762215"/>
                  </a:lnTo>
                  <a:lnTo>
                    <a:pt x="1075481" y="802766"/>
                  </a:lnTo>
                  <a:lnTo>
                    <a:pt x="1053524" y="842443"/>
                  </a:lnTo>
                  <a:lnTo>
                    <a:pt x="1030555" y="881240"/>
                  </a:lnTo>
                  <a:lnTo>
                    <a:pt x="1006567" y="919150"/>
                  </a:lnTo>
                  <a:lnTo>
                    <a:pt x="981551" y="956166"/>
                  </a:lnTo>
                  <a:lnTo>
                    <a:pt x="955501" y="992282"/>
                  </a:lnTo>
                  <a:lnTo>
                    <a:pt x="928408" y="1027490"/>
                  </a:lnTo>
                  <a:lnTo>
                    <a:pt x="900266" y="1061786"/>
                  </a:lnTo>
                  <a:lnTo>
                    <a:pt x="871065" y="1095161"/>
                  </a:lnTo>
                  <a:lnTo>
                    <a:pt x="840799" y="1127609"/>
                  </a:lnTo>
                  <a:lnTo>
                    <a:pt x="809460" y="1159123"/>
                  </a:lnTo>
                  <a:lnTo>
                    <a:pt x="777041" y="1189698"/>
                  </a:lnTo>
                  <a:lnTo>
                    <a:pt x="743533" y="1219325"/>
                  </a:lnTo>
                  <a:lnTo>
                    <a:pt x="708930" y="1248000"/>
                  </a:lnTo>
                  <a:lnTo>
                    <a:pt x="673223" y="1275714"/>
                  </a:lnTo>
                  <a:lnTo>
                    <a:pt x="636404" y="1302461"/>
                  </a:lnTo>
                  <a:lnTo>
                    <a:pt x="598467" y="1328235"/>
                  </a:lnTo>
                  <a:lnTo>
                    <a:pt x="559404" y="1353028"/>
                  </a:lnTo>
                  <a:lnTo>
                    <a:pt x="519206" y="1376835"/>
                  </a:lnTo>
                  <a:lnTo>
                    <a:pt x="477867" y="1399649"/>
                  </a:lnTo>
                  <a:lnTo>
                    <a:pt x="435378" y="1421463"/>
                  </a:lnTo>
                  <a:lnTo>
                    <a:pt x="391732" y="1442270"/>
                  </a:lnTo>
                  <a:lnTo>
                    <a:pt x="346922" y="1462064"/>
                  </a:lnTo>
                  <a:lnTo>
                    <a:pt x="300940" y="1480838"/>
                  </a:lnTo>
                  <a:lnTo>
                    <a:pt x="253777" y="1498585"/>
                  </a:lnTo>
                  <a:lnTo>
                    <a:pt x="205427" y="1515299"/>
                  </a:lnTo>
                  <a:lnTo>
                    <a:pt x="155882" y="1530973"/>
                  </a:lnTo>
                  <a:lnTo>
                    <a:pt x="105134" y="1545601"/>
                  </a:lnTo>
                  <a:lnTo>
                    <a:pt x="53176" y="1559175"/>
                  </a:lnTo>
                  <a:lnTo>
                    <a:pt x="0" y="1571690"/>
                  </a:lnTo>
                  <a:lnTo>
                    <a:pt x="607122" y="1571690"/>
                  </a:lnTo>
                  <a:lnTo>
                    <a:pt x="654652" y="1570088"/>
                  </a:lnTo>
                  <a:lnTo>
                    <a:pt x="701323" y="1565353"/>
                  </a:lnTo>
                  <a:lnTo>
                    <a:pt x="747030" y="1557586"/>
                  </a:lnTo>
                  <a:lnTo>
                    <a:pt x="791671" y="1546892"/>
                  </a:lnTo>
                  <a:lnTo>
                    <a:pt x="835142" y="1533374"/>
                  </a:lnTo>
                  <a:lnTo>
                    <a:pt x="877340" y="1517136"/>
                  </a:lnTo>
                  <a:lnTo>
                    <a:pt x="918162" y="1498280"/>
                  </a:lnTo>
                  <a:lnTo>
                    <a:pt x="957503" y="1476910"/>
                  </a:lnTo>
                  <a:lnTo>
                    <a:pt x="995262" y="1453130"/>
                  </a:lnTo>
                  <a:lnTo>
                    <a:pt x="1031333" y="1427043"/>
                  </a:lnTo>
                  <a:lnTo>
                    <a:pt x="1065615" y="1398752"/>
                  </a:lnTo>
                  <a:lnTo>
                    <a:pt x="1098003" y="1368361"/>
                  </a:lnTo>
                  <a:lnTo>
                    <a:pt x="1128394" y="1335973"/>
                  </a:lnTo>
                  <a:lnTo>
                    <a:pt x="1156685" y="1301692"/>
                  </a:lnTo>
                  <a:lnTo>
                    <a:pt x="1182772" y="1265620"/>
                  </a:lnTo>
                  <a:lnTo>
                    <a:pt x="1206552" y="1227862"/>
                  </a:lnTo>
                  <a:lnTo>
                    <a:pt x="1227922" y="1188520"/>
                  </a:lnTo>
                  <a:lnTo>
                    <a:pt x="1246777" y="1147699"/>
                  </a:lnTo>
                  <a:lnTo>
                    <a:pt x="1263016" y="1105500"/>
                  </a:lnTo>
                  <a:lnTo>
                    <a:pt x="1276534" y="1062029"/>
                  </a:lnTo>
                  <a:lnTo>
                    <a:pt x="1287228" y="1017388"/>
                  </a:lnTo>
                  <a:lnTo>
                    <a:pt x="1294994" y="971681"/>
                  </a:lnTo>
                  <a:lnTo>
                    <a:pt x="1299730" y="925011"/>
                  </a:lnTo>
                  <a:lnTo>
                    <a:pt x="1301332" y="877481"/>
                  </a:lnTo>
                  <a:lnTo>
                    <a:pt x="1301332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4999924" y="6732323"/>
              <a:ext cx="1301750" cy="1572260"/>
            </a:xfrm>
            <a:custGeom>
              <a:avLst/>
              <a:gdLst/>
              <a:ahLst/>
              <a:cxnLst/>
              <a:rect l="l" t="t" r="r" b="b"/>
              <a:pathLst>
                <a:path w="1301750" h="1572259">
                  <a:moveTo>
                    <a:pt x="607122" y="1571690"/>
                  </a:moveTo>
                  <a:lnTo>
                    <a:pt x="0" y="1571690"/>
                  </a:lnTo>
                  <a:lnTo>
                    <a:pt x="53176" y="1559175"/>
                  </a:lnTo>
                  <a:lnTo>
                    <a:pt x="105134" y="1545601"/>
                  </a:lnTo>
                  <a:lnTo>
                    <a:pt x="155882" y="1530973"/>
                  </a:lnTo>
                  <a:lnTo>
                    <a:pt x="205427" y="1515299"/>
                  </a:lnTo>
                  <a:lnTo>
                    <a:pt x="253777" y="1498585"/>
                  </a:lnTo>
                  <a:lnTo>
                    <a:pt x="300940" y="1480838"/>
                  </a:lnTo>
                  <a:lnTo>
                    <a:pt x="346922" y="1462064"/>
                  </a:lnTo>
                  <a:lnTo>
                    <a:pt x="391732" y="1442270"/>
                  </a:lnTo>
                  <a:lnTo>
                    <a:pt x="435378" y="1421463"/>
                  </a:lnTo>
                  <a:lnTo>
                    <a:pt x="477867" y="1399649"/>
                  </a:lnTo>
                  <a:lnTo>
                    <a:pt x="519206" y="1376835"/>
                  </a:lnTo>
                  <a:lnTo>
                    <a:pt x="559404" y="1353028"/>
                  </a:lnTo>
                  <a:lnTo>
                    <a:pt x="598467" y="1328235"/>
                  </a:lnTo>
                  <a:lnTo>
                    <a:pt x="636404" y="1302461"/>
                  </a:lnTo>
                  <a:lnTo>
                    <a:pt x="673223" y="1275714"/>
                  </a:lnTo>
                  <a:lnTo>
                    <a:pt x="708930" y="1248000"/>
                  </a:lnTo>
                  <a:lnTo>
                    <a:pt x="743533" y="1219325"/>
                  </a:lnTo>
                  <a:lnTo>
                    <a:pt x="777041" y="1189698"/>
                  </a:lnTo>
                  <a:lnTo>
                    <a:pt x="809460" y="1159123"/>
                  </a:lnTo>
                  <a:lnTo>
                    <a:pt x="840799" y="1127609"/>
                  </a:lnTo>
                  <a:lnTo>
                    <a:pt x="871065" y="1095161"/>
                  </a:lnTo>
                  <a:lnTo>
                    <a:pt x="900266" y="1061786"/>
                  </a:lnTo>
                  <a:lnTo>
                    <a:pt x="928408" y="1027490"/>
                  </a:lnTo>
                  <a:lnTo>
                    <a:pt x="955501" y="992282"/>
                  </a:lnTo>
                  <a:lnTo>
                    <a:pt x="981551" y="956166"/>
                  </a:lnTo>
                  <a:lnTo>
                    <a:pt x="1006567" y="919150"/>
                  </a:lnTo>
                  <a:lnTo>
                    <a:pt x="1030555" y="881240"/>
                  </a:lnTo>
                  <a:lnTo>
                    <a:pt x="1053524" y="842443"/>
                  </a:lnTo>
                  <a:lnTo>
                    <a:pt x="1075481" y="802766"/>
                  </a:lnTo>
                  <a:lnTo>
                    <a:pt x="1096434" y="762215"/>
                  </a:lnTo>
                  <a:lnTo>
                    <a:pt x="1116390" y="720797"/>
                  </a:lnTo>
                  <a:lnTo>
                    <a:pt x="1135357" y="678519"/>
                  </a:lnTo>
                  <a:lnTo>
                    <a:pt x="1153343" y="635387"/>
                  </a:lnTo>
                  <a:lnTo>
                    <a:pt x="1170355" y="591408"/>
                  </a:lnTo>
                  <a:lnTo>
                    <a:pt x="1186401" y="546588"/>
                  </a:lnTo>
                  <a:lnTo>
                    <a:pt x="1201489" y="500934"/>
                  </a:lnTo>
                  <a:lnTo>
                    <a:pt x="1215625" y="454454"/>
                  </a:lnTo>
                  <a:lnTo>
                    <a:pt x="1228819" y="407152"/>
                  </a:lnTo>
                  <a:lnTo>
                    <a:pt x="1241077" y="359037"/>
                  </a:lnTo>
                  <a:lnTo>
                    <a:pt x="1252408" y="310115"/>
                  </a:lnTo>
                  <a:lnTo>
                    <a:pt x="1262818" y="260391"/>
                  </a:lnTo>
                  <a:lnTo>
                    <a:pt x="1272315" y="209874"/>
                  </a:lnTo>
                  <a:lnTo>
                    <a:pt x="1280908" y="158570"/>
                  </a:lnTo>
                  <a:lnTo>
                    <a:pt x="1288603" y="106485"/>
                  </a:lnTo>
                  <a:lnTo>
                    <a:pt x="1295408" y="53626"/>
                  </a:lnTo>
                  <a:lnTo>
                    <a:pt x="1301332" y="0"/>
                  </a:lnTo>
                  <a:lnTo>
                    <a:pt x="1301332" y="877481"/>
                  </a:lnTo>
                  <a:lnTo>
                    <a:pt x="1299730" y="925011"/>
                  </a:lnTo>
                  <a:lnTo>
                    <a:pt x="1294994" y="971681"/>
                  </a:lnTo>
                  <a:lnTo>
                    <a:pt x="1287228" y="1017388"/>
                  </a:lnTo>
                  <a:lnTo>
                    <a:pt x="1276534" y="1062029"/>
                  </a:lnTo>
                  <a:lnTo>
                    <a:pt x="1263016" y="1105500"/>
                  </a:lnTo>
                  <a:lnTo>
                    <a:pt x="1246777" y="1147699"/>
                  </a:lnTo>
                  <a:lnTo>
                    <a:pt x="1227922" y="1188520"/>
                  </a:lnTo>
                  <a:lnTo>
                    <a:pt x="1206552" y="1227862"/>
                  </a:lnTo>
                  <a:lnTo>
                    <a:pt x="1182772" y="1265620"/>
                  </a:lnTo>
                  <a:lnTo>
                    <a:pt x="1156685" y="1301692"/>
                  </a:lnTo>
                  <a:lnTo>
                    <a:pt x="1128394" y="1335973"/>
                  </a:lnTo>
                  <a:lnTo>
                    <a:pt x="1098003" y="1368361"/>
                  </a:lnTo>
                  <a:lnTo>
                    <a:pt x="1065615" y="1398752"/>
                  </a:lnTo>
                  <a:lnTo>
                    <a:pt x="1031333" y="1427043"/>
                  </a:lnTo>
                  <a:lnTo>
                    <a:pt x="995262" y="1453130"/>
                  </a:lnTo>
                  <a:lnTo>
                    <a:pt x="957503" y="1476910"/>
                  </a:lnTo>
                  <a:lnTo>
                    <a:pt x="918162" y="1498280"/>
                  </a:lnTo>
                  <a:lnTo>
                    <a:pt x="877340" y="1517136"/>
                  </a:lnTo>
                  <a:lnTo>
                    <a:pt x="835142" y="1533374"/>
                  </a:lnTo>
                  <a:lnTo>
                    <a:pt x="791671" y="1546892"/>
                  </a:lnTo>
                  <a:lnTo>
                    <a:pt x="747030" y="1557586"/>
                  </a:lnTo>
                  <a:lnTo>
                    <a:pt x="701323" y="1565353"/>
                  </a:lnTo>
                  <a:lnTo>
                    <a:pt x="654652" y="1570088"/>
                  </a:lnTo>
                  <a:lnTo>
                    <a:pt x="607122" y="1571690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7854892" y="7948750"/>
              <a:ext cx="745490" cy="1961514"/>
            </a:xfrm>
            <a:custGeom>
              <a:avLst/>
              <a:gdLst/>
              <a:ahLst/>
              <a:cxnLst/>
              <a:rect l="l" t="t" r="r" b="b"/>
              <a:pathLst>
                <a:path w="745490" h="1961515">
                  <a:moveTo>
                    <a:pt x="644504" y="0"/>
                  </a:moveTo>
                  <a:lnTo>
                    <a:pt x="583573" y="32312"/>
                  </a:lnTo>
                  <a:lnTo>
                    <a:pt x="1760" y="1903669"/>
                  </a:lnTo>
                  <a:lnTo>
                    <a:pt x="0" y="1920575"/>
                  </a:lnTo>
                  <a:lnTo>
                    <a:pt x="4489" y="1936465"/>
                  </a:lnTo>
                  <a:lnTo>
                    <a:pt x="14454" y="1949655"/>
                  </a:lnTo>
                  <a:lnTo>
                    <a:pt x="29121" y="1958463"/>
                  </a:lnTo>
                  <a:lnTo>
                    <a:pt x="46564" y="1961056"/>
                  </a:lnTo>
                  <a:lnTo>
                    <a:pt x="63074" y="1956904"/>
                  </a:lnTo>
                  <a:lnTo>
                    <a:pt x="740020" y="122341"/>
                  </a:lnTo>
                  <a:lnTo>
                    <a:pt x="745025" y="81859"/>
                  </a:lnTo>
                  <a:lnTo>
                    <a:pt x="734797" y="48251"/>
                  </a:lnTo>
                  <a:lnTo>
                    <a:pt x="712712" y="20930"/>
                  </a:lnTo>
                  <a:lnTo>
                    <a:pt x="680724" y="3580"/>
                  </a:lnTo>
                  <a:lnTo>
                    <a:pt x="644504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7854892" y="7948750"/>
              <a:ext cx="745490" cy="1961514"/>
            </a:xfrm>
            <a:custGeom>
              <a:avLst/>
              <a:gdLst/>
              <a:ahLst/>
              <a:cxnLst/>
              <a:rect l="l" t="t" r="r" b="b"/>
              <a:pathLst>
                <a:path w="745490" h="1961515">
                  <a:moveTo>
                    <a:pt x="740020" y="122341"/>
                  </a:moveTo>
                  <a:lnTo>
                    <a:pt x="85977" y="1931794"/>
                  </a:lnTo>
                  <a:lnTo>
                    <a:pt x="76821" y="1946864"/>
                  </a:lnTo>
                  <a:lnTo>
                    <a:pt x="63074" y="1956904"/>
                  </a:lnTo>
                  <a:lnTo>
                    <a:pt x="46564" y="1961056"/>
                  </a:lnTo>
                  <a:lnTo>
                    <a:pt x="29121" y="1958463"/>
                  </a:lnTo>
                  <a:lnTo>
                    <a:pt x="14454" y="1949655"/>
                  </a:lnTo>
                  <a:lnTo>
                    <a:pt x="4489" y="1936465"/>
                  </a:lnTo>
                  <a:lnTo>
                    <a:pt x="0" y="1920575"/>
                  </a:lnTo>
                  <a:lnTo>
                    <a:pt x="1760" y="1903669"/>
                  </a:lnTo>
                  <a:lnTo>
                    <a:pt x="566225" y="64301"/>
                  </a:lnTo>
                  <a:lnTo>
                    <a:pt x="583573" y="32312"/>
                  </a:lnTo>
                  <a:lnTo>
                    <a:pt x="610893" y="10228"/>
                  </a:lnTo>
                  <a:lnTo>
                    <a:pt x="644504" y="0"/>
                  </a:lnTo>
                  <a:lnTo>
                    <a:pt x="680724" y="3580"/>
                  </a:lnTo>
                  <a:lnTo>
                    <a:pt x="712712" y="20930"/>
                  </a:lnTo>
                  <a:lnTo>
                    <a:pt x="734797" y="48251"/>
                  </a:lnTo>
                  <a:lnTo>
                    <a:pt x="745025" y="81859"/>
                  </a:lnTo>
                  <a:lnTo>
                    <a:pt x="741444" y="118069"/>
                  </a:lnTo>
                  <a:lnTo>
                    <a:pt x="741036" y="119409"/>
                  </a:lnTo>
                  <a:lnTo>
                    <a:pt x="740481" y="121042"/>
                  </a:lnTo>
                  <a:lnTo>
                    <a:pt x="740020" y="122341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9456294" y="7948217"/>
              <a:ext cx="195580" cy="1962150"/>
            </a:xfrm>
            <a:custGeom>
              <a:avLst/>
              <a:gdLst/>
              <a:ahLst/>
              <a:cxnLst/>
              <a:rect l="l" t="t" r="r" b="b"/>
              <a:pathLst>
                <a:path w="195579" h="1962150">
                  <a:moveTo>
                    <a:pt x="86133" y="0"/>
                  </a:moveTo>
                  <a:lnTo>
                    <a:pt x="50941" y="9271"/>
                  </a:lnTo>
                  <a:lnTo>
                    <a:pt x="23009" y="30580"/>
                  </a:lnTo>
                  <a:lnTo>
                    <a:pt x="5106" y="60809"/>
                  </a:lnTo>
                  <a:lnTo>
                    <a:pt x="0" y="96845"/>
                  </a:lnTo>
                  <a:lnTo>
                    <a:pt x="106750" y="1919711"/>
                  </a:lnTo>
                  <a:lnTo>
                    <a:pt x="110981" y="1936136"/>
                  </a:lnTo>
                  <a:lnTo>
                    <a:pt x="120700" y="1949452"/>
                  </a:lnTo>
                  <a:lnTo>
                    <a:pt x="134600" y="1958353"/>
                  </a:lnTo>
                  <a:lnTo>
                    <a:pt x="151377" y="1961531"/>
                  </a:lnTo>
                  <a:lnTo>
                    <a:pt x="168643" y="1957923"/>
                  </a:lnTo>
                  <a:lnTo>
                    <a:pt x="182697" y="1948308"/>
                  </a:lnTo>
                  <a:lnTo>
                    <a:pt x="192119" y="1934124"/>
                  </a:lnTo>
                  <a:lnTo>
                    <a:pt x="195491" y="1916810"/>
                  </a:lnTo>
                  <a:lnTo>
                    <a:pt x="183135" y="90866"/>
                  </a:lnTo>
                  <a:lnTo>
                    <a:pt x="173707" y="50935"/>
                  </a:lnTo>
                  <a:lnTo>
                    <a:pt x="122168" y="5101"/>
                  </a:lnTo>
                  <a:lnTo>
                    <a:pt x="86133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9456294" y="7948217"/>
              <a:ext cx="195580" cy="1962150"/>
            </a:xfrm>
            <a:custGeom>
              <a:avLst/>
              <a:gdLst/>
              <a:ahLst/>
              <a:cxnLst/>
              <a:rect l="l" t="t" r="r" b="b"/>
              <a:pathLst>
                <a:path w="195579" h="1962150">
                  <a:moveTo>
                    <a:pt x="183135" y="90866"/>
                  </a:moveTo>
                  <a:lnTo>
                    <a:pt x="195491" y="1916810"/>
                  </a:lnTo>
                  <a:lnTo>
                    <a:pt x="192119" y="1934124"/>
                  </a:lnTo>
                  <a:lnTo>
                    <a:pt x="182697" y="1948308"/>
                  </a:lnTo>
                  <a:lnTo>
                    <a:pt x="168643" y="1957923"/>
                  </a:lnTo>
                  <a:lnTo>
                    <a:pt x="151377" y="1961531"/>
                  </a:lnTo>
                  <a:lnTo>
                    <a:pt x="134600" y="1958353"/>
                  </a:lnTo>
                  <a:lnTo>
                    <a:pt x="120700" y="1949452"/>
                  </a:lnTo>
                  <a:lnTo>
                    <a:pt x="110981" y="1936136"/>
                  </a:lnTo>
                  <a:lnTo>
                    <a:pt x="106750" y="1919711"/>
                  </a:lnTo>
                  <a:lnTo>
                    <a:pt x="0" y="96845"/>
                  </a:lnTo>
                  <a:lnTo>
                    <a:pt x="5106" y="60809"/>
                  </a:lnTo>
                  <a:lnTo>
                    <a:pt x="23009" y="30580"/>
                  </a:lnTo>
                  <a:lnTo>
                    <a:pt x="50941" y="9271"/>
                  </a:lnTo>
                  <a:lnTo>
                    <a:pt x="86133" y="0"/>
                  </a:lnTo>
                  <a:lnTo>
                    <a:pt x="122168" y="5101"/>
                  </a:lnTo>
                  <a:lnTo>
                    <a:pt x="173707" y="50935"/>
                  </a:lnTo>
                  <a:lnTo>
                    <a:pt x="183114" y="89400"/>
                  </a:lnTo>
                  <a:lnTo>
                    <a:pt x="183135" y="90866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9822077" y="7948400"/>
              <a:ext cx="745490" cy="1961514"/>
            </a:xfrm>
            <a:custGeom>
              <a:avLst/>
              <a:gdLst/>
              <a:ahLst/>
              <a:cxnLst/>
              <a:rect l="l" t="t" r="r" b="b"/>
              <a:pathLst>
                <a:path w="745490" h="1961515">
                  <a:moveTo>
                    <a:pt x="96383" y="0"/>
                  </a:moveTo>
                  <a:lnTo>
                    <a:pt x="60391" y="5357"/>
                  </a:lnTo>
                  <a:lnTo>
                    <a:pt x="29290" y="24254"/>
                  </a:lnTo>
                  <a:lnTo>
                    <a:pt x="8568" y="52626"/>
                  </a:lnTo>
                  <a:lnTo>
                    <a:pt x="0" y="86697"/>
                  </a:lnTo>
                  <a:lnTo>
                    <a:pt x="5356" y="122693"/>
                  </a:lnTo>
                  <a:lnTo>
                    <a:pt x="659389" y="1932146"/>
                  </a:lnTo>
                  <a:lnTo>
                    <a:pt x="668145" y="1946718"/>
                  </a:lnTo>
                  <a:lnTo>
                    <a:pt x="681281" y="1956722"/>
                  </a:lnTo>
                  <a:lnTo>
                    <a:pt x="697169" y="1961279"/>
                  </a:lnTo>
                  <a:lnTo>
                    <a:pt x="714183" y="1959506"/>
                  </a:lnTo>
                  <a:lnTo>
                    <a:pt x="729689" y="1951099"/>
                  </a:lnTo>
                  <a:lnTo>
                    <a:pt x="740393" y="1937858"/>
                  </a:lnTo>
                  <a:lnTo>
                    <a:pt x="745351" y="1921570"/>
                  </a:lnTo>
                  <a:lnTo>
                    <a:pt x="743617" y="1904021"/>
                  </a:lnTo>
                  <a:lnTo>
                    <a:pt x="179152" y="64653"/>
                  </a:lnTo>
                  <a:lnTo>
                    <a:pt x="158829" y="29286"/>
                  </a:lnTo>
                  <a:lnTo>
                    <a:pt x="963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9822077" y="7948400"/>
              <a:ext cx="745490" cy="1961514"/>
            </a:xfrm>
            <a:custGeom>
              <a:avLst/>
              <a:gdLst/>
              <a:ahLst/>
              <a:cxnLst/>
              <a:rect l="l" t="t" r="r" b="b"/>
              <a:pathLst>
                <a:path w="745490" h="1961515">
                  <a:moveTo>
                    <a:pt x="179152" y="64653"/>
                  </a:moveTo>
                  <a:lnTo>
                    <a:pt x="743617" y="1904021"/>
                  </a:lnTo>
                  <a:lnTo>
                    <a:pt x="745351" y="1921570"/>
                  </a:lnTo>
                  <a:lnTo>
                    <a:pt x="740393" y="1937858"/>
                  </a:lnTo>
                  <a:lnTo>
                    <a:pt x="729689" y="1951099"/>
                  </a:lnTo>
                  <a:lnTo>
                    <a:pt x="714183" y="1959506"/>
                  </a:lnTo>
                  <a:lnTo>
                    <a:pt x="697169" y="1961279"/>
                  </a:lnTo>
                  <a:lnTo>
                    <a:pt x="681281" y="1956722"/>
                  </a:lnTo>
                  <a:lnTo>
                    <a:pt x="668145" y="1946718"/>
                  </a:lnTo>
                  <a:lnTo>
                    <a:pt x="659389" y="1932146"/>
                  </a:lnTo>
                  <a:lnTo>
                    <a:pt x="5356" y="122693"/>
                  </a:lnTo>
                  <a:lnTo>
                    <a:pt x="0" y="86697"/>
                  </a:lnTo>
                  <a:lnTo>
                    <a:pt x="8568" y="52626"/>
                  </a:lnTo>
                  <a:lnTo>
                    <a:pt x="29290" y="24254"/>
                  </a:lnTo>
                  <a:lnTo>
                    <a:pt x="60391" y="5357"/>
                  </a:lnTo>
                  <a:lnTo>
                    <a:pt x="96383" y="0"/>
                  </a:lnTo>
                  <a:lnTo>
                    <a:pt x="130455" y="8567"/>
                  </a:lnTo>
                  <a:lnTo>
                    <a:pt x="177728" y="60381"/>
                  </a:lnTo>
                  <a:lnTo>
                    <a:pt x="179152" y="64653"/>
                  </a:lnTo>
                  <a:close/>
                </a:path>
              </a:pathLst>
            </a:custGeom>
            <a:ln w="10470">
              <a:solidFill>
                <a:srgbClr val="66CC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8770556" y="7948058"/>
              <a:ext cx="196215" cy="1962150"/>
            </a:xfrm>
            <a:custGeom>
              <a:avLst/>
              <a:gdLst/>
              <a:ahLst/>
              <a:cxnLst/>
              <a:rect l="l" t="t" r="r" b="b"/>
              <a:pathLst>
                <a:path w="196215" h="1962150">
                  <a:moveTo>
                    <a:pt x="104625" y="0"/>
                  </a:moveTo>
                  <a:lnTo>
                    <a:pt x="39638" y="26401"/>
                  </a:lnTo>
                  <a:lnTo>
                    <a:pt x="12355" y="91023"/>
                  </a:lnTo>
                  <a:lnTo>
                    <a:pt x="0" y="1916978"/>
                  </a:lnTo>
                  <a:lnTo>
                    <a:pt x="3155" y="1933643"/>
                  </a:lnTo>
                  <a:lnTo>
                    <a:pt x="11983" y="1947562"/>
                  </a:lnTo>
                  <a:lnTo>
                    <a:pt x="25273" y="1957348"/>
                  </a:lnTo>
                  <a:lnTo>
                    <a:pt x="41810" y="1961615"/>
                  </a:lnTo>
                  <a:lnTo>
                    <a:pt x="59275" y="1959141"/>
                  </a:lnTo>
                  <a:lnTo>
                    <a:pt x="88751" y="1919868"/>
                  </a:lnTo>
                  <a:lnTo>
                    <a:pt x="195491" y="97002"/>
                  </a:lnTo>
                  <a:lnTo>
                    <a:pt x="195648" y="92269"/>
                  </a:lnTo>
                  <a:lnTo>
                    <a:pt x="188688" y="56547"/>
                  </a:lnTo>
                  <a:lnTo>
                    <a:pt x="169243" y="27283"/>
                  </a:lnTo>
                  <a:lnTo>
                    <a:pt x="140245" y="7444"/>
                  </a:lnTo>
                  <a:lnTo>
                    <a:pt x="1046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10447" y="3996818"/>
              <a:ext cx="3394449" cy="5935420"/>
            </a:xfrm>
            <a:prstGeom prst="rect">
              <a:avLst/>
            </a:prstGeom>
          </p:spPr>
        </p:pic>
        <p:sp>
          <p:nvSpPr>
            <p:cNvPr id="140" name="object 140" descr=""/>
            <p:cNvSpPr/>
            <p:nvPr/>
          </p:nvSpPr>
          <p:spPr>
            <a:xfrm>
              <a:off x="6227318" y="6670763"/>
              <a:ext cx="1085850" cy="132080"/>
            </a:xfrm>
            <a:custGeom>
              <a:avLst/>
              <a:gdLst/>
              <a:ahLst/>
              <a:cxnLst/>
              <a:rect l="l" t="t" r="r" b="b"/>
              <a:pathLst>
                <a:path w="1085850" h="132079">
                  <a:moveTo>
                    <a:pt x="34051" y="125"/>
                  </a:moveTo>
                  <a:lnTo>
                    <a:pt x="1057925" y="0"/>
                  </a:lnTo>
                  <a:lnTo>
                    <a:pt x="1085621" y="131870"/>
                  </a:lnTo>
                  <a:lnTo>
                    <a:pt x="34051" y="131870"/>
                  </a:lnTo>
                  <a:lnTo>
                    <a:pt x="34051" y="131734"/>
                  </a:lnTo>
                  <a:lnTo>
                    <a:pt x="20748" y="128591"/>
                  </a:lnTo>
                  <a:lnTo>
                    <a:pt x="9930" y="120968"/>
                  </a:lnTo>
                  <a:lnTo>
                    <a:pt x="2659" y="109904"/>
                  </a:lnTo>
                  <a:lnTo>
                    <a:pt x="0" y="96436"/>
                  </a:lnTo>
                  <a:lnTo>
                    <a:pt x="0" y="35443"/>
                  </a:lnTo>
                  <a:lnTo>
                    <a:pt x="2706" y="21838"/>
                  </a:lnTo>
                  <a:lnTo>
                    <a:pt x="10055" y="10771"/>
                  </a:lnTo>
                  <a:lnTo>
                    <a:pt x="20889" y="3211"/>
                  </a:lnTo>
                  <a:lnTo>
                    <a:pt x="34051" y="125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7249355" y="6671201"/>
              <a:ext cx="459740" cy="131445"/>
            </a:xfrm>
            <a:custGeom>
              <a:avLst/>
              <a:gdLst/>
              <a:ahLst/>
              <a:cxnLst/>
              <a:rect l="l" t="t" r="r" b="b"/>
              <a:pathLst>
                <a:path w="459740" h="131445">
                  <a:moveTo>
                    <a:pt x="40930" y="0"/>
                  </a:moveTo>
                  <a:lnTo>
                    <a:pt x="25466" y="987"/>
                  </a:lnTo>
                  <a:lnTo>
                    <a:pt x="12404" y="8078"/>
                  </a:lnTo>
                  <a:lnTo>
                    <a:pt x="3372" y="19881"/>
                  </a:lnTo>
                  <a:lnTo>
                    <a:pt x="0" y="35004"/>
                  </a:lnTo>
                  <a:lnTo>
                    <a:pt x="0" y="95997"/>
                  </a:lnTo>
                  <a:lnTo>
                    <a:pt x="2784" y="109789"/>
                  </a:lnTo>
                  <a:lnTo>
                    <a:pt x="10377" y="121052"/>
                  </a:lnTo>
                  <a:lnTo>
                    <a:pt x="21640" y="128646"/>
                  </a:lnTo>
                  <a:lnTo>
                    <a:pt x="35433" y="131430"/>
                  </a:lnTo>
                  <a:lnTo>
                    <a:pt x="423966" y="131430"/>
                  </a:lnTo>
                  <a:lnTo>
                    <a:pt x="437760" y="128646"/>
                  </a:lnTo>
                  <a:lnTo>
                    <a:pt x="449026" y="121052"/>
                  </a:lnTo>
                  <a:lnTo>
                    <a:pt x="456624" y="109789"/>
                  </a:lnTo>
                  <a:lnTo>
                    <a:pt x="459410" y="95997"/>
                  </a:lnTo>
                  <a:lnTo>
                    <a:pt x="457154" y="83549"/>
                  </a:lnTo>
                  <a:lnTo>
                    <a:pt x="450899" y="72970"/>
                  </a:lnTo>
                  <a:lnTo>
                    <a:pt x="441413" y="65153"/>
                  </a:lnTo>
                  <a:lnTo>
                    <a:pt x="429463" y="60992"/>
                  </a:lnTo>
                  <a:lnTo>
                    <a:pt x="409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249355" y="6671201"/>
              <a:ext cx="459740" cy="131445"/>
            </a:xfrm>
            <a:custGeom>
              <a:avLst/>
              <a:gdLst/>
              <a:ahLst/>
              <a:cxnLst/>
              <a:rect l="l" t="t" r="r" b="b"/>
              <a:pathLst>
                <a:path w="459740" h="131445">
                  <a:moveTo>
                    <a:pt x="40930" y="0"/>
                  </a:moveTo>
                  <a:lnTo>
                    <a:pt x="429463" y="60992"/>
                  </a:lnTo>
                  <a:lnTo>
                    <a:pt x="459410" y="95997"/>
                  </a:lnTo>
                  <a:lnTo>
                    <a:pt x="456624" y="109789"/>
                  </a:lnTo>
                  <a:lnTo>
                    <a:pt x="449026" y="121052"/>
                  </a:lnTo>
                  <a:lnTo>
                    <a:pt x="437760" y="128646"/>
                  </a:lnTo>
                  <a:lnTo>
                    <a:pt x="423966" y="131430"/>
                  </a:lnTo>
                  <a:lnTo>
                    <a:pt x="35433" y="131430"/>
                  </a:lnTo>
                  <a:lnTo>
                    <a:pt x="21640" y="128646"/>
                  </a:lnTo>
                  <a:lnTo>
                    <a:pt x="10377" y="121052"/>
                  </a:lnTo>
                  <a:lnTo>
                    <a:pt x="2784" y="109789"/>
                  </a:lnTo>
                  <a:lnTo>
                    <a:pt x="0" y="95997"/>
                  </a:lnTo>
                  <a:lnTo>
                    <a:pt x="0" y="35004"/>
                  </a:lnTo>
                  <a:lnTo>
                    <a:pt x="3372" y="19881"/>
                  </a:lnTo>
                  <a:lnTo>
                    <a:pt x="12404" y="8078"/>
                  </a:lnTo>
                  <a:lnTo>
                    <a:pt x="25466" y="987"/>
                  </a:lnTo>
                  <a:lnTo>
                    <a:pt x="40930" y="0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4816839" y="5018724"/>
              <a:ext cx="2267585" cy="1464310"/>
            </a:xfrm>
            <a:custGeom>
              <a:avLst/>
              <a:gdLst/>
              <a:ahLst/>
              <a:cxnLst/>
              <a:rect l="l" t="t" r="r" b="b"/>
              <a:pathLst>
                <a:path w="2267584" h="1464310">
                  <a:moveTo>
                    <a:pt x="2238455" y="0"/>
                  </a:moveTo>
                  <a:lnTo>
                    <a:pt x="28564" y="0"/>
                  </a:lnTo>
                  <a:lnTo>
                    <a:pt x="17444" y="2245"/>
                  </a:lnTo>
                  <a:lnTo>
                    <a:pt x="8364" y="8370"/>
                  </a:lnTo>
                  <a:lnTo>
                    <a:pt x="2244" y="17453"/>
                  </a:lnTo>
                  <a:lnTo>
                    <a:pt x="0" y="28575"/>
                  </a:lnTo>
                  <a:lnTo>
                    <a:pt x="0" y="1435254"/>
                  </a:lnTo>
                  <a:lnTo>
                    <a:pt x="2244" y="1446370"/>
                  </a:lnTo>
                  <a:lnTo>
                    <a:pt x="8364" y="1455450"/>
                  </a:lnTo>
                  <a:lnTo>
                    <a:pt x="17444" y="1461573"/>
                  </a:lnTo>
                  <a:lnTo>
                    <a:pt x="28564" y="1463819"/>
                  </a:lnTo>
                  <a:lnTo>
                    <a:pt x="2238455" y="1463819"/>
                  </a:lnTo>
                  <a:lnTo>
                    <a:pt x="2249575" y="1461573"/>
                  </a:lnTo>
                  <a:lnTo>
                    <a:pt x="2258655" y="1455450"/>
                  </a:lnTo>
                  <a:lnTo>
                    <a:pt x="2264775" y="1446370"/>
                  </a:lnTo>
                  <a:lnTo>
                    <a:pt x="2267019" y="1435254"/>
                  </a:lnTo>
                  <a:lnTo>
                    <a:pt x="2267019" y="28575"/>
                  </a:lnTo>
                  <a:lnTo>
                    <a:pt x="2264775" y="17453"/>
                  </a:lnTo>
                  <a:lnTo>
                    <a:pt x="2258655" y="8370"/>
                  </a:lnTo>
                  <a:lnTo>
                    <a:pt x="2249575" y="2245"/>
                  </a:lnTo>
                  <a:lnTo>
                    <a:pt x="22384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4816839" y="5018724"/>
              <a:ext cx="2267585" cy="1464310"/>
            </a:xfrm>
            <a:custGeom>
              <a:avLst/>
              <a:gdLst/>
              <a:ahLst/>
              <a:cxnLst/>
              <a:rect l="l" t="t" r="r" b="b"/>
              <a:pathLst>
                <a:path w="2267584" h="1464310">
                  <a:moveTo>
                    <a:pt x="28564" y="1463819"/>
                  </a:moveTo>
                  <a:lnTo>
                    <a:pt x="2238455" y="1463819"/>
                  </a:lnTo>
                  <a:lnTo>
                    <a:pt x="2249575" y="1461573"/>
                  </a:lnTo>
                  <a:lnTo>
                    <a:pt x="2258655" y="1455450"/>
                  </a:lnTo>
                  <a:lnTo>
                    <a:pt x="2264775" y="1446370"/>
                  </a:lnTo>
                  <a:lnTo>
                    <a:pt x="2267019" y="1435254"/>
                  </a:lnTo>
                  <a:lnTo>
                    <a:pt x="2267019" y="28575"/>
                  </a:lnTo>
                  <a:lnTo>
                    <a:pt x="2264775" y="17453"/>
                  </a:lnTo>
                  <a:lnTo>
                    <a:pt x="2258655" y="8370"/>
                  </a:lnTo>
                  <a:lnTo>
                    <a:pt x="2249575" y="2245"/>
                  </a:lnTo>
                  <a:lnTo>
                    <a:pt x="2238455" y="0"/>
                  </a:lnTo>
                  <a:lnTo>
                    <a:pt x="28564" y="0"/>
                  </a:lnTo>
                  <a:lnTo>
                    <a:pt x="17444" y="2245"/>
                  </a:lnTo>
                  <a:lnTo>
                    <a:pt x="8364" y="8370"/>
                  </a:lnTo>
                  <a:lnTo>
                    <a:pt x="2244" y="17453"/>
                  </a:lnTo>
                  <a:lnTo>
                    <a:pt x="0" y="28575"/>
                  </a:lnTo>
                  <a:lnTo>
                    <a:pt x="0" y="1435254"/>
                  </a:lnTo>
                  <a:lnTo>
                    <a:pt x="2244" y="1446370"/>
                  </a:lnTo>
                  <a:lnTo>
                    <a:pt x="8364" y="1455450"/>
                  </a:lnTo>
                  <a:lnTo>
                    <a:pt x="17444" y="1461573"/>
                  </a:lnTo>
                  <a:lnTo>
                    <a:pt x="28564" y="1463819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6957642" y="5018728"/>
              <a:ext cx="126364" cy="1464310"/>
            </a:xfrm>
            <a:custGeom>
              <a:avLst/>
              <a:gdLst/>
              <a:ahLst/>
              <a:cxnLst/>
              <a:rect l="l" t="t" r="r" b="b"/>
              <a:pathLst>
                <a:path w="126365" h="1464310">
                  <a:moveTo>
                    <a:pt x="69955" y="0"/>
                  </a:moveTo>
                  <a:lnTo>
                    <a:pt x="0" y="0"/>
                  </a:lnTo>
                  <a:lnTo>
                    <a:pt x="21903" y="4421"/>
                  </a:lnTo>
                  <a:lnTo>
                    <a:pt x="39789" y="16479"/>
                  </a:lnTo>
                  <a:lnTo>
                    <a:pt x="51848" y="34362"/>
                  </a:lnTo>
                  <a:lnTo>
                    <a:pt x="56270" y="56260"/>
                  </a:lnTo>
                  <a:lnTo>
                    <a:pt x="56270" y="1407548"/>
                  </a:lnTo>
                  <a:lnTo>
                    <a:pt x="51848" y="1429451"/>
                  </a:lnTo>
                  <a:lnTo>
                    <a:pt x="39789" y="1447338"/>
                  </a:lnTo>
                  <a:lnTo>
                    <a:pt x="21903" y="1459397"/>
                  </a:lnTo>
                  <a:lnTo>
                    <a:pt x="0" y="1463819"/>
                  </a:lnTo>
                  <a:lnTo>
                    <a:pt x="69955" y="1463819"/>
                  </a:lnTo>
                  <a:lnTo>
                    <a:pt x="91853" y="1459397"/>
                  </a:lnTo>
                  <a:lnTo>
                    <a:pt x="109736" y="1447338"/>
                  </a:lnTo>
                  <a:lnTo>
                    <a:pt x="121794" y="1429451"/>
                  </a:lnTo>
                  <a:lnTo>
                    <a:pt x="126216" y="1407548"/>
                  </a:lnTo>
                  <a:lnTo>
                    <a:pt x="126216" y="56260"/>
                  </a:lnTo>
                  <a:lnTo>
                    <a:pt x="121794" y="34362"/>
                  </a:lnTo>
                  <a:lnTo>
                    <a:pt x="109736" y="16479"/>
                  </a:lnTo>
                  <a:lnTo>
                    <a:pt x="91853" y="4421"/>
                  </a:lnTo>
                  <a:lnTo>
                    <a:pt x="699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6957642" y="5018728"/>
              <a:ext cx="126364" cy="1464310"/>
            </a:xfrm>
            <a:custGeom>
              <a:avLst/>
              <a:gdLst/>
              <a:ahLst/>
              <a:cxnLst/>
              <a:rect l="l" t="t" r="r" b="b"/>
              <a:pathLst>
                <a:path w="126365" h="1464310">
                  <a:moveTo>
                    <a:pt x="56270" y="1407548"/>
                  </a:moveTo>
                  <a:lnTo>
                    <a:pt x="56270" y="56260"/>
                  </a:lnTo>
                  <a:lnTo>
                    <a:pt x="51848" y="34362"/>
                  </a:lnTo>
                  <a:lnTo>
                    <a:pt x="39789" y="16479"/>
                  </a:lnTo>
                  <a:lnTo>
                    <a:pt x="21903" y="4421"/>
                  </a:lnTo>
                  <a:lnTo>
                    <a:pt x="0" y="0"/>
                  </a:lnTo>
                  <a:lnTo>
                    <a:pt x="69955" y="0"/>
                  </a:lnTo>
                  <a:lnTo>
                    <a:pt x="91853" y="4421"/>
                  </a:lnTo>
                  <a:lnTo>
                    <a:pt x="109736" y="16479"/>
                  </a:lnTo>
                  <a:lnTo>
                    <a:pt x="121794" y="34362"/>
                  </a:lnTo>
                  <a:lnTo>
                    <a:pt x="126216" y="56260"/>
                  </a:lnTo>
                  <a:lnTo>
                    <a:pt x="126216" y="1407548"/>
                  </a:lnTo>
                  <a:lnTo>
                    <a:pt x="121794" y="1429451"/>
                  </a:lnTo>
                  <a:lnTo>
                    <a:pt x="109736" y="1447338"/>
                  </a:lnTo>
                  <a:lnTo>
                    <a:pt x="91853" y="1459397"/>
                  </a:lnTo>
                  <a:lnTo>
                    <a:pt x="69955" y="1463819"/>
                  </a:lnTo>
                  <a:lnTo>
                    <a:pt x="0" y="1463819"/>
                  </a:lnTo>
                  <a:lnTo>
                    <a:pt x="21903" y="1459397"/>
                  </a:lnTo>
                  <a:lnTo>
                    <a:pt x="39789" y="1447338"/>
                  </a:lnTo>
                  <a:lnTo>
                    <a:pt x="51848" y="1429451"/>
                  </a:lnTo>
                  <a:lnTo>
                    <a:pt x="56270" y="1407548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5590827" y="5819198"/>
              <a:ext cx="753110" cy="983615"/>
            </a:xfrm>
            <a:custGeom>
              <a:avLst/>
              <a:gdLst/>
              <a:ahLst/>
              <a:cxnLst/>
              <a:rect l="l" t="t" r="r" b="b"/>
              <a:pathLst>
                <a:path w="753110" h="983615">
                  <a:moveTo>
                    <a:pt x="443902" y="0"/>
                  </a:moveTo>
                  <a:lnTo>
                    <a:pt x="69945" y="0"/>
                  </a:lnTo>
                  <a:lnTo>
                    <a:pt x="42720" y="5497"/>
                  </a:lnTo>
                  <a:lnTo>
                    <a:pt x="20487" y="20488"/>
                  </a:lnTo>
                  <a:lnTo>
                    <a:pt x="5497" y="42725"/>
                  </a:lnTo>
                  <a:lnTo>
                    <a:pt x="0" y="69955"/>
                  </a:lnTo>
                  <a:lnTo>
                    <a:pt x="0" y="784635"/>
                  </a:lnTo>
                  <a:lnTo>
                    <a:pt x="5250" y="830216"/>
                  </a:lnTo>
                  <a:lnTo>
                    <a:pt x="20205" y="872059"/>
                  </a:lnTo>
                  <a:lnTo>
                    <a:pt x="43673" y="908972"/>
                  </a:lnTo>
                  <a:lnTo>
                    <a:pt x="74459" y="939759"/>
                  </a:lnTo>
                  <a:lnTo>
                    <a:pt x="111371" y="963228"/>
                  </a:lnTo>
                  <a:lnTo>
                    <a:pt x="153216" y="978185"/>
                  </a:lnTo>
                  <a:lnTo>
                    <a:pt x="198800" y="983436"/>
                  </a:lnTo>
                  <a:lnTo>
                    <a:pt x="752971" y="983436"/>
                  </a:lnTo>
                  <a:lnTo>
                    <a:pt x="470519" y="913490"/>
                  </a:lnTo>
                  <a:lnTo>
                    <a:pt x="4439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5590827" y="5819198"/>
              <a:ext cx="753110" cy="983615"/>
            </a:xfrm>
            <a:custGeom>
              <a:avLst/>
              <a:gdLst/>
              <a:ahLst/>
              <a:cxnLst/>
              <a:rect l="l" t="t" r="r" b="b"/>
              <a:pathLst>
                <a:path w="753110" h="983615">
                  <a:moveTo>
                    <a:pt x="198800" y="983436"/>
                  </a:moveTo>
                  <a:lnTo>
                    <a:pt x="752971" y="983436"/>
                  </a:lnTo>
                  <a:lnTo>
                    <a:pt x="470519" y="913490"/>
                  </a:lnTo>
                  <a:lnTo>
                    <a:pt x="443902" y="0"/>
                  </a:lnTo>
                  <a:lnTo>
                    <a:pt x="69945" y="0"/>
                  </a:lnTo>
                  <a:lnTo>
                    <a:pt x="42720" y="5497"/>
                  </a:lnTo>
                  <a:lnTo>
                    <a:pt x="20487" y="20488"/>
                  </a:lnTo>
                  <a:lnTo>
                    <a:pt x="5497" y="42725"/>
                  </a:lnTo>
                  <a:lnTo>
                    <a:pt x="0" y="69955"/>
                  </a:lnTo>
                  <a:lnTo>
                    <a:pt x="0" y="784635"/>
                  </a:lnTo>
                  <a:lnTo>
                    <a:pt x="5250" y="830216"/>
                  </a:lnTo>
                  <a:lnTo>
                    <a:pt x="20205" y="872059"/>
                  </a:lnTo>
                  <a:lnTo>
                    <a:pt x="43673" y="908972"/>
                  </a:lnTo>
                  <a:lnTo>
                    <a:pt x="74459" y="939759"/>
                  </a:lnTo>
                  <a:lnTo>
                    <a:pt x="111371" y="963228"/>
                  </a:lnTo>
                  <a:lnTo>
                    <a:pt x="153216" y="978185"/>
                  </a:lnTo>
                  <a:lnTo>
                    <a:pt x="198800" y="983436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6011363" y="5819198"/>
              <a:ext cx="409575" cy="983615"/>
            </a:xfrm>
            <a:custGeom>
              <a:avLst/>
              <a:gdLst/>
              <a:ahLst/>
              <a:cxnLst/>
              <a:rect l="l" t="t" r="r" b="b"/>
              <a:pathLst>
                <a:path w="409575" h="983615">
                  <a:moveTo>
                    <a:pt x="0" y="0"/>
                  </a:moveTo>
                  <a:lnTo>
                    <a:pt x="0" y="784635"/>
                  </a:lnTo>
                  <a:lnTo>
                    <a:pt x="5250" y="830216"/>
                  </a:lnTo>
                  <a:lnTo>
                    <a:pt x="20205" y="872059"/>
                  </a:lnTo>
                  <a:lnTo>
                    <a:pt x="43673" y="908972"/>
                  </a:lnTo>
                  <a:lnTo>
                    <a:pt x="74459" y="939759"/>
                  </a:lnTo>
                  <a:lnTo>
                    <a:pt x="111371" y="963228"/>
                  </a:lnTo>
                  <a:lnTo>
                    <a:pt x="153216" y="978185"/>
                  </a:lnTo>
                  <a:lnTo>
                    <a:pt x="198800" y="983436"/>
                  </a:lnTo>
                  <a:lnTo>
                    <a:pt x="374229" y="983436"/>
                  </a:lnTo>
                  <a:lnTo>
                    <a:pt x="387844" y="980688"/>
                  </a:lnTo>
                  <a:lnTo>
                    <a:pt x="398960" y="973194"/>
                  </a:lnTo>
                  <a:lnTo>
                    <a:pt x="406454" y="962077"/>
                  </a:lnTo>
                  <a:lnTo>
                    <a:pt x="409202" y="948463"/>
                  </a:lnTo>
                  <a:lnTo>
                    <a:pt x="406454" y="934848"/>
                  </a:lnTo>
                  <a:lnTo>
                    <a:pt x="398960" y="923732"/>
                  </a:lnTo>
                  <a:lnTo>
                    <a:pt x="387844" y="916238"/>
                  </a:lnTo>
                  <a:lnTo>
                    <a:pt x="374229" y="913490"/>
                  </a:lnTo>
                  <a:lnTo>
                    <a:pt x="198800" y="913490"/>
                  </a:lnTo>
                  <a:lnTo>
                    <a:pt x="148645" y="903363"/>
                  </a:lnTo>
                  <a:lnTo>
                    <a:pt x="107687" y="875748"/>
                  </a:lnTo>
                  <a:lnTo>
                    <a:pt x="80072" y="834790"/>
                  </a:lnTo>
                  <a:lnTo>
                    <a:pt x="69945" y="784635"/>
                  </a:lnTo>
                  <a:lnTo>
                    <a:pt x="69945" y="69955"/>
                  </a:lnTo>
                  <a:lnTo>
                    <a:pt x="64448" y="42725"/>
                  </a:lnTo>
                  <a:lnTo>
                    <a:pt x="49457" y="20488"/>
                  </a:lnTo>
                  <a:lnTo>
                    <a:pt x="27224" y="54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6011363" y="5819198"/>
              <a:ext cx="409575" cy="983615"/>
            </a:xfrm>
            <a:custGeom>
              <a:avLst/>
              <a:gdLst/>
              <a:ahLst/>
              <a:cxnLst/>
              <a:rect l="l" t="t" r="r" b="b"/>
              <a:pathLst>
                <a:path w="409575" h="983615">
                  <a:moveTo>
                    <a:pt x="198800" y="983436"/>
                  </a:moveTo>
                  <a:lnTo>
                    <a:pt x="374229" y="983436"/>
                  </a:lnTo>
                  <a:lnTo>
                    <a:pt x="387844" y="980688"/>
                  </a:lnTo>
                  <a:lnTo>
                    <a:pt x="398960" y="973194"/>
                  </a:lnTo>
                  <a:lnTo>
                    <a:pt x="406454" y="962077"/>
                  </a:lnTo>
                  <a:lnTo>
                    <a:pt x="409202" y="948463"/>
                  </a:lnTo>
                  <a:lnTo>
                    <a:pt x="406454" y="934848"/>
                  </a:lnTo>
                  <a:lnTo>
                    <a:pt x="398960" y="923732"/>
                  </a:lnTo>
                  <a:lnTo>
                    <a:pt x="387844" y="916238"/>
                  </a:lnTo>
                  <a:lnTo>
                    <a:pt x="374229" y="913490"/>
                  </a:lnTo>
                  <a:lnTo>
                    <a:pt x="198800" y="913490"/>
                  </a:lnTo>
                  <a:lnTo>
                    <a:pt x="148645" y="903363"/>
                  </a:lnTo>
                  <a:lnTo>
                    <a:pt x="107687" y="875748"/>
                  </a:lnTo>
                  <a:lnTo>
                    <a:pt x="80072" y="834790"/>
                  </a:lnTo>
                  <a:lnTo>
                    <a:pt x="69945" y="784635"/>
                  </a:lnTo>
                  <a:lnTo>
                    <a:pt x="69945" y="69955"/>
                  </a:lnTo>
                  <a:lnTo>
                    <a:pt x="64448" y="42725"/>
                  </a:lnTo>
                  <a:lnTo>
                    <a:pt x="49457" y="20488"/>
                  </a:lnTo>
                  <a:lnTo>
                    <a:pt x="27224" y="5497"/>
                  </a:lnTo>
                  <a:lnTo>
                    <a:pt x="0" y="0"/>
                  </a:lnTo>
                  <a:lnTo>
                    <a:pt x="0" y="784635"/>
                  </a:lnTo>
                  <a:lnTo>
                    <a:pt x="5250" y="830216"/>
                  </a:lnTo>
                  <a:lnTo>
                    <a:pt x="20205" y="872059"/>
                  </a:lnTo>
                  <a:lnTo>
                    <a:pt x="43673" y="908972"/>
                  </a:lnTo>
                  <a:lnTo>
                    <a:pt x="74459" y="939759"/>
                  </a:lnTo>
                  <a:lnTo>
                    <a:pt x="111371" y="963228"/>
                  </a:lnTo>
                  <a:lnTo>
                    <a:pt x="153216" y="978185"/>
                  </a:lnTo>
                  <a:lnTo>
                    <a:pt x="198800" y="983436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4560437" y="6971599"/>
              <a:ext cx="332740" cy="2932430"/>
            </a:xfrm>
            <a:custGeom>
              <a:avLst/>
              <a:gdLst/>
              <a:ahLst/>
              <a:cxnLst/>
              <a:rect l="l" t="t" r="r" b="b"/>
              <a:pathLst>
                <a:path w="332739" h="2932429">
                  <a:moveTo>
                    <a:pt x="332639" y="0"/>
                  </a:moveTo>
                  <a:lnTo>
                    <a:pt x="0" y="0"/>
                  </a:lnTo>
                  <a:lnTo>
                    <a:pt x="0" y="2931868"/>
                  </a:lnTo>
                  <a:lnTo>
                    <a:pt x="332639" y="2931868"/>
                  </a:lnTo>
                  <a:lnTo>
                    <a:pt x="332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4560437" y="6971599"/>
              <a:ext cx="332740" cy="2932430"/>
            </a:xfrm>
            <a:custGeom>
              <a:avLst/>
              <a:gdLst/>
              <a:ahLst/>
              <a:cxnLst/>
              <a:rect l="l" t="t" r="r" b="b"/>
              <a:pathLst>
                <a:path w="332739" h="2932429">
                  <a:moveTo>
                    <a:pt x="0" y="2931868"/>
                  </a:moveTo>
                  <a:lnTo>
                    <a:pt x="332639" y="2931868"/>
                  </a:lnTo>
                  <a:lnTo>
                    <a:pt x="332639" y="0"/>
                  </a:lnTo>
                  <a:lnTo>
                    <a:pt x="0" y="0"/>
                  </a:lnTo>
                  <a:lnTo>
                    <a:pt x="0" y="2931868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4893065" y="6971599"/>
              <a:ext cx="2242820" cy="2932430"/>
            </a:xfrm>
            <a:custGeom>
              <a:avLst/>
              <a:gdLst/>
              <a:ahLst/>
              <a:cxnLst/>
              <a:rect l="l" t="t" r="r" b="b"/>
              <a:pathLst>
                <a:path w="2242820" h="2932429">
                  <a:moveTo>
                    <a:pt x="2242256" y="0"/>
                  </a:moveTo>
                  <a:lnTo>
                    <a:pt x="0" y="0"/>
                  </a:lnTo>
                  <a:lnTo>
                    <a:pt x="0" y="2931868"/>
                  </a:lnTo>
                  <a:lnTo>
                    <a:pt x="2242256" y="2931868"/>
                  </a:lnTo>
                  <a:lnTo>
                    <a:pt x="22422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4893065" y="6971599"/>
              <a:ext cx="2242820" cy="2932430"/>
            </a:xfrm>
            <a:custGeom>
              <a:avLst/>
              <a:gdLst/>
              <a:ahLst/>
              <a:cxnLst/>
              <a:rect l="l" t="t" r="r" b="b"/>
              <a:pathLst>
                <a:path w="2242820" h="2932429">
                  <a:moveTo>
                    <a:pt x="2242256" y="2931868"/>
                  </a:moveTo>
                  <a:lnTo>
                    <a:pt x="0" y="2931868"/>
                  </a:lnTo>
                  <a:lnTo>
                    <a:pt x="0" y="0"/>
                  </a:lnTo>
                  <a:lnTo>
                    <a:pt x="2242256" y="0"/>
                  </a:lnTo>
                  <a:lnTo>
                    <a:pt x="2242256" y="2931868"/>
                  </a:lnTo>
                  <a:close/>
                </a:path>
                <a:path w="2242820" h="2932429">
                  <a:moveTo>
                    <a:pt x="232547" y="232537"/>
                  </a:moveTo>
                  <a:lnTo>
                    <a:pt x="2009718" y="232537"/>
                  </a:lnTo>
                  <a:lnTo>
                    <a:pt x="2009718" y="2699310"/>
                  </a:lnTo>
                  <a:lnTo>
                    <a:pt x="232547" y="2699310"/>
                  </a:lnTo>
                  <a:lnTo>
                    <a:pt x="232547" y="232537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5125613" y="7749334"/>
              <a:ext cx="1777364" cy="30480"/>
            </a:xfrm>
            <a:custGeom>
              <a:avLst/>
              <a:gdLst/>
              <a:ahLst/>
              <a:cxnLst/>
              <a:rect l="l" t="t" r="r" b="b"/>
              <a:pathLst>
                <a:path w="1777365" h="30479">
                  <a:moveTo>
                    <a:pt x="1777171" y="0"/>
                  </a:moveTo>
                  <a:lnTo>
                    <a:pt x="0" y="0"/>
                  </a:lnTo>
                  <a:lnTo>
                    <a:pt x="0" y="29862"/>
                  </a:lnTo>
                  <a:lnTo>
                    <a:pt x="1777171" y="29862"/>
                  </a:lnTo>
                  <a:lnTo>
                    <a:pt x="1777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5125613" y="7749334"/>
              <a:ext cx="1777364" cy="30480"/>
            </a:xfrm>
            <a:custGeom>
              <a:avLst/>
              <a:gdLst/>
              <a:ahLst/>
              <a:cxnLst/>
              <a:rect l="l" t="t" r="r" b="b"/>
              <a:pathLst>
                <a:path w="1777365" h="30479">
                  <a:moveTo>
                    <a:pt x="1777171" y="29862"/>
                  </a:moveTo>
                  <a:lnTo>
                    <a:pt x="0" y="29862"/>
                  </a:lnTo>
                  <a:lnTo>
                    <a:pt x="0" y="0"/>
                  </a:lnTo>
                  <a:lnTo>
                    <a:pt x="1777171" y="0"/>
                  </a:lnTo>
                  <a:lnTo>
                    <a:pt x="1777171" y="29862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5125613" y="8422602"/>
              <a:ext cx="1777364" cy="30480"/>
            </a:xfrm>
            <a:custGeom>
              <a:avLst/>
              <a:gdLst/>
              <a:ahLst/>
              <a:cxnLst/>
              <a:rect l="l" t="t" r="r" b="b"/>
              <a:pathLst>
                <a:path w="1777365" h="30479">
                  <a:moveTo>
                    <a:pt x="1777171" y="0"/>
                  </a:moveTo>
                  <a:lnTo>
                    <a:pt x="0" y="0"/>
                  </a:lnTo>
                  <a:lnTo>
                    <a:pt x="0" y="29862"/>
                  </a:lnTo>
                  <a:lnTo>
                    <a:pt x="1777171" y="29862"/>
                  </a:lnTo>
                  <a:lnTo>
                    <a:pt x="1777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5125613" y="8422602"/>
              <a:ext cx="1777364" cy="30480"/>
            </a:xfrm>
            <a:custGeom>
              <a:avLst/>
              <a:gdLst/>
              <a:ahLst/>
              <a:cxnLst/>
              <a:rect l="l" t="t" r="r" b="b"/>
              <a:pathLst>
                <a:path w="1777365" h="30479">
                  <a:moveTo>
                    <a:pt x="1777171" y="29862"/>
                  </a:moveTo>
                  <a:lnTo>
                    <a:pt x="0" y="29862"/>
                  </a:lnTo>
                  <a:lnTo>
                    <a:pt x="0" y="0"/>
                  </a:lnTo>
                  <a:lnTo>
                    <a:pt x="1777171" y="0"/>
                  </a:lnTo>
                  <a:lnTo>
                    <a:pt x="1777171" y="29862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5125613" y="9095848"/>
              <a:ext cx="1777364" cy="30480"/>
            </a:xfrm>
            <a:custGeom>
              <a:avLst/>
              <a:gdLst/>
              <a:ahLst/>
              <a:cxnLst/>
              <a:rect l="l" t="t" r="r" b="b"/>
              <a:pathLst>
                <a:path w="1777365" h="30479">
                  <a:moveTo>
                    <a:pt x="1777171" y="0"/>
                  </a:moveTo>
                  <a:lnTo>
                    <a:pt x="0" y="0"/>
                  </a:lnTo>
                  <a:lnTo>
                    <a:pt x="0" y="29862"/>
                  </a:lnTo>
                  <a:lnTo>
                    <a:pt x="1777171" y="29862"/>
                  </a:lnTo>
                  <a:lnTo>
                    <a:pt x="1777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5125613" y="9095848"/>
              <a:ext cx="1777364" cy="30480"/>
            </a:xfrm>
            <a:custGeom>
              <a:avLst/>
              <a:gdLst/>
              <a:ahLst/>
              <a:cxnLst/>
              <a:rect l="l" t="t" r="r" b="b"/>
              <a:pathLst>
                <a:path w="1777365" h="30479">
                  <a:moveTo>
                    <a:pt x="1777171" y="29862"/>
                  </a:moveTo>
                  <a:lnTo>
                    <a:pt x="0" y="29862"/>
                  </a:lnTo>
                  <a:lnTo>
                    <a:pt x="0" y="0"/>
                  </a:lnTo>
                  <a:lnTo>
                    <a:pt x="1777171" y="0"/>
                  </a:lnTo>
                  <a:lnTo>
                    <a:pt x="1777171" y="29862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4560433" y="6971599"/>
              <a:ext cx="2574925" cy="120014"/>
            </a:xfrm>
            <a:custGeom>
              <a:avLst/>
              <a:gdLst/>
              <a:ahLst/>
              <a:cxnLst/>
              <a:rect l="l" t="t" r="r" b="b"/>
              <a:pathLst>
                <a:path w="2574925" h="120015">
                  <a:moveTo>
                    <a:pt x="2574895" y="0"/>
                  </a:moveTo>
                  <a:lnTo>
                    <a:pt x="0" y="0"/>
                  </a:lnTo>
                  <a:lnTo>
                    <a:pt x="0" y="119420"/>
                  </a:lnTo>
                  <a:lnTo>
                    <a:pt x="25748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4560433" y="6971599"/>
              <a:ext cx="2574925" cy="120014"/>
            </a:xfrm>
            <a:custGeom>
              <a:avLst/>
              <a:gdLst/>
              <a:ahLst/>
              <a:cxnLst/>
              <a:rect l="l" t="t" r="r" b="b"/>
              <a:pathLst>
                <a:path w="2574925" h="120015">
                  <a:moveTo>
                    <a:pt x="0" y="119420"/>
                  </a:moveTo>
                  <a:lnTo>
                    <a:pt x="0" y="0"/>
                  </a:lnTo>
                  <a:lnTo>
                    <a:pt x="2574895" y="0"/>
                  </a:lnTo>
                  <a:lnTo>
                    <a:pt x="0" y="119420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5591133" y="9110774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846131" y="0"/>
                  </a:moveTo>
                  <a:lnTo>
                    <a:pt x="0" y="0"/>
                  </a:lnTo>
                  <a:lnTo>
                    <a:pt x="89578" y="150749"/>
                  </a:lnTo>
                  <a:lnTo>
                    <a:pt x="756552" y="150749"/>
                  </a:lnTo>
                  <a:lnTo>
                    <a:pt x="8461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5591133" y="9110774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756552" y="150749"/>
                  </a:moveTo>
                  <a:lnTo>
                    <a:pt x="89578" y="150749"/>
                  </a:lnTo>
                  <a:lnTo>
                    <a:pt x="0" y="0"/>
                  </a:lnTo>
                  <a:lnTo>
                    <a:pt x="846131" y="0"/>
                  </a:lnTo>
                  <a:lnTo>
                    <a:pt x="756552" y="150749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5591133" y="8437527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846131" y="0"/>
                  </a:moveTo>
                  <a:lnTo>
                    <a:pt x="0" y="0"/>
                  </a:lnTo>
                  <a:lnTo>
                    <a:pt x="89578" y="150749"/>
                  </a:lnTo>
                  <a:lnTo>
                    <a:pt x="756552" y="150749"/>
                  </a:lnTo>
                  <a:lnTo>
                    <a:pt x="8461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5591133" y="8437527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756552" y="150749"/>
                  </a:moveTo>
                  <a:lnTo>
                    <a:pt x="89578" y="150749"/>
                  </a:lnTo>
                  <a:lnTo>
                    <a:pt x="0" y="0"/>
                  </a:lnTo>
                  <a:lnTo>
                    <a:pt x="846131" y="0"/>
                  </a:lnTo>
                  <a:lnTo>
                    <a:pt x="756552" y="150749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5591133" y="7764281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846131" y="0"/>
                  </a:moveTo>
                  <a:lnTo>
                    <a:pt x="0" y="0"/>
                  </a:lnTo>
                  <a:lnTo>
                    <a:pt x="89578" y="150749"/>
                  </a:lnTo>
                  <a:lnTo>
                    <a:pt x="756552" y="150749"/>
                  </a:lnTo>
                  <a:lnTo>
                    <a:pt x="8461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5591133" y="7764281"/>
              <a:ext cx="846455" cy="151130"/>
            </a:xfrm>
            <a:custGeom>
              <a:avLst/>
              <a:gdLst/>
              <a:ahLst/>
              <a:cxnLst/>
              <a:rect l="l" t="t" r="r" b="b"/>
              <a:pathLst>
                <a:path w="846454" h="151129">
                  <a:moveTo>
                    <a:pt x="756552" y="150749"/>
                  </a:moveTo>
                  <a:lnTo>
                    <a:pt x="89578" y="150749"/>
                  </a:lnTo>
                  <a:lnTo>
                    <a:pt x="0" y="0"/>
                  </a:lnTo>
                  <a:lnTo>
                    <a:pt x="846131" y="0"/>
                  </a:lnTo>
                  <a:lnTo>
                    <a:pt x="756552" y="150749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4311188" y="6802635"/>
              <a:ext cx="7785734" cy="177165"/>
            </a:xfrm>
            <a:custGeom>
              <a:avLst/>
              <a:gdLst/>
              <a:ahLst/>
              <a:cxnLst/>
              <a:rect l="l" t="t" r="r" b="b"/>
              <a:pathLst>
                <a:path w="7785734" h="177165">
                  <a:moveTo>
                    <a:pt x="7696990" y="0"/>
                  </a:moveTo>
                  <a:lnTo>
                    <a:pt x="88416" y="0"/>
                  </a:lnTo>
                  <a:lnTo>
                    <a:pt x="53998" y="6947"/>
                  </a:lnTo>
                  <a:lnTo>
                    <a:pt x="25894" y="25894"/>
                  </a:lnTo>
                  <a:lnTo>
                    <a:pt x="6947" y="53998"/>
                  </a:lnTo>
                  <a:lnTo>
                    <a:pt x="0" y="88416"/>
                  </a:lnTo>
                  <a:lnTo>
                    <a:pt x="6947" y="122829"/>
                  </a:lnTo>
                  <a:lnTo>
                    <a:pt x="25894" y="150933"/>
                  </a:lnTo>
                  <a:lnTo>
                    <a:pt x="53998" y="169883"/>
                  </a:lnTo>
                  <a:lnTo>
                    <a:pt x="88416" y="176832"/>
                  </a:lnTo>
                  <a:lnTo>
                    <a:pt x="7696990" y="176832"/>
                  </a:lnTo>
                  <a:lnTo>
                    <a:pt x="7731408" y="169883"/>
                  </a:lnTo>
                  <a:lnTo>
                    <a:pt x="7759512" y="150933"/>
                  </a:lnTo>
                  <a:lnTo>
                    <a:pt x="7778459" y="122829"/>
                  </a:lnTo>
                  <a:lnTo>
                    <a:pt x="7785406" y="88416"/>
                  </a:lnTo>
                  <a:lnTo>
                    <a:pt x="7778459" y="53998"/>
                  </a:lnTo>
                  <a:lnTo>
                    <a:pt x="7759512" y="25894"/>
                  </a:lnTo>
                  <a:lnTo>
                    <a:pt x="7731408" y="6947"/>
                  </a:lnTo>
                  <a:lnTo>
                    <a:pt x="76969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4311188" y="6802635"/>
              <a:ext cx="7785734" cy="177165"/>
            </a:xfrm>
            <a:custGeom>
              <a:avLst/>
              <a:gdLst/>
              <a:ahLst/>
              <a:cxnLst/>
              <a:rect l="l" t="t" r="r" b="b"/>
              <a:pathLst>
                <a:path w="7785734" h="177165">
                  <a:moveTo>
                    <a:pt x="88416" y="176832"/>
                  </a:moveTo>
                  <a:lnTo>
                    <a:pt x="7696990" y="176832"/>
                  </a:lnTo>
                  <a:lnTo>
                    <a:pt x="7731408" y="169883"/>
                  </a:lnTo>
                  <a:lnTo>
                    <a:pt x="7759512" y="150933"/>
                  </a:lnTo>
                  <a:lnTo>
                    <a:pt x="7778459" y="122829"/>
                  </a:lnTo>
                  <a:lnTo>
                    <a:pt x="7785406" y="88416"/>
                  </a:lnTo>
                  <a:lnTo>
                    <a:pt x="7778459" y="53998"/>
                  </a:lnTo>
                  <a:lnTo>
                    <a:pt x="7759512" y="25894"/>
                  </a:lnTo>
                  <a:lnTo>
                    <a:pt x="7731408" y="6947"/>
                  </a:lnTo>
                  <a:lnTo>
                    <a:pt x="7696990" y="0"/>
                  </a:lnTo>
                  <a:lnTo>
                    <a:pt x="88416" y="0"/>
                  </a:lnTo>
                  <a:lnTo>
                    <a:pt x="53998" y="6947"/>
                  </a:lnTo>
                  <a:lnTo>
                    <a:pt x="25894" y="25894"/>
                  </a:lnTo>
                  <a:lnTo>
                    <a:pt x="6947" y="53998"/>
                  </a:lnTo>
                  <a:lnTo>
                    <a:pt x="0" y="88416"/>
                  </a:lnTo>
                  <a:lnTo>
                    <a:pt x="6947" y="122829"/>
                  </a:lnTo>
                  <a:lnTo>
                    <a:pt x="25894" y="150933"/>
                  </a:lnTo>
                  <a:lnTo>
                    <a:pt x="53998" y="169883"/>
                  </a:lnTo>
                  <a:lnTo>
                    <a:pt x="88416" y="176832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1123588" y="6979466"/>
              <a:ext cx="702945" cy="332105"/>
            </a:xfrm>
            <a:custGeom>
              <a:avLst/>
              <a:gdLst/>
              <a:ahLst/>
              <a:cxnLst/>
              <a:rect l="l" t="t" r="r" b="b"/>
              <a:pathLst>
                <a:path w="702945" h="332104">
                  <a:moveTo>
                    <a:pt x="37956" y="331948"/>
                  </a:moveTo>
                  <a:lnTo>
                    <a:pt x="664995" y="331948"/>
                  </a:lnTo>
                  <a:lnTo>
                    <a:pt x="702931" y="0"/>
                  </a:lnTo>
                  <a:lnTo>
                    <a:pt x="0" y="0"/>
                  </a:lnTo>
                  <a:lnTo>
                    <a:pt x="37956" y="331948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1123588" y="6979468"/>
              <a:ext cx="702945" cy="97155"/>
            </a:xfrm>
            <a:custGeom>
              <a:avLst/>
              <a:gdLst/>
              <a:ahLst/>
              <a:cxnLst/>
              <a:rect l="l" t="t" r="r" b="b"/>
              <a:pathLst>
                <a:path w="702945" h="97154">
                  <a:moveTo>
                    <a:pt x="702931" y="0"/>
                  </a:moveTo>
                  <a:lnTo>
                    <a:pt x="0" y="0"/>
                  </a:lnTo>
                  <a:lnTo>
                    <a:pt x="11078" y="96876"/>
                  </a:lnTo>
                  <a:lnTo>
                    <a:pt x="7029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1123588" y="6979468"/>
              <a:ext cx="702945" cy="97155"/>
            </a:xfrm>
            <a:custGeom>
              <a:avLst/>
              <a:gdLst/>
              <a:ahLst/>
              <a:cxnLst/>
              <a:rect l="l" t="t" r="r" b="b"/>
              <a:pathLst>
                <a:path w="702945" h="97154">
                  <a:moveTo>
                    <a:pt x="0" y="0"/>
                  </a:moveTo>
                  <a:lnTo>
                    <a:pt x="702931" y="0"/>
                  </a:lnTo>
                  <a:lnTo>
                    <a:pt x="11078" y="96876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1533639" y="7311408"/>
              <a:ext cx="331470" cy="2592070"/>
            </a:xfrm>
            <a:custGeom>
              <a:avLst/>
              <a:gdLst/>
              <a:ahLst/>
              <a:cxnLst/>
              <a:rect l="l" t="t" r="r" b="b"/>
              <a:pathLst>
                <a:path w="331470" h="2592070">
                  <a:moveTo>
                    <a:pt x="208600" y="0"/>
                  </a:moveTo>
                  <a:lnTo>
                    <a:pt x="0" y="0"/>
                  </a:lnTo>
                  <a:lnTo>
                    <a:pt x="278504" y="2592057"/>
                  </a:lnTo>
                  <a:lnTo>
                    <a:pt x="331382" y="2592057"/>
                  </a:lnTo>
                  <a:lnTo>
                    <a:pt x="20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1533639" y="7311408"/>
              <a:ext cx="331470" cy="2592070"/>
            </a:xfrm>
            <a:custGeom>
              <a:avLst/>
              <a:gdLst/>
              <a:ahLst/>
              <a:cxnLst/>
              <a:rect l="l" t="t" r="r" b="b"/>
              <a:pathLst>
                <a:path w="331470" h="2592070">
                  <a:moveTo>
                    <a:pt x="278504" y="2592057"/>
                  </a:moveTo>
                  <a:lnTo>
                    <a:pt x="331382" y="2592057"/>
                  </a:lnTo>
                  <a:lnTo>
                    <a:pt x="208600" y="0"/>
                  </a:lnTo>
                  <a:lnTo>
                    <a:pt x="0" y="0"/>
                  </a:lnTo>
                  <a:lnTo>
                    <a:pt x="278504" y="2592057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1270110" y="7992550"/>
              <a:ext cx="429259" cy="91440"/>
            </a:xfrm>
            <a:custGeom>
              <a:avLst/>
              <a:gdLst/>
              <a:ahLst/>
              <a:cxnLst/>
              <a:rect l="l" t="t" r="r" b="b"/>
              <a:pathLst>
                <a:path w="429259" h="91440">
                  <a:moveTo>
                    <a:pt x="383600" y="0"/>
                  </a:moveTo>
                  <a:lnTo>
                    <a:pt x="45621" y="0"/>
                  </a:lnTo>
                  <a:lnTo>
                    <a:pt x="27864" y="3585"/>
                  </a:lnTo>
                  <a:lnTo>
                    <a:pt x="13363" y="13363"/>
                  </a:lnTo>
                  <a:lnTo>
                    <a:pt x="3585" y="27864"/>
                  </a:lnTo>
                  <a:lnTo>
                    <a:pt x="0" y="45621"/>
                  </a:lnTo>
                  <a:lnTo>
                    <a:pt x="3585" y="63378"/>
                  </a:lnTo>
                  <a:lnTo>
                    <a:pt x="13363" y="77879"/>
                  </a:lnTo>
                  <a:lnTo>
                    <a:pt x="27864" y="87657"/>
                  </a:lnTo>
                  <a:lnTo>
                    <a:pt x="45621" y="91243"/>
                  </a:lnTo>
                  <a:lnTo>
                    <a:pt x="383600" y="91243"/>
                  </a:lnTo>
                  <a:lnTo>
                    <a:pt x="401361" y="87657"/>
                  </a:lnTo>
                  <a:lnTo>
                    <a:pt x="415862" y="77879"/>
                  </a:lnTo>
                  <a:lnTo>
                    <a:pt x="425638" y="63378"/>
                  </a:lnTo>
                  <a:lnTo>
                    <a:pt x="429222" y="45621"/>
                  </a:lnTo>
                  <a:lnTo>
                    <a:pt x="425638" y="27864"/>
                  </a:lnTo>
                  <a:lnTo>
                    <a:pt x="415862" y="13363"/>
                  </a:lnTo>
                  <a:lnTo>
                    <a:pt x="401361" y="3585"/>
                  </a:lnTo>
                  <a:lnTo>
                    <a:pt x="383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1270110" y="7992550"/>
              <a:ext cx="429259" cy="91440"/>
            </a:xfrm>
            <a:custGeom>
              <a:avLst/>
              <a:gdLst/>
              <a:ahLst/>
              <a:cxnLst/>
              <a:rect l="l" t="t" r="r" b="b"/>
              <a:pathLst>
                <a:path w="429259" h="91440">
                  <a:moveTo>
                    <a:pt x="45621" y="91243"/>
                  </a:moveTo>
                  <a:lnTo>
                    <a:pt x="383600" y="91243"/>
                  </a:lnTo>
                  <a:lnTo>
                    <a:pt x="401361" y="87657"/>
                  </a:lnTo>
                  <a:lnTo>
                    <a:pt x="415862" y="77879"/>
                  </a:lnTo>
                  <a:lnTo>
                    <a:pt x="425638" y="63378"/>
                  </a:lnTo>
                  <a:lnTo>
                    <a:pt x="429222" y="45621"/>
                  </a:lnTo>
                  <a:lnTo>
                    <a:pt x="425638" y="27864"/>
                  </a:lnTo>
                  <a:lnTo>
                    <a:pt x="415862" y="13363"/>
                  </a:lnTo>
                  <a:lnTo>
                    <a:pt x="401361" y="3585"/>
                  </a:lnTo>
                  <a:lnTo>
                    <a:pt x="383600" y="0"/>
                  </a:lnTo>
                  <a:lnTo>
                    <a:pt x="45621" y="0"/>
                  </a:lnTo>
                  <a:lnTo>
                    <a:pt x="27864" y="3585"/>
                  </a:lnTo>
                  <a:lnTo>
                    <a:pt x="13363" y="13363"/>
                  </a:lnTo>
                  <a:lnTo>
                    <a:pt x="3585" y="27864"/>
                  </a:lnTo>
                  <a:lnTo>
                    <a:pt x="0" y="45621"/>
                  </a:lnTo>
                  <a:lnTo>
                    <a:pt x="3585" y="63378"/>
                  </a:lnTo>
                  <a:lnTo>
                    <a:pt x="13363" y="77879"/>
                  </a:lnTo>
                  <a:lnTo>
                    <a:pt x="27864" y="87657"/>
                  </a:lnTo>
                  <a:lnTo>
                    <a:pt x="45621" y="91243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1084538" y="7311408"/>
              <a:ext cx="331470" cy="2592070"/>
            </a:xfrm>
            <a:custGeom>
              <a:avLst/>
              <a:gdLst/>
              <a:ahLst/>
              <a:cxnLst/>
              <a:rect l="l" t="t" r="r" b="b"/>
              <a:pathLst>
                <a:path w="331470" h="2592070">
                  <a:moveTo>
                    <a:pt x="331372" y="0"/>
                  </a:moveTo>
                  <a:lnTo>
                    <a:pt x="122823" y="0"/>
                  </a:lnTo>
                  <a:lnTo>
                    <a:pt x="0" y="2592057"/>
                  </a:lnTo>
                  <a:lnTo>
                    <a:pt x="52898" y="2592057"/>
                  </a:lnTo>
                  <a:lnTo>
                    <a:pt x="331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1084538" y="7311408"/>
              <a:ext cx="331470" cy="2592070"/>
            </a:xfrm>
            <a:custGeom>
              <a:avLst/>
              <a:gdLst/>
              <a:ahLst/>
              <a:cxnLst/>
              <a:rect l="l" t="t" r="r" b="b"/>
              <a:pathLst>
                <a:path w="331470" h="2592070">
                  <a:moveTo>
                    <a:pt x="52898" y="2592057"/>
                  </a:moveTo>
                  <a:lnTo>
                    <a:pt x="0" y="2592057"/>
                  </a:lnTo>
                  <a:lnTo>
                    <a:pt x="122823" y="0"/>
                  </a:lnTo>
                  <a:lnTo>
                    <a:pt x="331372" y="0"/>
                  </a:lnTo>
                  <a:lnTo>
                    <a:pt x="52898" y="2592057"/>
                  </a:lnTo>
                  <a:close/>
                </a:path>
              </a:pathLst>
            </a:custGeom>
            <a:ln w="10470">
              <a:solidFill>
                <a:srgbClr val="13A2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4614667" y="4414608"/>
              <a:ext cx="965200" cy="934085"/>
            </a:xfrm>
            <a:custGeom>
              <a:avLst/>
              <a:gdLst/>
              <a:ahLst/>
              <a:cxnLst/>
              <a:rect l="l" t="t" r="r" b="b"/>
              <a:pathLst>
                <a:path w="965200" h="934085">
                  <a:moveTo>
                    <a:pt x="249725" y="0"/>
                  </a:moveTo>
                  <a:lnTo>
                    <a:pt x="133225" y="41357"/>
                  </a:lnTo>
                  <a:lnTo>
                    <a:pt x="100021" y="174482"/>
                  </a:lnTo>
                  <a:lnTo>
                    <a:pt x="115567" y="439640"/>
                  </a:lnTo>
                  <a:lnTo>
                    <a:pt x="113478" y="705264"/>
                  </a:lnTo>
                  <a:lnTo>
                    <a:pt x="71978" y="841671"/>
                  </a:lnTo>
                  <a:lnTo>
                    <a:pt x="23380" y="891931"/>
                  </a:lnTo>
                  <a:lnTo>
                    <a:pt x="0" y="899113"/>
                  </a:lnTo>
                  <a:lnTo>
                    <a:pt x="24995" y="910996"/>
                  </a:lnTo>
                  <a:lnTo>
                    <a:pt x="39918" y="917098"/>
                  </a:lnTo>
                  <a:lnTo>
                    <a:pt x="50701" y="919346"/>
                  </a:lnTo>
                  <a:lnTo>
                    <a:pt x="63275" y="919668"/>
                  </a:lnTo>
                  <a:lnTo>
                    <a:pt x="80772" y="912924"/>
                  </a:lnTo>
                  <a:lnTo>
                    <a:pt x="90359" y="907812"/>
                  </a:lnTo>
                  <a:lnTo>
                    <a:pt x="95418" y="901753"/>
                  </a:lnTo>
                  <a:lnTo>
                    <a:pt x="99326" y="892171"/>
                  </a:lnTo>
                  <a:lnTo>
                    <a:pt x="95767" y="907069"/>
                  </a:lnTo>
                  <a:lnTo>
                    <a:pt x="93156" y="915543"/>
                  </a:lnTo>
                  <a:lnTo>
                    <a:pt x="90212" y="920753"/>
                  </a:lnTo>
                  <a:lnTo>
                    <a:pt x="85651" y="925856"/>
                  </a:lnTo>
                  <a:lnTo>
                    <a:pt x="182685" y="933764"/>
                  </a:lnTo>
                  <a:lnTo>
                    <a:pt x="240895" y="931633"/>
                  </a:lnTo>
                  <a:lnTo>
                    <a:pt x="283560" y="915175"/>
                  </a:lnTo>
                  <a:lnTo>
                    <a:pt x="333958" y="880098"/>
                  </a:lnTo>
                  <a:lnTo>
                    <a:pt x="389734" y="819926"/>
                  </a:lnTo>
                  <a:lnTo>
                    <a:pt x="416446" y="778571"/>
                  </a:lnTo>
                  <a:lnTo>
                    <a:pt x="440890" y="732652"/>
                  </a:lnTo>
                  <a:lnTo>
                    <a:pt x="461954" y="684379"/>
                  </a:lnTo>
                  <a:lnTo>
                    <a:pt x="478524" y="635964"/>
                  </a:lnTo>
                  <a:lnTo>
                    <a:pt x="489490" y="589617"/>
                  </a:lnTo>
                  <a:lnTo>
                    <a:pt x="493736" y="547550"/>
                  </a:lnTo>
                  <a:lnTo>
                    <a:pt x="490152" y="511973"/>
                  </a:lnTo>
                  <a:lnTo>
                    <a:pt x="604160" y="612266"/>
                  </a:lnTo>
                  <a:lnTo>
                    <a:pt x="643913" y="683396"/>
                  </a:lnTo>
                  <a:lnTo>
                    <a:pt x="610987" y="759290"/>
                  </a:lnTo>
                  <a:lnTo>
                    <a:pt x="506958" y="873878"/>
                  </a:lnTo>
                  <a:lnTo>
                    <a:pt x="597094" y="881791"/>
                  </a:lnTo>
                  <a:lnTo>
                    <a:pt x="648681" y="881616"/>
                  </a:lnTo>
                  <a:lnTo>
                    <a:pt x="681107" y="870824"/>
                  </a:lnTo>
                  <a:lnTo>
                    <a:pt x="713758" y="846884"/>
                  </a:lnTo>
                  <a:lnTo>
                    <a:pt x="707659" y="858808"/>
                  </a:lnTo>
                  <a:lnTo>
                    <a:pt x="703563" y="865860"/>
                  </a:lnTo>
                  <a:lnTo>
                    <a:pt x="699615" y="870812"/>
                  </a:lnTo>
                  <a:lnTo>
                    <a:pt x="693957" y="876433"/>
                  </a:lnTo>
                  <a:lnTo>
                    <a:pt x="794924" y="879121"/>
                  </a:lnTo>
                  <a:lnTo>
                    <a:pt x="853998" y="875165"/>
                  </a:lnTo>
                  <a:lnTo>
                    <a:pt x="894059" y="860196"/>
                  </a:lnTo>
                  <a:lnTo>
                    <a:pt x="937981" y="829848"/>
                  </a:lnTo>
                  <a:lnTo>
                    <a:pt x="956481" y="787179"/>
                  </a:lnTo>
                  <a:lnTo>
                    <a:pt x="963178" y="734155"/>
                  </a:lnTo>
                  <a:lnTo>
                    <a:pt x="964577" y="701722"/>
                  </a:lnTo>
                  <a:lnTo>
                    <a:pt x="964560" y="665987"/>
                  </a:lnTo>
                  <a:lnTo>
                    <a:pt x="963041" y="627435"/>
                  </a:lnTo>
                  <a:lnTo>
                    <a:pt x="959934" y="586548"/>
                  </a:lnTo>
                  <a:lnTo>
                    <a:pt x="955151" y="543813"/>
                  </a:lnTo>
                  <a:lnTo>
                    <a:pt x="948608" y="499711"/>
                  </a:lnTo>
                  <a:lnTo>
                    <a:pt x="940216" y="454728"/>
                  </a:lnTo>
                  <a:lnTo>
                    <a:pt x="929890" y="409348"/>
                  </a:lnTo>
                  <a:lnTo>
                    <a:pt x="917544" y="364055"/>
                  </a:lnTo>
                  <a:lnTo>
                    <a:pt x="903089" y="319332"/>
                  </a:lnTo>
                  <a:lnTo>
                    <a:pt x="886442" y="275665"/>
                  </a:lnTo>
                  <a:lnTo>
                    <a:pt x="867513" y="233536"/>
                  </a:lnTo>
                  <a:lnTo>
                    <a:pt x="846218" y="193431"/>
                  </a:lnTo>
                  <a:lnTo>
                    <a:pt x="822470" y="155832"/>
                  </a:lnTo>
                  <a:lnTo>
                    <a:pt x="796182" y="121225"/>
                  </a:lnTo>
                  <a:lnTo>
                    <a:pt x="767268" y="90093"/>
                  </a:lnTo>
                  <a:lnTo>
                    <a:pt x="735641" y="62921"/>
                  </a:lnTo>
                  <a:lnTo>
                    <a:pt x="701215" y="40193"/>
                  </a:lnTo>
                  <a:lnTo>
                    <a:pt x="663903" y="22392"/>
                  </a:lnTo>
                  <a:lnTo>
                    <a:pt x="623619" y="10002"/>
                  </a:lnTo>
                  <a:lnTo>
                    <a:pt x="580276" y="3509"/>
                  </a:lnTo>
                  <a:lnTo>
                    <a:pt x="533788" y="3395"/>
                  </a:lnTo>
                  <a:lnTo>
                    <a:pt x="484069" y="10145"/>
                  </a:lnTo>
                  <a:lnTo>
                    <a:pt x="249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4456097" y="5146953"/>
              <a:ext cx="1242060" cy="1415415"/>
            </a:xfrm>
            <a:custGeom>
              <a:avLst/>
              <a:gdLst/>
              <a:ahLst/>
              <a:cxnLst/>
              <a:rect l="l" t="t" r="r" b="b"/>
              <a:pathLst>
                <a:path w="1242059" h="1415415">
                  <a:moveTo>
                    <a:pt x="745631" y="0"/>
                  </a:moveTo>
                  <a:lnTo>
                    <a:pt x="377025" y="71306"/>
                  </a:lnTo>
                  <a:lnTo>
                    <a:pt x="381605" y="134736"/>
                  </a:lnTo>
                  <a:lnTo>
                    <a:pt x="383979" y="177524"/>
                  </a:lnTo>
                  <a:lnTo>
                    <a:pt x="384910" y="219152"/>
                  </a:lnTo>
                  <a:lnTo>
                    <a:pt x="385161" y="279101"/>
                  </a:lnTo>
                  <a:lnTo>
                    <a:pt x="384266" y="341178"/>
                  </a:lnTo>
                  <a:lnTo>
                    <a:pt x="380612" y="396593"/>
                  </a:lnTo>
                  <a:lnTo>
                    <a:pt x="373262" y="438138"/>
                  </a:lnTo>
                  <a:lnTo>
                    <a:pt x="361276" y="458603"/>
                  </a:lnTo>
                  <a:lnTo>
                    <a:pt x="343241" y="460578"/>
                  </a:lnTo>
                  <a:lnTo>
                    <a:pt x="327972" y="462767"/>
                  </a:lnTo>
                  <a:lnTo>
                    <a:pt x="142925" y="586382"/>
                  </a:lnTo>
                  <a:lnTo>
                    <a:pt x="53434" y="676351"/>
                  </a:lnTo>
                  <a:lnTo>
                    <a:pt x="15587" y="779819"/>
                  </a:lnTo>
                  <a:lnTo>
                    <a:pt x="0" y="941426"/>
                  </a:lnTo>
                  <a:lnTo>
                    <a:pt x="1129" y="974124"/>
                  </a:lnTo>
                  <a:lnTo>
                    <a:pt x="22760" y="1036000"/>
                  </a:lnTo>
                  <a:lnTo>
                    <a:pt x="67423" y="1093188"/>
                  </a:lnTo>
                  <a:lnTo>
                    <a:pt x="97343" y="1120025"/>
                  </a:lnTo>
                  <a:lnTo>
                    <a:pt x="131763" y="1145691"/>
                  </a:lnTo>
                  <a:lnTo>
                    <a:pt x="170262" y="1170187"/>
                  </a:lnTo>
                  <a:lnTo>
                    <a:pt x="212422" y="1193513"/>
                  </a:lnTo>
                  <a:lnTo>
                    <a:pt x="257822" y="1215670"/>
                  </a:lnTo>
                  <a:lnTo>
                    <a:pt x="306043" y="1236658"/>
                  </a:lnTo>
                  <a:lnTo>
                    <a:pt x="356666" y="1256478"/>
                  </a:lnTo>
                  <a:lnTo>
                    <a:pt x="409271" y="1275129"/>
                  </a:lnTo>
                  <a:lnTo>
                    <a:pt x="463438" y="1292614"/>
                  </a:lnTo>
                  <a:lnTo>
                    <a:pt x="518747" y="1308931"/>
                  </a:lnTo>
                  <a:lnTo>
                    <a:pt x="574780" y="1324081"/>
                  </a:lnTo>
                  <a:lnTo>
                    <a:pt x="631117" y="1338066"/>
                  </a:lnTo>
                  <a:lnTo>
                    <a:pt x="687337" y="1350885"/>
                  </a:lnTo>
                  <a:lnTo>
                    <a:pt x="743021" y="1362539"/>
                  </a:lnTo>
                  <a:lnTo>
                    <a:pt x="797751" y="1373028"/>
                  </a:lnTo>
                  <a:lnTo>
                    <a:pt x="851106" y="1382353"/>
                  </a:lnTo>
                  <a:lnTo>
                    <a:pt x="902666" y="1390514"/>
                  </a:lnTo>
                  <a:lnTo>
                    <a:pt x="952012" y="1397512"/>
                  </a:lnTo>
                  <a:lnTo>
                    <a:pt x="998725" y="1403347"/>
                  </a:lnTo>
                  <a:lnTo>
                    <a:pt x="1042384" y="1408020"/>
                  </a:lnTo>
                  <a:lnTo>
                    <a:pt x="1082571" y="1411530"/>
                  </a:lnTo>
                  <a:lnTo>
                    <a:pt x="1150848" y="1415068"/>
                  </a:lnTo>
                  <a:lnTo>
                    <a:pt x="1178099" y="1415096"/>
                  </a:lnTo>
                  <a:lnTo>
                    <a:pt x="1200199" y="1413964"/>
                  </a:lnTo>
                  <a:lnTo>
                    <a:pt x="1238445" y="1344845"/>
                  </a:lnTo>
                  <a:lnTo>
                    <a:pt x="1241918" y="1285908"/>
                  </a:lnTo>
                  <a:lnTo>
                    <a:pt x="1242029" y="1227039"/>
                  </a:lnTo>
                  <a:lnTo>
                    <a:pt x="1238994" y="1168481"/>
                  </a:lnTo>
                  <a:lnTo>
                    <a:pt x="1233027" y="1110475"/>
                  </a:lnTo>
                  <a:lnTo>
                    <a:pt x="1224341" y="1053262"/>
                  </a:lnTo>
                  <a:lnTo>
                    <a:pt x="1213152" y="997083"/>
                  </a:lnTo>
                  <a:lnTo>
                    <a:pt x="1199674" y="942178"/>
                  </a:lnTo>
                  <a:lnTo>
                    <a:pt x="1184121" y="888790"/>
                  </a:lnTo>
                  <a:lnTo>
                    <a:pt x="1166708" y="837160"/>
                  </a:lnTo>
                  <a:lnTo>
                    <a:pt x="1147649" y="787528"/>
                  </a:lnTo>
                  <a:lnTo>
                    <a:pt x="1127159" y="740135"/>
                  </a:lnTo>
                  <a:lnTo>
                    <a:pt x="1105451" y="695224"/>
                  </a:lnTo>
                  <a:lnTo>
                    <a:pt x="1082741" y="653034"/>
                  </a:lnTo>
                  <a:lnTo>
                    <a:pt x="1059242" y="613808"/>
                  </a:lnTo>
                  <a:lnTo>
                    <a:pt x="1035169" y="577786"/>
                  </a:lnTo>
                  <a:lnTo>
                    <a:pt x="1010737" y="545210"/>
                  </a:lnTo>
                  <a:lnTo>
                    <a:pt x="961652" y="491357"/>
                  </a:lnTo>
                  <a:lnTo>
                    <a:pt x="913702" y="454181"/>
                  </a:lnTo>
                  <a:lnTo>
                    <a:pt x="868601" y="435609"/>
                  </a:lnTo>
                  <a:lnTo>
                    <a:pt x="853957" y="427586"/>
                  </a:lnTo>
                  <a:lnTo>
                    <a:pt x="821579" y="385697"/>
                  </a:lnTo>
                  <a:lnTo>
                    <a:pt x="789513" y="311398"/>
                  </a:lnTo>
                  <a:lnTo>
                    <a:pt x="775261" y="262864"/>
                  </a:lnTo>
                  <a:lnTo>
                    <a:pt x="763081" y="207150"/>
                  </a:lnTo>
                  <a:lnTo>
                    <a:pt x="753639" y="144563"/>
                  </a:lnTo>
                  <a:lnTo>
                    <a:pt x="747601" y="75410"/>
                  </a:lnTo>
                  <a:lnTo>
                    <a:pt x="745631" y="0"/>
                  </a:lnTo>
                  <a:close/>
                </a:path>
              </a:pathLst>
            </a:custGeom>
            <a:solidFill>
              <a:srgbClr val="EED9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4833105" y="5150936"/>
              <a:ext cx="347980" cy="275590"/>
            </a:xfrm>
            <a:custGeom>
              <a:avLst/>
              <a:gdLst/>
              <a:ahLst/>
              <a:cxnLst/>
              <a:rect l="l" t="t" r="r" b="b"/>
              <a:pathLst>
                <a:path w="347980" h="275589">
                  <a:moveTo>
                    <a:pt x="347937" y="0"/>
                  </a:moveTo>
                  <a:lnTo>
                    <a:pt x="0" y="67327"/>
                  </a:lnTo>
                  <a:lnTo>
                    <a:pt x="4591" y="130757"/>
                  </a:lnTo>
                  <a:lnTo>
                    <a:pt x="6972" y="173545"/>
                  </a:lnTo>
                  <a:lnTo>
                    <a:pt x="7905" y="215173"/>
                  </a:lnTo>
                  <a:lnTo>
                    <a:pt x="8156" y="275122"/>
                  </a:lnTo>
                  <a:lnTo>
                    <a:pt x="63845" y="268713"/>
                  </a:lnTo>
                  <a:lnTo>
                    <a:pt x="114213" y="253686"/>
                  </a:lnTo>
                  <a:lnTo>
                    <a:pt x="159445" y="231514"/>
                  </a:lnTo>
                  <a:lnTo>
                    <a:pt x="199728" y="203670"/>
                  </a:lnTo>
                  <a:lnTo>
                    <a:pt x="235249" y="171628"/>
                  </a:lnTo>
                  <a:lnTo>
                    <a:pt x="266193" y="136860"/>
                  </a:lnTo>
                  <a:lnTo>
                    <a:pt x="292748" y="100840"/>
                  </a:lnTo>
                  <a:lnTo>
                    <a:pt x="315099" y="65041"/>
                  </a:lnTo>
                  <a:lnTo>
                    <a:pt x="333433" y="30936"/>
                  </a:lnTo>
                  <a:lnTo>
                    <a:pt x="347937" y="0"/>
                  </a:lnTo>
                  <a:close/>
                </a:path>
              </a:pathLst>
            </a:custGeom>
            <a:solidFill>
              <a:srgbClr val="CF9E76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4614028" y="4415335"/>
              <a:ext cx="732790" cy="699135"/>
            </a:xfrm>
            <a:custGeom>
              <a:avLst/>
              <a:gdLst/>
              <a:ahLst/>
              <a:cxnLst/>
              <a:rect l="l" t="t" r="r" b="b"/>
              <a:pathLst>
                <a:path w="732790" h="699135">
                  <a:moveTo>
                    <a:pt x="395320" y="0"/>
                  </a:moveTo>
                  <a:lnTo>
                    <a:pt x="330231" y="5011"/>
                  </a:lnTo>
                  <a:lnTo>
                    <a:pt x="267109" y="11970"/>
                  </a:lnTo>
                  <a:lnTo>
                    <a:pt x="224552" y="22237"/>
                  </a:lnTo>
                  <a:lnTo>
                    <a:pt x="183194" y="42967"/>
                  </a:lnTo>
                  <a:lnTo>
                    <a:pt x="123672" y="81313"/>
                  </a:lnTo>
                  <a:lnTo>
                    <a:pt x="82227" y="113286"/>
                  </a:lnTo>
                  <a:lnTo>
                    <a:pt x="42641" y="159207"/>
                  </a:lnTo>
                  <a:lnTo>
                    <a:pt x="12653" y="222874"/>
                  </a:lnTo>
                  <a:lnTo>
                    <a:pt x="3676" y="262549"/>
                  </a:lnTo>
                  <a:lnTo>
                    <a:pt x="0" y="308086"/>
                  </a:lnTo>
                  <a:lnTo>
                    <a:pt x="2592" y="359960"/>
                  </a:lnTo>
                  <a:lnTo>
                    <a:pt x="12420" y="418644"/>
                  </a:lnTo>
                  <a:lnTo>
                    <a:pt x="30451" y="484614"/>
                  </a:lnTo>
                  <a:lnTo>
                    <a:pt x="57653" y="558345"/>
                  </a:lnTo>
                  <a:lnTo>
                    <a:pt x="91013" y="663431"/>
                  </a:lnTo>
                  <a:lnTo>
                    <a:pt x="602945" y="698571"/>
                  </a:lnTo>
                  <a:lnTo>
                    <a:pt x="662313" y="605392"/>
                  </a:lnTo>
                  <a:lnTo>
                    <a:pt x="695281" y="543890"/>
                  </a:lnTo>
                  <a:lnTo>
                    <a:pt x="713711" y="486668"/>
                  </a:lnTo>
                  <a:lnTo>
                    <a:pt x="729465" y="406329"/>
                  </a:lnTo>
                  <a:lnTo>
                    <a:pt x="732370" y="359366"/>
                  </a:lnTo>
                  <a:lnTo>
                    <a:pt x="730533" y="329179"/>
                  </a:lnTo>
                  <a:lnTo>
                    <a:pt x="718460" y="260291"/>
                  </a:lnTo>
                  <a:lnTo>
                    <a:pt x="707495" y="223546"/>
                  </a:lnTo>
                  <a:lnTo>
                    <a:pt x="692757" y="186572"/>
                  </a:lnTo>
                  <a:lnTo>
                    <a:pt x="673883" y="150348"/>
                  </a:lnTo>
                  <a:lnTo>
                    <a:pt x="650507" y="115854"/>
                  </a:lnTo>
                  <a:lnTo>
                    <a:pt x="622266" y="84066"/>
                  </a:lnTo>
                  <a:lnTo>
                    <a:pt x="588795" y="55965"/>
                  </a:lnTo>
                  <a:lnTo>
                    <a:pt x="549729" y="32530"/>
                  </a:lnTo>
                  <a:lnTo>
                    <a:pt x="504704" y="14737"/>
                  </a:lnTo>
                  <a:lnTo>
                    <a:pt x="453356" y="3568"/>
                  </a:lnTo>
                  <a:lnTo>
                    <a:pt x="3953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4614717" y="4554432"/>
              <a:ext cx="619760" cy="759460"/>
            </a:xfrm>
            <a:custGeom>
              <a:avLst/>
              <a:gdLst/>
              <a:ahLst/>
              <a:cxnLst/>
              <a:rect l="l" t="t" r="r" b="b"/>
              <a:pathLst>
                <a:path w="619759" h="759460">
                  <a:moveTo>
                    <a:pt x="298900" y="0"/>
                  </a:moveTo>
                  <a:lnTo>
                    <a:pt x="230565" y="5180"/>
                  </a:lnTo>
                  <a:lnTo>
                    <a:pt x="174005" y="16131"/>
                  </a:lnTo>
                  <a:lnTo>
                    <a:pt x="128000" y="32029"/>
                  </a:lnTo>
                  <a:lnTo>
                    <a:pt x="91335" y="52053"/>
                  </a:lnTo>
                  <a:lnTo>
                    <a:pt x="41149" y="101195"/>
                  </a:lnTo>
                  <a:lnTo>
                    <a:pt x="13703" y="156985"/>
                  </a:lnTo>
                  <a:lnTo>
                    <a:pt x="1592" y="210843"/>
                  </a:lnTo>
                  <a:lnTo>
                    <a:pt x="0" y="246091"/>
                  </a:lnTo>
                  <a:lnTo>
                    <a:pt x="671" y="289228"/>
                  </a:lnTo>
                  <a:lnTo>
                    <a:pt x="3591" y="338418"/>
                  </a:lnTo>
                  <a:lnTo>
                    <a:pt x="8747" y="391825"/>
                  </a:lnTo>
                  <a:lnTo>
                    <a:pt x="16124" y="447612"/>
                  </a:lnTo>
                  <a:lnTo>
                    <a:pt x="25707" y="503944"/>
                  </a:lnTo>
                  <a:lnTo>
                    <a:pt x="37483" y="558984"/>
                  </a:lnTo>
                  <a:lnTo>
                    <a:pt x="51437" y="610896"/>
                  </a:lnTo>
                  <a:lnTo>
                    <a:pt x="67554" y="657844"/>
                  </a:lnTo>
                  <a:lnTo>
                    <a:pt x="85821" y="697991"/>
                  </a:lnTo>
                  <a:lnTo>
                    <a:pt x="128746" y="750541"/>
                  </a:lnTo>
                  <a:lnTo>
                    <a:pt x="153375" y="759271"/>
                  </a:lnTo>
                  <a:lnTo>
                    <a:pt x="419691" y="759188"/>
                  </a:lnTo>
                  <a:lnTo>
                    <a:pt x="556479" y="730725"/>
                  </a:lnTo>
                  <a:lnTo>
                    <a:pt x="606956" y="648291"/>
                  </a:lnTo>
                  <a:lnTo>
                    <a:pt x="614335" y="486295"/>
                  </a:lnTo>
                  <a:lnTo>
                    <a:pt x="615070" y="431470"/>
                  </a:lnTo>
                  <a:lnTo>
                    <a:pt x="618349" y="329783"/>
                  </a:lnTo>
                  <a:lnTo>
                    <a:pt x="619424" y="283200"/>
                  </a:lnTo>
                  <a:lnTo>
                    <a:pt x="619144" y="239645"/>
                  </a:lnTo>
                  <a:lnTo>
                    <a:pt x="616773" y="199258"/>
                  </a:lnTo>
                  <a:lnTo>
                    <a:pt x="602825" y="128545"/>
                  </a:lnTo>
                  <a:lnTo>
                    <a:pt x="571705" y="72183"/>
                  </a:lnTo>
                  <a:lnTo>
                    <a:pt x="517539" y="31291"/>
                  </a:lnTo>
                  <a:lnTo>
                    <a:pt x="479978" y="16996"/>
                  </a:lnTo>
                  <a:lnTo>
                    <a:pt x="434452" y="6989"/>
                  </a:lnTo>
                  <a:lnTo>
                    <a:pt x="380227" y="1409"/>
                  </a:lnTo>
                  <a:lnTo>
                    <a:pt x="298900" y="0"/>
                  </a:lnTo>
                  <a:close/>
                </a:path>
              </a:pathLst>
            </a:custGeom>
            <a:solidFill>
              <a:srgbClr val="EED9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4552296" y="4438935"/>
              <a:ext cx="830580" cy="603250"/>
            </a:xfrm>
            <a:custGeom>
              <a:avLst/>
              <a:gdLst/>
              <a:ahLst/>
              <a:cxnLst/>
              <a:rect l="l" t="t" r="r" b="b"/>
              <a:pathLst>
                <a:path w="830580" h="603250">
                  <a:moveTo>
                    <a:pt x="830059" y="485609"/>
                  </a:moveTo>
                  <a:lnTo>
                    <a:pt x="743737" y="415836"/>
                  </a:lnTo>
                  <a:lnTo>
                    <a:pt x="696290" y="359613"/>
                  </a:lnTo>
                  <a:lnTo>
                    <a:pt x="670902" y="287286"/>
                  </a:lnTo>
                  <a:lnTo>
                    <a:pt x="650773" y="169164"/>
                  </a:lnTo>
                  <a:lnTo>
                    <a:pt x="462673" y="46913"/>
                  </a:lnTo>
                  <a:lnTo>
                    <a:pt x="356438" y="0"/>
                  </a:lnTo>
                  <a:lnTo>
                    <a:pt x="292887" y="22898"/>
                  </a:lnTo>
                  <a:lnTo>
                    <a:pt x="235343" y="106400"/>
                  </a:lnTo>
                  <a:lnTo>
                    <a:pt x="215303" y="90538"/>
                  </a:lnTo>
                  <a:lnTo>
                    <a:pt x="157861" y="87058"/>
                  </a:lnTo>
                  <a:lnTo>
                    <a:pt x="81572" y="144919"/>
                  </a:lnTo>
                  <a:lnTo>
                    <a:pt x="21310" y="221526"/>
                  </a:lnTo>
                  <a:lnTo>
                    <a:pt x="0" y="283540"/>
                  </a:lnTo>
                  <a:lnTo>
                    <a:pt x="16535" y="363753"/>
                  </a:lnTo>
                  <a:lnTo>
                    <a:pt x="69811" y="494995"/>
                  </a:lnTo>
                  <a:lnTo>
                    <a:pt x="92468" y="481571"/>
                  </a:lnTo>
                  <a:lnTo>
                    <a:pt x="109296" y="442607"/>
                  </a:lnTo>
                  <a:lnTo>
                    <a:pt x="122504" y="389001"/>
                  </a:lnTo>
                  <a:lnTo>
                    <a:pt x="134315" y="331685"/>
                  </a:lnTo>
                  <a:lnTo>
                    <a:pt x="146951" y="281597"/>
                  </a:lnTo>
                  <a:lnTo>
                    <a:pt x="161696" y="239179"/>
                  </a:lnTo>
                  <a:lnTo>
                    <a:pt x="178803" y="209943"/>
                  </a:lnTo>
                  <a:lnTo>
                    <a:pt x="209283" y="180327"/>
                  </a:lnTo>
                  <a:lnTo>
                    <a:pt x="247230" y="150164"/>
                  </a:lnTo>
                  <a:lnTo>
                    <a:pt x="302361" y="348742"/>
                  </a:lnTo>
                  <a:lnTo>
                    <a:pt x="355752" y="463080"/>
                  </a:lnTo>
                  <a:lnTo>
                    <a:pt x="438099" y="533514"/>
                  </a:lnTo>
                  <a:lnTo>
                    <a:pt x="580707" y="602678"/>
                  </a:lnTo>
                  <a:lnTo>
                    <a:pt x="439178" y="476770"/>
                  </a:lnTo>
                  <a:lnTo>
                    <a:pt x="391871" y="421309"/>
                  </a:lnTo>
                  <a:lnTo>
                    <a:pt x="438658" y="454393"/>
                  </a:lnTo>
                  <a:lnTo>
                    <a:pt x="552526" y="487654"/>
                  </a:lnTo>
                  <a:lnTo>
                    <a:pt x="677545" y="507847"/>
                  </a:lnTo>
                  <a:lnTo>
                    <a:pt x="763879" y="504875"/>
                  </a:lnTo>
                  <a:lnTo>
                    <a:pt x="813917" y="492772"/>
                  </a:lnTo>
                  <a:lnTo>
                    <a:pt x="830059" y="485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6" name="object 18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869651" y="7275607"/>
              <a:ext cx="2811135" cy="3164304"/>
            </a:xfrm>
            <a:prstGeom prst="rect">
              <a:avLst/>
            </a:prstGeom>
          </p:spPr>
        </p:pic>
        <p:pic>
          <p:nvPicPr>
            <p:cNvPr id="187" name="object 18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297480" y="5445876"/>
              <a:ext cx="1845648" cy="2144280"/>
            </a:xfrm>
            <a:prstGeom prst="rect">
              <a:avLst/>
            </a:prstGeom>
          </p:spPr>
        </p:pic>
        <p:sp>
          <p:nvSpPr>
            <p:cNvPr id="188" name="object 188" descr=""/>
            <p:cNvSpPr/>
            <p:nvPr/>
          </p:nvSpPr>
          <p:spPr>
            <a:xfrm>
              <a:off x="13984380" y="8439450"/>
              <a:ext cx="207645" cy="779145"/>
            </a:xfrm>
            <a:custGeom>
              <a:avLst/>
              <a:gdLst/>
              <a:ahLst/>
              <a:cxnLst/>
              <a:rect l="l" t="t" r="r" b="b"/>
              <a:pathLst>
                <a:path w="207644" h="779145">
                  <a:moveTo>
                    <a:pt x="198056" y="0"/>
                  </a:moveTo>
                  <a:lnTo>
                    <a:pt x="196213" y="5999"/>
                  </a:lnTo>
                  <a:lnTo>
                    <a:pt x="190198" y="27763"/>
                  </a:lnTo>
                  <a:lnTo>
                    <a:pt x="184990" y="49837"/>
                  </a:lnTo>
                  <a:lnTo>
                    <a:pt x="175156" y="94028"/>
                  </a:lnTo>
                  <a:lnTo>
                    <a:pt x="118947" y="329188"/>
                  </a:lnTo>
                  <a:lnTo>
                    <a:pt x="84395" y="470090"/>
                  </a:lnTo>
                  <a:lnTo>
                    <a:pt x="60915" y="563351"/>
                  </a:lnTo>
                  <a:lnTo>
                    <a:pt x="48863" y="609904"/>
                  </a:lnTo>
                  <a:lnTo>
                    <a:pt x="28815" y="685117"/>
                  </a:lnTo>
                  <a:lnTo>
                    <a:pt x="12213" y="742464"/>
                  </a:lnTo>
                  <a:lnTo>
                    <a:pt x="0" y="776405"/>
                  </a:lnTo>
                  <a:lnTo>
                    <a:pt x="9507" y="778929"/>
                  </a:lnTo>
                  <a:lnTo>
                    <a:pt x="23379" y="740071"/>
                  </a:lnTo>
                  <a:lnTo>
                    <a:pt x="42577" y="672423"/>
                  </a:lnTo>
                  <a:lnTo>
                    <a:pt x="64361" y="589446"/>
                  </a:lnTo>
                  <a:lnTo>
                    <a:pt x="77010" y="540278"/>
                  </a:lnTo>
                  <a:lnTo>
                    <a:pt x="101674" y="441781"/>
                  </a:lnTo>
                  <a:lnTo>
                    <a:pt x="125731" y="343132"/>
                  </a:lnTo>
                  <a:lnTo>
                    <a:pt x="188559" y="80070"/>
                  </a:lnTo>
                  <a:lnTo>
                    <a:pt x="196564" y="44192"/>
                  </a:lnTo>
                  <a:lnTo>
                    <a:pt x="200807" y="26269"/>
                  </a:lnTo>
                  <a:lnTo>
                    <a:pt x="205700" y="8596"/>
                  </a:lnTo>
                  <a:lnTo>
                    <a:pt x="207543" y="2554"/>
                  </a:lnTo>
                  <a:lnTo>
                    <a:pt x="198056" y="0"/>
                  </a:lnTo>
                  <a:close/>
                </a:path>
              </a:pathLst>
            </a:custGeom>
            <a:solidFill>
              <a:srgbClr val="151B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597867" y="5813324"/>
              <a:ext cx="2108408" cy="2413001"/>
            </a:xfrm>
            <a:prstGeom prst="rect">
              <a:avLst/>
            </a:prstGeom>
          </p:spPr>
        </p:pic>
      </p:grpSp>
      <p:sp>
        <p:nvSpPr>
          <p:cNvPr id="190" name="object 190" descr=""/>
          <p:cNvSpPr txBox="1"/>
          <p:nvPr/>
        </p:nvSpPr>
        <p:spPr>
          <a:xfrm>
            <a:off x="624163" y="728687"/>
            <a:ext cx="7639684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scene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-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solid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ﬁll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charcters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on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outlined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background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29" y="911"/>
            <a:ext cx="20097750" cy="11306810"/>
          </a:xfrm>
          <a:custGeom>
            <a:avLst/>
            <a:gdLst/>
            <a:ahLst/>
            <a:cxnLst/>
            <a:rect l="l" t="t" r="r" b="b"/>
            <a:pathLst>
              <a:path w="20097750" h="11306810">
                <a:moveTo>
                  <a:pt x="20097440" y="0"/>
                </a:moveTo>
                <a:lnTo>
                  <a:pt x="0" y="0"/>
                </a:lnTo>
                <a:lnTo>
                  <a:pt x="0" y="11306744"/>
                </a:lnTo>
                <a:lnTo>
                  <a:pt x="20097440" y="11306744"/>
                </a:lnTo>
                <a:lnTo>
                  <a:pt x="20097440" y="0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018099" y="9692568"/>
            <a:ext cx="7976870" cy="418465"/>
          </a:xfrm>
          <a:custGeom>
            <a:avLst/>
            <a:gdLst/>
            <a:ahLst/>
            <a:cxnLst/>
            <a:rect l="l" t="t" r="r" b="b"/>
            <a:pathLst>
              <a:path w="7976870" h="418465">
                <a:moveTo>
                  <a:pt x="7767271" y="0"/>
                </a:moveTo>
                <a:lnTo>
                  <a:pt x="208998" y="0"/>
                </a:lnTo>
                <a:lnTo>
                  <a:pt x="161079" y="5519"/>
                </a:lnTo>
                <a:lnTo>
                  <a:pt x="117089" y="21242"/>
                </a:lnTo>
                <a:lnTo>
                  <a:pt x="78283" y="45913"/>
                </a:lnTo>
                <a:lnTo>
                  <a:pt x="45916" y="78278"/>
                </a:lnTo>
                <a:lnTo>
                  <a:pt x="21243" y="117084"/>
                </a:lnTo>
                <a:lnTo>
                  <a:pt x="5520" y="161076"/>
                </a:lnTo>
                <a:lnTo>
                  <a:pt x="0" y="208998"/>
                </a:lnTo>
                <a:lnTo>
                  <a:pt x="5520" y="256918"/>
                </a:lnTo>
                <a:lnTo>
                  <a:pt x="21243" y="300908"/>
                </a:lnTo>
                <a:lnTo>
                  <a:pt x="45916" y="339714"/>
                </a:lnTo>
                <a:lnTo>
                  <a:pt x="78283" y="372081"/>
                </a:lnTo>
                <a:lnTo>
                  <a:pt x="117089" y="396753"/>
                </a:lnTo>
                <a:lnTo>
                  <a:pt x="161079" y="412477"/>
                </a:lnTo>
                <a:lnTo>
                  <a:pt x="208998" y="417997"/>
                </a:lnTo>
                <a:lnTo>
                  <a:pt x="7767271" y="417997"/>
                </a:lnTo>
                <a:lnTo>
                  <a:pt x="7815190" y="412477"/>
                </a:lnTo>
                <a:lnTo>
                  <a:pt x="7859180" y="396753"/>
                </a:lnTo>
                <a:lnTo>
                  <a:pt x="7897986" y="372081"/>
                </a:lnTo>
                <a:lnTo>
                  <a:pt x="7930353" y="339714"/>
                </a:lnTo>
                <a:lnTo>
                  <a:pt x="7955026" y="300908"/>
                </a:lnTo>
                <a:lnTo>
                  <a:pt x="7970750" y="256918"/>
                </a:lnTo>
                <a:lnTo>
                  <a:pt x="7976270" y="208998"/>
                </a:lnTo>
                <a:lnTo>
                  <a:pt x="7970750" y="161076"/>
                </a:lnTo>
                <a:lnTo>
                  <a:pt x="7955026" y="117084"/>
                </a:lnTo>
                <a:lnTo>
                  <a:pt x="7930353" y="78278"/>
                </a:lnTo>
                <a:lnTo>
                  <a:pt x="7897986" y="45913"/>
                </a:lnTo>
                <a:lnTo>
                  <a:pt x="7859180" y="21242"/>
                </a:lnTo>
                <a:lnTo>
                  <a:pt x="7815190" y="5519"/>
                </a:lnTo>
                <a:lnTo>
                  <a:pt x="7767271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212509" y="10047516"/>
            <a:ext cx="5361305" cy="470534"/>
          </a:xfrm>
          <a:custGeom>
            <a:avLst/>
            <a:gdLst/>
            <a:ahLst/>
            <a:cxnLst/>
            <a:rect l="l" t="t" r="r" b="b"/>
            <a:pathLst>
              <a:path w="5361305" h="470534">
                <a:moveTo>
                  <a:pt x="5126011" y="0"/>
                </a:moveTo>
                <a:lnTo>
                  <a:pt x="235060" y="0"/>
                </a:lnTo>
                <a:lnTo>
                  <a:pt x="187688" y="4775"/>
                </a:lnTo>
                <a:lnTo>
                  <a:pt x="143565" y="18472"/>
                </a:lnTo>
                <a:lnTo>
                  <a:pt x="103637" y="40145"/>
                </a:lnTo>
                <a:lnTo>
                  <a:pt x="68848" y="68848"/>
                </a:lnTo>
                <a:lnTo>
                  <a:pt x="40145" y="103637"/>
                </a:lnTo>
                <a:lnTo>
                  <a:pt x="18472" y="143565"/>
                </a:lnTo>
                <a:lnTo>
                  <a:pt x="4775" y="187688"/>
                </a:lnTo>
                <a:lnTo>
                  <a:pt x="0" y="235060"/>
                </a:lnTo>
                <a:lnTo>
                  <a:pt x="4775" y="282436"/>
                </a:lnTo>
                <a:lnTo>
                  <a:pt x="18472" y="326562"/>
                </a:lnTo>
                <a:lnTo>
                  <a:pt x="40145" y="366492"/>
                </a:lnTo>
                <a:lnTo>
                  <a:pt x="68848" y="401282"/>
                </a:lnTo>
                <a:lnTo>
                  <a:pt x="103637" y="429986"/>
                </a:lnTo>
                <a:lnTo>
                  <a:pt x="143565" y="451659"/>
                </a:lnTo>
                <a:lnTo>
                  <a:pt x="187688" y="465356"/>
                </a:lnTo>
                <a:lnTo>
                  <a:pt x="235060" y="470132"/>
                </a:lnTo>
                <a:lnTo>
                  <a:pt x="5126011" y="470132"/>
                </a:lnTo>
                <a:lnTo>
                  <a:pt x="5173383" y="465356"/>
                </a:lnTo>
                <a:lnTo>
                  <a:pt x="5217506" y="451659"/>
                </a:lnTo>
                <a:lnTo>
                  <a:pt x="5257435" y="429986"/>
                </a:lnTo>
                <a:lnTo>
                  <a:pt x="5292223" y="401282"/>
                </a:lnTo>
                <a:lnTo>
                  <a:pt x="5320926" y="366492"/>
                </a:lnTo>
                <a:lnTo>
                  <a:pt x="5342599" y="326562"/>
                </a:lnTo>
                <a:lnTo>
                  <a:pt x="5356296" y="282436"/>
                </a:lnTo>
                <a:lnTo>
                  <a:pt x="5361072" y="235060"/>
                </a:lnTo>
                <a:lnTo>
                  <a:pt x="5356296" y="187688"/>
                </a:lnTo>
                <a:lnTo>
                  <a:pt x="5342599" y="143565"/>
                </a:lnTo>
                <a:lnTo>
                  <a:pt x="5320926" y="103637"/>
                </a:lnTo>
                <a:lnTo>
                  <a:pt x="5292223" y="68848"/>
                </a:lnTo>
                <a:lnTo>
                  <a:pt x="5257435" y="40145"/>
                </a:lnTo>
                <a:lnTo>
                  <a:pt x="5217506" y="18472"/>
                </a:lnTo>
                <a:lnTo>
                  <a:pt x="5173383" y="4775"/>
                </a:lnTo>
                <a:lnTo>
                  <a:pt x="5126011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8939" y="9115074"/>
            <a:ext cx="5012690" cy="225425"/>
          </a:xfrm>
          <a:custGeom>
            <a:avLst/>
            <a:gdLst/>
            <a:ahLst/>
            <a:cxnLst/>
            <a:rect l="l" t="t" r="r" b="b"/>
            <a:pathLst>
              <a:path w="5012690" h="225425">
                <a:moveTo>
                  <a:pt x="4899568" y="0"/>
                </a:moveTo>
                <a:lnTo>
                  <a:pt x="112614" y="0"/>
                </a:lnTo>
                <a:lnTo>
                  <a:pt x="68778" y="8847"/>
                </a:lnTo>
                <a:lnTo>
                  <a:pt x="32983" y="32978"/>
                </a:lnTo>
                <a:lnTo>
                  <a:pt x="8849" y="68770"/>
                </a:lnTo>
                <a:lnTo>
                  <a:pt x="0" y="112603"/>
                </a:lnTo>
                <a:lnTo>
                  <a:pt x="8849" y="156433"/>
                </a:lnTo>
                <a:lnTo>
                  <a:pt x="32983" y="192225"/>
                </a:lnTo>
                <a:lnTo>
                  <a:pt x="68778" y="216358"/>
                </a:lnTo>
                <a:lnTo>
                  <a:pt x="112614" y="225207"/>
                </a:lnTo>
                <a:lnTo>
                  <a:pt x="4899568" y="225207"/>
                </a:lnTo>
                <a:lnTo>
                  <a:pt x="4943397" y="216358"/>
                </a:lnTo>
                <a:lnTo>
                  <a:pt x="4979190" y="192225"/>
                </a:lnTo>
                <a:lnTo>
                  <a:pt x="5003322" y="156433"/>
                </a:lnTo>
                <a:lnTo>
                  <a:pt x="5012171" y="112603"/>
                </a:lnTo>
                <a:lnTo>
                  <a:pt x="5003322" y="68770"/>
                </a:lnTo>
                <a:lnTo>
                  <a:pt x="4979190" y="32978"/>
                </a:lnTo>
                <a:lnTo>
                  <a:pt x="4943397" y="8847"/>
                </a:lnTo>
                <a:lnTo>
                  <a:pt x="4899568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323607" y="9115074"/>
            <a:ext cx="3803015" cy="225425"/>
          </a:xfrm>
          <a:custGeom>
            <a:avLst/>
            <a:gdLst/>
            <a:ahLst/>
            <a:cxnLst/>
            <a:rect l="l" t="t" r="r" b="b"/>
            <a:pathLst>
              <a:path w="3803015" h="225425">
                <a:moveTo>
                  <a:pt x="3690327" y="0"/>
                </a:moveTo>
                <a:lnTo>
                  <a:pt x="112603" y="0"/>
                </a:lnTo>
                <a:lnTo>
                  <a:pt x="68770" y="8847"/>
                </a:lnTo>
                <a:lnTo>
                  <a:pt x="32978" y="32978"/>
                </a:lnTo>
                <a:lnTo>
                  <a:pt x="8847" y="68770"/>
                </a:lnTo>
                <a:lnTo>
                  <a:pt x="0" y="112603"/>
                </a:lnTo>
                <a:lnTo>
                  <a:pt x="8847" y="156433"/>
                </a:lnTo>
                <a:lnTo>
                  <a:pt x="32978" y="192225"/>
                </a:lnTo>
                <a:lnTo>
                  <a:pt x="68770" y="216358"/>
                </a:lnTo>
                <a:lnTo>
                  <a:pt x="112603" y="225207"/>
                </a:lnTo>
                <a:lnTo>
                  <a:pt x="3690327" y="225207"/>
                </a:lnTo>
                <a:lnTo>
                  <a:pt x="3734156" y="216358"/>
                </a:lnTo>
                <a:lnTo>
                  <a:pt x="3769949" y="192225"/>
                </a:lnTo>
                <a:lnTo>
                  <a:pt x="3794081" y="156433"/>
                </a:lnTo>
                <a:lnTo>
                  <a:pt x="3802931" y="112603"/>
                </a:lnTo>
                <a:lnTo>
                  <a:pt x="3794081" y="68770"/>
                </a:lnTo>
                <a:lnTo>
                  <a:pt x="3769949" y="32978"/>
                </a:lnTo>
                <a:lnTo>
                  <a:pt x="3734156" y="8847"/>
                </a:lnTo>
                <a:lnTo>
                  <a:pt x="3690327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225166" y="1768218"/>
            <a:ext cx="4696460" cy="7456170"/>
            <a:chOff x="1225166" y="1768218"/>
            <a:chExt cx="4696460" cy="7456170"/>
          </a:xfrm>
        </p:grpSpPr>
        <p:sp>
          <p:nvSpPr>
            <p:cNvPr id="8" name="object 8" descr=""/>
            <p:cNvSpPr/>
            <p:nvPr/>
          </p:nvSpPr>
          <p:spPr>
            <a:xfrm>
              <a:off x="2078951" y="1768226"/>
              <a:ext cx="3842385" cy="7456170"/>
            </a:xfrm>
            <a:custGeom>
              <a:avLst/>
              <a:gdLst/>
              <a:ahLst/>
              <a:cxnLst/>
              <a:rect l="l" t="t" r="r" b="b"/>
              <a:pathLst>
                <a:path w="3842385" h="7456170">
                  <a:moveTo>
                    <a:pt x="3842156" y="0"/>
                  </a:moveTo>
                  <a:lnTo>
                    <a:pt x="0" y="0"/>
                  </a:lnTo>
                  <a:lnTo>
                    <a:pt x="0" y="5225021"/>
                  </a:lnTo>
                  <a:lnTo>
                    <a:pt x="0" y="7455789"/>
                  </a:lnTo>
                  <a:lnTo>
                    <a:pt x="3842156" y="7455789"/>
                  </a:lnTo>
                  <a:lnTo>
                    <a:pt x="3842156" y="5225021"/>
                  </a:lnTo>
                  <a:lnTo>
                    <a:pt x="384215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207590" y="1896865"/>
              <a:ext cx="2870200" cy="7198995"/>
            </a:xfrm>
            <a:custGeom>
              <a:avLst/>
              <a:gdLst/>
              <a:ahLst/>
              <a:cxnLst/>
              <a:rect l="l" t="t" r="r" b="b"/>
              <a:pathLst>
                <a:path w="2870200" h="7198995">
                  <a:moveTo>
                    <a:pt x="2201481" y="5495366"/>
                  </a:moveTo>
                  <a:lnTo>
                    <a:pt x="0" y="5495366"/>
                  </a:lnTo>
                  <a:lnTo>
                    <a:pt x="0" y="7198487"/>
                  </a:lnTo>
                  <a:lnTo>
                    <a:pt x="2201481" y="7198487"/>
                  </a:lnTo>
                  <a:lnTo>
                    <a:pt x="2201481" y="5495366"/>
                  </a:lnTo>
                  <a:close/>
                </a:path>
                <a:path w="2870200" h="7198995">
                  <a:moveTo>
                    <a:pt x="2869603" y="3663581"/>
                  </a:moveTo>
                  <a:lnTo>
                    <a:pt x="0" y="3663581"/>
                  </a:lnTo>
                  <a:lnTo>
                    <a:pt x="0" y="5096383"/>
                  </a:lnTo>
                  <a:lnTo>
                    <a:pt x="0" y="5366715"/>
                  </a:lnTo>
                  <a:lnTo>
                    <a:pt x="2534120" y="5366715"/>
                  </a:lnTo>
                  <a:lnTo>
                    <a:pt x="2534120" y="5096383"/>
                  </a:lnTo>
                  <a:lnTo>
                    <a:pt x="2869603" y="5096383"/>
                  </a:lnTo>
                  <a:lnTo>
                    <a:pt x="2869603" y="3663581"/>
                  </a:lnTo>
                  <a:close/>
                </a:path>
                <a:path w="2870200" h="7198995">
                  <a:moveTo>
                    <a:pt x="2869603" y="1831797"/>
                  </a:moveTo>
                  <a:lnTo>
                    <a:pt x="0" y="1831797"/>
                  </a:lnTo>
                  <a:lnTo>
                    <a:pt x="0" y="3534918"/>
                  </a:lnTo>
                  <a:lnTo>
                    <a:pt x="2869603" y="3534918"/>
                  </a:lnTo>
                  <a:lnTo>
                    <a:pt x="2869603" y="1831797"/>
                  </a:lnTo>
                  <a:close/>
                </a:path>
                <a:path w="2870200" h="7198995">
                  <a:moveTo>
                    <a:pt x="2869603" y="0"/>
                  </a:moveTo>
                  <a:lnTo>
                    <a:pt x="0" y="0"/>
                  </a:lnTo>
                  <a:lnTo>
                    <a:pt x="0" y="1703133"/>
                  </a:lnTo>
                  <a:lnTo>
                    <a:pt x="2869603" y="1703133"/>
                  </a:lnTo>
                  <a:lnTo>
                    <a:pt x="2869603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25156" y="1768226"/>
              <a:ext cx="4567555" cy="7456170"/>
            </a:xfrm>
            <a:custGeom>
              <a:avLst/>
              <a:gdLst/>
              <a:ahLst/>
              <a:cxnLst/>
              <a:rect l="l" t="t" r="r" b="b"/>
              <a:pathLst>
                <a:path w="4567555" h="7456170">
                  <a:moveTo>
                    <a:pt x="853795" y="0"/>
                  </a:moveTo>
                  <a:lnTo>
                    <a:pt x="0" y="0"/>
                  </a:lnTo>
                  <a:lnTo>
                    <a:pt x="0" y="7455789"/>
                  </a:lnTo>
                  <a:lnTo>
                    <a:pt x="853795" y="7455789"/>
                  </a:lnTo>
                  <a:lnTo>
                    <a:pt x="853795" y="0"/>
                  </a:lnTo>
                  <a:close/>
                </a:path>
                <a:path w="4567555" h="7456170">
                  <a:moveTo>
                    <a:pt x="4567288" y="3792220"/>
                  </a:moveTo>
                  <a:lnTo>
                    <a:pt x="3852037" y="3792220"/>
                  </a:lnTo>
                  <a:lnTo>
                    <a:pt x="3852037" y="5225021"/>
                  </a:lnTo>
                  <a:lnTo>
                    <a:pt x="4567288" y="5225021"/>
                  </a:lnTo>
                  <a:lnTo>
                    <a:pt x="4567288" y="3792220"/>
                  </a:lnTo>
                  <a:close/>
                </a:path>
                <a:path w="4567555" h="7456170">
                  <a:moveTo>
                    <a:pt x="4567288" y="1960435"/>
                  </a:moveTo>
                  <a:lnTo>
                    <a:pt x="3852037" y="1960435"/>
                  </a:lnTo>
                  <a:lnTo>
                    <a:pt x="3852037" y="3663556"/>
                  </a:lnTo>
                  <a:lnTo>
                    <a:pt x="4567288" y="3663556"/>
                  </a:lnTo>
                  <a:lnTo>
                    <a:pt x="4567288" y="1960435"/>
                  </a:lnTo>
                  <a:close/>
                </a:path>
                <a:path w="4567555" h="7456170">
                  <a:moveTo>
                    <a:pt x="4567288" y="128638"/>
                  </a:moveTo>
                  <a:lnTo>
                    <a:pt x="3852037" y="128638"/>
                  </a:lnTo>
                  <a:lnTo>
                    <a:pt x="3852037" y="1831771"/>
                  </a:lnTo>
                  <a:lnTo>
                    <a:pt x="4567288" y="1831771"/>
                  </a:lnTo>
                  <a:lnTo>
                    <a:pt x="4567288" y="128638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252761" y="2533566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22448" y="2533566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110200" y="2533566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079876" y="2533566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967628" y="2533566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35654" y="2533567"/>
              <a:ext cx="1332230" cy="1066165"/>
            </a:xfrm>
            <a:custGeom>
              <a:avLst/>
              <a:gdLst/>
              <a:ahLst/>
              <a:cxnLst/>
              <a:rect l="l" t="t" r="r" b="b"/>
              <a:pathLst>
                <a:path w="1332229" h="1066164">
                  <a:moveTo>
                    <a:pt x="188061" y="602259"/>
                  </a:moveTo>
                  <a:lnTo>
                    <a:pt x="0" y="1065669"/>
                  </a:lnTo>
                  <a:lnTo>
                    <a:pt x="188061" y="1065669"/>
                  </a:lnTo>
                  <a:lnTo>
                    <a:pt x="188061" y="602259"/>
                  </a:lnTo>
                  <a:close/>
                </a:path>
                <a:path w="1332229" h="1066164">
                  <a:moveTo>
                    <a:pt x="1331976" y="0"/>
                  </a:moveTo>
                  <a:lnTo>
                    <a:pt x="804303" y="0"/>
                  </a:lnTo>
                  <a:lnTo>
                    <a:pt x="804303" y="1060069"/>
                  </a:lnTo>
                  <a:lnTo>
                    <a:pt x="1331976" y="1060069"/>
                  </a:lnTo>
                  <a:lnTo>
                    <a:pt x="1331976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23726" y="2940455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0"/>
                  </a:moveTo>
                  <a:lnTo>
                    <a:pt x="0" y="0"/>
                  </a:lnTo>
                  <a:lnTo>
                    <a:pt x="0" y="658765"/>
                  </a:lnTo>
                  <a:lnTo>
                    <a:pt x="520141" y="658765"/>
                  </a:lnTo>
                  <a:lnTo>
                    <a:pt x="52014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765958" y="2480658"/>
              <a:ext cx="1449705" cy="1118870"/>
            </a:xfrm>
            <a:custGeom>
              <a:avLst/>
              <a:gdLst/>
              <a:ahLst/>
              <a:cxnLst/>
              <a:rect l="l" t="t" r="r" b="b"/>
              <a:pathLst>
                <a:path w="1449704" h="1118870">
                  <a:moveTo>
                    <a:pt x="950607" y="0"/>
                  </a:moveTo>
                  <a:lnTo>
                    <a:pt x="0" y="0"/>
                  </a:lnTo>
                  <a:lnTo>
                    <a:pt x="0" y="1118565"/>
                  </a:lnTo>
                  <a:lnTo>
                    <a:pt x="950607" y="1118565"/>
                  </a:lnTo>
                  <a:lnTo>
                    <a:pt x="950607" y="0"/>
                  </a:lnTo>
                  <a:close/>
                </a:path>
                <a:path w="1449704" h="1118870">
                  <a:moveTo>
                    <a:pt x="1449235" y="588467"/>
                  </a:moveTo>
                  <a:lnTo>
                    <a:pt x="1186421" y="588467"/>
                  </a:lnTo>
                  <a:lnTo>
                    <a:pt x="1186421" y="989901"/>
                  </a:lnTo>
                  <a:lnTo>
                    <a:pt x="1449235" y="989901"/>
                  </a:lnTo>
                  <a:lnTo>
                    <a:pt x="1449235" y="588467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894634" y="2609292"/>
              <a:ext cx="693420" cy="861694"/>
            </a:xfrm>
            <a:custGeom>
              <a:avLst/>
              <a:gdLst/>
              <a:ahLst/>
              <a:cxnLst/>
              <a:rect l="l" t="t" r="r" b="b"/>
              <a:pathLst>
                <a:path w="693420" h="861695">
                  <a:moveTo>
                    <a:pt x="693266" y="0"/>
                  </a:moveTo>
                  <a:lnTo>
                    <a:pt x="0" y="0"/>
                  </a:lnTo>
                  <a:lnTo>
                    <a:pt x="0" y="861261"/>
                  </a:lnTo>
                  <a:lnTo>
                    <a:pt x="693266" y="861261"/>
                  </a:lnTo>
                  <a:lnTo>
                    <a:pt x="69326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447061" y="2813474"/>
              <a:ext cx="1919605" cy="4450715"/>
            </a:xfrm>
            <a:custGeom>
              <a:avLst/>
              <a:gdLst/>
              <a:ahLst/>
              <a:cxnLst/>
              <a:rect l="l" t="t" r="r" b="b"/>
              <a:pathLst>
                <a:path w="1919604" h="4450715">
                  <a:moveTo>
                    <a:pt x="318897" y="0"/>
                  </a:moveTo>
                  <a:lnTo>
                    <a:pt x="0" y="785749"/>
                  </a:lnTo>
                  <a:lnTo>
                    <a:pt x="318897" y="785749"/>
                  </a:lnTo>
                  <a:lnTo>
                    <a:pt x="318897" y="0"/>
                  </a:lnTo>
                  <a:close/>
                </a:path>
                <a:path w="1919604" h="4450715">
                  <a:moveTo>
                    <a:pt x="1919452" y="3331527"/>
                  </a:moveTo>
                  <a:lnTo>
                    <a:pt x="968844" y="3331527"/>
                  </a:lnTo>
                  <a:lnTo>
                    <a:pt x="968844" y="4450105"/>
                  </a:lnTo>
                  <a:lnTo>
                    <a:pt x="1919452" y="4450105"/>
                  </a:lnTo>
                  <a:lnTo>
                    <a:pt x="1919452" y="3331527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544583" y="6273641"/>
              <a:ext cx="693420" cy="861694"/>
            </a:xfrm>
            <a:custGeom>
              <a:avLst/>
              <a:gdLst/>
              <a:ahLst/>
              <a:cxnLst/>
              <a:rect l="l" t="t" r="r" b="b"/>
              <a:pathLst>
                <a:path w="693420" h="861695">
                  <a:moveTo>
                    <a:pt x="693266" y="0"/>
                  </a:moveTo>
                  <a:lnTo>
                    <a:pt x="0" y="0"/>
                  </a:lnTo>
                  <a:lnTo>
                    <a:pt x="0" y="861272"/>
                  </a:lnTo>
                  <a:lnTo>
                    <a:pt x="693266" y="861272"/>
                  </a:lnTo>
                  <a:lnTo>
                    <a:pt x="69326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591600" y="6477818"/>
              <a:ext cx="824865" cy="786130"/>
            </a:xfrm>
            <a:custGeom>
              <a:avLst/>
              <a:gdLst/>
              <a:ahLst/>
              <a:cxnLst/>
              <a:rect l="l" t="t" r="r" b="b"/>
              <a:pathLst>
                <a:path w="824864" h="786129">
                  <a:moveTo>
                    <a:pt x="188074" y="322351"/>
                  </a:moveTo>
                  <a:lnTo>
                    <a:pt x="0" y="785761"/>
                  </a:lnTo>
                  <a:lnTo>
                    <a:pt x="188074" y="785761"/>
                  </a:lnTo>
                  <a:lnTo>
                    <a:pt x="188074" y="322351"/>
                  </a:lnTo>
                  <a:close/>
                </a:path>
                <a:path w="824864" h="786129">
                  <a:moveTo>
                    <a:pt x="824306" y="0"/>
                  </a:moveTo>
                  <a:lnTo>
                    <a:pt x="505409" y="785749"/>
                  </a:lnTo>
                  <a:lnTo>
                    <a:pt x="824306" y="785749"/>
                  </a:lnTo>
                  <a:lnTo>
                    <a:pt x="824306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779684" y="6604804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0"/>
                  </a:moveTo>
                  <a:lnTo>
                    <a:pt x="0" y="0"/>
                  </a:lnTo>
                  <a:lnTo>
                    <a:pt x="0" y="658765"/>
                  </a:lnTo>
                  <a:lnTo>
                    <a:pt x="520141" y="658765"/>
                  </a:lnTo>
                  <a:lnTo>
                    <a:pt x="52014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908340" y="6733470"/>
              <a:ext cx="262890" cy="401955"/>
            </a:xfrm>
            <a:custGeom>
              <a:avLst/>
              <a:gdLst/>
              <a:ahLst/>
              <a:cxnLst/>
              <a:rect l="l" t="t" r="r" b="b"/>
              <a:pathLst>
                <a:path w="262889" h="401954">
                  <a:moveTo>
                    <a:pt x="262819" y="0"/>
                  </a:moveTo>
                  <a:lnTo>
                    <a:pt x="0" y="0"/>
                  </a:lnTo>
                  <a:lnTo>
                    <a:pt x="0" y="401432"/>
                  </a:lnTo>
                  <a:lnTo>
                    <a:pt x="262819" y="401432"/>
                  </a:lnTo>
                  <a:lnTo>
                    <a:pt x="26281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759289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728976" y="437172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616728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586404" y="437172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474156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127919" y="4371726"/>
              <a:ext cx="346710" cy="1060450"/>
            </a:xfrm>
            <a:custGeom>
              <a:avLst/>
              <a:gdLst/>
              <a:ahLst/>
              <a:cxnLst/>
              <a:rect l="l" t="t" r="r" b="b"/>
              <a:pathLst>
                <a:path w="346710" h="1060450">
                  <a:moveTo>
                    <a:pt x="30314" y="0"/>
                  </a:moveTo>
                  <a:lnTo>
                    <a:pt x="0" y="0"/>
                  </a:lnTo>
                  <a:lnTo>
                    <a:pt x="0" y="1060056"/>
                  </a:lnTo>
                  <a:lnTo>
                    <a:pt x="30314" y="1060056"/>
                  </a:lnTo>
                  <a:lnTo>
                    <a:pt x="30314" y="0"/>
                  </a:lnTo>
                  <a:close/>
                </a:path>
                <a:path w="346710" h="1060450">
                  <a:moveTo>
                    <a:pt x="346227" y="0"/>
                  </a:moveTo>
                  <a:lnTo>
                    <a:pt x="142557" y="0"/>
                  </a:lnTo>
                  <a:lnTo>
                    <a:pt x="142557" y="1060056"/>
                  </a:lnTo>
                  <a:lnTo>
                    <a:pt x="346227" y="1060056"/>
                  </a:lnTo>
                  <a:lnTo>
                    <a:pt x="346227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8240" y="4371730"/>
              <a:ext cx="112247" cy="106005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5678" y="4371730"/>
              <a:ext cx="112247" cy="106005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3117" y="4371720"/>
              <a:ext cx="142561" cy="1060061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3345437" y="4371720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115360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085036" y="437172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972789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942475" y="437172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830227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302558" y="4371720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195232" y="8036121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112247" y="106005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164908" y="8036121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51"/>
                  </a:moveTo>
                  <a:lnTo>
                    <a:pt x="30323" y="106005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5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052660" y="8036121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112247" y="106005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022347" y="8036121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51"/>
                  </a:moveTo>
                  <a:lnTo>
                    <a:pt x="30313" y="106005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5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910099" y="8036121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112247" y="106005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382430" y="8036121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527669" y="106005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/>
          <p:nvPr/>
        </p:nvSpPr>
        <p:spPr>
          <a:xfrm>
            <a:off x="16049459" y="7899634"/>
            <a:ext cx="734060" cy="1231265"/>
          </a:xfrm>
          <a:custGeom>
            <a:avLst/>
            <a:gdLst/>
            <a:ahLst/>
            <a:cxnLst/>
            <a:rect l="l" t="t" r="r" b="b"/>
            <a:pathLst>
              <a:path w="734059" h="1231265">
                <a:moveTo>
                  <a:pt x="0" y="1230872"/>
                </a:moveTo>
                <a:lnTo>
                  <a:pt x="733548" y="1230872"/>
                </a:lnTo>
                <a:lnTo>
                  <a:pt x="733548" y="0"/>
                </a:lnTo>
                <a:lnTo>
                  <a:pt x="0" y="0"/>
                </a:lnTo>
                <a:lnTo>
                  <a:pt x="0" y="1230872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6049459" y="6575266"/>
            <a:ext cx="734060" cy="1231900"/>
          </a:xfrm>
          <a:custGeom>
            <a:avLst/>
            <a:gdLst/>
            <a:ahLst/>
            <a:cxnLst/>
            <a:rect l="l" t="t" r="r" b="b"/>
            <a:pathLst>
              <a:path w="734059" h="1231900">
                <a:moveTo>
                  <a:pt x="0" y="1231354"/>
                </a:moveTo>
                <a:lnTo>
                  <a:pt x="733548" y="1231354"/>
                </a:lnTo>
                <a:lnTo>
                  <a:pt x="733548" y="0"/>
                </a:lnTo>
                <a:lnTo>
                  <a:pt x="0" y="0"/>
                </a:lnTo>
                <a:lnTo>
                  <a:pt x="0" y="1231354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7393146" y="7899634"/>
            <a:ext cx="732790" cy="1231265"/>
          </a:xfrm>
          <a:custGeom>
            <a:avLst/>
            <a:gdLst/>
            <a:ahLst/>
            <a:cxnLst/>
            <a:rect l="l" t="t" r="r" b="b"/>
            <a:pathLst>
              <a:path w="732790" h="1231265">
                <a:moveTo>
                  <a:pt x="0" y="1230872"/>
                </a:moveTo>
                <a:lnTo>
                  <a:pt x="732291" y="1230872"/>
                </a:lnTo>
                <a:lnTo>
                  <a:pt x="732291" y="0"/>
                </a:lnTo>
                <a:lnTo>
                  <a:pt x="0" y="0"/>
                </a:lnTo>
                <a:lnTo>
                  <a:pt x="0" y="1230872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7393146" y="6575266"/>
            <a:ext cx="732790" cy="1231900"/>
          </a:xfrm>
          <a:custGeom>
            <a:avLst/>
            <a:gdLst/>
            <a:ahLst/>
            <a:cxnLst/>
            <a:rect l="l" t="t" r="r" b="b"/>
            <a:pathLst>
              <a:path w="732790" h="1231900">
                <a:moveTo>
                  <a:pt x="0" y="1231354"/>
                </a:moveTo>
                <a:lnTo>
                  <a:pt x="732291" y="1231354"/>
                </a:lnTo>
                <a:lnTo>
                  <a:pt x="732291" y="0"/>
                </a:lnTo>
                <a:lnTo>
                  <a:pt x="0" y="0"/>
                </a:lnTo>
                <a:lnTo>
                  <a:pt x="0" y="1231354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6049459" y="6482252"/>
            <a:ext cx="2169160" cy="635"/>
          </a:xfrm>
          <a:custGeom>
            <a:avLst/>
            <a:gdLst/>
            <a:ahLst/>
            <a:cxnLst/>
            <a:rect l="l" t="t" r="r" b="b"/>
            <a:pathLst>
              <a:path w="2169159" h="635">
                <a:moveTo>
                  <a:pt x="0" y="303"/>
                </a:moveTo>
                <a:lnTo>
                  <a:pt x="2168991" y="303"/>
                </a:lnTo>
                <a:lnTo>
                  <a:pt x="2168991" y="0"/>
                </a:lnTo>
                <a:lnTo>
                  <a:pt x="0" y="0"/>
                </a:lnTo>
                <a:lnTo>
                  <a:pt x="0" y="303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" name="object 52" descr=""/>
          <p:cNvGrpSpPr/>
          <p:nvPr/>
        </p:nvGrpSpPr>
        <p:grpSpPr>
          <a:xfrm>
            <a:off x="17538461" y="6738570"/>
            <a:ext cx="587375" cy="1060450"/>
            <a:chOff x="17538461" y="6738570"/>
            <a:chExt cx="587375" cy="1060450"/>
          </a:xfrm>
        </p:grpSpPr>
        <p:sp>
          <p:nvSpPr>
            <p:cNvPr id="53" name="object 53" descr=""/>
            <p:cNvSpPr/>
            <p:nvPr/>
          </p:nvSpPr>
          <p:spPr>
            <a:xfrm>
              <a:off x="17538461" y="673857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7650719" y="673857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7681032" y="673857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7793280" y="673857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7823604" y="673857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7935852" y="6738570"/>
              <a:ext cx="189865" cy="1060450"/>
            </a:xfrm>
            <a:custGeom>
              <a:avLst/>
              <a:gdLst/>
              <a:ahLst/>
              <a:cxnLst/>
              <a:rect l="l" t="t" r="r" b="b"/>
              <a:pathLst>
                <a:path w="189865" h="1060450">
                  <a:moveTo>
                    <a:pt x="0" y="1060061"/>
                  </a:moveTo>
                  <a:lnTo>
                    <a:pt x="189585" y="1060061"/>
                  </a:lnTo>
                  <a:lnTo>
                    <a:pt x="189585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15440587" y="6482252"/>
            <a:ext cx="3395345" cy="2742565"/>
            <a:chOff x="15440587" y="6482252"/>
            <a:chExt cx="3395345" cy="2742565"/>
          </a:xfrm>
        </p:grpSpPr>
        <p:sp>
          <p:nvSpPr>
            <p:cNvPr id="60" name="object 60" descr=""/>
            <p:cNvSpPr/>
            <p:nvPr/>
          </p:nvSpPr>
          <p:spPr>
            <a:xfrm>
              <a:off x="15440584" y="6482555"/>
              <a:ext cx="2778125" cy="2741930"/>
            </a:xfrm>
            <a:custGeom>
              <a:avLst/>
              <a:gdLst/>
              <a:ahLst/>
              <a:cxnLst/>
              <a:rect l="l" t="t" r="r" b="b"/>
              <a:pathLst>
                <a:path w="2778125" h="2741929">
                  <a:moveTo>
                    <a:pt x="2777858" y="0"/>
                  </a:moveTo>
                  <a:lnTo>
                    <a:pt x="2684843" y="0"/>
                  </a:lnTo>
                  <a:lnTo>
                    <a:pt x="2684843" y="92710"/>
                  </a:lnTo>
                  <a:lnTo>
                    <a:pt x="2684843" y="2647950"/>
                  </a:lnTo>
                  <a:lnTo>
                    <a:pt x="93014" y="2647950"/>
                  </a:lnTo>
                  <a:lnTo>
                    <a:pt x="93014" y="92710"/>
                  </a:lnTo>
                  <a:lnTo>
                    <a:pt x="2684843" y="92710"/>
                  </a:lnTo>
                  <a:lnTo>
                    <a:pt x="2684843" y="0"/>
                  </a:lnTo>
                  <a:lnTo>
                    <a:pt x="0" y="0"/>
                  </a:lnTo>
                  <a:lnTo>
                    <a:pt x="0" y="92710"/>
                  </a:lnTo>
                  <a:lnTo>
                    <a:pt x="0" y="2647950"/>
                  </a:lnTo>
                  <a:lnTo>
                    <a:pt x="0" y="2741930"/>
                  </a:lnTo>
                  <a:lnTo>
                    <a:pt x="2777858" y="2741930"/>
                  </a:lnTo>
                  <a:lnTo>
                    <a:pt x="2777858" y="2648445"/>
                  </a:lnTo>
                  <a:lnTo>
                    <a:pt x="2777858" y="2647950"/>
                  </a:lnTo>
                  <a:lnTo>
                    <a:pt x="2777858" y="92710"/>
                  </a:lnTo>
                  <a:lnTo>
                    <a:pt x="277785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5533599" y="6482263"/>
              <a:ext cx="3302635" cy="2741930"/>
            </a:xfrm>
            <a:custGeom>
              <a:avLst/>
              <a:gdLst/>
              <a:ahLst/>
              <a:cxnLst/>
              <a:rect l="l" t="t" r="r" b="b"/>
              <a:pathLst>
                <a:path w="3302634" h="2741929">
                  <a:moveTo>
                    <a:pt x="517118" y="1417370"/>
                  </a:moveTo>
                  <a:lnTo>
                    <a:pt x="0" y="1417370"/>
                  </a:lnTo>
                  <a:lnTo>
                    <a:pt x="0" y="2648737"/>
                  </a:lnTo>
                  <a:lnTo>
                    <a:pt x="517118" y="2648737"/>
                  </a:lnTo>
                  <a:lnTo>
                    <a:pt x="517118" y="1417370"/>
                  </a:lnTo>
                  <a:close/>
                </a:path>
                <a:path w="3302634" h="2741929">
                  <a:moveTo>
                    <a:pt x="517118" y="93002"/>
                  </a:moveTo>
                  <a:lnTo>
                    <a:pt x="0" y="93002"/>
                  </a:lnTo>
                  <a:lnTo>
                    <a:pt x="0" y="1324368"/>
                  </a:lnTo>
                  <a:lnTo>
                    <a:pt x="517118" y="1324368"/>
                  </a:lnTo>
                  <a:lnTo>
                    <a:pt x="517118" y="93002"/>
                  </a:lnTo>
                  <a:close/>
                </a:path>
                <a:path w="3302634" h="2741929">
                  <a:moveTo>
                    <a:pt x="1859546" y="1417370"/>
                  </a:moveTo>
                  <a:lnTo>
                    <a:pt x="1342415" y="1417370"/>
                  </a:lnTo>
                  <a:lnTo>
                    <a:pt x="1342415" y="2648737"/>
                  </a:lnTo>
                  <a:lnTo>
                    <a:pt x="1859546" y="2648737"/>
                  </a:lnTo>
                  <a:lnTo>
                    <a:pt x="1859546" y="1417370"/>
                  </a:lnTo>
                  <a:close/>
                </a:path>
                <a:path w="3302634" h="2741929">
                  <a:moveTo>
                    <a:pt x="1859546" y="93002"/>
                  </a:moveTo>
                  <a:lnTo>
                    <a:pt x="1342415" y="93002"/>
                  </a:lnTo>
                  <a:lnTo>
                    <a:pt x="1342415" y="1324368"/>
                  </a:lnTo>
                  <a:lnTo>
                    <a:pt x="1859546" y="1324368"/>
                  </a:lnTo>
                  <a:lnTo>
                    <a:pt x="1859546" y="93002"/>
                  </a:lnTo>
                  <a:close/>
                </a:path>
                <a:path w="3302634" h="2741929">
                  <a:moveTo>
                    <a:pt x="3302127" y="0"/>
                  </a:moveTo>
                  <a:lnTo>
                    <a:pt x="2684843" y="0"/>
                  </a:lnTo>
                  <a:lnTo>
                    <a:pt x="2684843" y="2741752"/>
                  </a:lnTo>
                  <a:lnTo>
                    <a:pt x="3302127" y="2741752"/>
                  </a:lnTo>
                  <a:lnTo>
                    <a:pt x="3302127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5440584" y="6575265"/>
              <a:ext cx="2778125" cy="2649220"/>
            </a:xfrm>
            <a:custGeom>
              <a:avLst/>
              <a:gdLst/>
              <a:ahLst/>
              <a:cxnLst/>
              <a:rect l="l" t="t" r="r" b="b"/>
              <a:pathLst>
                <a:path w="2778125" h="2649220">
                  <a:moveTo>
                    <a:pt x="1747596" y="1495679"/>
                  </a:moveTo>
                  <a:lnTo>
                    <a:pt x="1635353" y="1495679"/>
                  </a:lnTo>
                  <a:lnTo>
                    <a:pt x="1635353" y="2555735"/>
                  </a:lnTo>
                  <a:lnTo>
                    <a:pt x="1747596" y="2555735"/>
                  </a:lnTo>
                  <a:lnTo>
                    <a:pt x="1747596" y="1495679"/>
                  </a:lnTo>
                  <a:close/>
                </a:path>
                <a:path w="2778125" h="2649220">
                  <a:moveTo>
                    <a:pt x="1890166" y="1495679"/>
                  </a:moveTo>
                  <a:lnTo>
                    <a:pt x="1777911" y="1495679"/>
                  </a:lnTo>
                  <a:lnTo>
                    <a:pt x="1777911" y="2555735"/>
                  </a:lnTo>
                  <a:lnTo>
                    <a:pt x="1890166" y="2555735"/>
                  </a:lnTo>
                  <a:lnTo>
                    <a:pt x="1890166" y="1495679"/>
                  </a:lnTo>
                  <a:close/>
                </a:path>
                <a:path w="2778125" h="2649220">
                  <a:moveTo>
                    <a:pt x="2777858" y="1231366"/>
                  </a:moveTo>
                  <a:lnTo>
                    <a:pt x="1435430" y="1231366"/>
                  </a:lnTo>
                  <a:lnTo>
                    <a:pt x="1435430" y="0"/>
                  </a:lnTo>
                  <a:lnTo>
                    <a:pt x="1342415" y="0"/>
                  </a:lnTo>
                  <a:lnTo>
                    <a:pt x="1342415" y="1231366"/>
                  </a:lnTo>
                  <a:lnTo>
                    <a:pt x="0" y="1231366"/>
                  </a:lnTo>
                  <a:lnTo>
                    <a:pt x="0" y="1324368"/>
                  </a:lnTo>
                  <a:lnTo>
                    <a:pt x="1342415" y="1324368"/>
                  </a:lnTo>
                  <a:lnTo>
                    <a:pt x="1342415" y="2648750"/>
                  </a:lnTo>
                  <a:lnTo>
                    <a:pt x="1435430" y="2648750"/>
                  </a:lnTo>
                  <a:lnTo>
                    <a:pt x="1435430" y="1324368"/>
                  </a:lnTo>
                  <a:lnTo>
                    <a:pt x="2777858" y="1324368"/>
                  </a:lnTo>
                  <a:lnTo>
                    <a:pt x="2777858" y="1231366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7330750" y="8070937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7361073" y="807093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7473321" y="8070937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4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/>
          <p:nvPr/>
        </p:nvSpPr>
        <p:spPr>
          <a:xfrm>
            <a:off x="1835107" y="9692568"/>
            <a:ext cx="1488440" cy="418465"/>
          </a:xfrm>
          <a:custGeom>
            <a:avLst/>
            <a:gdLst/>
            <a:ahLst/>
            <a:cxnLst/>
            <a:rect l="l" t="t" r="r" b="b"/>
            <a:pathLst>
              <a:path w="1488439" h="418465">
                <a:moveTo>
                  <a:pt x="1279280" y="0"/>
                </a:moveTo>
                <a:lnTo>
                  <a:pt x="208998" y="0"/>
                </a:lnTo>
                <a:lnTo>
                  <a:pt x="161076" y="5519"/>
                </a:lnTo>
                <a:lnTo>
                  <a:pt x="117084" y="21242"/>
                </a:lnTo>
                <a:lnTo>
                  <a:pt x="78278" y="45913"/>
                </a:lnTo>
                <a:lnTo>
                  <a:pt x="45913" y="78278"/>
                </a:lnTo>
                <a:lnTo>
                  <a:pt x="21242" y="117084"/>
                </a:lnTo>
                <a:lnTo>
                  <a:pt x="5519" y="161076"/>
                </a:lnTo>
                <a:lnTo>
                  <a:pt x="0" y="208998"/>
                </a:lnTo>
                <a:lnTo>
                  <a:pt x="5519" y="256918"/>
                </a:lnTo>
                <a:lnTo>
                  <a:pt x="21242" y="300908"/>
                </a:lnTo>
                <a:lnTo>
                  <a:pt x="45913" y="339714"/>
                </a:lnTo>
                <a:lnTo>
                  <a:pt x="78278" y="372081"/>
                </a:lnTo>
                <a:lnTo>
                  <a:pt x="117084" y="396753"/>
                </a:lnTo>
                <a:lnTo>
                  <a:pt x="161076" y="412477"/>
                </a:lnTo>
                <a:lnTo>
                  <a:pt x="208998" y="417997"/>
                </a:lnTo>
                <a:lnTo>
                  <a:pt x="1279280" y="417997"/>
                </a:lnTo>
                <a:lnTo>
                  <a:pt x="1327203" y="412477"/>
                </a:lnTo>
                <a:lnTo>
                  <a:pt x="1371194" y="396753"/>
                </a:lnTo>
                <a:lnTo>
                  <a:pt x="1410000" y="372081"/>
                </a:lnTo>
                <a:lnTo>
                  <a:pt x="1442365" y="339714"/>
                </a:lnTo>
                <a:lnTo>
                  <a:pt x="1467037" y="300908"/>
                </a:lnTo>
                <a:lnTo>
                  <a:pt x="1482759" y="256918"/>
                </a:lnTo>
                <a:lnTo>
                  <a:pt x="1488279" y="208998"/>
                </a:lnTo>
                <a:lnTo>
                  <a:pt x="1482759" y="161076"/>
                </a:lnTo>
                <a:lnTo>
                  <a:pt x="1467037" y="117084"/>
                </a:lnTo>
                <a:lnTo>
                  <a:pt x="1442365" y="78278"/>
                </a:lnTo>
                <a:lnTo>
                  <a:pt x="1410000" y="45913"/>
                </a:lnTo>
                <a:lnTo>
                  <a:pt x="1371194" y="21242"/>
                </a:lnTo>
                <a:lnTo>
                  <a:pt x="1327203" y="5519"/>
                </a:lnTo>
                <a:lnTo>
                  <a:pt x="1279280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" name="object 67" descr=""/>
          <p:cNvGrpSpPr/>
          <p:nvPr/>
        </p:nvGrpSpPr>
        <p:grpSpPr>
          <a:xfrm>
            <a:off x="9660787" y="1736795"/>
            <a:ext cx="1373505" cy="1437640"/>
            <a:chOff x="9660787" y="1736795"/>
            <a:chExt cx="1373505" cy="1437640"/>
          </a:xfrm>
        </p:grpSpPr>
        <p:sp>
          <p:nvSpPr>
            <p:cNvPr id="68" name="object 68" descr=""/>
            <p:cNvSpPr/>
            <p:nvPr/>
          </p:nvSpPr>
          <p:spPr>
            <a:xfrm>
              <a:off x="9660787" y="1920866"/>
              <a:ext cx="1253490" cy="1253490"/>
            </a:xfrm>
            <a:custGeom>
              <a:avLst/>
              <a:gdLst/>
              <a:ahLst/>
              <a:cxnLst/>
              <a:rect l="l" t="t" r="r" b="b"/>
              <a:pathLst>
                <a:path w="1253490" h="1253489">
                  <a:moveTo>
                    <a:pt x="626619" y="0"/>
                  </a:moveTo>
                  <a:lnTo>
                    <a:pt x="577649" y="1885"/>
                  </a:lnTo>
                  <a:lnTo>
                    <a:pt x="529710" y="7448"/>
                  </a:lnTo>
                  <a:lnTo>
                    <a:pt x="482941" y="16549"/>
                  </a:lnTo>
                  <a:lnTo>
                    <a:pt x="437481" y="29049"/>
                  </a:lnTo>
                  <a:lnTo>
                    <a:pt x="393470" y="44809"/>
                  </a:lnTo>
                  <a:lnTo>
                    <a:pt x="351047" y="63689"/>
                  </a:lnTo>
                  <a:lnTo>
                    <a:pt x="310352" y="85551"/>
                  </a:lnTo>
                  <a:lnTo>
                    <a:pt x="271523" y="110254"/>
                  </a:lnTo>
                  <a:lnTo>
                    <a:pt x="234700" y="137660"/>
                  </a:lnTo>
                  <a:lnTo>
                    <a:pt x="200023" y="167629"/>
                  </a:lnTo>
                  <a:lnTo>
                    <a:pt x="167630" y="200021"/>
                  </a:lnTo>
                  <a:lnTo>
                    <a:pt x="137661" y="234698"/>
                  </a:lnTo>
                  <a:lnTo>
                    <a:pt x="110255" y="271521"/>
                  </a:lnTo>
                  <a:lnTo>
                    <a:pt x="85551" y="310349"/>
                  </a:lnTo>
                  <a:lnTo>
                    <a:pt x="63690" y="351044"/>
                  </a:lnTo>
                  <a:lnTo>
                    <a:pt x="44809" y="393466"/>
                  </a:lnTo>
                  <a:lnTo>
                    <a:pt x="29049" y="437476"/>
                  </a:lnTo>
                  <a:lnTo>
                    <a:pt x="16549" y="482934"/>
                  </a:lnTo>
                  <a:lnTo>
                    <a:pt x="7448" y="529702"/>
                  </a:lnTo>
                  <a:lnTo>
                    <a:pt x="1885" y="577640"/>
                  </a:lnTo>
                  <a:lnTo>
                    <a:pt x="0" y="626609"/>
                  </a:lnTo>
                  <a:lnTo>
                    <a:pt x="1885" y="675579"/>
                  </a:lnTo>
                  <a:lnTo>
                    <a:pt x="7448" y="723518"/>
                  </a:lnTo>
                  <a:lnTo>
                    <a:pt x="16549" y="770286"/>
                  </a:lnTo>
                  <a:lnTo>
                    <a:pt x="29049" y="815746"/>
                  </a:lnTo>
                  <a:lnTo>
                    <a:pt x="44809" y="859756"/>
                  </a:lnTo>
                  <a:lnTo>
                    <a:pt x="63690" y="902178"/>
                  </a:lnTo>
                  <a:lnTo>
                    <a:pt x="85551" y="942873"/>
                  </a:lnTo>
                  <a:lnTo>
                    <a:pt x="110255" y="981701"/>
                  </a:lnTo>
                  <a:lnTo>
                    <a:pt x="137661" y="1018524"/>
                  </a:lnTo>
                  <a:lnTo>
                    <a:pt x="167630" y="1053200"/>
                  </a:lnTo>
                  <a:lnTo>
                    <a:pt x="200023" y="1085593"/>
                  </a:lnTo>
                  <a:lnTo>
                    <a:pt x="234700" y="1115561"/>
                  </a:lnTo>
                  <a:lnTo>
                    <a:pt x="271523" y="1142966"/>
                  </a:lnTo>
                  <a:lnTo>
                    <a:pt x="310352" y="1167669"/>
                  </a:lnTo>
                  <a:lnTo>
                    <a:pt x="351047" y="1189530"/>
                  </a:lnTo>
                  <a:lnTo>
                    <a:pt x="393470" y="1208410"/>
                  </a:lnTo>
                  <a:lnTo>
                    <a:pt x="437481" y="1224169"/>
                  </a:lnTo>
                  <a:lnTo>
                    <a:pt x="482941" y="1236669"/>
                  </a:lnTo>
                  <a:lnTo>
                    <a:pt x="529710" y="1245770"/>
                  </a:lnTo>
                  <a:lnTo>
                    <a:pt x="577649" y="1251333"/>
                  </a:lnTo>
                  <a:lnTo>
                    <a:pt x="626619" y="1253218"/>
                  </a:lnTo>
                  <a:lnTo>
                    <a:pt x="675588" y="1251333"/>
                  </a:lnTo>
                  <a:lnTo>
                    <a:pt x="723526" y="1245770"/>
                  </a:lnTo>
                  <a:lnTo>
                    <a:pt x="770294" y="1236669"/>
                  </a:lnTo>
                  <a:lnTo>
                    <a:pt x="815752" y="1224169"/>
                  </a:lnTo>
                  <a:lnTo>
                    <a:pt x="859762" y="1208410"/>
                  </a:lnTo>
                  <a:lnTo>
                    <a:pt x="902184" y="1189530"/>
                  </a:lnTo>
                  <a:lnTo>
                    <a:pt x="942879" y="1167669"/>
                  </a:lnTo>
                  <a:lnTo>
                    <a:pt x="981707" y="1142966"/>
                  </a:lnTo>
                  <a:lnTo>
                    <a:pt x="1018530" y="1115561"/>
                  </a:lnTo>
                  <a:lnTo>
                    <a:pt x="1053207" y="1085593"/>
                  </a:lnTo>
                  <a:lnTo>
                    <a:pt x="1085599" y="1053200"/>
                  </a:lnTo>
                  <a:lnTo>
                    <a:pt x="1115568" y="1018524"/>
                  </a:lnTo>
                  <a:lnTo>
                    <a:pt x="1142974" y="981701"/>
                  </a:lnTo>
                  <a:lnTo>
                    <a:pt x="1167677" y="942873"/>
                  </a:lnTo>
                  <a:lnTo>
                    <a:pt x="1189538" y="902178"/>
                  </a:lnTo>
                  <a:lnTo>
                    <a:pt x="1208419" y="859756"/>
                  </a:lnTo>
                  <a:lnTo>
                    <a:pt x="1224179" y="815746"/>
                  </a:lnTo>
                  <a:lnTo>
                    <a:pt x="1236679" y="770286"/>
                  </a:lnTo>
                  <a:lnTo>
                    <a:pt x="1245780" y="723518"/>
                  </a:lnTo>
                  <a:lnTo>
                    <a:pt x="1251343" y="675579"/>
                  </a:lnTo>
                  <a:lnTo>
                    <a:pt x="1253228" y="626609"/>
                  </a:lnTo>
                  <a:lnTo>
                    <a:pt x="1251343" y="577640"/>
                  </a:lnTo>
                  <a:lnTo>
                    <a:pt x="1245780" y="529702"/>
                  </a:lnTo>
                  <a:lnTo>
                    <a:pt x="1236679" y="482934"/>
                  </a:lnTo>
                  <a:lnTo>
                    <a:pt x="1224179" y="437476"/>
                  </a:lnTo>
                  <a:lnTo>
                    <a:pt x="1208419" y="393466"/>
                  </a:lnTo>
                  <a:lnTo>
                    <a:pt x="1189538" y="351044"/>
                  </a:lnTo>
                  <a:lnTo>
                    <a:pt x="1167677" y="310349"/>
                  </a:lnTo>
                  <a:lnTo>
                    <a:pt x="1142974" y="271521"/>
                  </a:lnTo>
                  <a:lnTo>
                    <a:pt x="1115568" y="234698"/>
                  </a:lnTo>
                  <a:lnTo>
                    <a:pt x="1085599" y="200021"/>
                  </a:lnTo>
                  <a:lnTo>
                    <a:pt x="1053207" y="167629"/>
                  </a:lnTo>
                  <a:lnTo>
                    <a:pt x="1018530" y="137660"/>
                  </a:lnTo>
                  <a:lnTo>
                    <a:pt x="981707" y="110254"/>
                  </a:lnTo>
                  <a:lnTo>
                    <a:pt x="942879" y="85551"/>
                  </a:lnTo>
                  <a:lnTo>
                    <a:pt x="902184" y="63689"/>
                  </a:lnTo>
                  <a:lnTo>
                    <a:pt x="859762" y="44809"/>
                  </a:lnTo>
                  <a:lnTo>
                    <a:pt x="815752" y="29049"/>
                  </a:lnTo>
                  <a:lnTo>
                    <a:pt x="770294" y="16549"/>
                  </a:lnTo>
                  <a:lnTo>
                    <a:pt x="723526" y="7448"/>
                  </a:lnTo>
                  <a:lnTo>
                    <a:pt x="675588" y="1885"/>
                  </a:lnTo>
                  <a:lnTo>
                    <a:pt x="62661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9780969" y="1736795"/>
              <a:ext cx="1253490" cy="1253490"/>
            </a:xfrm>
            <a:custGeom>
              <a:avLst/>
              <a:gdLst/>
              <a:ahLst/>
              <a:cxnLst/>
              <a:rect l="l" t="t" r="r" b="b"/>
              <a:pathLst>
                <a:path w="1253490" h="1253489">
                  <a:moveTo>
                    <a:pt x="626619" y="0"/>
                  </a:moveTo>
                  <a:lnTo>
                    <a:pt x="577649" y="1885"/>
                  </a:lnTo>
                  <a:lnTo>
                    <a:pt x="529710" y="7448"/>
                  </a:lnTo>
                  <a:lnTo>
                    <a:pt x="482941" y="16549"/>
                  </a:lnTo>
                  <a:lnTo>
                    <a:pt x="437481" y="29049"/>
                  </a:lnTo>
                  <a:lnTo>
                    <a:pt x="393470" y="44809"/>
                  </a:lnTo>
                  <a:lnTo>
                    <a:pt x="351047" y="63689"/>
                  </a:lnTo>
                  <a:lnTo>
                    <a:pt x="310352" y="85551"/>
                  </a:lnTo>
                  <a:lnTo>
                    <a:pt x="271523" y="110254"/>
                  </a:lnTo>
                  <a:lnTo>
                    <a:pt x="234700" y="137660"/>
                  </a:lnTo>
                  <a:lnTo>
                    <a:pt x="200023" y="167629"/>
                  </a:lnTo>
                  <a:lnTo>
                    <a:pt x="167630" y="200021"/>
                  </a:lnTo>
                  <a:lnTo>
                    <a:pt x="137661" y="234698"/>
                  </a:lnTo>
                  <a:lnTo>
                    <a:pt x="110255" y="271521"/>
                  </a:lnTo>
                  <a:lnTo>
                    <a:pt x="85551" y="310349"/>
                  </a:lnTo>
                  <a:lnTo>
                    <a:pt x="63690" y="351044"/>
                  </a:lnTo>
                  <a:lnTo>
                    <a:pt x="44809" y="393466"/>
                  </a:lnTo>
                  <a:lnTo>
                    <a:pt x="29049" y="437476"/>
                  </a:lnTo>
                  <a:lnTo>
                    <a:pt x="16549" y="482934"/>
                  </a:lnTo>
                  <a:lnTo>
                    <a:pt x="7448" y="529702"/>
                  </a:lnTo>
                  <a:lnTo>
                    <a:pt x="1885" y="577640"/>
                  </a:lnTo>
                  <a:lnTo>
                    <a:pt x="0" y="626609"/>
                  </a:lnTo>
                  <a:lnTo>
                    <a:pt x="1885" y="675577"/>
                  </a:lnTo>
                  <a:lnTo>
                    <a:pt x="7448" y="723515"/>
                  </a:lnTo>
                  <a:lnTo>
                    <a:pt x="16549" y="770283"/>
                  </a:lnTo>
                  <a:lnTo>
                    <a:pt x="29049" y="815742"/>
                  </a:lnTo>
                  <a:lnTo>
                    <a:pt x="44809" y="859752"/>
                  </a:lnTo>
                  <a:lnTo>
                    <a:pt x="63690" y="902174"/>
                  </a:lnTo>
                  <a:lnTo>
                    <a:pt x="85551" y="942869"/>
                  </a:lnTo>
                  <a:lnTo>
                    <a:pt x="110255" y="981697"/>
                  </a:lnTo>
                  <a:lnTo>
                    <a:pt x="137661" y="1018519"/>
                  </a:lnTo>
                  <a:lnTo>
                    <a:pt x="167630" y="1053196"/>
                  </a:lnTo>
                  <a:lnTo>
                    <a:pt x="200023" y="1085589"/>
                  </a:lnTo>
                  <a:lnTo>
                    <a:pt x="234700" y="1115558"/>
                  </a:lnTo>
                  <a:lnTo>
                    <a:pt x="271523" y="1142963"/>
                  </a:lnTo>
                  <a:lnTo>
                    <a:pt x="310352" y="1167666"/>
                  </a:lnTo>
                  <a:lnTo>
                    <a:pt x="351047" y="1189528"/>
                  </a:lnTo>
                  <a:lnTo>
                    <a:pt x="393470" y="1208408"/>
                  </a:lnTo>
                  <a:lnTo>
                    <a:pt x="437481" y="1224168"/>
                  </a:lnTo>
                  <a:lnTo>
                    <a:pt x="482941" y="1236668"/>
                  </a:lnTo>
                  <a:lnTo>
                    <a:pt x="529710" y="1245770"/>
                  </a:lnTo>
                  <a:lnTo>
                    <a:pt x="577649" y="1251333"/>
                  </a:lnTo>
                  <a:lnTo>
                    <a:pt x="626619" y="1253218"/>
                  </a:lnTo>
                  <a:lnTo>
                    <a:pt x="675588" y="1251333"/>
                  </a:lnTo>
                  <a:lnTo>
                    <a:pt x="723526" y="1245770"/>
                  </a:lnTo>
                  <a:lnTo>
                    <a:pt x="770294" y="1236668"/>
                  </a:lnTo>
                  <a:lnTo>
                    <a:pt x="815752" y="1224168"/>
                  </a:lnTo>
                  <a:lnTo>
                    <a:pt x="859762" y="1208408"/>
                  </a:lnTo>
                  <a:lnTo>
                    <a:pt x="902184" y="1189528"/>
                  </a:lnTo>
                  <a:lnTo>
                    <a:pt x="942879" y="1167666"/>
                  </a:lnTo>
                  <a:lnTo>
                    <a:pt x="981707" y="1142963"/>
                  </a:lnTo>
                  <a:lnTo>
                    <a:pt x="1018530" y="1115558"/>
                  </a:lnTo>
                  <a:lnTo>
                    <a:pt x="1053207" y="1085589"/>
                  </a:lnTo>
                  <a:lnTo>
                    <a:pt x="1085599" y="1053196"/>
                  </a:lnTo>
                  <a:lnTo>
                    <a:pt x="1115568" y="1018519"/>
                  </a:lnTo>
                  <a:lnTo>
                    <a:pt x="1142974" y="981697"/>
                  </a:lnTo>
                  <a:lnTo>
                    <a:pt x="1167677" y="942869"/>
                  </a:lnTo>
                  <a:lnTo>
                    <a:pt x="1189538" y="902174"/>
                  </a:lnTo>
                  <a:lnTo>
                    <a:pt x="1208419" y="859752"/>
                  </a:lnTo>
                  <a:lnTo>
                    <a:pt x="1224179" y="815742"/>
                  </a:lnTo>
                  <a:lnTo>
                    <a:pt x="1236679" y="770283"/>
                  </a:lnTo>
                  <a:lnTo>
                    <a:pt x="1245780" y="723515"/>
                  </a:lnTo>
                  <a:lnTo>
                    <a:pt x="1251343" y="675577"/>
                  </a:lnTo>
                  <a:lnTo>
                    <a:pt x="1253228" y="626609"/>
                  </a:lnTo>
                  <a:lnTo>
                    <a:pt x="1251343" y="577640"/>
                  </a:lnTo>
                  <a:lnTo>
                    <a:pt x="1245780" y="529702"/>
                  </a:lnTo>
                  <a:lnTo>
                    <a:pt x="1236679" y="482934"/>
                  </a:lnTo>
                  <a:lnTo>
                    <a:pt x="1224179" y="437476"/>
                  </a:lnTo>
                  <a:lnTo>
                    <a:pt x="1208419" y="393466"/>
                  </a:lnTo>
                  <a:lnTo>
                    <a:pt x="1189538" y="351044"/>
                  </a:lnTo>
                  <a:lnTo>
                    <a:pt x="1167677" y="310349"/>
                  </a:lnTo>
                  <a:lnTo>
                    <a:pt x="1142974" y="271521"/>
                  </a:lnTo>
                  <a:lnTo>
                    <a:pt x="1115568" y="234698"/>
                  </a:lnTo>
                  <a:lnTo>
                    <a:pt x="1085599" y="200021"/>
                  </a:lnTo>
                  <a:lnTo>
                    <a:pt x="1053207" y="167629"/>
                  </a:lnTo>
                  <a:lnTo>
                    <a:pt x="1018530" y="137660"/>
                  </a:lnTo>
                  <a:lnTo>
                    <a:pt x="981707" y="110254"/>
                  </a:lnTo>
                  <a:lnTo>
                    <a:pt x="942879" y="85551"/>
                  </a:lnTo>
                  <a:lnTo>
                    <a:pt x="902184" y="63689"/>
                  </a:lnTo>
                  <a:lnTo>
                    <a:pt x="859762" y="44809"/>
                  </a:lnTo>
                  <a:lnTo>
                    <a:pt x="815752" y="29049"/>
                  </a:lnTo>
                  <a:lnTo>
                    <a:pt x="770294" y="16549"/>
                  </a:lnTo>
                  <a:lnTo>
                    <a:pt x="723526" y="7448"/>
                  </a:lnTo>
                  <a:lnTo>
                    <a:pt x="675588" y="1885"/>
                  </a:lnTo>
                  <a:lnTo>
                    <a:pt x="62661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9880617" y="1836431"/>
              <a:ext cx="1054100" cy="1054100"/>
            </a:xfrm>
            <a:custGeom>
              <a:avLst/>
              <a:gdLst/>
              <a:ahLst/>
              <a:cxnLst/>
              <a:rect l="l" t="t" r="r" b="b"/>
              <a:pathLst>
                <a:path w="1054100" h="1054100">
                  <a:moveTo>
                    <a:pt x="526968" y="0"/>
                  </a:moveTo>
                  <a:lnTo>
                    <a:pt x="479071" y="2157"/>
                  </a:lnTo>
                  <a:lnTo>
                    <a:pt x="432365" y="8505"/>
                  </a:lnTo>
                  <a:lnTo>
                    <a:pt x="387038" y="18856"/>
                  </a:lnTo>
                  <a:lnTo>
                    <a:pt x="343277" y="33022"/>
                  </a:lnTo>
                  <a:lnTo>
                    <a:pt x="301268" y="50816"/>
                  </a:lnTo>
                  <a:lnTo>
                    <a:pt x="261201" y="72050"/>
                  </a:lnTo>
                  <a:lnTo>
                    <a:pt x="223261" y="96538"/>
                  </a:lnTo>
                  <a:lnTo>
                    <a:pt x="187638" y="124090"/>
                  </a:lnTo>
                  <a:lnTo>
                    <a:pt x="154517" y="154521"/>
                  </a:lnTo>
                  <a:lnTo>
                    <a:pt x="124087" y="187642"/>
                  </a:lnTo>
                  <a:lnTo>
                    <a:pt x="96535" y="223266"/>
                  </a:lnTo>
                  <a:lnTo>
                    <a:pt x="72048" y="261205"/>
                  </a:lnTo>
                  <a:lnTo>
                    <a:pt x="50814" y="301273"/>
                  </a:lnTo>
                  <a:lnTo>
                    <a:pt x="33021" y="343281"/>
                  </a:lnTo>
                  <a:lnTo>
                    <a:pt x="18855" y="387042"/>
                  </a:lnTo>
                  <a:lnTo>
                    <a:pt x="8505" y="432368"/>
                  </a:lnTo>
                  <a:lnTo>
                    <a:pt x="2157" y="479073"/>
                  </a:lnTo>
                  <a:lnTo>
                    <a:pt x="0" y="526968"/>
                  </a:lnTo>
                  <a:lnTo>
                    <a:pt x="2157" y="574864"/>
                  </a:lnTo>
                  <a:lnTo>
                    <a:pt x="8505" y="621570"/>
                  </a:lnTo>
                  <a:lnTo>
                    <a:pt x="18855" y="666898"/>
                  </a:lnTo>
                  <a:lnTo>
                    <a:pt x="33021" y="710660"/>
                  </a:lnTo>
                  <a:lnTo>
                    <a:pt x="50814" y="752669"/>
                  </a:lnTo>
                  <a:lnTo>
                    <a:pt x="72048" y="792737"/>
                  </a:lnTo>
                  <a:lnTo>
                    <a:pt x="96535" y="830678"/>
                  </a:lnTo>
                  <a:lnTo>
                    <a:pt x="124087" y="866302"/>
                  </a:lnTo>
                  <a:lnTo>
                    <a:pt x="154517" y="899424"/>
                  </a:lnTo>
                  <a:lnTo>
                    <a:pt x="187638" y="929855"/>
                  </a:lnTo>
                  <a:lnTo>
                    <a:pt x="223261" y="957408"/>
                  </a:lnTo>
                  <a:lnTo>
                    <a:pt x="261201" y="981895"/>
                  </a:lnTo>
                  <a:lnTo>
                    <a:pt x="301268" y="1003130"/>
                  </a:lnTo>
                  <a:lnTo>
                    <a:pt x="343277" y="1020924"/>
                  </a:lnTo>
                  <a:lnTo>
                    <a:pt x="387038" y="1035090"/>
                  </a:lnTo>
                  <a:lnTo>
                    <a:pt x="432365" y="1045441"/>
                  </a:lnTo>
                  <a:lnTo>
                    <a:pt x="479071" y="1051789"/>
                  </a:lnTo>
                  <a:lnTo>
                    <a:pt x="526968" y="1053946"/>
                  </a:lnTo>
                  <a:lnTo>
                    <a:pt x="574864" y="1051789"/>
                  </a:lnTo>
                  <a:lnTo>
                    <a:pt x="621570" y="1045441"/>
                  </a:lnTo>
                  <a:lnTo>
                    <a:pt x="666898" y="1035090"/>
                  </a:lnTo>
                  <a:lnTo>
                    <a:pt x="710660" y="1020924"/>
                  </a:lnTo>
                  <a:lnTo>
                    <a:pt x="752669" y="1003130"/>
                  </a:lnTo>
                  <a:lnTo>
                    <a:pt x="792737" y="981895"/>
                  </a:lnTo>
                  <a:lnTo>
                    <a:pt x="830678" y="957408"/>
                  </a:lnTo>
                  <a:lnTo>
                    <a:pt x="866302" y="929855"/>
                  </a:lnTo>
                  <a:lnTo>
                    <a:pt x="899424" y="899424"/>
                  </a:lnTo>
                  <a:lnTo>
                    <a:pt x="929855" y="866302"/>
                  </a:lnTo>
                  <a:lnTo>
                    <a:pt x="957408" y="830678"/>
                  </a:lnTo>
                  <a:lnTo>
                    <a:pt x="981895" y="792737"/>
                  </a:lnTo>
                  <a:lnTo>
                    <a:pt x="1003130" y="752669"/>
                  </a:lnTo>
                  <a:lnTo>
                    <a:pt x="1020924" y="710660"/>
                  </a:lnTo>
                  <a:lnTo>
                    <a:pt x="1035090" y="666898"/>
                  </a:lnTo>
                  <a:lnTo>
                    <a:pt x="1045441" y="621570"/>
                  </a:lnTo>
                  <a:lnTo>
                    <a:pt x="1051789" y="574864"/>
                  </a:lnTo>
                  <a:lnTo>
                    <a:pt x="1053946" y="526968"/>
                  </a:lnTo>
                  <a:lnTo>
                    <a:pt x="1051789" y="479073"/>
                  </a:lnTo>
                  <a:lnTo>
                    <a:pt x="1045441" y="432368"/>
                  </a:lnTo>
                  <a:lnTo>
                    <a:pt x="1035090" y="387042"/>
                  </a:lnTo>
                  <a:lnTo>
                    <a:pt x="1020924" y="343281"/>
                  </a:lnTo>
                  <a:lnTo>
                    <a:pt x="1003130" y="301273"/>
                  </a:lnTo>
                  <a:lnTo>
                    <a:pt x="981895" y="261205"/>
                  </a:lnTo>
                  <a:lnTo>
                    <a:pt x="957408" y="223266"/>
                  </a:lnTo>
                  <a:lnTo>
                    <a:pt x="929855" y="187642"/>
                  </a:lnTo>
                  <a:lnTo>
                    <a:pt x="899424" y="154521"/>
                  </a:lnTo>
                  <a:lnTo>
                    <a:pt x="866302" y="124090"/>
                  </a:lnTo>
                  <a:lnTo>
                    <a:pt x="830678" y="96538"/>
                  </a:lnTo>
                  <a:lnTo>
                    <a:pt x="792737" y="72050"/>
                  </a:lnTo>
                  <a:lnTo>
                    <a:pt x="752669" y="50816"/>
                  </a:lnTo>
                  <a:lnTo>
                    <a:pt x="710660" y="33022"/>
                  </a:lnTo>
                  <a:lnTo>
                    <a:pt x="666898" y="18856"/>
                  </a:lnTo>
                  <a:lnTo>
                    <a:pt x="621570" y="8505"/>
                  </a:lnTo>
                  <a:lnTo>
                    <a:pt x="574864" y="2157"/>
                  </a:lnTo>
                  <a:lnTo>
                    <a:pt x="526968" y="0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23833" y="1879649"/>
              <a:ext cx="967499" cy="967509"/>
            </a:xfrm>
            <a:prstGeom prst="rect">
              <a:avLst/>
            </a:prstGeom>
          </p:spPr>
        </p:pic>
      </p:grpSp>
      <p:grpSp>
        <p:nvGrpSpPr>
          <p:cNvPr id="72" name="object 72" descr=""/>
          <p:cNvGrpSpPr/>
          <p:nvPr/>
        </p:nvGrpSpPr>
        <p:grpSpPr>
          <a:xfrm>
            <a:off x="11631362" y="1817305"/>
            <a:ext cx="2223135" cy="2835910"/>
            <a:chOff x="11631362" y="1817305"/>
            <a:chExt cx="2223135" cy="2835910"/>
          </a:xfrm>
        </p:grpSpPr>
        <p:sp>
          <p:nvSpPr>
            <p:cNvPr id="73" name="object 73" descr=""/>
            <p:cNvSpPr/>
            <p:nvPr/>
          </p:nvSpPr>
          <p:spPr>
            <a:xfrm>
              <a:off x="11631362" y="1817305"/>
              <a:ext cx="2223135" cy="2835910"/>
            </a:xfrm>
            <a:custGeom>
              <a:avLst/>
              <a:gdLst/>
              <a:ahLst/>
              <a:cxnLst/>
              <a:rect l="l" t="t" r="r" b="b"/>
              <a:pathLst>
                <a:path w="2223134" h="2835910">
                  <a:moveTo>
                    <a:pt x="2222811" y="0"/>
                  </a:moveTo>
                  <a:lnTo>
                    <a:pt x="0" y="0"/>
                  </a:lnTo>
                  <a:lnTo>
                    <a:pt x="0" y="2835411"/>
                  </a:lnTo>
                  <a:lnTo>
                    <a:pt x="2222811" y="2835411"/>
                  </a:lnTo>
                  <a:lnTo>
                    <a:pt x="2222811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1856237" y="2081827"/>
              <a:ext cx="1773555" cy="2316480"/>
            </a:xfrm>
            <a:custGeom>
              <a:avLst/>
              <a:gdLst/>
              <a:ahLst/>
              <a:cxnLst/>
              <a:rect l="l" t="t" r="r" b="b"/>
              <a:pathLst>
                <a:path w="1773555" h="2316479">
                  <a:moveTo>
                    <a:pt x="551078" y="162775"/>
                  </a:moveTo>
                  <a:lnTo>
                    <a:pt x="0" y="162775"/>
                  </a:lnTo>
                  <a:lnTo>
                    <a:pt x="0" y="266204"/>
                  </a:lnTo>
                  <a:lnTo>
                    <a:pt x="551078" y="266204"/>
                  </a:lnTo>
                  <a:lnTo>
                    <a:pt x="551078" y="162775"/>
                  </a:lnTo>
                  <a:close/>
                </a:path>
                <a:path w="1773555" h="2316479">
                  <a:moveTo>
                    <a:pt x="804341" y="0"/>
                  </a:moveTo>
                  <a:lnTo>
                    <a:pt x="0" y="0"/>
                  </a:lnTo>
                  <a:lnTo>
                    <a:pt x="0" y="103428"/>
                  </a:lnTo>
                  <a:lnTo>
                    <a:pt x="804341" y="103428"/>
                  </a:lnTo>
                  <a:lnTo>
                    <a:pt x="804341" y="0"/>
                  </a:lnTo>
                  <a:close/>
                </a:path>
                <a:path w="1773555" h="2316479">
                  <a:moveTo>
                    <a:pt x="1773224" y="2281771"/>
                  </a:moveTo>
                  <a:lnTo>
                    <a:pt x="892086" y="2281771"/>
                  </a:lnTo>
                  <a:lnTo>
                    <a:pt x="892086" y="2316251"/>
                  </a:lnTo>
                  <a:lnTo>
                    <a:pt x="1773224" y="2316251"/>
                  </a:lnTo>
                  <a:lnTo>
                    <a:pt x="1773224" y="2281771"/>
                  </a:lnTo>
                  <a:close/>
                </a:path>
                <a:path w="1773555" h="2316479">
                  <a:moveTo>
                    <a:pt x="1773224" y="2178329"/>
                  </a:moveTo>
                  <a:lnTo>
                    <a:pt x="892086" y="2178329"/>
                  </a:lnTo>
                  <a:lnTo>
                    <a:pt x="892086" y="2212810"/>
                  </a:lnTo>
                  <a:lnTo>
                    <a:pt x="1773224" y="2212810"/>
                  </a:lnTo>
                  <a:lnTo>
                    <a:pt x="1773224" y="2178329"/>
                  </a:lnTo>
                  <a:close/>
                </a:path>
                <a:path w="1773555" h="2316479">
                  <a:moveTo>
                    <a:pt x="1773224" y="2074887"/>
                  </a:moveTo>
                  <a:lnTo>
                    <a:pt x="892086" y="2074887"/>
                  </a:lnTo>
                  <a:lnTo>
                    <a:pt x="892086" y="2109368"/>
                  </a:lnTo>
                  <a:lnTo>
                    <a:pt x="1773224" y="2109368"/>
                  </a:lnTo>
                  <a:lnTo>
                    <a:pt x="1773224" y="2074887"/>
                  </a:lnTo>
                  <a:close/>
                </a:path>
                <a:path w="1773555" h="2316479">
                  <a:moveTo>
                    <a:pt x="1773224" y="1866785"/>
                  </a:moveTo>
                  <a:lnTo>
                    <a:pt x="892086" y="1866785"/>
                  </a:lnTo>
                  <a:lnTo>
                    <a:pt x="892086" y="1901266"/>
                  </a:lnTo>
                  <a:lnTo>
                    <a:pt x="1773224" y="1901266"/>
                  </a:lnTo>
                  <a:lnTo>
                    <a:pt x="1773224" y="1866785"/>
                  </a:lnTo>
                  <a:close/>
                </a:path>
                <a:path w="1773555" h="2316479">
                  <a:moveTo>
                    <a:pt x="1773224" y="1763344"/>
                  </a:moveTo>
                  <a:lnTo>
                    <a:pt x="892086" y="1763344"/>
                  </a:lnTo>
                  <a:lnTo>
                    <a:pt x="892086" y="1797824"/>
                  </a:lnTo>
                  <a:lnTo>
                    <a:pt x="1773224" y="1797824"/>
                  </a:lnTo>
                  <a:lnTo>
                    <a:pt x="1773224" y="1763344"/>
                  </a:lnTo>
                  <a:close/>
                </a:path>
                <a:path w="1773555" h="2316479">
                  <a:moveTo>
                    <a:pt x="1773224" y="1659890"/>
                  </a:moveTo>
                  <a:lnTo>
                    <a:pt x="892086" y="1659890"/>
                  </a:lnTo>
                  <a:lnTo>
                    <a:pt x="892086" y="1694383"/>
                  </a:lnTo>
                  <a:lnTo>
                    <a:pt x="1773224" y="1694383"/>
                  </a:lnTo>
                  <a:lnTo>
                    <a:pt x="1773224" y="165989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 descr=""/>
          <p:cNvGrpSpPr/>
          <p:nvPr/>
        </p:nvGrpSpPr>
        <p:grpSpPr>
          <a:xfrm>
            <a:off x="1204853" y="7169970"/>
            <a:ext cx="2604770" cy="2776855"/>
            <a:chOff x="1204853" y="7169970"/>
            <a:chExt cx="2604770" cy="2776855"/>
          </a:xfrm>
        </p:grpSpPr>
        <p:sp>
          <p:nvSpPr>
            <p:cNvPr id="76" name="object 76" descr=""/>
            <p:cNvSpPr/>
            <p:nvPr/>
          </p:nvSpPr>
          <p:spPr>
            <a:xfrm>
              <a:off x="1484312" y="7498924"/>
              <a:ext cx="1991995" cy="1524000"/>
            </a:xfrm>
            <a:custGeom>
              <a:avLst/>
              <a:gdLst/>
              <a:ahLst/>
              <a:cxnLst/>
              <a:rect l="l" t="t" r="r" b="b"/>
              <a:pathLst>
                <a:path w="1991995" h="1524000">
                  <a:moveTo>
                    <a:pt x="1529854" y="363232"/>
                  </a:moveTo>
                  <a:lnTo>
                    <a:pt x="1487004" y="392442"/>
                  </a:lnTo>
                  <a:lnTo>
                    <a:pt x="1451584" y="430974"/>
                  </a:lnTo>
                  <a:lnTo>
                    <a:pt x="1416812" y="471424"/>
                  </a:lnTo>
                  <a:lnTo>
                    <a:pt x="1382826" y="513549"/>
                  </a:lnTo>
                  <a:lnTo>
                    <a:pt x="1349794" y="557060"/>
                  </a:lnTo>
                  <a:lnTo>
                    <a:pt x="1317879" y="601687"/>
                  </a:lnTo>
                  <a:lnTo>
                    <a:pt x="1287246" y="647192"/>
                  </a:lnTo>
                  <a:lnTo>
                    <a:pt x="1258062" y="693280"/>
                  </a:lnTo>
                  <a:lnTo>
                    <a:pt x="1230490" y="739698"/>
                  </a:lnTo>
                  <a:lnTo>
                    <a:pt x="1204696" y="786180"/>
                  </a:lnTo>
                  <a:lnTo>
                    <a:pt x="1180833" y="832446"/>
                  </a:lnTo>
                  <a:lnTo>
                    <a:pt x="1159078" y="878255"/>
                  </a:lnTo>
                  <a:lnTo>
                    <a:pt x="1139583" y="923315"/>
                  </a:lnTo>
                  <a:lnTo>
                    <a:pt x="1122514" y="967371"/>
                  </a:lnTo>
                  <a:lnTo>
                    <a:pt x="1108036" y="1010145"/>
                  </a:lnTo>
                  <a:lnTo>
                    <a:pt x="1106208" y="1016546"/>
                  </a:lnTo>
                  <a:lnTo>
                    <a:pt x="1105992" y="967905"/>
                  </a:lnTo>
                  <a:lnTo>
                    <a:pt x="1104620" y="906767"/>
                  </a:lnTo>
                  <a:lnTo>
                    <a:pt x="1102093" y="844550"/>
                  </a:lnTo>
                  <a:lnTo>
                    <a:pt x="1098308" y="781443"/>
                  </a:lnTo>
                  <a:lnTo>
                    <a:pt x="1094955" y="737831"/>
                  </a:lnTo>
                  <a:lnTo>
                    <a:pt x="1090764" y="692315"/>
                  </a:lnTo>
                  <a:lnTo>
                    <a:pt x="1085672" y="645134"/>
                  </a:lnTo>
                  <a:lnTo>
                    <a:pt x="1079576" y="596557"/>
                  </a:lnTo>
                  <a:lnTo>
                    <a:pt x="1072400" y="546849"/>
                  </a:lnTo>
                  <a:lnTo>
                    <a:pt x="1064069" y="496265"/>
                  </a:lnTo>
                  <a:lnTo>
                    <a:pt x="1054481" y="445084"/>
                  </a:lnTo>
                  <a:lnTo>
                    <a:pt x="1043571" y="393547"/>
                  </a:lnTo>
                  <a:lnTo>
                    <a:pt x="1031240" y="341922"/>
                  </a:lnTo>
                  <a:lnTo>
                    <a:pt x="1017409" y="290474"/>
                  </a:lnTo>
                  <a:lnTo>
                    <a:pt x="1001991" y="239445"/>
                  </a:lnTo>
                  <a:lnTo>
                    <a:pt x="984923" y="189128"/>
                  </a:lnTo>
                  <a:lnTo>
                    <a:pt x="966089" y="139763"/>
                  </a:lnTo>
                  <a:lnTo>
                    <a:pt x="945426" y="91605"/>
                  </a:lnTo>
                  <a:lnTo>
                    <a:pt x="922845" y="44932"/>
                  </a:lnTo>
                  <a:lnTo>
                    <a:pt x="898258" y="0"/>
                  </a:lnTo>
                  <a:lnTo>
                    <a:pt x="889635" y="5016"/>
                  </a:lnTo>
                  <a:lnTo>
                    <a:pt x="911275" y="44361"/>
                  </a:lnTo>
                  <a:lnTo>
                    <a:pt x="931557" y="85598"/>
                  </a:lnTo>
                  <a:lnTo>
                    <a:pt x="950493" y="128587"/>
                  </a:lnTo>
                  <a:lnTo>
                    <a:pt x="968108" y="173228"/>
                  </a:lnTo>
                  <a:lnTo>
                    <a:pt x="984453" y="219341"/>
                  </a:lnTo>
                  <a:lnTo>
                    <a:pt x="999553" y="266827"/>
                  </a:lnTo>
                  <a:lnTo>
                    <a:pt x="1013421" y="315544"/>
                  </a:lnTo>
                  <a:lnTo>
                    <a:pt x="1026109" y="365366"/>
                  </a:lnTo>
                  <a:lnTo>
                    <a:pt x="1037628" y="416140"/>
                  </a:lnTo>
                  <a:lnTo>
                    <a:pt x="1048029" y="467741"/>
                  </a:lnTo>
                  <a:lnTo>
                    <a:pt x="1057325" y="520052"/>
                  </a:lnTo>
                  <a:lnTo>
                    <a:pt x="1065542" y="572922"/>
                  </a:lnTo>
                  <a:lnTo>
                    <a:pt x="1072718" y="626211"/>
                  </a:lnTo>
                  <a:lnTo>
                    <a:pt x="1078890" y="679818"/>
                  </a:lnTo>
                  <a:lnTo>
                    <a:pt x="1084084" y="733577"/>
                  </a:lnTo>
                  <a:lnTo>
                    <a:pt x="1088326" y="787374"/>
                  </a:lnTo>
                  <a:lnTo>
                    <a:pt x="1091641" y="841070"/>
                  </a:lnTo>
                  <a:lnTo>
                    <a:pt x="1094066" y="894537"/>
                  </a:lnTo>
                  <a:lnTo>
                    <a:pt x="1095629" y="947635"/>
                  </a:lnTo>
                  <a:lnTo>
                    <a:pt x="1096365" y="1000226"/>
                  </a:lnTo>
                  <a:lnTo>
                    <a:pt x="1096302" y="1052195"/>
                  </a:lnTo>
                  <a:lnTo>
                    <a:pt x="1095463" y="1103388"/>
                  </a:lnTo>
                  <a:lnTo>
                    <a:pt x="1093876" y="1153693"/>
                  </a:lnTo>
                  <a:lnTo>
                    <a:pt x="1091590" y="1202969"/>
                  </a:lnTo>
                  <a:lnTo>
                    <a:pt x="1088605" y="1251064"/>
                  </a:lnTo>
                  <a:lnTo>
                    <a:pt x="1084986" y="1297876"/>
                  </a:lnTo>
                  <a:lnTo>
                    <a:pt x="1080731" y="1343253"/>
                  </a:lnTo>
                  <a:lnTo>
                    <a:pt x="1075893" y="1387068"/>
                  </a:lnTo>
                  <a:lnTo>
                    <a:pt x="1070800" y="1426781"/>
                  </a:lnTo>
                  <a:lnTo>
                    <a:pt x="1051953" y="1395958"/>
                  </a:lnTo>
                  <a:lnTo>
                    <a:pt x="1026922" y="1361846"/>
                  </a:lnTo>
                  <a:lnTo>
                    <a:pt x="999883" y="1331379"/>
                  </a:lnTo>
                  <a:lnTo>
                    <a:pt x="972197" y="1305814"/>
                  </a:lnTo>
                  <a:lnTo>
                    <a:pt x="967981" y="1292644"/>
                  </a:lnTo>
                  <a:lnTo>
                    <a:pt x="950709" y="1242872"/>
                  </a:lnTo>
                  <a:lnTo>
                    <a:pt x="932497" y="1194384"/>
                  </a:lnTo>
                  <a:lnTo>
                    <a:pt x="913345" y="1147114"/>
                  </a:lnTo>
                  <a:lnTo>
                    <a:pt x="893203" y="1101013"/>
                  </a:lnTo>
                  <a:lnTo>
                    <a:pt x="872070" y="1056030"/>
                  </a:lnTo>
                  <a:lnTo>
                    <a:pt x="849896" y="1012088"/>
                  </a:lnTo>
                  <a:lnTo>
                    <a:pt x="826681" y="969149"/>
                  </a:lnTo>
                  <a:lnTo>
                    <a:pt x="802373" y="927138"/>
                  </a:lnTo>
                  <a:lnTo>
                    <a:pt x="776973" y="886002"/>
                  </a:lnTo>
                  <a:lnTo>
                    <a:pt x="750430" y="845693"/>
                  </a:lnTo>
                  <a:lnTo>
                    <a:pt x="722731" y="806132"/>
                  </a:lnTo>
                  <a:lnTo>
                    <a:pt x="695667" y="769658"/>
                  </a:lnTo>
                  <a:lnTo>
                    <a:pt x="667473" y="733717"/>
                  </a:lnTo>
                  <a:lnTo>
                    <a:pt x="638149" y="698296"/>
                  </a:lnTo>
                  <a:lnTo>
                    <a:pt x="607669" y="663397"/>
                  </a:lnTo>
                  <a:lnTo>
                    <a:pt x="576046" y="628980"/>
                  </a:lnTo>
                  <a:lnTo>
                    <a:pt x="543242" y="595071"/>
                  </a:lnTo>
                  <a:lnTo>
                    <a:pt x="509244" y="561644"/>
                  </a:lnTo>
                  <a:lnTo>
                    <a:pt x="474065" y="528675"/>
                  </a:lnTo>
                  <a:lnTo>
                    <a:pt x="437680" y="496189"/>
                  </a:lnTo>
                  <a:lnTo>
                    <a:pt x="400075" y="464134"/>
                  </a:lnTo>
                  <a:lnTo>
                    <a:pt x="361251" y="432536"/>
                  </a:lnTo>
                  <a:lnTo>
                    <a:pt x="321170" y="401358"/>
                  </a:lnTo>
                  <a:lnTo>
                    <a:pt x="279844" y="370611"/>
                  </a:lnTo>
                  <a:lnTo>
                    <a:pt x="237248" y="340271"/>
                  </a:lnTo>
                  <a:lnTo>
                    <a:pt x="193382" y="310337"/>
                  </a:lnTo>
                  <a:lnTo>
                    <a:pt x="148234" y="280797"/>
                  </a:lnTo>
                  <a:lnTo>
                    <a:pt x="101777" y="251637"/>
                  </a:lnTo>
                  <a:lnTo>
                    <a:pt x="54013" y="222846"/>
                  </a:lnTo>
                  <a:lnTo>
                    <a:pt x="4914" y="194411"/>
                  </a:lnTo>
                  <a:lnTo>
                    <a:pt x="0" y="203085"/>
                  </a:lnTo>
                  <a:lnTo>
                    <a:pt x="60528" y="238340"/>
                  </a:lnTo>
                  <a:lnTo>
                    <a:pt x="118554" y="273939"/>
                  </a:lnTo>
                  <a:lnTo>
                    <a:pt x="174155" y="309829"/>
                  </a:lnTo>
                  <a:lnTo>
                    <a:pt x="227355" y="346011"/>
                  </a:lnTo>
                  <a:lnTo>
                    <a:pt x="278244" y="382473"/>
                  </a:lnTo>
                  <a:lnTo>
                    <a:pt x="326872" y="419176"/>
                  </a:lnTo>
                  <a:lnTo>
                    <a:pt x="373291" y="456107"/>
                  </a:lnTo>
                  <a:lnTo>
                    <a:pt x="417563" y="493268"/>
                  </a:lnTo>
                  <a:lnTo>
                    <a:pt x="459752" y="530618"/>
                  </a:lnTo>
                  <a:lnTo>
                    <a:pt x="499922" y="568134"/>
                  </a:lnTo>
                  <a:lnTo>
                    <a:pt x="538111" y="605815"/>
                  </a:lnTo>
                  <a:lnTo>
                    <a:pt x="574408" y="643636"/>
                  </a:lnTo>
                  <a:lnTo>
                    <a:pt x="608850" y="681570"/>
                  </a:lnTo>
                  <a:lnTo>
                    <a:pt x="641489" y="719607"/>
                  </a:lnTo>
                  <a:lnTo>
                    <a:pt x="672414" y="757732"/>
                  </a:lnTo>
                  <a:lnTo>
                    <a:pt x="701662" y="795909"/>
                  </a:lnTo>
                  <a:lnTo>
                    <a:pt x="729297" y="834136"/>
                  </a:lnTo>
                  <a:lnTo>
                    <a:pt x="755383" y="872375"/>
                  </a:lnTo>
                  <a:lnTo>
                    <a:pt x="779970" y="910628"/>
                  </a:lnTo>
                  <a:lnTo>
                    <a:pt x="803135" y="948880"/>
                  </a:lnTo>
                  <a:lnTo>
                    <a:pt x="824915" y="987082"/>
                  </a:lnTo>
                  <a:lnTo>
                    <a:pt x="845375" y="1025245"/>
                  </a:lnTo>
                  <a:lnTo>
                    <a:pt x="864590" y="1063332"/>
                  </a:lnTo>
                  <a:lnTo>
                    <a:pt x="882599" y="1101331"/>
                  </a:lnTo>
                  <a:lnTo>
                    <a:pt x="899464" y="1139215"/>
                  </a:lnTo>
                  <a:lnTo>
                    <a:pt x="915263" y="1176985"/>
                  </a:lnTo>
                  <a:lnTo>
                    <a:pt x="930033" y="1214602"/>
                  </a:lnTo>
                  <a:lnTo>
                    <a:pt x="943851" y="1252054"/>
                  </a:lnTo>
                  <a:lnTo>
                    <a:pt x="956767" y="1289329"/>
                  </a:lnTo>
                  <a:lnTo>
                    <a:pt x="958786" y="1295577"/>
                  </a:lnTo>
                  <a:lnTo>
                    <a:pt x="939558" y="1281226"/>
                  </a:lnTo>
                  <a:lnTo>
                    <a:pt x="906145" y="1261503"/>
                  </a:lnTo>
                  <a:lnTo>
                    <a:pt x="870445" y="1245336"/>
                  </a:lnTo>
                  <a:lnTo>
                    <a:pt x="832434" y="1232674"/>
                  </a:lnTo>
                  <a:lnTo>
                    <a:pt x="792010" y="1223518"/>
                  </a:lnTo>
                  <a:lnTo>
                    <a:pt x="749122" y="1217841"/>
                  </a:lnTo>
                  <a:lnTo>
                    <a:pt x="703707" y="1215618"/>
                  </a:lnTo>
                  <a:lnTo>
                    <a:pt x="655701" y="1216825"/>
                  </a:lnTo>
                  <a:lnTo>
                    <a:pt x="605028" y="1221435"/>
                  </a:lnTo>
                  <a:lnTo>
                    <a:pt x="551611" y="1229436"/>
                  </a:lnTo>
                  <a:lnTo>
                    <a:pt x="495414" y="1240802"/>
                  </a:lnTo>
                  <a:lnTo>
                    <a:pt x="436333" y="1255509"/>
                  </a:lnTo>
                  <a:lnTo>
                    <a:pt x="374332" y="1273530"/>
                  </a:lnTo>
                  <a:lnTo>
                    <a:pt x="377291" y="1283055"/>
                  </a:lnTo>
                  <a:lnTo>
                    <a:pt x="441032" y="1264577"/>
                  </a:lnTo>
                  <a:lnTo>
                    <a:pt x="501497" y="1249680"/>
                  </a:lnTo>
                  <a:lnTo>
                    <a:pt x="558761" y="1238338"/>
                  </a:lnTo>
                  <a:lnTo>
                    <a:pt x="612902" y="1230566"/>
                  </a:lnTo>
                  <a:lnTo>
                    <a:pt x="663981" y="1226350"/>
                  </a:lnTo>
                  <a:lnTo>
                    <a:pt x="712076" y="1225689"/>
                  </a:lnTo>
                  <a:lnTo>
                    <a:pt x="757250" y="1228585"/>
                  </a:lnTo>
                  <a:lnTo>
                    <a:pt x="799579" y="1235011"/>
                  </a:lnTo>
                  <a:lnTo>
                    <a:pt x="839139" y="1244968"/>
                  </a:lnTo>
                  <a:lnTo>
                    <a:pt x="882726" y="1261376"/>
                  </a:lnTo>
                  <a:lnTo>
                    <a:pt x="923290" y="1282941"/>
                  </a:lnTo>
                  <a:lnTo>
                    <a:pt x="960882" y="1309725"/>
                  </a:lnTo>
                  <a:lnTo>
                    <a:pt x="980122" y="1363243"/>
                  </a:lnTo>
                  <a:lnTo>
                    <a:pt x="1000582" y="1436192"/>
                  </a:lnTo>
                  <a:lnTo>
                    <a:pt x="1018628" y="1508036"/>
                  </a:lnTo>
                  <a:lnTo>
                    <a:pt x="1028319" y="1505724"/>
                  </a:lnTo>
                  <a:lnTo>
                    <a:pt x="1014501" y="1450238"/>
                  </a:lnTo>
                  <a:lnTo>
                    <a:pt x="999858" y="1396263"/>
                  </a:lnTo>
                  <a:lnTo>
                    <a:pt x="984351" y="1343748"/>
                  </a:lnTo>
                  <a:lnTo>
                    <a:pt x="978725" y="1326222"/>
                  </a:lnTo>
                  <a:lnTo>
                    <a:pt x="995578" y="1341780"/>
                  </a:lnTo>
                  <a:lnTo>
                    <a:pt x="1027417" y="1379169"/>
                  </a:lnTo>
                  <a:lnTo>
                    <a:pt x="1056474" y="1421942"/>
                  </a:lnTo>
                  <a:lnTo>
                    <a:pt x="1068349" y="1443723"/>
                  </a:lnTo>
                  <a:lnTo>
                    <a:pt x="1064564" y="1469466"/>
                  </a:lnTo>
                  <a:lnTo>
                    <a:pt x="1058125" y="1507794"/>
                  </a:lnTo>
                  <a:lnTo>
                    <a:pt x="1067943" y="1509547"/>
                  </a:lnTo>
                  <a:lnTo>
                    <a:pt x="1073899" y="1474000"/>
                  </a:lnTo>
                  <a:lnTo>
                    <a:pt x="1076223" y="1458137"/>
                  </a:lnTo>
                  <a:lnTo>
                    <a:pt x="1082802" y="1470190"/>
                  </a:lnTo>
                  <a:lnTo>
                    <a:pt x="1106462" y="1523949"/>
                  </a:lnTo>
                  <a:lnTo>
                    <a:pt x="1115733" y="1520291"/>
                  </a:lnTo>
                  <a:lnTo>
                    <a:pt x="1096302" y="1475155"/>
                  </a:lnTo>
                  <a:lnTo>
                    <a:pt x="1078738" y="1440929"/>
                  </a:lnTo>
                  <a:lnTo>
                    <a:pt x="1079601" y="1435087"/>
                  </a:lnTo>
                  <a:lnTo>
                    <a:pt x="1084973" y="1393037"/>
                  </a:lnTo>
                  <a:lnTo>
                    <a:pt x="1089939" y="1348028"/>
                  </a:lnTo>
                  <a:lnTo>
                    <a:pt x="1094397" y="1300289"/>
                  </a:lnTo>
                  <a:lnTo>
                    <a:pt x="1098270" y="1250022"/>
                  </a:lnTo>
                  <a:lnTo>
                    <a:pt x="1101471" y="1197419"/>
                  </a:lnTo>
                  <a:lnTo>
                    <a:pt x="1103934" y="1142707"/>
                  </a:lnTo>
                  <a:lnTo>
                    <a:pt x="1105560" y="1086078"/>
                  </a:lnTo>
                  <a:lnTo>
                    <a:pt x="1105941" y="1053858"/>
                  </a:lnTo>
                  <a:lnTo>
                    <a:pt x="1117612" y="1012913"/>
                  </a:lnTo>
                  <a:lnTo>
                    <a:pt x="1131989" y="970432"/>
                  </a:lnTo>
                  <a:lnTo>
                    <a:pt x="1148943" y="926693"/>
                  </a:lnTo>
                  <a:lnTo>
                    <a:pt x="1168311" y="881938"/>
                  </a:lnTo>
                  <a:lnTo>
                    <a:pt x="1189926" y="836460"/>
                  </a:lnTo>
                  <a:lnTo>
                    <a:pt x="1213637" y="790511"/>
                  </a:lnTo>
                  <a:lnTo>
                    <a:pt x="1239266" y="744347"/>
                  </a:lnTo>
                  <a:lnTo>
                    <a:pt x="1266672" y="698246"/>
                  </a:lnTo>
                  <a:lnTo>
                    <a:pt x="1295666" y="652462"/>
                  </a:lnTo>
                  <a:lnTo>
                    <a:pt x="1326108" y="607263"/>
                  </a:lnTo>
                  <a:lnTo>
                    <a:pt x="1357820" y="562927"/>
                  </a:lnTo>
                  <a:lnTo>
                    <a:pt x="1390650" y="519696"/>
                  </a:lnTo>
                  <a:lnTo>
                    <a:pt x="1424419" y="477850"/>
                  </a:lnTo>
                  <a:lnTo>
                    <a:pt x="1458988" y="437642"/>
                  </a:lnTo>
                  <a:lnTo>
                    <a:pt x="1494193" y="399351"/>
                  </a:lnTo>
                  <a:lnTo>
                    <a:pt x="1529854" y="363232"/>
                  </a:lnTo>
                  <a:close/>
                </a:path>
                <a:path w="1991995" h="1524000">
                  <a:moveTo>
                    <a:pt x="1991779" y="1136853"/>
                  </a:moveTo>
                  <a:lnTo>
                    <a:pt x="1957019" y="1117930"/>
                  </a:lnTo>
                  <a:lnTo>
                    <a:pt x="1918970" y="1100201"/>
                  </a:lnTo>
                  <a:lnTo>
                    <a:pt x="1878025" y="1084097"/>
                  </a:lnTo>
                  <a:lnTo>
                    <a:pt x="1834565" y="1070076"/>
                  </a:lnTo>
                  <a:lnTo>
                    <a:pt x="1788960" y="1058557"/>
                  </a:lnTo>
                  <a:lnTo>
                    <a:pt x="1741614" y="1049985"/>
                  </a:lnTo>
                  <a:lnTo>
                    <a:pt x="1692884" y="1044803"/>
                  </a:lnTo>
                  <a:lnTo>
                    <a:pt x="1643176" y="1043444"/>
                  </a:lnTo>
                  <a:lnTo>
                    <a:pt x="1592846" y="1046340"/>
                  </a:lnTo>
                  <a:lnTo>
                    <a:pt x="1542300" y="1053934"/>
                  </a:lnTo>
                  <a:lnTo>
                    <a:pt x="1491907" y="1066673"/>
                  </a:lnTo>
                  <a:lnTo>
                    <a:pt x="1450619" y="1081354"/>
                  </a:lnTo>
                  <a:lnTo>
                    <a:pt x="1410919" y="1099489"/>
                  </a:lnTo>
                  <a:lnTo>
                    <a:pt x="1372819" y="1121079"/>
                  </a:lnTo>
                  <a:lnTo>
                    <a:pt x="1336332" y="1146111"/>
                  </a:lnTo>
                  <a:lnTo>
                    <a:pt x="1301483" y="1174559"/>
                  </a:lnTo>
                  <a:lnTo>
                    <a:pt x="1268285" y="1206398"/>
                  </a:lnTo>
                  <a:lnTo>
                    <a:pt x="1236738" y="1241640"/>
                  </a:lnTo>
                  <a:lnTo>
                    <a:pt x="1206881" y="1280248"/>
                  </a:lnTo>
                  <a:lnTo>
                    <a:pt x="1178725" y="1322222"/>
                  </a:lnTo>
                  <a:lnTo>
                    <a:pt x="1152271" y="1367536"/>
                  </a:lnTo>
                  <a:lnTo>
                    <a:pt x="1127544" y="1416177"/>
                  </a:lnTo>
                  <a:lnTo>
                    <a:pt x="1136561" y="1420444"/>
                  </a:lnTo>
                  <a:lnTo>
                    <a:pt x="1163447" y="1367878"/>
                  </a:lnTo>
                  <a:lnTo>
                    <a:pt x="1192390" y="1319301"/>
                  </a:lnTo>
                  <a:lnTo>
                    <a:pt x="1223340" y="1274724"/>
                  </a:lnTo>
                  <a:lnTo>
                    <a:pt x="1256296" y="1234147"/>
                  </a:lnTo>
                  <a:lnTo>
                    <a:pt x="1291221" y="1197622"/>
                  </a:lnTo>
                  <a:lnTo>
                    <a:pt x="1328115" y="1165148"/>
                  </a:lnTo>
                  <a:lnTo>
                    <a:pt x="1366939" y="1136751"/>
                  </a:lnTo>
                  <a:lnTo>
                    <a:pt x="1407680" y="1112443"/>
                  </a:lnTo>
                  <a:lnTo>
                    <a:pt x="1450327" y="1092250"/>
                  </a:lnTo>
                  <a:lnTo>
                    <a:pt x="1494840" y="1076198"/>
                  </a:lnTo>
                  <a:lnTo>
                    <a:pt x="1549361" y="1062723"/>
                  </a:lnTo>
                  <a:lnTo>
                    <a:pt x="1604048" y="1055306"/>
                  </a:lnTo>
                  <a:lnTo>
                    <a:pt x="1658366" y="1053376"/>
                  </a:lnTo>
                  <a:lnTo>
                    <a:pt x="1711833" y="1056373"/>
                  </a:lnTo>
                  <a:lnTo>
                    <a:pt x="1763953" y="1063713"/>
                  </a:lnTo>
                  <a:lnTo>
                    <a:pt x="1814220" y="1074813"/>
                  </a:lnTo>
                  <a:lnTo>
                    <a:pt x="1862124" y="1089113"/>
                  </a:lnTo>
                  <a:lnTo>
                    <a:pt x="1907184" y="1106030"/>
                  </a:lnTo>
                  <a:lnTo>
                    <a:pt x="1948878" y="1125004"/>
                  </a:lnTo>
                  <a:lnTo>
                    <a:pt x="1986724" y="1145451"/>
                  </a:lnTo>
                  <a:lnTo>
                    <a:pt x="1991779" y="1136853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4853" y="7499991"/>
              <a:ext cx="299802" cy="207909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6286" y="7484285"/>
              <a:ext cx="477943" cy="368627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4867" y="7892984"/>
              <a:ext cx="389841" cy="82969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33462" y="7603946"/>
              <a:ext cx="102201" cy="399097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7300" y="7697671"/>
              <a:ext cx="488354" cy="514549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53454" y="7928585"/>
              <a:ext cx="562652" cy="488131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6329" y="8269340"/>
              <a:ext cx="529721" cy="462938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59156" y="8683285"/>
              <a:ext cx="809546" cy="326325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59201" y="7169970"/>
              <a:ext cx="348596" cy="663812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92066" y="7509991"/>
              <a:ext cx="1021487" cy="1363026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71832" y="8394341"/>
              <a:ext cx="1737475" cy="1552151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2071826" y="8970627"/>
              <a:ext cx="1040130" cy="173355"/>
            </a:xfrm>
            <a:custGeom>
              <a:avLst/>
              <a:gdLst/>
              <a:ahLst/>
              <a:cxnLst/>
              <a:rect l="l" t="t" r="r" b="b"/>
              <a:pathLst>
                <a:path w="1040130" h="173354">
                  <a:moveTo>
                    <a:pt x="67558" y="0"/>
                  </a:moveTo>
                  <a:lnTo>
                    <a:pt x="49081" y="4769"/>
                  </a:lnTo>
                  <a:lnTo>
                    <a:pt x="31788" y="12606"/>
                  </a:lnTo>
                  <a:lnTo>
                    <a:pt x="15490" y="23326"/>
                  </a:lnTo>
                  <a:lnTo>
                    <a:pt x="0" y="36742"/>
                  </a:lnTo>
                  <a:lnTo>
                    <a:pt x="0" y="146204"/>
                  </a:lnTo>
                  <a:lnTo>
                    <a:pt x="22608" y="111728"/>
                  </a:lnTo>
                  <a:lnTo>
                    <a:pt x="42757" y="87198"/>
                  </a:lnTo>
                  <a:lnTo>
                    <a:pt x="61116" y="71892"/>
                  </a:lnTo>
                  <a:lnTo>
                    <a:pt x="78353" y="65087"/>
                  </a:lnTo>
                  <a:lnTo>
                    <a:pt x="101949" y="67021"/>
                  </a:lnTo>
                  <a:lnTo>
                    <a:pt x="131887" y="79909"/>
                  </a:lnTo>
                  <a:lnTo>
                    <a:pt x="168714" y="104085"/>
                  </a:lnTo>
                  <a:lnTo>
                    <a:pt x="212977" y="139880"/>
                  </a:lnTo>
                  <a:lnTo>
                    <a:pt x="233397" y="155136"/>
                  </a:lnTo>
                  <a:lnTo>
                    <a:pt x="253107" y="165322"/>
                  </a:lnTo>
                  <a:lnTo>
                    <a:pt x="272079" y="171011"/>
                  </a:lnTo>
                  <a:lnTo>
                    <a:pt x="290284" y="172780"/>
                  </a:lnTo>
                  <a:lnTo>
                    <a:pt x="321258" y="167845"/>
                  </a:lnTo>
                  <a:lnTo>
                    <a:pt x="349425" y="155332"/>
                  </a:lnTo>
                  <a:lnTo>
                    <a:pt x="374602" y="138677"/>
                  </a:lnTo>
                  <a:lnTo>
                    <a:pt x="396605" y="121315"/>
                  </a:lnTo>
                  <a:lnTo>
                    <a:pt x="433271" y="93481"/>
                  </a:lnTo>
                  <a:lnTo>
                    <a:pt x="467671" y="79521"/>
                  </a:lnTo>
                  <a:lnTo>
                    <a:pt x="505409" y="86921"/>
                  </a:lnTo>
                  <a:lnTo>
                    <a:pt x="596251" y="157208"/>
                  </a:lnTo>
                  <a:lnTo>
                    <a:pt x="636262" y="170075"/>
                  </a:lnTo>
                  <a:lnTo>
                    <a:pt x="703500" y="152720"/>
                  </a:lnTo>
                  <a:lnTo>
                    <a:pt x="753149" y="111965"/>
                  </a:lnTo>
                  <a:lnTo>
                    <a:pt x="770986" y="95231"/>
                  </a:lnTo>
                  <a:lnTo>
                    <a:pt x="788502" y="80937"/>
                  </a:lnTo>
                  <a:lnTo>
                    <a:pt x="805958" y="71115"/>
                  </a:lnTo>
                  <a:lnTo>
                    <a:pt x="823618" y="67798"/>
                  </a:lnTo>
                  <a:lnTo>
                    <a:pt x="839655" y="71084"/>
                  </a:lnTo>
                  <a:lnTo>
                    <a:pt x="857405" y="80095"/>
                  </a:lnTo>
                  <a:lnTo>
                    <a:pt x="876801" y="94790"/>
                  </a:lnTo>
                  <a:lnTo>
                    <a:pt x="897773" y="115127"/>
                  </a:lnTo>
                  <a:lnTo>
                    <a:pt x="924225" y="139335"/>
                  </a:lnTo>
                  <a:lnTo>
                    <a:pt x="950596" y="155593"/>
                  </a:lnTo>
                  <a:lnTo>
                    <a:pt x="976806" y="163858"/>
                  </a:lnTo>
                  <a:lnTo>
                    <a:pt x="1002775" y="164089"/>
                  </a:lnTo>
                  <a:lnTo>
                    <a:pt x="1012825" y="161971"/>
                  </a:lnTo>
                  <a:lnTo>
                    <a:pt x="1022318" y="158738"/>
                  </a:lnTo>
                  <a:lnTo>
                    <a:pt x="1031275" y="154500"/>
                  </a:lnTo>
                  <a:lnTo>
                    <a:pt x="1039717" y="149367"/>
                  </a:lnTo>
                  <a:lnTo>
                    <a:pt x="1039717" y="45192"/>
                  </a:lnTo>
                  <a:lnTo>
                    <a:pt x="1029319" y="63509"/>
                  </a:lnTo>
                  <a:lnTo>
                    <a:pt x="1017832" y="80225"/>
                  </a:lnTo>
                  <a:lnTo>
                    <a:pt x="1005647" y="92829"/>
                  </a:lnTo>
                  <a:lnTo>
                    <a:pt x="993153" y="98813"/>
                  </a:lnTo>
                  <a:lnTo>
                    <a:pt x="983671" y="97812"/>
                  </a:lnTo>
                  <a:lnTo>
                    <a:pt x="972347" y="92505"/>
                  </a:lnTo>
                  <a:lnTo>
                    <a:pt x="959601" y="83137"/>
                  </a:lnTo>
                  <a:lnTo>
                    <a:pt x="914771" y="40573"/>
                  </a:lnTo>
                  <a:lnTo>
                    <a:pt x="884473" y="19505"/>
                  </a:lnTo>
                  <a:lnTo>
                    <a:pt x="854751" y="6635"/>
                  </a:lnTo>
                  <a:lnTo>
                    <a:pt x="825398" y="1842"/>
                  </a:lnTo>
                  <a:lnTo>
                    <a:pt x="789707" y="6916"/>
                  </a:lnTo>
                  <a:lnTo>
                    <a:pt x="758945" y="21422"/>
                  </a:lnTo>
                  <a:lnTo>
                    <a:pt x="731953" y="41745"/>
                  </a:lnTo>
                  <a:lnTo>
                    <a:pt x="707570" y="64270"/>
                  </a:lnTo>
                  <a:lnTo>
                    <a:pt x="678132" y="90975"/>
                  </a:lnTo>
                  <a:lnTo>
                    <a:pt x="653829" y="104186"/>
                  </a:lnTo>
                  <a:lnTo>
                    <a:pt x="629206" y="100515"/>
                  </a:lnTo>
                  <a:lnTo>
                    <a:pt x="598808" y="76573"/>
                  </a:lnTo>
                  <a:lnTo>
                    <a:pt x="545201" y="33877"/>
                  </a:lnTo>
                  <a:lnTo>
                    <a:pt x="497049" y="15202"/>
                  </a:lnTo>
                  <a:lnTo>
                    <a:pt x="454149" y="15019"/>
                  </a:lnTo>
                  <a:lnTo>
                    <a:pt x="416301" y="27801"/>
                  </a:lnTo>
                  <a:lnTo>
                    <a:pt x="383302" y="48022"/>
                  </a:lnTo>
                  <a:lnTo>
                    <a:pt x="354952" y="70154"/>
                  </a:lnTo>
                  <a:lnTo>
                    <a:pt x="322973" y="94398"/>
                  </a:lnTo>
                  <a:lnTo>
                    <a:pt x="298980" y="105911"/>
                  </a:lnTo>
                  <a:lnTo>
                    <a:pt x="278278" y="104512"/>
                  </a:lnTo>
                  <a:lnTo>
                    <a:pt x="256170" y="90018"/>
                  </a:lnTo>
                  <a:lnTo>
                    <a:pt x="198593" y="44272"/>
                  </a:lnTo>
                  <a:lnTo>
                    <a:pt x="149511" y="14754"/>
                  </a:lnTo>
                  <a:lnTo>
                    <a:pt x="106605" y="364"/>
                  </a:lnTo>
                  <a:lnTo>
                    <a:pt x="675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00792" y="9206070"/>
              <a:ext cx="79809" cy="79809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15017" y="9463095"/>
              <a:ext cx="79809" cy="79809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18704" y="9854388"/>
              <a:ext cx="79809" cy="79809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2071826" y="9578685"/>
              <a:ext cx="39370" cy="80010"/>
            </a:xfrm>
            <a:custGeom>
              <a:avLst/>
              <a:gdLst/>
              <a:ahLst/>
              <a:cxnLst/>
              <a:rect l="l" t="t" r="r" b="b"/>
              <a:pathLst>
                <a:path w="39369" h="80009">
                  <a:moveTo>
                    <a:pt x="0" y="0"/>
                  </a:moveTo>
                  <a:lnTo>
                    <a:pt x="0" y="79714"/>
                  </a:lnTo>
                  <a:lnTo>
                    <a:pt x="15227" y="76351"/>
                  </a:lnTo>
                  <a:lnTo>
                    <a:pt x="27635" y="67771"/>
                  </a:lnTo>
                  <a:lnTo>
                    <a:pt x="35987" y="55199"/>
                  </a:lnTo>
                  <a:lnTo>
                    <a:pt x="39045" y="39862"/>
                  </a:lnTo>
                  <a:lnTo>
                    <a:pt x="35987" y="24523"/>
                  </a:lnTo>
                  <a:lnTo>
                    <a:pt x="27635" y="11948"/>
                  </a:lnTo>
                  <a:lnTo>
                    <a:pt x="15227" y="3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20393" y="9757496"/>
              <a:ext cx="79809" cy="79809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30110" y="9487883"/>
              <a:ext cx="79809" cy="79809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29439" y="9231769"/>
              <a:ext cx="79809" cy="79809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96892" y="9191864"/>
              <a:ext cx="79809" cy="79809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96892" y="9774580"/>
              <a:ext cx="79809" cy="79809"/>
            </a:xfrm>
            <a:prstGeom prst="rect">
              <a:avLst/>
            </a:prstGeom>
          </p:spPr>
        </p:pic>
      </p:grpSp>
      <p:sp>
        <p:nvSpPr>
          <p:cNvPr id="98" name="object 98" descr=""/>
          <p:cNvSpPr/>
          <p:nvPr/>
        </p:nvSpPr>
        <p:spPr>
          <a:xfrm>
            <a:off x="15652706" y="8134904"/>
            <a:ext cx="767715" cy="2020570"/>
          </a:xfrm>
          <a:custGeom>
            <a:avLst/>
            <a:gdLst/>
            <a:ahLst/>
            <a:cxnLst/>
            <a:rect l="l" t="t" r="r" b="b"/>
            <a:pathLst>
              <a:path w="767715" h="2020570">
                <a:moveTo>
                  <a:pt x="103564" y="0"/>
                </a:moveTo>
                <a:lnTo>
                  <a:pt x="66252" y="3688"/>
                </a:lnTo>
                <a:lnTo>
                  <a:pt x="33294" y="21568"/>
                </a:lnTo>
                <a:lnTo>
                  <a:pt x="10539" y="49717"/>
                </a:lnTo>
                <a:lnTo>
                  <a:pt x="0" y="84343"/>
                </a:lnTo>
                <a:lnTo>
                  <a:pt x="3688" y="121653"/>
                </a:lnTo>
                <a:lnTo>
                  <a:pt x="678987" y="1990256"/>
                </a:lnTo>
                <a:lnTo>
                  <a:pt x="719593" y="2020402"/>
                </a:lnTo>
                <a:lnTo>
                  <a:pt x="737561" y="2017732"/>
                </a:lnTo>
                <a:lnTo>
                  <a:pt x="752672" y="2008654"/>
                </a:lnTo>
                <a:lnTo>
                  <a:pt x="762936" y="1995062"/>
                </a:lnTo>
                <a:lnTo>
                  <a:pt x="767560" y="1978691"/>
                </a:lnTo>
                <a:lnTo>
                  <a:pt x="765749" y="1961273"/>
                </a:lnTo>
                <a:lnTo>
                  <a:pt x="184206" y="66252"/>
                </a:lnTo>
                <a:lnTo>
                  <a:pt x="166337" y="33294"/>
                </a:lnTo>
                <a:lnTo>
                  <a:pt x="138191" y="10539"/>
                </a:lnTo>
                <a:lnTo>
                  <a:pt x="103564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14569005" y="8134360"/>
            <a:ext cx="201930" cy="2021205"/>
          </a:xfrm>
          <a:custGeom>
            <a:avLst/>
            <a:gdLst/>
            <a:ahLst/>
            <a:cxnLst/>
            <a:rect l="l" t="t" r="r" b="b"/>
            <a:pathLst>
              <a:path w="201930" h="2021204">
                <a:moveTo>
                  <a:pt x="112666" y="0"/>
                </a:moveTo>
                <a:lnTo>
                  <a:pt x="44401" y="23704"/>
                </a:lnTo>
                <a:lnTo>
                  <a:pt x="12889" y="88740"/>
                </a:lnTo>
                <a:lnTo>
                  <a:pt x="0" y="1974819"/>
                </a:lnTo>
                <a:lnTo>
                  <a:pt x="3476" y="1992652"/>
                </a:lnTo>
                <a:lnTo>
                  <a:pt x="13185" y="2007262"/>
                </a:lnTo>
                <a:lnTo>
                  <a:pt x="27664" y="2017166"/>
                </a:lnTo>
                <a:lnTo>
                  <a:pt x="45454" y="2020880"/>
                </a:lnTo>
                <a:lnTo>
                  <a:pt x="62739" y="2017608"/>
                </a:lnTo>
                <a:lnTo>
                  <a:pt x="77057" y="2008440"/>
                </a:lnTo>
                <a:lnTo>
                  <a:pt x="87069" y="1994722"/>
                </a:lnTo>
                <a:lnTo>
                  <a:pt x="91431" y="1977803"/>
                </a:lnTo>
                <a:lnTo>
                  <a:pt x="201407" y="99777"/>
                </a:lnTo>
                <a:lnTo>
                  <a:pt x="196148" y="62656"/>
                </a:lnTo>
                <a:lnTo>
                  <a:pt x="177702" y="31512"/>
                </a:lnTo>
                <a:lnTo>
                  <a:pt x="148924" y="9555"/>
                </a:lnTo>
                <a:lnTo>
                  <a:pt x="112666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13625664" y="8134548"/>
            <a:ext cx="768350" cy="2021205"/>
          </a:xfrm>
          <a:custGeom>
            <a:avLst/>
            <a:gdLst/>
            <a:ahLst/>
            <a:cxnLst/>
            <a:rect l="l" t="t" r="r" b="b"/>
            <a:pathLst>
              <a:path w="768350" h="2021204">
                <a:moveTo>
                  <a:pt x="668604" y="0"/>
                </a:moveTo>
                <a:lnTo>
                  <a:pt x="604268" y="30175"/>
                </a:lnTo>
                <a:lnTo>
                  <a:pt x="583330" y="66612"/>
                </a:lnTo>
                <a:lnTo>
                  <a:pt x="1788" y="1961633"/>
                </a:lnTo>
                <a:lnTo>
                  <a:pt x="0" y="1979713"/>
                </a:lnTo>
                <a:lnTo>
                  <a:pt x="5106" y="1996492"/>
                </a:lnTo>
                <a:lnTo>
                  <a:pt x="16131" y="2010132"/>
                </a:lnTo>
                <a:lnTo>
                  <a:pt x="32101" y="2018793"/>
                </a:lnTo>
                <a:lnTo>
                  <a:pt x="49632" y="2020618"/>
                </a:lnTo>
                <a:lnTo>
                  <a:pt x="66004" y="2015922"/>
                </a:lnTo>
                <a:lnTo>
                  <a:pt x="79539" y="2005615"/>
                </a:lnTo>
                <a:lnTo>
                  <a:pt x="88560" y="1990606"/>
                </a:lnTo>
                <a:lnTo>
                  <a:pt x="762382" y="126411"/>
                </a:lnTo>
                <a:lnTo>
                  <a:pt x="767899" y="89323"/>
                </a:lnTo>
                <a:lnTo>
                  <a:pt x="759073" y="54218"/>
                </a:lnTo>
                <a:lnTo>
                  <a:pt x="737730" y="24986"/>
                </a:lnTo>
                <a:lnTo>
                  <a:pt x="705693" y="5514"/>
                </a:lnTo>
                <a:lnTo>
                  <a:pt x="6686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1" name="object 101" descr=""/>
          <p:cNvGrpSpPr/>
          <p:nvPr/>
        </p:nvGrpSpPr>
        <p:grpSpPr>
          <a:xfrm>
            <a:off x="13642221" y="5830332"/>
            <a:ext cx="2612390" cy="4324985"/>
            <a:chOff x="13642221" y="5830332"/>
            <a:chExt cx="2612390" cy="4324985"/>
          </a:xfrm>
        </p:grpSpPr>
        <p:sp>
          <p:nvSpPr>
            <p:cNvPr id="102" name="object 102" descr=""/>
            <p:cNvSpPr/>
            <p:nvPr/>
          </p:nvSpPr>
          <p:spPr>
            <a:xfrm>
              <a:off x="13642213" y="5830334"/>
              <a:ext cx="2612390" cy="4324985"/>
            </a:xfrm>
            <a:custGeom>
              <a:avLst/>
              <a:gdLst/>
              <a:ahLst/>
              <a:cxnLst/>
              <a:rect l="l" t="t" r="r" b="b"/>
              <a:pathLst>
                <a:path w="2612390" h="4324984">
                  <a:moveTo>
                    <a:pt x="2612390" y="436930"/>
                  </a:moveTo>
                  <a:lnTo>
                    <a:pt x="2605976" y="363550"/>
                  </a:lnTo>
                  <a:lnTo>
                    <a:pt x="2587460" y="296837"/>
                  </a:lnTo>
                  <a:lnTo>
                    <a:pt x="2557945" y="236804"/>
                  </a:lnTo>
                  <a:lnTo>
                    <a:pt x="2518549" y="183489"/>
                  </a:lnTo>
                  <a:lnTo>
                    <a:pt x="2470391" y="136918"/>
                  </a:lnTo>
                  <a:lnTo>
                    <a:pt x="2414562" y="97104"/>
                  </a:lnTo>
                  <a:lnTo>
                    <a:pt x="2352167" y="64071"/>
                  </a:lnTo>
                  <a:lnTo>
                    <a:pt x="2284336" y="37846"/>
                  </a:lnTo>
                  <a:lnTo>
                    <a:pt x="2212162" y="18453"/>
                  </a:lnTo>
                  <a:lnTo>
                    <a:pt x="2136749" y="5918"/>
                  </a:lnTo>
                  <a:lnTo>
                    <a:pt x="2098179" y="2222"/>
                  </a:lnTo>
                  <a:lnTo>
                    <a:pt x="2059216" y="254"/>
                  </a:lnTo>
                  <a:lnTo>
                    <a:pt x="2020011" y="0"/>
                  </a:lnTo>
                  <a:lnTo>
                    <a:pt x="1980679" y="1485"/>
                  </a:lnTo>
                  <a:lnTo>
                    <a:pt x="1941372" y="4699"/>
                  </a:lnTo>
                  <a:lnTo>
                    <a:pt x="1902231" y="9639"/>
                  </a:lnTo>
                  <a:lnTo>
                    <a:pt x="1863394" y="16332"/>
                  </a:lnTo>
                  <a:lnTo>
                    <a:pt x="1824990" y="24752"/>
                  </a:lnTo>
                  <a:lnTo>
                    <a:pt x="1787156" y="34912"/>
                  </a:lnTo>
                  <a:lnTo>
                    <a:pt x="1750060" y="46824"/>
                  </a:lnTo>
                  <a:lnTo>
                    <a:pt x="1713801" y="60490"/>
                  </a:lnTo>
                  <a:lnTo>
                    <a:pt x="1678546" y="75895"/>
                  </a:lnTo>
                  <a:lnTo>
                    <a:pt x="1644421" y="93065"/>
                  </a:lnTo>
                  <a:lnTo>
                    <a:pt x="1580108" y="132664"/>
                  </a:lnTo>
                  <a:lnTo>
                    <a:pt x="1522006" y="179324"/>
                  </a:lnTo>
                  <a:lnTo>
                    <a:pt x="1471193" y="233045"/>
                  </a:lnTo>
                  <a:lnTo>
                    <a:pt x="1428800" y="293878"/>
                  </a:lnTo>
                  <a:lnTo>
                    <a:pt x="1395907" y="361835"/>
                  </a:lnTo>
                  <a:lnTo>
                    <a:pt x="1383385" y="398487"/>
                  </a:lnTo>
                  <a:lnTo>
                    <a:pt x="1373657" y="436930"/>
                  </a:lnTo>
                  <a:lnTo>
                    <a:pt x="1178026" y="1393736"/>
                  </a:lnTo>
                  <a:lnTo>
                    <a:pt x="1167079" y="1440548"/>
                  </a:lnTo>
                  <a:lnTo>
                    <a:pt x="1153655" y="1486230"/>
                  </a:lnTo>
                  <a:lnTo>
                    <a:pt x="1137831" y="1530705"/>
                  </a:lnTo>
                  <a:lnTo>
                    <a:pt x="1119695" y="1573923"/>
                  </a:lnTo>
                  <a:lnTo>
                    <a:pt x="1099324" y="1615808"/>
                  </a:lnTo>
                  <a:lnTo>
                    <a:pt x="1076794" y="1656283"/>
                  </a:lnTo>
                  <a:lnTo>
                    <a:pt x="1052195" y="1695310"/>
                  </a:lnTo>
                  <a:lnTo>
                    <a:pt x="1025601" y="1732788"/>
                  </a:lnTo>
                  <a:lnTo>
                    <a:pt x="997102" y="1768678"/>
                  </a:lnTo>
                  <a:lnTo>
                    <a:pt x="966774" y="1802904"/>
                  </a:lnTo>
                  <a:lnTo>
                    <a:pt x="934694" y="1835404"/>
                  </a:lnTo>
                  <a:lnTo>
                    <a:pt x="900938" y="1866112"/>
                  </a:lnTo>
                  <a:lnTo>
                    <a:pt x="865606" y="1894954"/>
                  </a:lnTo>
                  <a:lnTo>
                    <a:pt x="828763" y="1921865"/>
                  </a:lnTo>
                  <a:lnTo>
                    <a:pt x="790498" y="1946795"/>
                  </a:lnTo>
                  <a:lnTo>
                    <a:pt x="750887" y="1969655"/>
                  </a:lnTo>
                  <a:lnTo>
                    <a:pt x="710018" y="1990382"/>
                  </a:lnTo>
                  <a:lnTo>
                    <a:pt x="667969" y="2008924"/>
                  </a:lnTo>
                  <a:lnTo>
                    <a:pt x="624814" y="2025218"/>
                  </a:lnTo>
                  <a:lnTo>
                    <a:pt x="580631" y="2039175"/>
                  </a:lnTo>
                  <a:lnTo>
                    <a:pt x="535520" y="2050745"/>
                  </a:lnTo>
                  <a:lnTo>
                    <a:pt x="489546" y="2059863"/>
                  </a:lnTo>
                  <a:lnTo>
                    <a:pt x="442798" y="2066455"/>
                  </a:lnTo>
                  <a:lnTo>
                    <a:pt x="395363" y="2070455"/>
                  </a:lnTo>
                  <a:lnTo>
                    <a:pt x="347294" y="2071814"/>
                  </a:lnTo>
                  <a:lnTo>
                    <a:pt x="110782" y="2071814"/>
                  </a:lnTo>
                  <a:lnTo>
                    <a:pt x="67665" y="2080514"/>
                  </a:lnTo>
                  <a:lnTo>
                    <a:pt x="32448" y="2104263"/>
                  </a:lnTo>
                  <a:lnTo>
                    <a:pt x="8712" y="2139467"/>
                  </a:lnTo>
                  <a:lnTo>
                    <a:pt x="0" y="2182596"/>
                  </a:lnTo>
                  <a:lnTo>
                    <a:pt x="3390" y="2228812"/>
                  </a:lnTo>
                  <a:lnTo>
                    <a:pt x="13246" y="2272919"/>
                  </a:lnTo>
                  <a:lnTo>
                    <a:pt x="29070" y="2314435"/>
                  </a:lnTo>
                  <a:lnTo>
                    <a:pt x="50380" y="2352891"/>
                  </a:lnTo>
                  <a:lnTo>
                    <a:pt x="76708" y="2387777"/>
                  </a:lnTo>
                  <a:lnTo>
                    <a:pt x="107556" y="2418626"/>
                  </a:lnTo>
                  <a:lnTo>
                    <a:pt x="142455" y="2444953"/>
                  </a:lnTo>
                  <a:lnTo>
                    <a:pt x="180898" y="2466263"/>
                  </a:lnTo>
                  <a:lnTo>
                    <a:pt x="222415" y="2482100"/>
                  </a:lnTo>
                  <a:lnTo>
                    <a:pt x="266534" y="2491943"/>
                  </a:lnTo>
                  <a:lnTo>
                    <a:pt x="312750" y="2495334"/>
                  </a:lnTo>
                  <a:lnTo>
                    <a:pt x="1638630" y="2495334"/>
                  </a:lnTo>
                  <a:lnTo>
                    <a:pt x="1743252" y="4281830"/>
                  </a:lnTo>
                  <a:lnTo>
                    <a:pt x="1747888" y="4299407"/>
                  </a:lnTo>
                  <a:lnTo>
                    <a:pt x="1758518" y="4313352"/>
                  </a:lnTo>
                  <a:lnTo>
                    <a:pt x="1773618" y="4322280"/>
                  </a:lnTo>
                  <a:lnTo>
                    <a:pt x="1791601" y="4324832"/>
                  </a:lnTo>
                  <a:lnTo>
                    <a:pt x="1808645" y="4320438"/>
                  </a:lnTo>
                  <a:lnTo>
                    <a:pt x="1822335" y="4310354"/>
                  </a:lnTo>
                  <a:lnTo>
                    <a:pt x="1831428" y="4296016"/>
                  </a:lnTo>
                  <a:lnTo>
                    <a:pt x="1834680" y="4278846"/>
                  </a:lnTo>
                  <a:lnTo>
                    <a:pt x="1822615" y="2495334"/>
                  </a:lnTo>
                  <a:lnTo>
                    <a:pt x="1918182" y="2495334"/>
                  </a:lnTo>
                  <a:lnTo>
                    <a:pt x="1965718" y="2493734"/>
                  </a:lnTo>
                  <a:lnTo>
                    <a:pt x="2012378" y="2488996"/>
                  </a:lnTo>
                  <a:lnTo>
                    <a:pt x="2058085" y="2481237"/>
                  </a:lnTo>
                  <a:lnTo>
                    <a:pt x="2102739" y="2470543"/>
                  </a:lnTo>
                  <a:lnTo>
                    <a:pt x="2146198" y="2457018"/>
                  </a:lnTo>
                  <a:lnTo>
                    <a:pt x="2188400" y="2440787"/>
                  </a:lnTo>
                  <a:lnTo>
                    <a:pt x="2229218" y="2421928"/>
                  </a:lnTo>
                  <a:lnTo>
                    <a:pt x="2268563" y="2400554"/>
                  </a:lnTo>
                  <a:lnTo>
                    <a:pt x="2306320" y="2376779"/>
                  </a:lnTo>
                  <a:lnTo>
                    <a:pt x="2342400" y="2350693"/>
                  </a:lnTo>
                  <a:lnTo>
                    <a:pt x="2376678" y="2322398"/>
                  </a:lnTo>
                  <a:lnTo>
                    <a:pt x="2409063" y="2292007"/>
                  </a:lnTo>
                  <a:lnTo>
                    <a:pt x="2439454" y="2259622"/>
                  </a:lnTo>
                  <a:lnTo>
                    <a:pt x="2467749" y="2225332"/>
                  </a:lnTo>
                  <a:lnTo>
                    <a:pt x="2493835" y="2189264"/>
                  </a:lnTo>
                  <a:lnTo>
                    <a:pt x="2517610" y="2151507"/>
                  </a:lnTo>
                  <a:lnTo>
                    <a:pt x="2538984" y="2112162"/>
                  </a:lnTo>
                  <a:lnTo>
                    <a:pt x="2557843" y="2071344"/>
                  </a:lnTo>
                  <a:lnTo>
                    <a:pt x="2574074" y="2029142"/>
                  </a:lnTo>
                  <a:lnTo>
                    <a:pt x="2587599" y="1985670"/>
                  </a:lnTo>
                  <a:lnTo>
                    <a:pt x="2598293" y="1941029"/>
                  </a:lnTo>
                  <a:lnTo>
                    <a:pt x="2606052" y="1895322"/>
                  </a:lnTo>
                  <a:lnTo>
                    <a:pt x="2610789" y="1848662"/>
                  </a:lnTo>
                  <a:lnTo>
                    <a:pt x="2612390" y="1801126"/>
                  </a:lnTo>
                  <a:lnTo>
                    <a:pt x="2612390" y="436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4953281" y="6753970"/>
              <a:ext cx="1301750" cy="1572260"/>
            </a:xfrm>
            <a:custGeom>
              <a:avLst/>
              <a:gdLst/>
              <a:ahLst/>
              <a:cxnLst/>
              <a:rect l="l" t="t" r="r" b="b"/>
              <a:pathLst>
                <a:path w="1301750" h="1572259">
                  <a:moveTo>
                    <a:pt x="1301332" y="0"/>
                  </a:moveTo>
                  <a:lnTo>
                    <a:pt x="1295408" y="53626"/>
                  </a:lnTo>
                  <a:lnTo>
                    <a:pt x="1288603" y="106485"/>
                  </a:lnTo>
                  <a:lnTo>
                    <a:pt x="1280908" y="158570"/>
                  </a:lnTo>
                  <a:lnTo>
                    <a:pt x="1272315" y="209874"/>
                  </a:lnTo>
                  <a:lnTo>
                    <a:pt x="1262818" y="260391"/>
                  </a:lnTo>
                  <a:lnTo>
                    <a:pt x="1252408" y="310115"/>
                  </a:lnTo>
                  <a:lnTo>
                    <a:pt x="1241077" y="359037"/>
                  </a:lnTo>
                  <a:lnTo>
                    <a:pt x="1228819" y="407152"/>
                  </a:lnTo>
                  <a:lnTo>
                    <a:pt x="1215625" y="454454"/>
                  </a:lnTo>
                  <a:lnTo>
                    <a:pt x="1201489" y="500934"/>
                  </a:lnTo>
                  <a:lnTo>
                    <a:pt x="1186401" y="546588"/>
                  </a:lnTo>
                  <a:lnTo>
                    <a:pt x="1170355" y="591408"/>
                  </a:lnTo>
                  <a:lnTo>
                    <a:pt x="1153343" y="635387"/>
                  </a:lnTo>
                  <a:lnTo>
                    <a:pt x="1135357" y="678519"/>
                  </a:lnTo>
                  <a:lnTo>
                    <a:pt x="1116390" y="720797"/>
                  </a:lnTo>
                  <a:lnTo>
                    <a:pt x="1096434" y="762215"/>
                  </a:lnTo>
                  <a:lnTo>
                    <a:pt x="1075481" y="802766"/>
                  </a:lnTo>
                  <a:lnTo>
                    <a:pt x="1053524" y="842443"/>
                  </a:lnTo>
                  <a:lnTo>
                    <a:pt x="1030555" y="881240"/>
                  </a:lnTo>
                  <a:lnTo>
                    <a:pt x="1006567" y="919150"/>
                  </a:lnTo>
                  <a:lnTo>
                    <a:pt x="981551" y="956166"/>
                  </a:lnTo>
                  <a:lnTo>
                    <a:pt x="955501" y="992282"/>
                  </a:lnTo>
                  <a:lnTo>
                    <a:pt x="928408" y="1027490"/>
                  </a:lnTo>
                  <a:lnTo>
                    <a:pt x="900266" y="1061786"/>
                  </a:lnTo>
                  <a:lnTo>
                    <a:pt x="871065" y="1095161"/>
                  </a:lnTo>
                  <a:lnTo>
                    <a:pt x="840799" y="1127609"/>
                  </a:lnTo>
                  <a:lnTo>
                    <a:pt x="809460" y="1159123"/>
                  </a:lnTo>
                  <a:lnTo>
                    <a:pt x="777041" y="1189698"/>
                  </a:lnTo>
                  <a:lnTo>
                    <a:pt x="743533" y="1219325"/>
                  </a:lnTo>
                  <a:lnTo>
                    <a:pt x="708930" y="1248000"/>
                  </a:lnTo>
                  <a:lnTo>
                    <a:pt x="673223" y="1275714"/>
                  </a:lnTo>
                  <a:lnTo>
                    <a:pt x="636404" y="1302461"/>
                  </a:lnTo>
                  <a:lnTo>
                    <a:pt x="598467" y="1328235"/>
                  </a:lnTo>
                  <a:lnTo>
                    <a:pt x="559404" y="1353028"/>
                  </a:lnTo>
                  <a:lnTo>
                    <a:pt x="519206" y="1376835"/>
                  </a:lnTo>
                  <a:lnTo>
                    <a:pt x="477867" y="1399649"/>
                  </a:lnTo>
                  <a:lnTo>
                    <a:pt x="435378" y="1421463"/>
                  </a:lnTo>
                  <a:lnTo>
                    <a:pt x="391732" y="1442270"/>
                  </a:lnTo>
                  <a:lnTo>
                    <a:pt x="346922" y="1462064"/>
                  </a:lnTo>
                  <a:lnTo>
                    <a:pt x="300940" y="1480838"/>
                  </a:lnTo>
                  <a:lnTo>
                    <a:pt x="253777" y="1498585"/>
                  </a:lnTo>
                  <a:lnTo>
                    <a:pt x="205427" y="1515299"/>
                  </a:lnTo>
                  <a:lnTo>
                    <a:pt x="155882" y="1530973"/>
                  </a:lnTo>
                  <a:lnTo>
                    <a:pt x="105134" y="1545601"/>
                  </a:lnTo>
                  <a:lnTo>
                    <a:pt x="53176" y="1559175"/>
                  </a:lnTo>
                  <a:lnTo>
                    <a:pt x="0" y="1571690"/>
                  </a:lnTo>
                  <a:lnTo>
                    <a:pt x="607122" y="1571690"/>
                  </a:lnTo>
                  <a:lnTo>
                    <a:pt x="654652" y="1570088"/>
                  </a:lnTo>
                  <a:lnTo>
                    <a:pt x="701323" y="1565353"/>
                  </a:lnTo>
                  <a:lnTo>
                    <a:pt x="747030" y="1557586"/>
                  </a:lnTo>
                  <a:lnTo>
                    <a:pt x="791671" y="1546892"/>
                  </a:lnTo>
                  <a:lnTo>
                    <a:pt x="835142" y="1533374"/>
                  </a:lnTo>
                  <a:lnTo>
                    <a:pt x="877340" y="1517136"/>
                  </a:lnTo>
                  <a:lnTo>
                    <a:pt x="918162" y="1498280"/>
                  </a:lnTo>
                  <a:lnTo>
                    <a:pt x="957503" y="1476910"/>
                  </a:lnTo>
                  <a:lnTo>
                    <a:pt x="995262" y="1453130"/>
                  </a:lnTo>
                  <a:lnTo>
                    <a:pt x="1031333" y="1427043"/>
                  </a:lnTo>
                  <a:lnTo>
                    <a:pt x="1065615" y="1398752"/>
                  </a:lnTo>
                  <a:lnTo>
                    <a:pt x="1098003" y="1368361"/>
                  </a:lnTo>
                  <a:lnTo>
                    <a:pt x="1128394" y="1335973"/>
                  </a:lnTo>
                  <a:lnTo>
                    <a:pt x="1156685" y="1301692"/>
                  </a:lnTo>
                  <a:lnTo>
                    <a:pt x="1182772" y="1265620"/>
                  </a:lnTo>
                  <a:lnTo>
                    <a:pt x="1206552" y="1227862"/>
                  </a:lnTo>
                  <a:lnTo>
                    <a:pt x="1227922" y="1188520"/>
                  </a:lnTo>
                  <a:lnTo>
                    <a:pt x="1246777" y="1147699"/>
                  </a:lnTo>
                  <a:lnTo>
                    <a:pt x="1263016" y="1105500"/>
                  </a:lnTo>
                  <a:lnTo>
                    <a:pt x="1276534" y="1062029"/>
                  </a:lnTo>
                  <a:lnTo>
                    <a:pt x="1287228" y="1017388"/>
                  </a:lnTo>
                  <a:lnTo>
                    <a:pt x="1294994" y="971681"/>
                  </a:lnTo>
                  <a:lnTo>
                    <a:pt x="1299730" y="925011"/>
                  </a:lnTo>
                  <a:lnTo>
                    <a:pt x="1301332" y="877481"/>
                  </a:lnTo>
                  <a:lnTo>
                    <a:pt x="1301332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/>
          <p:nvPr/>
        </p:nvSpPr>
        <p:spPr>
          <a:xfrm>
            <a:off x="7808248" y="7970398"/>
            <a:ext cx="745490" cy="1961514"/>
          </a:xfrm>
          <a:custGeom>
            <a:avLst/>
            <a:gdLst/>
            <a:ahLst/>
            <a:cxnLst/>
            <a:rect l="l" t="t" r="r" b="b"/>
            <a:pathLst>
              <a:path w="745490" h="1961515">
                <a:moveTo>
                  <a:pt x="644504" y="0"/>
                </a:moveTo>
                <a:lnTo>
                  <a:pt x="583573" y="32312"/>
                </a:lnTo>
                <a:lnTo>
                  <a:pt x="1760" y="1903669"/>
                </a:lnTo>
                <a:lnTo>
                  <a:pt x="0" y="1920575"/>
                </a:lnTo>
                <a:lnTo>
                  <a:pt x="4489" y="1936465"/>
                </a:lnTo>
                <a:lnTo>
                  <a:pt x="14454" y="1949655"/>
                </a:lnTo>
                <a:lnTo>
                  <a:pt x="29121" y="1958463"/>
                </a:lnTo>
                <a:lnTo>
                  <a:pt x="46564" y="1961056"/>
                </a:lnTo>
                <a:lnTo>
                  <a:pt x="63074" y="1956904"/>
                </a:lnTo>
                <a:lnTo>
                  <a:pt x="740020" y="122341"/>
                </a:lnTo>
                <a:lnTo>
                  <a:pt x="745025" y="81855"/>
                </a:lnTo>
                <a:lnTo>
                  <a:pt x="734797" y="48248"/>
                </a:lnTo>
                <a:lnTo>
                  <a:pt x="712712" y="20929"/>
                </a:lnTo>
                <a:lnTo>
                  <a:pt x="680724" y="3580"/>
                </a:lnTo>
                <a:lnTo>
                  <a:pt x="644504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9409650" y="7969866"/>
            <a:ext cx="195580" cy="1962150"/>
          </a:xfrm>
          <a:custGeom>
            <a:avLst/>
            <a:gdLst/>
            <a:ahLst/>
            <a:cxnLst/>
            <a:rect l="l" t="t" r="r" b="b"/>
            <a:pathLst>
              <a:path w="195579" h="1962150">
                <a:moveTo>
                  <a:pt x="86133" y="0"/>
                </a:moveTo>
                <a:lnTo>
                  <a:pt x="50941" y="9271"/>
                </a:lnTo>
                <a:lnTo>
                  <a:pt x="23009" y="30580"/>
                </a:lnTo>
                <a:lnTo>
                  <a:pt x="5106" y="60809"/>
                </a:lnTo>
                <a:lnTo>
                  <a:pt x="0" y="96845"/>
                </a:lnTo>
                <a:lnTo>
                  <a:pt x="106750" y="1919711"/>
                </a:lnTo>
                <a:lnTo>
                  <a:pt x="110981" y="1936136"/>
                </a:lnTo>
                <a:lnTo>
                  <a:pt x="120700" y="1949452"/>
                </a:lnTo>
                <a:lnTo>
                  <a:pt x="134600" y="1958353"/>
                </a:lnTo>
                <a:lnTo>
                  <a:pt x="151377" y="1961531"/>
                </a:lnTo>
                <a:lnTo>
                  <a:pt x="168643" y="1957923"/>
                </a:lnTo>
                <a:lnTo>
                  <a:pt x="182697" y="1948308"/>
                </a:lnTo>
                <a:lnTo>
                  <a:pt x="192119" y="1934124"/>
                </a:lnTo>
                <a:lnTo>
                  <a:pt x="195491" y="1916810"/>
                </a:lnTo>
                <a:lnTo>
                  <a:pt x="183135" y="90866"/>
                </a:lnTo>
                <a:lnTo>
                  <a:pt x="173707" y="50935"/>
                </a:lnTo>
                <a:lnTo>
                  <a:pt x="122168" y="5101"/>
                </a:lnTo>
                <a:lnTo>
                  <a:pt x="86133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9775433" y="7970047"/>
            <a:ext cx="745490" cy="1961514"/>
          </a:xfrm>
          <a:custGeom>
            <a:avLst/>
            <a:gdLst/>
            <a:ahLst/>
            <a:cxnLst/>
            <a:rect l="l" t="t" r="r" b="b"/>
            <a:pathLst>
              <a:path w="745490" h="1961515">
                <a:moveTo>
                  <a:pt x="96383" y="0"/>
                </a:moveTo>
                <a:lnTo>
                  <a:pt x="60391" y="5357"/>
                </a:lnTo>
                <a:lnTo>
                  <a:pt x="29290" y="24254"/>
                </a:lnTo>
                <a:lnTo>
                  <a:pt x="8568" y="52626"/>
                </a:lnTo>
                <a:lnTo>
                  <a:pt x="0" y="86697"/>
                </a:lnTo>
                <a:lnTo>
                  <a:pt x="5356" y="122693"/>
                </a:lnTo>
                <a:lnTo>
                  <a:pt x="659389" y="1932146"/>
                </a:lnTo>
                <a:lnTo>
                  <a:pt x="668145" y="1946717"/>
                </a:lnTo>
                <a:lnTo>
                  <a:pt x="681281" y="1956719"/>
                </a:lnTo>
                <a:lnTo>
                  <a:pt x="697169" y="1961274"/>
                </a:lnTo>
                <a:lnTo>
                  <a:pt x="714183" y="1959506"/>
                </a:lnTo>
                <a:lnTo>
                  <a:pt x="729689" y="1951099"/>
                </a:lnTo>
                <a:lnTo>
                  <a:pt x="740393" y="1937858"/>
                </a:lnTo>
                <a:lnTo>
                  <a:pt x="745351" y="1921570"/>
                </a:lnTo>
                <a:lnTo>
                  <a:pt x="743617" y="1904021"/>
                </a:lnTo>
                <a:lnTo>
                  <a:pt x="179152" y="64653"/>
                </a:lnTo>
                <a:lnTo>
                  <a:pt x="158829" y="29286"/>
                </a:lnTo>
                <a:lnTo>
                  <a:pt x="96383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8723912" y="7969705"/>
            <a:ext cx="196215" cy="1962150"/>
          </a:xfrm>
          <a:custGeom>
            <a:avLst/>
            <a:gdLst/>
            <a:ahLst/>
            <a:cxnLst/>
            <a:rect l="l" t="t" r="r" b="b"/>
            <a:pathLst>
              <a:path w="196215" h="1962150">
                <a:moveTo>
                  <a:pt x="104625" y="0"/>
                </a:moveTo>
                <a:lnTo>
                  <a:pt x="39638" y="26401"/>
                </a:lnTo>
                <a:lnTo>
                  <a:pt x="12355" y="91023"/>
                </a:lnTo>
                <a:lnTo>
                  <a:pt x="0" y="1916978"/>
                </a:lnTo>
                <a:lnTo>
                  <a:pt x="3155" y="1933643"/>
                </a:lnTo>
                <a:lnTo>
                  <a:pt x="11983" y="1947562"/>
                </a:lnTo>
                <a:lnTo>
                  <a:pt x="25273" y="1957348"/>
                </a:lnTo>
                <a:lnTo>
                  <a:pt x="41810" y="1961615"/>
                </a:lnTo>
                <a:lnTo>
                  <a:pt x="59275" y="1959141"/>
                </a:lnTo>
                <a:lnTo>
                  <a:pt x="88751" y="1919868"/>
                </a:lnTo>
                <a:lnTo>
                  <a:pt x="195491" y="97002"/>
                </a:lnTo>
                <a:lnTo>
                  <a:pt x="195648" y="92269"/>
                </a:lnTo>
                <a:lnTo>
                  <a:pt x="188688" y="56547"/>
                </a:lnTo>
                <a:lnTo>
                  <a:pt x="169243" y="27283"/>
                </a:lnTo>
                <a:lnTo>
                  <a:pt x="140245" y="7444"/>
                </a:lnTo>
                <a:lnTo>
                  <a:pt x="104625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8" name="object 108" descr=""/>
          <p:cNvGrpSpPr/>
          <p:nvPr/>
        </p:nvGrpSpPr>
        <p:grpSpPr>
          <a:xfrm>
            <a:off x="6180674" y="6692411"/>
            <a:ext cx="1481455" cy="132080"/>
            <a:chOff x="6180674" y="6692411"/>
            <a:chExt cx="1481455" cy="132080"/>
          </a:xfrm>
        </p:grpSpPr>
        <p:sp>
          <p:nvSpPr>
            <p:cNvPr id="109" name="object 109" descr=""/>
            <p:cNvSpPr/>
            <p:nvPr/>
          </p:nvSpPr>
          <p:spPr>
            <a:xfrm>
              <a:off x="6180674" y="6692411"/>
              <a:ext cx="1085850" cy="132080"/>
            </a:xfrm>
            <a:custGeom>
              <a:avLst/>
              <a:gdLst/>
              <a:ahLst/>
              <a:cxnLst/>
              <a:rect l="l" t="t" r="r" b="b"/>
              <a:pathLst>
                <a:path w="1085850" h="132079">
                  <a:moveTo>
                    <a:pt x="1057925" y="0"/>
                  </a:moveTo>
                  <a:lnTo>
                    <a:pt x="34051" y="0"/>
                  </a:lnTo>
                  <a:lnTo>
                    <a:pt x="20889" y="3211"/>
                  </a:lnTo>
                  <a:lnTo>
                    <a:pt x="10055" y="10771"/>
                  </a:lnTo>
                  <a:lnTo>
                    <a:pt x="2706" y="21838"/>
                  </a:lnTo>
                  <a:lnTo>
                    <a:pt x="0" y="35443"/>
                  </a:lnTo>
                  <a:lnTo>
                    <a:pt x="0" y="96436"/>
                  </a:lnTo>
                  <a:lnTo>
                    <a:pt x="2659" y="109904"/>
                  </a:lnTo>
                  <a:lnTo>
                    <a:pt x="9930" y="120968"/>
                  </a:lnTo>
                  <a:lnTo>
                    <a:pt x="20748" y="128591"/>
                  </a:lnTo>
                  <a:lnTo>
                    <a:pt x="34051" y="131734"/>
                  </a:lnTo>
                  <a:lnTo>
                    <a:pt x="34051" y="131870"/>
                  </a:lnTo>
                  <a:lnTo>
                    <a:pt x="1085621" y="131870"/>
                  </a:lnTo>
                  <a:lnTo>
                    <a:pt x="105792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7202711" y="6692848"/>
              <a:ext cx="459740" cy="131445"/>
            </a:xfrm>
            <a:custGeom>
              <a:avLst/>
              <a:gdLst/>
              <a:ahLst/>
              <a:cxnLst/>
              <a:rect l="l" t="t" r="r" b="b"/>
              <a:pathLst>
                <a:path w="459740" h="131445">
                  <a:moveTo>
                    <a:pt x="40930" y="0"/>
                  </a:moveTo>
                  <a:lnTo>
                    <a:pt x="25466" y="987"/>
                  </a:lnTo>
                  <a:lnTo>
                    <a:pt x="12404" y="8078"/>
                  </a:lnTo>
                  <a:lnTo>
                    <a:pt x="3372" y="19881"/>
                  </a:lnTo>
                  <a:lnTo>
                    <a:pt x="0" y="35004"/>
                  </a:lnTo>
                  <a:lnTo>
                    <a:pt x="0" y="95997"/>
                  </a:lnTo>
                  <a:lnTo>
                    <a:pt x="2784" y="109789"/>
                  </a:lnTo>
                  <a:lnTo>
                    <a:pt x="10377" y="121052"/>
                  </a:lnTo>
                  <a:lnTo>
                    <a:pt x="21640" y="128646"/>
                  </a:lnTo>
                  <a:lnTo>
                    <a:pt x="35433" y="131430"/>
                  </a:lnTo>
                  <a:lnTo>
                    <a:pt x="423966" y="131430"/>
                  </a:lnTo>
                  <a:lnTo>
                    <a:pt x="437758" y="128646"/>
                  </a:lnTo>
                  <a:lnTo>
                    <a:pt x="449021" y="121052"/>
                  </a:lnTo>
                  <a:lnTo>
                    <a:pt x="456615" y="109789"/>
                  </a:lnTo>
                  <a:lnTo>
                    <a:pt x="459399" y="95997"/>
                  </a:lnTo>
                  <a:lnTo>
                    <a:pt x="457145" y="83549"/>
                  </a:lnTo>
                  <a:lnTo>
                    <a:pt x="450894" y="72970"/>
                  </a:lnTo>
                  <a:lnTo>
                    <a:pt x="441411" y="65153"/>
                  </a:lnTo>
                  <a:lnTo>
                    <a:pt x="429463" y="60992"/>
                  </a:lnTo>
                  <a:lnTo>
                    <a:pt x="40930" y="0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1" name="object 11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969039" y="3951766"/>
            <a:ext cx="3438063" cy="6031080"/>
          </a:xfrm>
          <a:prstGeom prst="rect">
            <a:avLst/>
          </a:prstGeom>
        </p:spPr>
      </p:pic>
      <p:grpSp>
        <p:nvGrpSpPr>
          <p:cNvPr id="112" name="object 112" descr=""/>
          <p:cNvGrpSpPr/>
          <p:nvPr/>
        </p:nvGrpSpPr>
        <p:grpSpPr>
          <a:xfrm>
            <a:off x="4770196" y="5040373"/>
            <a:ext cx="2267585" cy="1784350"/>
            <a:chOff x="4770196" y="5040373"/>
            <a:chExt cx="2267585" cy="1784350"/>
          </a:xfrm>
        </p:grpSpPr>
        <p:sp>
          <p:nvSpPr>
            <p:cNvPr id="113" name="object 113" descr=""/>
            <p:cNvSpPr/>
            <p:nvPr/>
          </p:nvSpPr>
          <p:spPr>
            <a:xfrm>
              <a:off x="4770196" y="5040373"/>
              <a:ext cx="2267585" cy="1464310"/>
            </a:xfrm>
            <a:custGeom>
              <a:avLst/>
              <a:gdLst/>
              <a:ahLst/>
              <a:cxnLst/>
              <a:rect l="l" t="t" r="r" b="b"/>
              <a:pathLst>
                <a:path w="2267584" h="1464309">
                  <a:moveTo>
                    <a:pt x="2238455" y="0"/>
                  </a:moveTo>
                  <a:lnTo>
                    <a:pt x="28564" y="0"/>
                  </a:lnTo>
                  <a:lnTo>
                    <a:pt x="17444" y="2245"/>
                  </a:lnTo>
                  <a:lnTo>
                    <a:pt x="8364" y="8370"/>
                  </a:lnTo>
                  <a:lnTo>
                    <a:pt x="2244" y="17453"/>
                  </a:lnTo>
                  <a:lnTo>
                    <a:pt x="0" y="28575"/>
                  </a:lnTo>
                  <a:lnTo>
                    <a:pt x="0" y="1435244"/>
                  </a:lnTo>
                  <a:lnTo>
                    <a:pt x="2244" y="1446366"/>
                  </a:lnTo>
                  <a:lnTo>
                    <a:pt x="8364" y="1455449"/>
                  </a:lnTo>
                  <a:lnTo>
                    <a:pt x="17444" y="1461573"/>
                  </a:lnTo>
                  <a:lnTo>
                    <a:pt x="28564" y="1463819"/>
                  </a:lnTo>
                  <a:lnTo>
                    <a:pt x="2238455" y="1463819"/>
                  </a:lnTo>
                  <a:lnTo>
                    <a:pt x="2249575" y="1461573"/>
                  </a:lnTo>
                  <a:lnTo>
                    <a:pt x="2258655" y="1455449"/>
                  </a:lnTo>
                  <a:lnTo>
                    <a:pt x="2264775" y="1446366"/>
                  </a:lnTo>
                  <a:lnTo>
                    <a:pt x="2267019" y="1435244"/>
                  </a:lnTo>
                  <a:lnTo>
                    <a:pt x="2267019" y="28575"/>
                  </a:lnTo>
                  <a:lnTo>
                    <a:pt x="2264775" y="17453"/>
                  </a:lnTo>
                  <a:lnTo>
                    <a:pt x="2258655" y="8370"/>
                  </a:lnTo>
                  <a:lnTo>
                    <a:pt x="2249575" y="2245"/>
                  </a:lnTo>
                  <a:lnTo>
                    <a:pt x="2238455" y="0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544172" y="5040382"/>
              <a:ext cx="1493520" cy="1784350"/>
            </a:xfrm>
            <a:custGeom>
              <a:avLst/>
              <a:gdLst/>
              <a:ahLst/>
              <a:cxnLst/>
              <a:rect l="l" t="t" r="r" b="b"/>
              <a:pathLst>
                <a:path w="1493520" h="1784350">
                  <a:moveTo>
                    <a:pt x="829741" y="1748929"/>
                  </a:moveTo>
                  <a:lnTo>
                    <a:pt x="826998" y="1735315"/>
                  </a:lnTo>
                  <a:lnTo>
                    <a:pt x="819505" y="1724202"/>
                  </a:lnTo>
                  <a:lnTo>
                    <a:pt x="808380" y="1716709"/>
                  </a:lnTo>
                  <a:lnTo>
                    <a:pt x="794766" y="1713966"/>
                  </a:lnTo>
                  <a:lnTo>
                    <a:pt x="619340" y="1713966"/>
                  </a:lnTo>
                  <a:lnTo>
                    <a:pt x="569188" y="1703832"/>
                  </a:lnTo>
                  <a:lnTo>
                    <a:pt x="528231" y="1676222"/>
                  </a:lnTo>
                  <a:lnTo>
                    <a:pt x="500608" y="1635264"/>
                  </a:lnTo>
                  <a:lnTo>
                    <a:pt x="490486" y="1585112"/>
                  </a:lnTo>
                  <a:lnTo>
                    <a:pt x="490486" y="870419"/>
                  </a:lnTo>
                  <a:lnTo>
                    <a:pt x="484987" y="843191"/>
                  </a:lnTo>
                  <a:lnTo>
                    <a:pt x="470001" y="820953"/>
                  </a:lnTo>
                  <a:lnTo>
                    <a:pt x="447763" y="805967"/>
                  </a:lnTo>
                  <a:lnTo>
                    <a:pt x="444030" y="805218"/>
                  </a:lnTo>
                  <a:lnTo>
                    <a:pt x="443903" y="800468"/>
                  </a:lnTo>
                  <a:lnTo>
                    <a:pt x="420535" y="800468"/>
                  </a:lnTo>
                  <a:lnTo>
                    <a:pt x="69951" y="800468"/>
                  </a:lnTo>
                  <a:lnTo>
                    <a:pt x="42722" y="805967"/>
                  </a:lnTo>
                  <a:lnTo>
                    <a:pt x="20497" y="820953"/>
                  </a:lnTo>
                  <a:lnTo>
                    <a:pt x="5499" y="843191"/>
                  </a:lnTo>
                  <a:lnTo>
                    <a:pt x="0" y="870419"/>
                  </a:lnTo>
                  <a:lnTo>
                    <a:pt x="0" y="1585112"/>
                  </a:lnTo>
                  <a:lnTo>
                    <a:pt x="5257" y="1630692"/>
                  </a:lnTo>
                  <a:lnTo>
                    <a:pt x="20205" y="1672526"/>
                  </a:lnTo>
                  <a:lnTo>
                    <a:pt x="43675" y="1709445"/>
                  </a:lnTo>
                  <a:lnTo>
                    <a:pt x="74460" y="1740230"/>
                  </a:lnTo>
                  <a:lnTo>
                    <a:pt x="111379" y="1763699"/>
                  </a:lnTo>
                  <a:lnTo>
                    <a:pt x="153225" y="1778660"/>
                  </a:lnTo>
                  <a:lnTo>
                    <a:pt x="198805" y="1783905"/>
                  </a:lnTo>
                  <a:lnTo>
                    <a:pt x="619340" y="1783905"/>
                  </a:lnTo>
                  <a:lnTo>
                    <a:pt x="752983" y="1783905"/>
                  </a:lnTo>
                  <a:lnTo>
                    <a:pt x="794766" y="1783905"/>
                  </a:lnTo>
                  <a:lnTo>
                    <a:pt x="808380" y="1781162"/>
                  </a:lnTo>
                  <a:lnTo>
                    <a:pt x="819505" y="1773669"/>
                  </a:lnTo>
                  <a:lnTo>
                    <a:pt x="826998" y="1762544"/>
                  </a:lnTo>
                  <a:lnTo>
                    <a:pt x="829741" y="1748929"/>
                  </a:lnTo>
                  <a:close/>
                </a:path>
                <a:path w="1493520" h="1784350">
                  <a:moveTo>
                    <a:pt x="1493037" y="56261"/>
                  </a:moveTo>
                  <a:lnTo>
                    <a:pt x="1488617" y="34366"/>
                  </a:lnTo>
                  <a:lnTo>
                    <a:pt x="1476552" y="16484"/>
                  </a:lnTo>
                  <a:lnTo>
                    <a:pt x="1458671" y="4419"/>
                  </a:lnTo>
                  <a:lnTo>
                    <a:pt x="1436776" y="0"/>
                  </a:lnTo>
                  <a:lnTo>
                    <a:pt x="1366824" y="0"/>
                  </a:lnTo>
                  <a:lnTo>
                    <a:pt x="1388719" y="4419"/>
                  </a:lnTo>
                  <a:lnTo>
                    <a:pt x="1406613" y="16484"/>
                  </a:lnTo>
                  <a:lnTo>
                    <a:pt x="1418666" y="34366"/>
                  </a:lnTo>
                  <a:lnTo>
                    <a:pt x="1423085" y="56261"/>
                  </a:lnTo>
                  <a:lnTo>
                    <a:pt x="1423085" y="1407553"/>
                  </a:lnTo>
                  <a:lnTo>
                    <a:pt x="1418666" y="1429448"/>
                  </a:lnTo>
                  <a:lnTo>
                    <a:pt x="1406613" y="1447342"/>
                  </a:lnTo>
                  <a:lnTo>
                    <a:pt x="1388719" y="1459395"/>
                  </a:lnTo>
                  <a:lnTo>
                    <a:pt x="1366824" y="1463814"/>
                  </a:lnTo>
                  <a:lnTo>
                    <a:pt x="1436776" y="1463814"/>
                  </a:lnTo>
                  <a:lnTo>
                    <a:pt x="1458671" y="1459395"/>
                  </a:lnTo>
                  <a:lnTo>
                    <a:pt x="1476552" y="1447342"/>
                  </a:lnTo>
                  <a:lnTo>
                    <a:pt x="1488617" y="1429448"/>
                  </a:lnTo>
                  <a:lnTo>
                    <a:pt x="1493037" y="1407553"/>
                  </a:lnTo>
                  <a:lnTo>
                    <a:pt x="1493037" y="56261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" name="object 115" descr=""/>
          <p:cNvGrpSpPr/>
          <p:nvPr/>
        </p:nvGrpSpPr>
        <p:grpSpPr>
          <a:xfrm>
            <a:off x="4159835" y="6824284"/>
            <a:ext cx="7785734" cy="3101340"/>
            <a:chOff x="4159835" y="6824284"/>
            <a:chExt cx="7785734" cy="3101340"/>
          </a:xfrm>
        </p:grpSpPr>
        <p:sp>
          <p:nvSpPr>
            <p:cNvPr id="116" name="object 116" descr=""/>
            <p:cNvSpPr/>
            <p:nvPr/>
          </p:nvSpPr>
          <p:spPr>
            <a:xfrm>
              <a:off x="4409080" y="6993242"/>
              <a:ext cx="332740" cy="2932430"/>
            </a:xfrm>
            <a:custGeom>
              <a:avLst/>
              <a:gdLst/>
              <a:ahLst/>
              <a:cxnLst/>
              <a:rect l="l" t="t" r="r" b="b"/>
              <a:pathLst>
                <a:path w="332739" h="2932429">
                  <a:moveTo>
                    <a:pt x="332639" y="0"/>
                  </a:moveTo>
                  <a:lnTo>
                    <a:pt x="0" y="0"/>
                  </a:lnTo>
                  <a:lnTo>
                    <a:pt x="0" y="2931868"/>
                  </a:lnTo>
                  <a:lnTo>
                    <a:pt x="332639" y="2931868"/>
                  </a:lnTo>
                  <a:lnTo>
                    <a:pt x="33263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4741719" y="6993242"/>
              <a:ext cx="2242820" cy="2932430"/>
            </a:xfrm>
            <a:custGeom>
              <a:avLst/>
              <a:gdLst/>
              <a:ahLst/>
              <a:cxnLst/>
              <a:rect l="l" t="t" r="r" b="b"/>
              <a:pathLst>
                <a:path w="2242820" h="2932429">
                  <a:moveTo>
                    <a:pt x="2242256" y="0"/>
                  </a:moveTo>
                  <a:lnTo>
                    <a:pt x="0" y="0"/>
                  </a:lnTo>
                  <a:lnTo>
                    <a:pt x="0" y="2931868"/>
                  </a:lnTo>
                  <a:lnTo>
                    <a:pt x="2242256" y="2931868"/>
                  </a:lnTo>
                  <a:lnTo>
                    <a:pt x="2242256" y="0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4974256" y="7225790"/>
              <a:ext cx="1777364" cy="2466975"/>
            </a:xfrm>
            <a:custGeom>
              <a:avLst/>
              <a:gdLst/>
              <a:ahLst/>
              <a:cxnLst/>
              <a:rect l="l" t="t" r="r" b="b"/>
              <a:pathLst>
                <a:path w="1777365" h="2466975">
                  <a:moveTo>
                    <a:pt x="1777171" y="0"/>
                  </a:moveTo>
                  <a:lnTo>
                    <a:pt x="0" y="0"/>
                  </a:lnTo>
                  <a:lnTo>
                    <a:pt x="0" y="2466773"/>
                  </a:lnTo>
                  <a:lnTo>
                    <a:pt x="1777171" y="2466773"/>
                  </a:lnTo>
                  <a:lnTo>
                    <a:pt x="1777171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4409071" y="6993248"/>
              <a:ext cx="2574925" cy="2290445"/>
            </a:xfrm>
            <a:custGeom>
              <a:avLst/>
              <a:gdLst/>
              <a:ahLst/>
              <a:cxnLst/>
              <a:rect l="l" t="t" r="r" b="b"/>
              <a:pathLst>
                <a:path w="2574925" h="2290445">
                  <a:moveTo>
                    <a:pt x="2342350" y="2124265"/>
                  </a:moveTo>
                  <a:lnTo>
                    <a:pt x="565175" y="2124265"/>
                  </a:lnTo>
                  <a:lnTo>
                    <a:pt x="565175" y="2154123"/>
                  </a:lnTo>
                  <a:lnTo>
                    <a:pt x="1039583" y="2154123"/>
                  </a:lnTo>
                  <a:lnTo>
                    <a:pt x="1120279" y="2289924"/>
                  </a:lnTo>
                  <a:lnTo>
                    <a:pt x="1787258" y="2289924"/>
                  </a:lnTo>
                  <a:lnTo>
                    <a:pt x="1867941" y="2154123"/>
                  </a:lnTo>
                  <a:lnTo>
                    <a:pt x="2342350" y="2154123"/>
                  </a:lnTo>
                  <a:lnTo>
                    <a:pt x="2342350" y="2124265"/>
                  </a:lnTo>
                  <a:close/>
                </a:path>
                <a:path w="2574925" h="2290445">
                  <a:moveTo>
                    <a:pt x="2342350" y="1451013"/>
                  </a:moveTo>
                  <a:lnTo>
                    <a:pt x="565175" y="1451013"/>
                  </a:lnTo>
                  <a:lnTo>
                    <a:pt x="565175" y="1480870"/>
                  </a:lnTo>
                  <a:lnTo>
                    <a:pt x="1039571" y="1480870"/>
                  </a:lnTo>
                  <a:lnTo>
                    <a:pt x="1120279" y="1616684"/>
                  </a:lnTo>
                  <a:lnTo>
                    <a:pt x="1787258" y="1616684"/>
                  </a:lnTo>
                  <a:lnTo>
                    <a:pt x="1867954" y="1480870"/>
                  </a:lnTo>
                  <a:lnTo>
                    <a:pt x="2342350" y="1480870"/>
                  </a:lnTo>
                  <a:lnTo>
                    <a:pt x="2342350" y="1451013"/>
                  </a:lnTo>
                  <a:close/>
                </a:path>
                <a:path w="2574925" h="2290445">
                  <a:moveTo>
                    <a:pt x="2342350" y="777735"/>
                  </a:moveTo>
                  <a:lnTo>
                    <a:pt x="565175" y="777735"/>
                  </a:lnTo>
                  <a:lnTo>
                    <a:pt x="565175" y="807593"/>
                  </a:lnTo>
                  <a:lnTo>
                    <a:pt x="1039558" y="807593"/>
                  </a:lnTo>
                  <a:lnTo>
                    <a:pt x="1120279" y="943432"/>
                  </a:lnTo>
                  <a:lnTo>
                    <a:pt x="1787258" y="943432"/>
                  </a:lnTo>
                  <a:lnTo>
                    <a:pt x="1867966" y="807593"/>
                  </a:lnTo>
                  <a:lnTo>
                    <a:pt x="2342350" y="807593"/>
                  </a:lnTo>
                  <a:lnTo>
                    <a:pt x="2342350" y="777735"/>
                  </a:lnTo>
                  <a:close/>
                </a:path>
                <a:path w="2574925" h="2290445">
                  <a:moveTo>
                    <a:pt x="2574899" y="0"/>
                  </a:moveTo>
                  <a:lnTo>
                    <a:pt x="0" y="0"/>
                  </a:lnTo>
                  <a:lnTo>
                    <a:pt x="0" y="119430"/>
                  </a:lnTo>
                  <a:lnTo>
                    <a:pt x="257489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4159834" y="6824287"/>
              <a:ext cx="7785734" cy="509270"/>
            </a:xfrm>
            <a:custGeom>
              <a:avLst/>
              <a:gdLst/>
              <a:ahLst/>
              <a:cxnLst/>
              <a:rect l="l" t="t" r="r" b="b"/>
              <a:pathLst>
                <a:path w="7785734" h="509270">
                  <a:moveTo>
                    <a:pt x="7785405" y="88417"/>
                  </a:moveTo>
                  <a:lnTo>
                    <a:pt x="7778458" y="54000"/>
                  </a:lnTo>
                  <a:lnTo>
                    <a:pt x="7759509" y="25895"/>
                  </a:lnTo>
                  <a:lnTo>
                    <a:pt x="7731404" y="6946"/>
                  </a:lnTo>
                  <a:lnTo>
                    <a:pt x="7696987" y="0"/>
                  </a:lnTo>
                  <a:lnTo>
                    <a:pt x="88417" y="0"/>
                  </a:lnTo>
                  <a:lnTo>
                    <a:pt x="53987" y="6946"/>
                  </a:lnTo>
                  <a:lnTo>
                    <a:pt x="25895" y="25895"/>
                  </a:lnTo>
                  <a:lnTo>
                    <a:pt x="6946" y="54000"/>
                  </a:lnTo>
                  <a:lnTo>
                    <a:pt x="0" y="88417"/>
                  </a:lnTo>
                  <a:lnTo>
                    <a:pt x="6946" y="122834"/>
                  </a:lnTo>
                  <a:lnTo>
                    <a:pt x="25895" y="150939"/>
                  </a:lnTo>
                  <a:lnTo>
                    <a:pt x="53987" y="169887"/>
                  </a:lnTo>
                  <a:lnTo>
                    <a:pt x="88417" y="176834"/>
                  </a:lnTo>
                  <a:lnTo>
                    <a:pt x="6812394" y="176834"/>
                  </a:lnTo>
                  <a:lnTo>
                    <a:pt x="6850354" y="508774"/>
                  </a:lnTo>
                  <a:lnTo>
                    <a:pt x="7477392" y="508774"/>
                  </a:lnTo>
                  <a:lnTo>
                    <a:pt x="7515326" y="176834"/>
                  </a:lnTo>
                  <a:lnTo>
                    <a:pt x="7696987" y="176834"/>
                  </a:lnTo>
                  <a:lnTo>
                    <a:pt x="7731404" y="169887"/>
                  </a:lnTo>
                  <a:lnTo>
                    <a:pt x="7759509" y="150939"/>
                  </a:lnTo>
                  <a:lnTo>
                    <a:pt x="7778458" y="122834"/>
                  </a:lnTo>
                  <a:lnTo>
                    <a:pt x="7785405" y="88417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0972235" y="7001116"/>
              <a:ext cx="702945" cy="97155"/>
            </a:xfrm>
            <a:custGeom>
              <a:avLst/>
              <a:gdLst/>
              <a:ahLst/>
              <a:cxnLst/>
              <a:rect l="l" t="t" r="r" b="b"/>
              <a:pathLst>
                <a:path w="702945" h="97154">
                  <a:moveTo>
                    <a:pt x="702931" y="0"/>
                  </a:moveTo>
                  <a:lnTo>
                    <a:pt x="0" y="0"/>
                  </a:lnTo>
                  <a:lnTo>
                    <a:pt x="11078" y="96876"/>
                  </a:lnTo>
                  <a:lnTo>
                    <a:pt x="70293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0933176" y="7333062"/>
              <a:ext cx="781050" cy="2592070"/>
            </a:xfrm>
            <a:custGeom>
              <a:avLst/>
              <a:gdLst/>
              <a:ahLst/>
              <a:cxnLst/>
              <a:rect l="l" t="t" r="r" b="b"/>
              <a:pathLst>
                <a:path w="781050" h="2592070">
                  <a:moveTo>
                    <a:pt x="780491" y="2592057"/>
                  </a:moveTo>
                  <a:lnTo>
                    <a:pt x="657707" y="0"/>
                  </a:lnTo>
                  <a:lnTo>
                    <a:pt x="449110" y="0"/>
                  </a:lnTo>
                  <a:lnTo>
                    <a:pt x="522287" y="681139"/>
                  </a:lnTo>
                  <a:lnTo>
                    <a:pt x="258191" y="681139"/>
                  </a:lnTo>
                  <a:lnTo>
                    <a:pt x="331368" y="0"/>
                  </a:lnTo>
                  <a:lnTo>
                    <a:pt x="122821" y="0"/>
                  </a:lnTo>
                  <a:lnTo>
                    <a:pt x="0" y="2592057"/>
                  </a:lnTo>
                  <a:lnTo>
                    <a:pt x="52895" y="2592057"/>
                  </a:lnTo>
                  <a:lnTo>
                    <a:pt x="248386" y="772388"/>
                  </a:lnTo>
                  <a:lnTo>
                    <a:pt x="532091" y="772388"/>
                  </a:lnTo>
                  <a:lnTo>
                    <a:pt x="727608" y="2592057"/>
                  </a:lnTo>
                  <a:lnTo>
                    <a:pt x="780491" y="2592057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3" name="object 123" descr=""/>
          <p:cNvGrpSpPr/>
          <p:nvPr/>
        </p:nvGrpSpPr>
        <p:grpSpPr>
          <a:xfrm>
            <a:off x="13358283" y="6527267"/>
            <a:ext cx="21590" cy="372745"/>
            <a:chOff x="13358283" y="6527267"/>
            <a:chExt cx="21590" cy="372745"/>
          </a:xfrm>
        </p:grpSpPr>
        <p:sp>
          <p:nvSpPr>
            <p:cNvPr id="124" name="object 124" descr=""/>
            <p:cNvSpPr/>
            <p:nvPr/>
          </p:nvSpPr>
          <p:spPr>
            <a:xfrm>
              <a:off x="13364566" y="6533550"/>
              <a:ext cx="8890" cy="360045"/>
            </a:xfrm>
            <a:custGeom>
              <a:avLst/>
              <a:gdLst/>
              <a:ahLst/>
              <a:cxnLst/>
              <a:rect l="l" t="t" r="r" b="b"/>
              <a:pathLst>
                <a:path w="8890" h="360045">
                  <a:moveTo>
                    <a:pt x="8429" y="0"/>
                  </a:moveTo>
                  <a:lnTo>
                    <a:pt x="0" y="359643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3364566" y="6533550"/>
              <a:ext cx="8890" cy="360045"/>
            </a:xfrm>
            <a:custGeom>
              <a:avLst/>
              <a:gdLst/>
              <a:ahLst/>
              <a:cxnLst/>
              <a:rect l="l" t="t" r="r" b="b"/>
              <a:pathLst>
                <a:path w="8890" h="360045">
                  <a:moveTo>
                    <a:pt x="8429" y="0"/>
                  </a:moveTo>
                  <a:lnTo>
                    <a:pt x="0" y="359643"/>
                  </a:lnTo>
                </a:path>
              </a:pathLst>
            </a:custGeom>
            <a:ln w="12565">
              <a:solidFill>
                <a:srgbClr val="95D9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6" name="object 126" descr=""/>
          <p:cNvGrpSpPr/>
          <p:nvPr/>
        </p:nvGrpSpPr>
        <p:grpSpPr>
          <a:xfrm>
            <a:off x="13242881" y="9478012"/>
            <a:ext cx="843915" cy="884555"/>
            <a:chOff x="13242881" y="9478012"/>
            <a:chExt cx="843915" cy="884555"/>
          </a:xfrm>
        </p:grpSpPr>
        <p:sp>
          <p:nvSpPr>
            <p:cNvPr id="127" name="object 127" descr=""/>
            <p:cNvSpPr/>
            <p:nvPr/>
          </p:nvSpPr>
          <p:spPr>
            <a:xfrm>
              <a:off x="13708984" y="9484300"/>
              <a:ext cx="371475" cy="775335"/>
            </a:xfrm>
            <a:custGeom>
              <a:avLst/>
              <a:gdLst/>
              <a:ahLst/>
              <a:cxnLst/>
              <a:rect l="l" t="t" r="r" b="b"/>
              <a:pathLst>
                <a:path w="371475" h="775334">
                  <a:moveTo>
                    <a:pt x="7088" y="41"/>
                  </a:moveTo>
                  <a:lnTo>
                    <a:pt x="4774" y="0"/>
                  </a:lnTo>
                  <a:lnTo>
                    <a:pt x="3277" y="565"/>
                  </a:lnTo>
                  <a:lnTo>
                    <a:pt x="753" y="2827"/>
                  </a:lnTo>
                  <a:lnTo>
                    <a:pt x="0" y="4565"/>
                  </a:lnTo>
                  <a:lnTo>
                    <a:pt x="10900" y="658095"/>
                  </a:lnTo>
                  <a:lnTo>
                    <a:pt x="12104" y="660105"/>
                  </a:lnTo>
                  <a:lnTo>
                    <a:pt x="14983" y="661770"/>
                  </a:lnTo>
                  <a:lnTo>
                    <a:pt x="16072" y="662053"/>
                  </a:lnTo>
                  <a:lnTo>
                    <a:pt x="18208" y="662053"/>
                  </a:lnTo>
                  <a:lnTo>
                    <a:pt x="19266" y="661780"/>
                  </a:lnTo>
                  <a:lnTo>
                    <a:pt x="26166" y="658021"/>
                  </a:lnTo>
                  <a:lnTo>
                    <a:pt x="34239" y="658021"/>
                  </a:lnTo>
                  <a:lnTo>
                    <a:pt x="67301" y="681394"/>
                  </a:lnTo>
                  <a:lnTo>
                    <a:pt x="76489" y="703360"/>
                  </a:lnTo>
                  <a:lnTo>
                    <a:pt x="86245" y="727263"/>
                  </a:lnTo>
                  <a:lnTo>
                    <a:pt x="100011" y="750426"/>
                  </a:lnTo>
                  <a:lnTo>
                    <a:pt x="120214" y="767932"/>
                  </a:lnTo>
                  <a:lnTo>
                    <a:pt x="149283" y="774866"/>
                  </a:lnTo>
                  <a:lnTo>
                    <a:pt x="155507" y="774614"/>
                  </a:lnTo>
                  <a:lnTo>
                    <a:pt x="194388" y="764128"/>
                  </a:lnTo>
                  <a:lnTo>
                    <a:pt x="229076" y="748443"/>
                  </a:lnTo>
                  <a:lnTo>
                    <a:pt x="244201" y="742193"/>
                  </a:lnTo>
                  <a:lnTo>
                    <a:pt x="259437" y="737185"/>
                  </a:lnTo>
                  <a:lnTo>
                    <a:pt x="274714" y="734103"/>
                  </a:lnTo>
                  <a:lnTo>
                    <a:pt x="277551" y="733747"/>
                  </a:lnTo>
                  <a:lnTo>
                    <a:pt x="279792" y="731527"/>
                  </a:lnTo>
                  <a:lnTo>
                    <a:pt x="370899" y="50459"/>
                  </a:lnTo>
                  <a:lnTo>
                    <a:pt x="370449" y="48783"/>
                  </a:lnTo>
                  <a:lnTo>
                    <a:pt x="368407" y="46124"/>
                  </a:lnTo>
                  <a:lnTo>
                    <a:pt x="366889" y="45265"/>
                  </a:lnTo>
                  <a:lnTo>
                    <a:pt x="7088" y="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3242874" y="9478016"/>
              <a:ext cx="843915" cy="884555"/>
            </a:xfrm>
            <a:custGeom>
              <a:avLst/>
              <a:gdLst/>
              <a:ahLst/>
              <a:cxnLst/>
              <a:rect l="l" t="t" r="r" b="b"/>
              <a:pathLst>
                <a:path w="843915" h="884554">
                  <a:moveTo>
                    <a:pt x="843445" y="55930"/>
                  </a:moveTo>
                  <a:lnTo>
                    <a:pt x="842556" y="52578"/>
                  </a:lnTo>
                  <a:lnTo>
                    <a:pt x="838466" y="47256"/>
                  </a:lnTo>
                  <a:lnTo>
                    <a:pt x="835444" y="45542"/>
                  </a:lnTo>
                  <a:lnTo>
                    <a:pt x="830554" y="44932"/>
                  </a:lnTo>
                  <a:lnTo>
                    <a:pt x="830554" y="57581"/>
                  </a:lnTo>
                  <a:lnTo>
                    <a:pt x="749427" y="664057"/>
                  </a:lnTo>
                  <a:lnTo>
                    <a:pt x="733628" y="681329"/>
                  </a:lnTo>
                  <a:lnTo>
                    <a:pt x="699643" y="698347"/>
                  </a:lnTo>
                  <a:lnTo>
                    <a:pt x="664019" y="700976"/>
                  </a:lnTo>
                  <a:lnTo>
                    <a:pt x="627164" y="692708"/>
                  </a:lnTo>
                  <a:lnTo>
                    <a:pt x="589483" y="677049"/>
                  </a:lnTo>
                  <a:lnTo>
                    <a:pt x="551383" y="657517"/>
                  </a:lnTo>
                  <a:lnTo>
                    <a:pt x="513270" y="637590"/>
                  </a:lnTo>
                  <a:lnTo>
                    <a:pt x="482600" y="623938"/>
                  </a:lnTo>
                  <a:lnTo>
                    <a:pt x="472414" y="12573"/>
                  </a:lnTo>
                  <a:lnTo>
                    <a:pt x="830554" y="57581"/>
                  </a:lnTo>
                  <a:lnTo>
                    <a:pt x="830554" y="44932"/>
                  </a:lnTo>
                  <a:lnTo>
                    <a:pt x="573163" y="12573"/>
                  </a:lnTo>
                  <a:lnTo>
                    <a:pt x="473456" y="38"/>
                  </a:lnTo>
                  <a:lnTo>
                    <a:pt x="472935" y="0"/>
                  </a:lnTo>
                  <a:lnTo>
                    <a:pt x="469341" y="0"/>
                  </a:lnTo>
                  <a:lnTo>
                    <a:pt x="466344" y="1130"/>
                  </a:lnTo>
                  <a:lnTo>
                    <a:pt x="461314" y="5651"/>
                  </a:lnTo>
                  <a:lnTo>
                    <a:pt x="459790" y="9131"/>
                  </a:lnTo>
                  <a:lnTo>
                    <a:pt x="469963" y="619252"/>
                  </a:lnTo>
                  <a:lnTo>
                    <a:pt x="438632" y="610616"/>
                  </a:lnTo>
                  <a:lnTo>
                    <a:pt x="396189" y="612508"/>
                  </a:lnTo>
                  <a:lnTo>
                    <a:pt x="349973" y="617334"/>
                  </a:lnTo>
                  <a:lnTo>
                    <a:pt x="301421" y="625348"/>
                  </a:lnTo>
                  <a:lnTo>
                    <a:pt x="251968" y="636765"/>
                  </a:lnTo>
                  <a:lnTo>
                    <a:pt x="203060" y="651814"/>
                  </a:lnTo>
                  <a:lnTo>
                    <a:pt x="156133" y="670737"/>
                  </a:lnTo>
                  <a:lnTo>
                    <a:pt x="112649" y="693775"/>
                  </a:lnTo>
                  <a:lnTo>
                    <a:pt x="74041" y="721156"/>
                  </a:lnTo>
                  <a:lnTo>
                    <a:pt x="41744" y="753097"/>
                  </a:lnTo>
                  <a:lnTo>
                    <a:pt x="17195" y="789863"/>
                  </a:lnTo>
                  <a:lnTo>
                    <a:pt x="2438" y="830033"/>
                  </a:lnTo>
                  <a:lnTo>
                    <a:pt x="1117" y="832497"/>
                  </a:lnTo>
                  <a:lnTo>
                    <a:pt x="8623" y="876896"/>
                  </a:lnTo>
                  <a:lnTo>
                    <a:pt x="462013" y="884110"/>
                  </a:lnTo>
                  <a:lnTo>
                    <a:pt x="585457" y="884339"/>
                  </a:lnTo>
                  <a:lnTo>
                    <a:pt x="639584" y="884237"/>
                  </a:lnTo>
                  <a:lnTo>
                    <a:pt x="686333" y="883932"/>
                  </a:lnTo>
                  <a:lnTo>
                    <a:pt x="750773" y="882637"/>
                  </a:lnTo>
                  <a:lnTo>
                    <a:pt x="785291" y="852322"/>
                  </a:lnTo>
                  <a:lnTo>
                    <a:pt x="783018" y="832358"/>
                  </a:lnTo>
                  <a:lnTo>
                    <a:pt x="782193" y="829310"/>
                  </a:lnTo>
                  <a:lnTo>
                    <a:pt x="779995" y="797191"/>
                  </a:lnTo>
                  <a:lnTo>
                    <a:pt x="775601" y="746836"/>
                  </a:lnTo>
                  <a:lnTo>
                    <a:pt x="765568" y="646404"/>
                  </a:lnTo>
                  <a:lnTo>
                    <a:pt x="764273" y="647814"/>
                  </a:lnTo>
                  <a:lnTo>
                    <a:pt x="843445" y="55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9" name="object 129" descr=""/>
          <p:cNvGrpSpPr/>
          <p:nvPr/>
        </p:nvGrpSpPr>
        <p:grpSpPr>
          <a:xfrm>
            <a:off x="12728268" y="4212817"/>
            <a:ext cx="2956560" cy="5726430"/>
            <a:chOff x="12728268" y="4212817"/>
            <a:chExt cx="2956560" cy="5726430"/>
          </a:xfrm>
        </p:grpSpPr>
        <p:pic>
          <p:nvPicPr>
            <p:cNvPr id="130" name="object 13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730932" y="5324862"/>
              <a:ext cx="831948" cy="1455735"/>
            </a:xfrm>
            <a:prstGeom prst="rect">
              <a:avLst/>
            </a:prstGeom>
          </p:spPr>
        </p:pic>
        <p:sp>
          <p:nvSpPr>
            <p:cNvPr id="131" name="object 131" descr=""/>
            <p:cNvSpPr/>
            <p:nvPr/>
          </p:nvSpPr>
          <p:spPr>
            <a:xfrm>
              <a:off x="14416452" y="4637521"/>
              <a:ext cx="786130" cy="1026160"/>
            </a:xfrm>
            <a:custGeom>
              <a:avLst/>
              <a:gdLst/>
              <a:ahLst/>
              <a:cxnLst/>
              <a:rect l="l" t="t" r="r" b="b"/>
              <a:pathLst>
                <a:path w="786130" h="1026160">
                  <a:moveTo>
                    <a:pt x="436919" y="0"/>
                  </a:moveTo>
                  <a:lnTo>
                    <a:pt x="42638" y="74217"/>
                  </a:lnTo>
                  <a:lnTo>
                    <a:pt x="52208" y="164162"/>
                  </a:lnTo>
                  <a:lnTo>
                    <a:pt x="30198" y="168309"/>
                  </a:lnTo>
                  <a:lnTo>
                    <a:pt x="48008" y="333276"/>
                  </a:lnTo>
                  <a:lnTo>
                    <a:pt x="58177" y="430655"/>
                  </a:lnTo>
                  <a:lnTo>
                    <a:pt x="64513" y="498599"/>
                  </a:lnTo>
                  <a:lnTo>
                    <a:pt x="70825" y="575259"/>
                  </a:lnTo>
                  <a:lnTo>
                    <a:pt x="56135" y="613718"/>
                  </a:lnTo>
                  <a:lnTo>
                    <a:pt x="42326" y="653571"/>
                  </a:lnTo>
                  <a:lnTo>
                    <a:pt x="33469" y="685689"/>
                  </a:lnTo>
                  <a:lnTo>
                    <a:pt x="33633" y="700942"/>
                  </a:lnTo>
                  <a:lnTo>
                    <a:pt x="35476" y="702083"/>
                  </a:lnTo>
                  <a:lnTo>
                    <a:pt x="40282" y="703790"/>
                  </a:lnTo>
                  <a:lnTo>
                    <a:pt x="12467" y="793564"/>
                  </a:lnTo>
                  <a:lnTo>
                    <a:pt x="1413" y="865383"/>
                  </a:lnTo>
                  <a:lnTo>
                    <a:pt x="0" y="913032"/>
                  </a:lnTo>
                  <a:lnTo>
                    <a:pt x="1110" y="930296"/>
                  </a:lnTo>
                  <a:lnTo>
                    <a:pt x="389800" y="1025947"/>
                  </a:lnTo>
                  <a:lnTo>
                    <a:pt x="786060" y="719873"/>
                  </a:lnTo>
                  <a:lnTo>
                    <a:pt x="729085" y="713503"/>
                  </a:lnTo>
                  <a:lnTo>
                    <a:pt x="691742" y="702961"/>
                  </a:lnTo>
                  <a:lnTo>
                    <a:pt x="657515" y="680668"/>
                  </a:lnTo>
                  <a:lnTo>
                    <a:pt x="609888" y="639048"/>
                  </a:lnTo>
                  <a:lnTo>
                    <a:pt x="562054" y="556835"/>
                  </a:lnTo>
                  <a:lnTo>
                    <a:pt x="534211" y="500452"/>
                  </a:lnTo>
                  <a:lnTo>
                    <a:pt x="515869" y="460415"/>
                  </a:lnTo>
                  <a:lnTo>
                    <a:pt x="491246" y="391700"/>
                  </a:lnTo>
                  <a:lnTo>
                    <a:pt x="480119" y="354053"/>
                  </a:lnTo>
                  <a:lnTo>
                    <a:pt x="469850" y="315540"/>
                  </a:lnTo>
                  <a:lnTo>
                    <a:pt x="476116" y="291659"/>
                  </a:lnTo>
                  <a:lnTo>
                    <a:pt x="481263" y="271082"/>
                  </a:lnTo>
                  <a:lnTo>
                    <a:pt x="487902" y="242400"/>
                  </a:lnTo>
                  <a:lnTo>
                    <a:pt x="436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4416452" y="4637521"/>
              <a:ext cx="786130" cy="1026160"/>
            </a:xfrm>
            <a:custGeom>
              <a:avLst/>
              <a:gdLst/>
              <a:ahLst/>
              <a:cxnLst/>
              <a:rect l="l" t="t" r="r" b="b"/>
              <a:pathLst>
                <a:path w="786130" h="1026160">
                  <a:moveTo>
                    <a:pt x="609888" y="639048"/>
                  </a:moveTo>
                  <a:lnTo>
                    <a:pt x="562054" y="556835"/>
                  </a:lnTo>
                  <a:lnTo>
                    <a:pt x="534211" y="500452"/>
                  </a:lnTo>
                  <a:lnTo>
                    <a:pt x="515869" y="460415"/>
                  </a:lnTo>
                  <a:lnTo>
                    <a:pt x="491246" y="391700"/>
                  </a:lnTo>
                  <a:lnTo>
                    <a:pt x="480119" y="354053"/>
                  </a:lnTo>
                  <a:lnTo>
                    <a:pt x="469850" y="315540"/>
                  </a:lnTo>
                  <a:lnTo>
                    <a:pt x="476116" y="291659"/>
                  </a:lnTo>
                  <a:lnTo>
                    <a:pt x="481263" y="271082"/>
                  </a:lnTo>
                  <a:lnTo>
                    <a:pt x="485217" y="254448"/>
                  </a:lnTo>
                  <a:lnTo>
                    <a:pt x="487902" y="242400"/>
                  </a:lnTo>
                  <a:lnTo>
                    <a:pt x="479944" y="204486"/>
                  </a:lnTo>
                  <a:lnTo>
                    <a:pt x="462418" y="121165"/>
                  </a:lnTo>
                  <a:lnTo>
                    <a:pt x="444888" y="37861"/>
                  </a:lnTo>
                  <a:lnTo>
                    <a:pt x="436919" y="0"/>
                  </a:lnTo>
                  <a:lnTo>
                    <a:pt x="42638" y="74217"/>
                  </a:lnTo>
                  <a:lnTo>
                    <a:pt x="45037" y="96396"/>
                  </a:lnTo>
                  <a:lnTo>
                    <a:pt x="46834" y="113158"/>
                  </a:lnTo>
                  <a:lnTo>
                    <a:pt x="48925" y="132936"/>
                  </a:lnTo>
                  <a:lnTo>
                    <a:pt x="52208" y="164162"/>
                  </a:lnTo>
                  <a:lnTo>
                    <a:pt x="30198" y="168309"/>
                  </a:lnTo>
                  <a:lnTo>
                    <a:pt x="48008" y="333276"/>
                  </a:lnTo>
                  <a:lnTo>
                    <a:pt x="58177" y="430655"/>
                  </a:lnTo>
                  <a:lnTo>
                    <a:pt x="64513" y="498599"/>
                  </a:lnTo>
                  <a:lnTo>
                    <a:pt x="70825" y="575259"/>
                  </a:lnTo>
                  <a:lnTo>
                    <a:pt x="56135" y="613718"/>
                  </a:lnTo>
                  <a:lnTo>
                    <a:pt x="42326" y="653571"/>
                  </a:lnTo>
                  <a:lnTo>
                    <a:pt x="33469" y="685689"/>
                  </a:lnTo>
                  <a:lnTo>
                    <a:pt x="33633" y="700942"/>
                  </a:lnTo>
                  <a:lnTo>
                    <a:pt x="35476" y="702083"/>
                  </a:lnTo>
                  <a:lnTo>
                    <a:pt x="37779" y="702994"/>
                  </a:lnTo>
                  <a:lnTo>
                    <a:pt x="40282" y="703790"/>
                  </a:lnTo>
                  <a:lnTo>
                    <a:pt x="12467" y="793564"/>
                  </a:lnTo>
                  <a:lnTo>
                    <a:pt x="1413" y="865383"/>
                  </a:lnTo>
                  <a:lnTo>
                    <a:pt x="0" y="913032"/>
                  </a:lnTo>
                  <a:lnTo>
                    <a:pt x="1110" y="930296"/>
                  </a:lnTo>
                  <a:lnTo>
                    <a:pt x="389800" y="1025947"/>
                  </a:lnTo>
                  <a:lnTo>
                    <a:pt x="786060" y="719873"/>
                  </a:lnTo>
                  <a:lnTo>
                    <a:pt x="729085" y="713503"/>
                  </a:lnTo>
                  <a:lnTo>
                    <a:pt x="691742" y="702961"/>
                  </a:lnTo>
                  <a:lnTo>
                    <a:pt x="657515" y="680668"/>
                  </a:lnTo>
                  <a:lnTo>
                    <a:pt x="609888" y="639048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4240607" y="5271351"/>
              <a:ext cx="1287145" cy="2014220"/>
            </a:xfrm>
            <a:custGeom>
              <a:avLst/>
              <a:gdLst/>
              <a:ahLst/>
              <a:cxnLst/>
              <a:rect l="l" t="t" r="r" b="b"/>
              <a:pathLst>
                <a:path w="1287144" h="2014220">
                  <a:moveTo>
                    <a:pt x="295144" y="0"/>
                  </a:moveTo>
                  <a:lnTo>
                    <a:pt x="193477" y="84696"/>
                  </a:lnTo>
                  <a:lnTo>
                    <a:pt x="150018" y="121881"/>
                  </a:lnTo>
                  <a:lnTo>
                    <a:pt x="97390" y="178365"/>
                  </a:lnTo>
                  <a:lnTo>
                    <a:pt x="73522" y="213460"/>
                  </a:lnTo>
                  <a:lnTo>
                    <a:pt x="52036" y="253196"/>
                  </a:lnTo>
                  <a:lnTo>
                    <a:pt x="33492" y="297629"/>
                  </a:lnTo>
                  <a:lnTo>
                    <a:pt x="18455" y="346815"/>
                  </a:lnTo>
                  <a:lnTo>
                    <a:pt x="7485" y="400807"/>
                  </a:lnTo>
                  <a:lnTo>
                    <a:pt x="1146" y="459662"/>
                  </a:lnTo>
                  <a:lnTo>
                    <a:pt x="0" y="523435"/>
                  </a:lnTo>
                  <a:lnTo>
                    <a:pt x="4608" y="592180"/>
                  </a:lnTo>
                  <a:lnTo>
                    <a:pt x="9660" y="636168"/>
                  </a:lnTo>
                  <a:lnTo>
                    <a:pt x="16867" y="692942"/>
                  </a:lnTo>
                  <a:lnTo>
                    <a:pt x="26345" y="761461"/>
                  </a:lnTo>
                  <a:lnTo>
                    <a:pt x="31971" y="799800"/>
                  </a:lnTo>
                  <a:lnTo>
                    <a:pt x="38208" y="840684"/>
                  </a:lnTo>
                  <a:lnTo>
                    <a:pt x="45070" y="883984"/>
                  </a:lnTo>
                  <a:lnTo>
                    <a:pt x="52571" y="929569"/>
                  </a:lnTo>
                  <a:lnTo>
                    <a:pt x="60726" y="977309"/>
                  </a:lnTo>
                  <a:lnTo>
                    <a:pt x="69549" y="1027074"/>
                  </a:lnTo>
                  <a:lnTo>
                    <a:pt x="79055" y="1078733"/>
                  </a:lnTo>
                  <a:lnTo>
                    <a:pt x="89258" y="1132157"/>
                  </a:lnTo>
                  <a:lnTo>
                    <a:pt x="100172" y="1187216"/>
                  </a:lnTo>
                  <a:lnTo>
                    <a:pt x="111811" y="1243778"/>
                  </a:lnTo>
                  <a:lnTo>
                    <a:pt x="124190" y="1301714"/>
                  </a:lnTo>
                  <a:lnTo>
                    <a:pt x="137324" y="1360894"/>
                  </a:lnTo>
                  <a:lnTo>
                    <a:pt x="151226" y="1421187"/>
                  </a:lnTo>
                  <a:lnTo>
                    <a:pt x="165911" y="1482463"/>
                  </a:lnTo>
                  <a:lnTo>
                    <a:pt x="181393" y="1544592"/>
                  </a:lnTo>
                  <a:lnTo>
                    <a:pt x="197687" y="1607444"/>
                  </a:lnTo>
                  <a:lnTo>
                    <a:pt x="214807" y="1670888"/>
                  </a:lnTo>
                  <a:lnTo>
                    <a:pt x="232768" y="1734795"/>
                  </a:lnTo>
                  <a:lnTo>
                    <a:pt x="251583" y="1799034"/>
                  </a:lnTo>
                  <a:lnTo>
                    <a:pt x="271267" y="1863475"/>
                  </a:lnTo>
                  <a:lnTo>
                    <a:pt x="291835" y="1927987"/>
                  </a:lnTo>
                  <a:lnTo>
                    <a:pt x="313363" y="1992651"/>
                  </a:lnTo>
                  <a:lnTo>
                    <a:pt x="350879" y="2009736"/>
                  </a:lnTo>
                  <a:lnTo>
                    <a:pt x="395958" y="2014106"/>
                  </a:lnTo>
                  <a:lnTo>
                    <a:pt x="713991" y="2010478"/>
                  </a:lnTo>
                  <a:lnTo>
                    <a:pt x="985850" y="1985324"/>
                  </a:lnTo>
                  <a:lnTo>
                    <a:pt x="1175437" y="1956868"/>
                  </a:lnTo>
                  <a:lnTo>
                    <a:pt x="1246654" y="1943333"/>
                  </a:lnTo>
                  <a:lnTo>
                    <a:pt x="1235078" y="1880599"/>
                  </a:lnTo>
                  <a:lnTo>
                    <a:pt x="1225430" y="1818651"/>
                  </a:lnTo>
                  <a:lnTo>
                    <a:pt x="1217599" y="1757496"/>
                  </a:lnTo>
                  <a:lnTo>
                    <a:pt x="1211473" y="1697144"/>
                  </a:lnTo>
                  <a:lnTo>
                    <a:pt x="1206942" y="1637604"/>
                  </a:lnTo>
                  <a:lnTo>
                    <a:pt x="1203894" y="1578886"/>
                  </a:lnTo>
                  <a:lnTo>
                    <a:pt x="1202218" y="1520997"/>
                  </a:lnTo>
                  <a:lnTo>
                    <a:pt x="1201801" y="1463946"/>
                  </a:lnTo>
                  <a:lnTo>
                    <a:pt x="1202533" y="1407744"/>
                  </a:lnTo>
                  <a:lnTo>
                    <a:pt x="1204303" y="1352398"/>
                  </a:lnTo>
                  <a:lnTo>
                    <a:pt x="1206998" y="1297918"/>
                  </a:lnTo>
                  <a:lnTo>
                    <a:pt x="1210508" y="1244312"/>
                  </a:lnTo>
                  <a:lnTo>
                    <a:pt x="1214721" y="1191590"/>
                  </a:lnTo>
                  <a:lnTo>
                    <a:pt x="1219525" y="1139760"/>
                  </a:lnTo>
                  <a:lnTo>
                    <a:pt x="1224810" y="1088832"/>
                  </a:lnTo>
                  <a:lnTo>
                    <a:pt x="1230464" y="1038814"/>
                  </a:lnTo>
                  <a:lnTo>
                    <a:pt x="1236375" y="989716"/>
                  </a:lnTo>
                  <a:lnTo>
                    <a:pt x="1260366" y="802694"/>
                  </a:lnTo>
                  <a:lnTo>
                    <a:pt x="1265893" y="758326"/>
                  </a:lnTo>
                  <a:lnTo>
                    <a:pt x="1271009" y="714932"/>
                  </a:lnTo>
                  <a:lnTo>
                    <a:pt x="1275603" y="672519"/>
                  </a:lnTo>
                  <a:lnTo>
                    <a:pt x="1279563" y="631097"/>
                  </a:lnTo>
                  <a:lnTo>
                    <a:pt x="1282778" y="590675"/>
                  </a:lnTo>
                  <a:lnTo>
                    <a:pt x="1285136" y="551262"/>
                  </a:lnTo>
                  <a:lnTo>
                    <a:pt x="1286526" y="512867"/>
                  </a:lnTo>
                  <a:lnTo>
                    <a:pt x="1286837" y="475498"/>
                  </a:lnTo>
                  <a:lnTo>
                    <a:pt x="1285957" y="439165"/>
                  </a:lnTo>
                  <a:lnTo>
                    <a:pt x="1280179" y="369642"/>
                  </a:lnTo>
                  <a:lnTo>
                    <a:pt x="1268300" y="304369"/>
                  </a:lnTo>
                  <a:lnTo>
                    <a:pt x="1249430" y="243417"/>
                  </a:lnTo>
                  <a:lnTo>
                    <a:pt x="1222678" y="186859"/>
                  </a:lnTo>
                  <a:lnTo>
                    <a:pt x="1187151" y="134765"/>
                  </a:lnTo>
                  <a:lnTo>
                    <a:pt x="1079782" y="63541"/>
                  </a:lnTo>
                  <a:lnTo>
                    <a:pt x="958340" y="31872"/>
                  </a:lnTo>
                  <a:lnTo>
                    <a:pt x="849944" y="13943"/>
                  </a:lnTo>
                  <a:lnTo>
                    <a:pt x="803045" y="8292"/>
                  </a:lnTo>
                  <a:lnTo>
                    <a:pt x="817973" y="34185"/>
                  </a:lnTo>
                  <a:lnTo>
                    <a:pt x="820101" y="60967"/>
                  </a:lnTo>
                  <a:lnTo>
                    <a:pt x="791728" y="115440"/>
                  </a:lnTo>
                  <a:lnTo>
                    <a:pt x="764114" y="142246"/>
                  </a:lnTo>
                  <a:lnTo>
                    <a:pt x="729472" y="168179"/>
                  </a:lnTo>
                  <a:lnTo>
                    <a:pt x="689245" y="192795"/>
                  </a:lnTo>
                  <a:lnTo>
                    <a:pt x="644875" y="215655"/>
                  </a:lnTo>
                  <a:lnTo>
                    <a:pt x="597807" y="236316"/>
                  </a:lnTo>
                  <a:lnTo>
                    <a:pt x="549482" y="254337"/>
                  </a:lnTo>
                  <a:lnTo>
                    <a:pt x="501344" y="269278"/>
                  </a:lnTo>
                  <a:lnTo>
                    <a:pt x="454836" y="280696"/>
                  </a:lnTo>
                  <a:lnTo>
                    <a:pt x="411400" y="288151"/>
                  </a:lnTo>
                  <a:lnTo>
                    <a:pt x="372481" y="291201"/>
                  </a:lnTo>
                  <a:lnTo>
                    <a:pt x="339520" y="289404"/>
                  </a:lnTo>
                  <a:lnTo>
                    <a:pt x="252772" y="232364"/>
                  </a:lnTo>
                  <a:lnTo>
                    <a:pt x="246386" y="134194"/>
                  </a:lnTo>
                  <a:lnTo>
                    <a:pt x="275473" y="41279"/>
                  </a:lnTo>
                  <a:lnTo>
                    <a:pt x="295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4240607" y="5271351"/>
              <a:ext cx="1287145" cy="2014220"/>
            </a:xfrm>
            <a:custGeom>
              <a:avLst/>
              <a:gdLst/>
              <a:ahLst/>
              <a:cxnLst/>
              <a:rect l="l" t="t" r="r" b="b"/>
              <a:pathLst>
                <a:path w="1287144" h="2014220">
                  <a:moveTo>
                    <a:pt x="4608" y="592180"/>
                  </a:moveTo>
                  <a:lnTo>
                    <a:pt x="9660" y="636168"/>
                  </a:lnTo>
                  <a:lnTo>
                    <a:pt x="16867" y="692942"/>
                  </a:lnTo>
                  <a:lnTo>
                    <a:pt x="26345" y="761461"/>
                  </a:lnTo>
                  <a:lnTo>
                    <a:pt x="31971" y="799800"/>
                  </a:lnTo>
                  <a:lnTo>
                    <a:pt x="38208" y="840684"/>
                  </a:lnTo>
                  <a:lnTo>
                    <a:pt x="45070" y="883984"/>
                  </a:lnTo>
                  <a:lnTo>
                    <a:pt x="52571" y="929569"/>
                  </a:lnTo>
                  <a:lnTo>
                    <a:pt x="60726" y="977309"/>
                  </a:lnTo>
                  <a:lnTo>
                    <a:pt x="69549" y="1027074"/>
                  </a:lnTo>
                  <a:lnTo>
                    <a:pt x="79055" y="1078733"/>
                  </a:lnTo>
                  <a:lnTo>
                    <a:pt x="89258" y="1132157"/>
                  </a:lnTo>
                  <a:lnTo>
                    <a:pt x="100172" y="1187216"/>
                  </a:lnTo>
                  <a:lnTo>
                    <a:pt x="111811" y="1243778"/>
                  </a:lnTo>
                  <a:lnTo>
                    <a:pt x="124190" y="1301714"/>
                  </a:lnTo>
                  <a:lnTo>
                    <a:pt x="137324" y="1360894"/>
                  </a:lnTo>
                  <a:lnTo>
                    <a:pt x="151226" y="1421187"/>
                  </a:lnTo>
                  <a:lnTo>
                    <a:pt x="165911" y="1482463"/>
                  </a:lnTo>
                  <a:lnTo>
                    <a:pt x="181393" y="1544592"/>
                  </a:lnTo>
                  <a:lnTo>
                    <a:pt x="197687" y="1607444"/>
                  </a:lnTo>
                  <a:lnTo>
                    <a:pt x="214807" y="1670888"/>
                  </a:lnTo>
                  <a:lnTo>
                    <a:pt x="232768" y="1734795"/>
                  </a:lnTo>
                  <a:lnTo>
                    <a:pt x="251583" y="1799034"/>
                  </a:lnTo>
                  <a:lnTo>
                    <a:pt x="271267" y="1863475"/>
                  </a:lnTo>
                  <a:lnTo>
                    <a:pt x="291835" y="1927987"/>
                  </a:lnTo>
                  <a:lnTo>
                    <a:pt x="313301" y="1992441"/>
                  </a:lnTo>
                  <a:lnTo>
                    <a:pt x="313363" y="1992651"/>
                  </a:lnTo>
                  <a:lnTo>
                    <a:pt x="350879" y="2009736"/>
                  </a:lnTo>
                  <a:lnTo>
                    <a:pt x="395958" y="2014106"/>
                  </a:lnTo>
                  <a:lnTo>
                    <a:pt x="713991" y="2010478"/>
                  </a:lnTo>
                  <a:lnTo>
                    <a:pt x="985850" y="1985324"/>
                  </a:lnTo>
                  <a:lnTo>
                    <a:pt x="1175437" y="1956868"/>
                  </a:lnTo>
                  <a:lnTo>
                    <a:pt x="1246654" y="1943333"/>
                  </a:lnTo>
                  <a:lnTo>
                    <a:pt x="1235078" y="1880599"/>
                  </a:lnTo>
                  <a:lnTo>
                    <a:pt x="1225430" y="1818651"/>
                  </a:lnTo>
                  <a:lnTo>
                    <a:pt x="1217599" y="1757496"/>
                  </a:lnTo>
                  <a:lnTo>
                    <a:pt x="1211473" y="1697144"/>
                  </a:lnTo>
                  <a:lnTo>
                    <a:pt x="1206942" y="1637604"/>
                  </a:lnTo>
                  <a:lnTo>
                    <a:pt x="1203894" y="1578886"/>
                  </a:lnTo>
                  <a:lnTo>
                    <a:pt x="1202218" y="1520997"/>
                  </a:lnTo>
                  <a:lnTo>
                    <a:pt x="1201801" y="1463946"/>
                  </a:lnTo>
                  <a:lnTo>
                    <a:pt x="1202533" y="1407744"/>
                  </a:lnTo>
                  <a:lnTo>
                    <a:pt x="1204303" y="1352398"/>
                  </a:lnTo>
                  <a:lnTo>
                    <a:pt x="1206998" y="1297918"/>
                  </a:lnTo>
                  <a:lnTo>
                    <a:pt x="1210508" y="1244312"/>
                  </a:lnTo>
                  <a:lnTo>
                    <a:pt x="1214721" y="1191590"/>
                  </a:lnTo>
                  <a:lnTo>
                    <a:pt x="1219525" y="1139760"/>
                  </a:lnTo>
                  <a:lnTo>
                    <a:pt x="1224810" y="1088832"/>
                  </a:lnTo>
                  <a:lnTo>
                    <a:pt x="1230464" y="1038814"/>
                  </a:lnTo>
                  <a:lnTo>
                    <a:pt x="1236375" y="989716"/>
                  </a:lnTo>
                  <a:lnTo>
                    <a:pt x="1242432" y="941546"/>
                  </a:lnTo>
                  <a:lnTo>
                    <a:pt x="1248524" y="894313"/>
                  </a:lnTo>
                  <a:lnTo>
                    <a:pt x="1254539" y="848026"/>
                  </a:lnTo>
                  <a:lnTo>
                    <a:pt x="1260366" y="802694"/>
                  </a:lnTo>
                  <a:lnTo>
                    <a:pt x="1265893" y="758326"/>
                  </a:lnTo>
                  <a:lnTo>
                    <a:pt x="1271009" y="714932"/>
                  </a:lnTo>
                  <a:lnTo>
                    <a:pt x="1275603" y="672519"/>
                  </a:lnTo>
                  <a:lnTo>
                    <a:pt x="1279563" y="631097"/>
                  </a:lnTo>
                  <a:lnTo>
                    <a:pt x="1282778" y="590675"/>
                  </a:lnTo>
                  <a:lnTo>
                    <a:pt x="1285136" y="551262"/>
                  </a:lnTo>
                  <a:lnTo>
                    <a:pt x="1286526" y="512867"/>
                  </a:lnTo>
                  <a:lnTo>
                    <a:pt x="1286837" y="475498"/>
                  </a:lnTo>
                  <a:lnTo>
                    <a:pt x="1285957" y="439165"/>
                  </a:lnTo>
                  <a:lnTo>
                    <a:pt x="1280179" y="369642"/>
                  </a:lnTo>
                  <a:lnTo>
                    <a:pt x="1268300" y="304369"/>
                  </a:lnTo>
                  <a:lnTo>
                    <a:pt x="1249430" y="243417"/>
                  </a:lnTo>
                  <a:lnTo>
                    <a:pt x="1222678" y="186859"/>
                  </a:lnTo>
                  <a:lnTo>
                    <a:pt x="1187151" y="134765"/>
                  </a:lnTo>
                  <a:lnTo>
                    <a:pt x="1079782" y="63541"/>
                  </a:lnTo>
                  <a:lnTo>
                    <a:pt x="958340" y="31872"/>
                  </a:lnTo>
                  <a:lnTo>
                    <a:pt x="849944" y="13943"/>
                  </a:lnTo>
                  <a:lnTo>
                    <a:pt x="803045" y="8292"/>
                  </a:lnTo>
                  <a:lnTo>
                    <a:pt x="817973" y="34185"/>
                  </a:lnTo>
                  <a:lnTo>
                    <a:pt x="820101" y="60967"/>
                  </a:lnTo>
                  <a:lnTo>
                    <a:pt x="791728" y="115440"/>
                  </a:lnTo>
                  <a:lnTo>
                    <a:pt x="764114" y="142246"/>
                  </a:lnTo>
                  <a:lnTo>
                    <a:pt x="729472" y="168179"/>
                  </a:lnTo>
                  <a:lnTo>
                    <a:pt x="689245" y="192795"/>
                  </a:lnTo>
                  <a:lnTo>
                    <a:pt x="644875" y="215655"/>
                  </a:lnTo>
                  <a:lnTo>
                    <a:pt x="597807" y="236316"/>
                  </a:lnTo>
                  <a:lnTo>
                    <a:pt x="549482" y="254337"/>
                  </a:lnTo>
                  <a:lnTo>
                    <a:pt x="501344" y="269278"/>
                  </a:lnTo>
                  <a:lnTo>
                    <a:pt x="454836" y="280696"/>
                  </a:lnTo>
                  <a:lnTo>
                    <a:pt x="411400" y="288151"/>
                  </a:lnTo>
                  <a:lnTo>
                    <a:pt x="372481" y="291201"/>
                  </a:lnTo>
                  <a:lnTo>
                    <a:pt x="339520" y="289404"/>
                  </a:lnTo>
                  <a:lnTo>
                    <a:pt x="252772" y="232364"/>
                  </a:lnTo>
                  <a:lnTo>
                    <a:pt x="246386" y="134194"/>
                  </a:lnTo>
                  <a:lnTo>
                    <a:pt x="275473" y="41279"/>
                  </a:lnTo>
                  <a:lnTo>
                    <a:pt x="295144" y="0"/>
                  </a:lnTo>
                  <a:lnTo>
                    <a:pt x="230232" y="54000"/>
                  </a:lnTo>
                  <a:lnTo>
                    <a:pt x="193477" y="84696"/>
                  </a:lnTo>
                  <a:lnTo>
                    <a:pt x="150018" y="121881"/>
                  </a:lnTo>
                  <a:lnTo>
                    <a:pt x="97390" y="178365"/>
                  </a:lnTo>
                  <a:lnTo>
                    <a:pt x="73522" y="213460"/>
                  </a:lnTo>
                  <a:lnTo>
                    <a:pt x="52036" y="253196"/>
                  </a:lnTo>
                  <a:lnTo>
                    <a:pt x="33492" y="297629"/>
                  </a:lnTo>
                  <a:lnTo>
                    <a:pt x="18455" y="346815"/>
                  </a:lnTo>
                  <a:lnTo>
                    <a:pt x="7485" y="400807"/>
                  </a:lnTo>
                  <a:lnTo>
                    <a:pt x="1146" y="459662"/>
                  </a:lnTo>
                  <a:lnTo>
                    <a:pt x="0" y="523435"/>
                  </a:lnTo>
                  <a:lnTo>
                    <a:pt x="4608" y="59218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184701" y="5258784"/>
              <a:ext cx="363651" cy="2116480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089064" y="5248078"/>
              <a:ext cx="2595379" cy="4690713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862312" y="5260501"/>
              <a:ext cx="809669" cy="2781035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728268" y="4212817"/>
              <a:ext cx="2936265" cy="4305811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005585" y="5347331"/>
              <a:ext cx="646560" cy="1603870"/>
            </a:xfrm>
            <a:prstGeom prst="rect">
              <a:avLst/>
            </a:prstGeom>
          </p:spPr>
        </p:pic>
        <p:sp>
          <p:nvSpPr>
            <p:cNvPr id="140" name="object 140" descr=""/>
            <p:cNvSpPr/>
            <p:nvPr/>
          </p:nvSpPr>
          <p:spPr>
            <a:xfrm>
              <a:off x="14946419" y="6651599"/>
              <a:ext cx="430530" cy="459740"/>
            </a:xfrm>
            <a:custGeom>
              <a:avLst/>
              <a:gdLst/>
              <a:ahLst/>
              <a:cxnLst/>
              <a:rect l="l" t="t" r="r" b="b"/>
              <a:pathLst>
                <a:path w="430530" h="459740">
                  <a:moveTo>
                    <a:pt x="65055" y="0"/>
                  </a:moveTo>
                  <a:lnTo>
                    <a:pt x="54354" y="0"/>
                  </a:lnTo>
                  <a:lnTo>
                    <a:pt x="46731" y="5727"/>
                  </a:lnTo>
                  <a:lnTo>
                    <a:pt x="44595" y="13800"/>
                  </a:lnTo>
                  <a:lnTo>
                    <a:pt x="34082" y="50898"/>
                  </a:lnTo>
                  <a:lnTo>
                    <a:pt x="33224" y="52804"/>
                  </a:lnTo>
                  <a:lnTo>
                    <a:pt x="13713" y="77695"/>
                  </a:lnTo>
                  <a:lnTo>
                    <a:pt x="6755" y="87269"/>
                  </a:lnTo>
                  <a:lnTo>
                    <a:pt x="2178" y="94879"/>
                  </a:lnTo>
                  <a:lnTo>
                    <a:pt x="188" y="100719"/>
                  </a:lnTo>
                  <a:lnTo>
                    <a:pt x="0" y="102227"/>
                  </a:lnTo>
                  <a:lnTo>
                    <a:pt x="366" y="103735"/>
                  </a:lnTo>
                  <a:lnTo>
                    <a:pt x="233930" y="451902"/>
                  </a:lnTo>
                  <a:lnTo>
                    <a:pt x="263405" y="459389"/>
                  </a:lnTo>
                  <a:lnTo>
                    <a:pt x="271845" y="459389"/>
                  </a:lnTo>
                  <a:lnTo>
                    <a:pt x="318334" y="427764"/>
                  </a:lnTo>
                  <a:lnTo>
                    <a:pt x="422165" y="320367"/>
                  </a:lnTo>
                  <a:lnTo>
                    <a:pt x="430512" y="278809"/>
                  </a:lnTo>
                  <a:lnTo>
                    <a:pt x="429201" y="265950"/>
                  </a:lnTo>
                  <a:lnTo>
                    <a:pt x="428374" y="263175"/>
                  </a:lnTo>
                  <a:lnTo>
                    <a:pt x="427096" y="261060"/>
                  </a:lnTo>
                  <a:lnTo>
                    <a:pt x="425379" y="259646"/>
                  </a:lnTo>
                  <a:lnTo>
                    <a:pt x="399371" y="213021"/>
                  </a:lnTo>
                  <a:lnTo>
                    <a:pt x="370112" y="170394"/>
                  </a:lnTo>
                  <a:lnTo>
                    <a:pt x="337809" y="131951"/>
                  </a:lnTo>
                  <a:lnTo>
                    <a:pt x="302670" y="97884"/>
                  </a:lnTo>
                  <a:lnTo>
                    <a:pt x="264901" y="68380"/>
                  </a:lnTo>
                  <a:lnTo>
                    <a:pt x="224710" y="43629"/>
                  </a:lnTo>
                  <a:lnTo>
                    <a:pt x="182304" y="23820"/>
                  </a:lnTo>
                  <a:lnTo>
                    <a:pt x="137891" y="9141"/>
                  </a:lnTo>
                  <a:lnTo>
                    <a:pt x="68825" y="848"/>
                  </a:lnTo>
                  <a:lnTo>
                    <a:pt x="66971" y="282"/>
                  </a:lnTo>
                  <a:lnTo>
                    <a:pt x="650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4239545" y="4636636"/>
              <a:ext cx="1143635" cy="2480945"/>
            </a:xfrm>
            <a:custGeom>
              <a:avLst/>
              <a:gdLst/>
              <a:ahLst/>
              <a:cxnLst/>
              <a:rect l="l" t="t" r="r" b="b"/>
              <a:pathLst>
                <a:path w="1143634" h="2480945">
                  <a:moveTo>
                    <a:pt x="773061" y="16103"/>
                  </a:moveTo>
                  <a:lnTo>
                    <a:pt x="765505" y="5981"/>
                  </a:lnTo>
                  <a:lnTo>
                    <a:pt x="751014" y="1308"/>
                  </a:lnTo>
                  <a:lnTo>
                    <a:pt x="736942" y="0"/>
                  </a:lnTo>
                  <a:lnTo>
                    <a:pt x="730605" y="25"/>
                  </a:lnTo>
                  <a:lnTo>
                    <a:pt x="716241" y="164985"/>
                  </a:lnTo>
                  <a:lnTo>
                    <a:pt x="691222" y="253631"/>
                  </a:lnTo>
                  <a:lnTo>
                    <a:pt x="637336" y="296240"/>
                  </a:lnTo>
                  <a:lnTo>
                    <a:pt x="536371" y="323126"/>
                  </a:lnTo>
                  <a:lnTo>
                    <a:pt x="490283" y="330136"/>
                  </a:lnTo>
                  <a:lnTo>
                    <a:pt x="471043" y="328574"/>
                  </a:lnTo>
                  <a:lnTo>
                    <a:pt x="421081" y="325196"/>
                  </a:lnTo>
                  <a:lnTo>
                    <a:pt x="376008" y="323189"/>
                  </a:lnTo>
                  <a:lnTo>
                    <a:pt x="376008" y="378040"/>
                  </a:lnTo>
                  <a:lnTo>
                    <a:pt x="370357" y="438734"/>
                  </a:lnTo>
                  <a:lnTo>
                    <a:pt x="352056" y="470090"/>
                  </a:lnTo>
                  <a:lnTo>
                    <a:pt x="306324" y="482130"/>
                  </a:lnTo>
                  <a:lnTo>
                    <a:pt x="218389" y="484873"/>
                  </a:lnTo>
                  <a:lnTo>
                    <a:pt x="129247" y="469607"/>
                  </a:lnTo>
                  <a:lnTo>
                    <a:pt x="81305" y="434174"/>
                  </a:lnTo>
                  <a:lnTo>
                    <a:pt x="61861" y="398373"/>
                  </a:lnTo>
                  <a:lnTo>
                    <a:pt x="58204" y="382041"/>
                  </a:lnTo>
                  <a:lnTo>
                    <a:pt x="78333" y="378955"/>
                  </a:lnTo>
                  <a:lnTo>
                    <a:pt x="101587" y="377164"/>
                  </a:lnTo>
                  <a:lnTo>
                    <a:pt x="142862" y="375970"/>
                  </a:lnTo>
                  <a:lnTo>
                    <a:pt x="217043" y="374688"/>
                  </a:lnTo>
                  <a:lnTo>
                    <a:pt x="295668" y="374738"/>
                  </a:lnTo>
                  <a:lnTo>
                    <a:pt x="344335" y="375932"/>
                  </a:lnTo>
                  <a:lnTo>
                    <a:pt x="369100" y="377355"/>
                  </a:lnTo>
                  <a:lnTo>
                    <a:pt x="376008" y="378040"/>
                  </a:lnTo>
                  <a:lnTo>
                    <a:pt x="376008" y="323189"/>
                  </a:lnTo>
                  <a:lnTo>
                    <a:pt x="350913" y="322072"/>
                  </a:lnTo>
                  <a:lnTo>
                    <a:pt x="271030" y="321310"/>
                  </a:lnTo>
                  <a:lnTo>
                    <a:pt x="234911" y="321767"/>
                  </a:lnTo>
                  <a:lnTo>
                    <a:pt x="163461" y="325589"/>
                  </a:lnTo>
                  <a:lnTo>
                    <a:pt x="108762" y="331749"/>
                  </a:lnTo>
                  <a:lnTo>
                    <a:pt x="66497" y="335064"/>
                  </a:lnTo>
                  <a:lnTo>
                    <a:pt x="32385" y="330377"/>
                  </a:lnTo>
                  <a:lnTo>
                    <a:pt x="31915" y="330200"/>
                  </a:lnTo>
                  <a:lnTo>
                    <a:pt x="31369" y="330073"/>
                  </a:lnTo>
                  <a:lnTo>
                    <a:pt x="30911" y="329895"/>
                  </a:lnTo>
                  <a:lnTo>
                    <a:pt x="25768" y="328142"/>
                  </a:lnTo>
                  <a:lnTo>
                    <a:pt x="21628" y="325894"/>
                  </a:lnTo>
                  <a:lnTo>
                    <a:pt x="17233" y="323761"/>
                  </a:lnTo>
                  <a:lnTo>
                    <a:pt x="12293" y="321183"/>
                  </a:lnTo>
                  <a:lnTo>
                    <a:pt x="2540" y="315036"/>
                  </a:lnTo>
                  <a:lnTo>
                    <a:pt x="114" y="325894"/>
                  </a:lnTo>
                  <a:lnTo>
                    <a:pt x="9601" y="413766"/>
                  </a:lnTo>
                  <a:lnTo>
                    <a:pt x="24434" y="470293"/>
                  </a:lnTo>
                  <a:lnTo>
                    <a:pt x="36588" y="510451"/>
                  </a:lnTo>
                  <a:lnTo>
                    <a:pt x="48666" y="552386"/>
                  </a:lnTo>
                  <a:lnTo>
                    <a:pt x="62788" y="594106"/>
                  </a:lnTo>
                  <a:lnTo>
                    <a:pt x="81089" y="633641"/>
                  </a:lnTo>
                  <a:lnTo>
                    <a:pt x="105689" y="669010"/>
                  </a:lnTo>
                  <a:lnTo>
                    <a:pt x="138734" y="698207"/>
                  </a:lnTo>
                  <a:lnTo>
                    <a:pt x="182372" y="719277"/>
                  </a:lnTo>
                  <a:lnTo>
                    <a:pt x="191135" y="721804"/>
                  </a:lnTo>
                  <a:lnTo>
                    <a:pt x="198666" y="723976"/>
                  </a:lnTo>
                  <a:lnTo>
                    <a:pt x="245211" y="732104"/>
                  </a:lnTo>
                  <a:lnTo>
                    <a:pt x="257619" y="732320"/>
                  </a:lnTo>
                  <a:lnTo>
                    <a:pt x="270268" y="731761"/>
                  </a:lnTo>
                  <a:lnTo>
                    <a:pt x="309181" y="724763"/>
                  </a:lnTo>
                  <a:lnTo>
                    <a:pt x="314502" y="723036"/>
                  </a:lnTo>
                  <a:lnTo>
                    <a:pt x="317182" y="722249"/>
                  </a:lnTo>
                  <a:lnTo>
                    <a:pt x="322326" y="720674"/>
                  </a:lnTo>
                  <a:lnTo>
                    <a:pt x="327482" y="719264"/>
                  </a:lnTo>
                  <a:lnTo>
                    <a:pt x="332625" y="717372"/>
                  </a:lnTo>
                  <a:lnTo>
                    <a:pt x="378688" y="699262"/>
                  </a:lnTo>
                  <a:lnTo>
                    <a:pt x="428891" y="676249"/>
                  </a:lnTo>
                  <a:lnTo>
                    <a:pt x="480466" y="649198"/>
                  </a:lnTo>
                  <a:lnTo>
                    <a:pt x="530707" y="618947"/>
                  </a:lnTo>
                  <a:lnTo>
                    <a:pt x="576872" y="586371"/>
                  </a:lnTo>
                  <a:lnTo>
                    <a:pt x="616216" y="552310"/>
                  </a:lnTo>
                  <a:lnTo>
                    <a:pt x="646010" y="517626"/>
                  </a:lnTo>
                  <a:lnTo>
                    <a:pt x="663536" y="483171"/>
                  </a:lnTo>
                  <a:lnTo>
                    <a:pt x="668083" y="468680"/>
                  </a:lnTo>
                  <a:lnTo>
                    <a:pt x="673100" y="453161"/>
                  </a:lnTo>
                  <a:lnTo>
                    <a:pt x="678484" y="436880"/>
                  </a:lnTo>
                  <a:lnTo>
                    <a:pt x="684123" y="420103"/>
                  </a:lnTo>
                  <a:lnTo>
                    <a:pt x="698855" y="374688"/>
                  </a:lnTo>
                  <a:lnTo>
                    <a:pt x="710565" y="335064"/>
                  </a:lnTo>
                  <a:lnTo>
                    <a:pt x="712025" y="330136"/>
                  </a:lnTo>
                  <a:lnTo>
                    <a:pt x="714438" y="321183"/>
                  </a:lnTo>
                  <a:lnTo>
                    <a:pt x="724496" y="283552"/>
                  </a:lnTo>
                  <a:lnTo>
                    <a:pt x="735545" y="237426"/>
                  </a:lnTo>
                  <a:lnTo>
                    <a:pt x="745401" y="191020"/>
                  </a:lnTo>
                  <a:lnTo>
                    <a:pt x="754062" y="144360"/>
                  </a:lnTo>
                  <a:lnTo>
                    <a:pt x="761517" y="97485"/>
                  </a:lnTo>
                  <a:lnTo>
                    <a:pt x="769924" y="39471"/>
                  </a:lnTo>
                  <a:lnTo>
                    <a:pt x="772337" y="22161"/>
                  </a:lnTo>
                  <a:lnTo>
                    <a:pt x="773061" y="16103"/>
                  </a:lnTo>
                  <a:close/>
                </a:path>
                <a:path w="1143634" h="2480945">
                  <a:moveTo>
                    <a:pt x="1143635" y="2293048"/>
                  </a:moveTo>
                  <a:lnTo>
                    <a:pt x="1142085" y="2279116"/>
                  </a:lnTo>
                  <a:lnTo>
                    <a:pt x="1140955" y="2275319"/>
                  </a:lnTo>
                  <a:lnTo>
                    <a:pt x="1139228" y="2272652"/>
                  </a:lnTo>
                  <a:lnTo>
                    <a:pt x="1137348" y="2270772"/>
                  </a:lnTo>
                  <a:lnTo>
                    <a:pt x="1130896" y="2259266"/>
                  </a:lnTo>
                  <a:lnTo>
                    <a:pt x="1130896" y="2287435"/>
                  </a:lnTo>
                  <a:lnTo>
                    <a:pt x="1130541" y="2303843"/>
                  </a:lnTo>
                  <a:lnTo>
                    <a:pt x="1041082" y="2420924"/>
                  </a:lnTo>
                  <a:lnTo>
                    <a:pt x="1005459" y="2450173"/>
                  </a:lnTo>
                  <a:lnTo>
                    <a:pt x="976858" y="2468080"/>
                  </a:lnTo>
                  <a:lnTo>
                    <a:pt x="970267" y="2468080"/>
                  </a:lnTo>
                  <a:lnTo>
                    <a:pt x="713295" y="2116467"/>
                  </a:lnTo>
                  <a:lnTo>
                    <a:pt x="718820" y="2105787"/>
                  </a:lnTo>
                  <a:lnTo>
                    <a:pt x="729996" y="2090750"/>
                  </a:lnTo>
                  <a:lnTo>
                    <a:pt x="741210" y="2076424"/>
                  </a:lnTo>
                  <a:lnTo>
                    <a:pt x="746887" y="2067902"/>
                  </a:lnTo>
                  <a:lnTo>
                    <a:pt x="757542" y="2030349"/>
                  </a:lnTo>
                  <a:lnTo>
                    <a:pt x="758977" y="2024900"/>
                  </a:lnTo>
                  <a:lnTo>
                    <a:pt x="764286" y="2021255"/>
                  </a:lnTo>
                  <a:lnTo>
                    <a:pt x="771423" y="2021255"/>
                  </a:lnTo>
                  <a:lnTo>
                    <a:pt x="772896" y="2021484"/>
                  </a:lnTo>
                  <a:lnTo>
                    <a:pt x="774344" y="2021979"/>
                  </a:lnTo>
                  <a:lnTo>
                    <a:pt x="844016" y="2030349"/>
                  </a:lnTo>
                  <a:lnTo>
                    <a:pt x="890422" y="2045893"/>
                  </a:lnTo>
                  <a:lnTo>
                    <a:pt x="933818" y="2066747"/>
                  </a:lnTo>
                  <a:lnTo>
                    <a:pt x="974140" y="2092464"/>
                  </a:lnTo>
                  <a:lnTo>
                    <a:pt x="1011326" y="2122627"/>
                  </a:lnTo>
                  <a:lnTo>
                    <a:pt x="1045324" y="2156790"/>
                  </a:lnTo>
                  <a:lnTo>
                    <a:pt x="1076032" y="2194522"/>
                  </a:lnTo>
                  <a:lnTo>
                    <a:pt x="1103426" y="2235403"/>
                  </a:lnTo>
                  <a:lnTo>
                    <a:pt x="1127404" y="2278989"/>
                  </a:lnTo>
                  <a:lnTo>
                    <a:pt x="1130896" y="2287435"/>
                  </a:lnTo>
                  <a:lnTo>
                    <a:pt x="1130896" y="2259266"/>
                  </a:lnTo>
                  <a:lnTo>
                    <a:pt x="1111008" y="2223757"/>
                  </a:lnTo>
                  <a:lnTo>
                    <a:pt x="1081392" y="2180767"/>
                  </a:lnTo>
                  <a:lnTo>
                    <a:pt x="1048727" y="2142007"/>
                  </a:lnTo>
                  <a:lnTo>
                    <a:pt x="1013231" y="2107654"/>
                  </a:lnTo>
                  <a:lnTo>
                    <a:pt x="975106" y="2077910"/>
                  </a:lnTo>
                  <a:lnTo>
                    <a:pt x="934593" y="2052955"/>
                  </a:lnTo>
                  <a:lnTo>
                    <a:pt x="891895" y="2032990"/>
                  </a:lnTo>
                  <a:lnTo>
                    <a:pt x="847242" y="2018220"/>
                  </a:lnTo>
                  <a:lnTo>
                    <a:pt x="776960" y="2009635"/>
                  </a:lnTo>
                  <a:lnTo>
                    <a:pt x="774687" y="2009013"/>
                  </a:lnTo>
                  <a:lnTo>
                    <a:pt x="772350" y="2008682"/>
                  </a:lnTo>
                  <a:lnTo>
                    <a:pt x="769988" y="2008682"/>
                  </a:lnTo>
                  <a:lnTo>
                    <a:pt x="735076" y="2063496"/>
                  </a:lnTo>
                  <a:lnTo>
                    <a:pt x="733552" y="2065921"/>
                  </a:lnTo>
                  <a:lnTo>
                    <a:pt x="707351" y="2100351"/>
                  </a:lnTo>
                  <a:lnTo>
                    <a:pt x="700443" y="2117915"/>
                  </a:lnTo>
                  <a:lnTo>
                    <a:pt x="701167" y="2120950"/>
                  </a:lnTo>
                  <a:lnTo>
                    <a:pt x="936269" y="2471407"/>
                  </a:lnTo>
                  <a:lnTo>
                    <a:pt x="970267" y="2480640"/>
                  </a:lnTo>
                  <a:lnTo>
                    <a:pt x="977379" y="2480157"/>
                  </a:lnTo>
                  <a:lnTo>
                    <a:pt x="1026883" y="2449398"/>
                  </a:lnTo>
                  <a:lnTo>
                    <a:pt x="1133538" y="2339771"/>
                  </a:lnTo>
                  <a:lnTo>
                    <a:pt x="1142390" y="2310790"/>
                  </a:lnTo>
                  <a:lnTo>
                    <a:pt x="1143635" y="229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4239476" y="4636635"/>
              <a:ext cx="773430" cy="732790"/>
            </a:xfrm>
            <a:custGeom>
              <a:avLst/>
              <a:gdLst/>
              <a:ahLst/>
              <a:cxnLst/>
              <a:rect l="l" t="t" r="r" b="b"/>
              <a:pathLst>
                <a:path w="773430" h="732789">
                  <a:moveTo>
                    <a:pt x="218458" y="484866"/>
                  </a:moveTo>
                  <a:lnTo>
                    <a:pt x="129321" y="469602"/>
                  </a:lnTo>
                  <a:lnTo>
                    <a:pt x="81385" y="434163"/>
                  </a:lnTo>
                  <a:lnTo>
                    <a:pt x="61942" y="398367"/>
                  </a:lnTo>
                  <a:lnTo>
                    <a:pt x="58285" y="382032"/>
                  </a:lnTo>
                  <a:lnTo>
                    <a:pt x="78413" y="378948"/>
                  </a:lnTo>
                  <a:lnTo>
                    <a:pt x="101667" y="377155"/>
                  </a:lnTo>
                  <a:lnTo>
                    <a:pt x="142939" y="375962"/>
                  </a:lnTo>
                  <a:lnTo>
                    <a:pt x="217118" y="374681"/>
                  </a:lnTo>
                  <a:lnTo>
                    <a:pt x="295739" y="374727"/>
                  </a:lnTo>
                  <a:lnTo>
                    <a:pt x="344408" y="375932"/>
                  </a:lnTo>
                  <a:lnTo>
                    <a:pt x="369175" y="377349"/>
                  </a:lnTo>
                  <a:lnTo>
                    <a:pt x="376087" y="378032"/>
                  </a:lnTo>
                  <a:lnTo>
                    <a:pt x="370437" y="438723"/>
                  </a:lnTo>
                  <a:lnTo>
                    <a:pt x="352135" y="470083"/>
                  </a:lnTo>
                  <a:lnTo>
                    <a:pt x="306401" y="482125"/>
                  </a:lnTo>
                  <a:lnTo>
                    <a:pt x="218458" y="484866"/>
                  </a:lnTo>
                  <a:close/>
                </a:path>
                <a:path w="773430" h="732789">
                  <a:moveTo>
                    <a:pt x="24506" y="470291"/>
                  </a:moveTo>
                  <a:lnTo>
                    <a:pt x="36665" y="510444"/>
                  </a:lnTo>
                  <a:lnTo>
                    <a:pt x="48741" y="552376"/>
                  </a:lnTo>
                  <a:lnTo>
                    <a:pt x="62863" y="594103"/>
                  </a:lnTo>
                  <a:lnTo>
                    <a:pt x="81162" y="633640"/>
                  </a:lnTo>
                  <a:lnTo>
                    <a:pt x="105768" y="669001"/>
                  </a:lnTo>
                  <a:lnTo>
                    <a:pt x="138810" y="698201"/>
                  </a:lnTo>
                  <a:lnTo>
                    <a:pt x="182417" y="719257"/>
                  </a:lnTo>
                  <a:lnTo>
                    <a:pt x="191213" y="721801"/>
                  </a:lnTo>
                  <a:lnTo>
                    <a:pt x="195611" y="723068"/>
                  </a:lnTo>
                  <a:lnTo>
                    <a:pt x="198741" y="723969"/>
                  </a:lnTo>
                  <a:lnTo>
                    <a:pt x="203851" y="725550"/>
                  </a:lnTo>
                  <a:lnTo>
                    <a:pt x="207024" y="726314"/>
                  </a:lnTo>
                  <a:lnTo>
                    <a:pt x="219915" y="729038"/>
                  </a:lnTo>
                  <a:lnTo>
                    <a:pt x="232680" y="730983"/>
                  </a:lnTo>
                  <a:lnTo>
                    <a:pt x="245284" y="732094"/>
                  </a:lnTo>
                  <a:lnTo>
                    <a:pt x="257692" y="732314"/>
                  </a:lnTo>
                  <a:lnTo>
                    <a:pt x="270338" y="731759"/>
                  </a:lnTo>
                  <a:lnTo>
                    <a:pt x="309251" y="724765"/>
                  </a:lnTo>
                  <a:lnTo>
                    <a:pt x="314581" y="723026"/>
                  </a:lnTo>
                  <a:lnTo>
                    <a:pt x="317251" y="722241"/>
                  </a:lnTo>
                  <a:lnTo>
                    <a:pt x="322402" y="720670"/>
                  </a:lnTo>
                  <a:lnTo>
                    <a:pt x="327533" y="719267"/>
                  </a:lnTo>
                  <a:lnTo>
                    <a:pt x="332695" y="717362"/>
                  </a:lnTo>
                  <a:lnTo>
                    <a:pt x="378769" y="699256"/>
                  </a:lnTo>
                  <a:lnTo>
                    <a:pt x="428963" y="676247"/>
                  </a:lnTo>
                  <a:lnTo>
                    <a:pt x="480545" y="649191"/>
                  </a:lnTo>
                  <a:lnTo>
                    <a:pt x="530782" y="618944"/>
                  </a:lnTo>
                  <a:lnTo>
                    <a:pt x="576941" y="586363"/>
                  </a:lnTo>
                  <a:lnTo>
                    <a:pt x="616288" y="552302"/>
                  </a:lnTo>
                  <a:lnTo>
                    <a:pt x="646091" y="517619"/>
                  </a:lnTo>
                  <a:lnTo>
                    <a:pt x="663617" y="483170"/>
                  </a:lnTo>
                  <a:lnTo>
                    <a:pt x="668159" y="468671"/>
                  </a:lnTo>
                  <a:lnTo>
                    <a:pt x="673172" y="453151"/>
                  </a:lnTo>
                  <a:lnTo>
                    <a:pt x="678554" y="436871"/>
                  </a:lnTo>
                  <a:lnTo>
                    <a:pt x="684203" y="420093"/>
                  </a:lnTo>
                  <a:lnTo>
                    <a:pt x="698860" y="374916"/>
                  </a:lnTo>
                  <a:lnTo>
                    <a:pt x="712316" y="329395"/>
                  </a:lnTo>
                  <a:lnTo>
                    <a:pt x="724571" y="283554"/>
                  </a:lnTo>
                  <a:lnTo>
                    <a:pt x="735626" y="237417"/>
                  </a:lnTo>
                  <a:lnTo>
                    <a:pt x="745481" y="191011"/>
                  </a:lnTo>
                  <a:lnTo>
                    <a:pt x="754137" y="144358"/>
                  </a:lnTo>
                  <a:lnTo>
                    <a:pt x="761593" y="97485"/>
                  </a:lnTo>
                  <a:lnTo>
                    <a:pt x="769994" y="39470"/>
                  </a:lnTo>
                  <a:lnTo>
                    <a:pt x="773132" y="16095"/>
                  </a:lnTo>
                  <a:lnTo>
                    <a:pt x="765585" y="5981"/>
                  </a:lnTo>
                  <a:lnTo>
                    <a:pt x="751095" y="1301"/>
                  </a:lnTo>
                  <a:lnTo>
                    <a:pt x="737011" y="0"/>
                  </a:lnTo>
                  <a:lnTo>
                    <a:pt x="730683" y="22"/>
                  </a:lnTo>
                  <a:lnTo>
                    <a:pt x="716322" y="164981"/>
                  </a:lnTo>
                  <a:lnTo>
                    <a:pt x="691302" y="253623"/>
                  </a:lnTo>
                  <a:lnTo>
                    <a:pt x="637414" y="296240"/>
                  </a:lnTo>
                  <a:lnTo>
                    <a:pt x="536448" y="323122"/>
                  </a:lnTo>
                  <a:lnTo>
                    <a:pt x="490355" y="330127"/>
                  </a:lnTo>
                  <a:lnTo>
                    <a:pt x="471117" y="328564"/>
                  </a:lnTo>
                  <a:lnTo>
                    <a:pt x="421159" y="325185"/>
                  </a:lnTo>
                  <a:lnTo>
                    <a:pt x="350986" y="322073"/>
                  </a:lnTo>
                  <a:lnTo>
                    <a:pt x="271106" y="321311"/>
                  </a:lnTo>
                  <a:lnTo>
                    <a:pt x="265095" y="321395"/>
                  </a:lnTo>
                  <a:lnTo>
                    <a:pt x="259284" y="321478"/>
                  </a:lnTo>
                  <a:lnTo>
                    <a:pt x="253043" y="321562"/>
                  </a:lnTo>
                  <a:lnTo>
                    <a:pt x="246803" y="321635"/>
                  </a:lnTo>
                  <a:lnTo>
                    <a:pt x="240991" y="321698"/>
                  </a:lnTo>
                  <a:lnTo>
                    <a:pt x="234981" y="321761"/>
                  </a:lnTo>
                  <a:lnTo>
                    <a:pt x="163541" y="325587"/>
                  </a:lnTo>
                  <a:lnTo>
                    <a:pt x="108832" y="331739"/>
                  </a:lnTo>
                  <a:lnTo>
                    <a:pt x="66567" y="335053"/>
                  </a:lnTo>
                  <a:lnTo>
                    <a:pt x="32464" y="330368"/>
                  </a:lnTo>
                  <a:lnTo>
                    <a:pt x="31992" y="330201"/>
                  </a:lnTo>
                  <a:lnTo>
                    <a:pt x="31448" y="330065"/>
                  </a:lnTo>
                  <a:lnTo>
                    <a:pt x="30987" y="329887"/>
                  </a:lnTo>
                  <a:lnTo>
                    <a:pt x="25846" y="328138"/>
                  </a:lnTo>
                  <a:lnTo>
                    <a:pt x="21700" y="325887"/>
                  </a:lnTo>
                  <a:lnTo>
                    <a:pt x="17312" y="323761"/>
                  </a:lnTo>
                  <a:lnTo>
                    <a:pt x="12370" y="321175"/>
                  </a:lnTo>
                  <a:lnTo>
                    <a:pt x="2810" y="315164"/>
                  </a:lnTo>
                  <a:lnTo>
                    <a:pt x="2611" y="315028"/>
                  </a:lnTo>
                  <a:lnTo>
                    <a:pt x="0" y="326762"/>
                  </a:lnTo>
                  <a:lnTo>
                    <a:pt x="1932" y="362798"/>
                  </a:lnTo>
                  <a:lnTo>
                    <a:pt x="9678" y="413765"/>
                  </a:lnTo>
                  <a:lnTo>
                    <a:pt x="24506" y="470291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3372200" y="6529675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596" y="0"/>
                  </a:moveTo>
                  <a:lnTo>
                    <a:pt x="0" y="35951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3324408" y="6527954"/>
              <a:ext cx="108585" cy="363220"/>
            </a:xfrm>
            <a:custGeom>
              <a:avLst/>
              <a:gdLst/>
              <a:ahLst/>
              <a:cxnLst/>
              <a:rect l="l" t="t" r="r" b="b"/>
              <a:pathLst>
                <a:path w="108584" h="363220">
                  <a:moveTo>
                    <a:pt x="12596" y="0"/>
                  </a:moveTo>
                  <a:lnTo>
                    <a:pt x="0" y="359517"/>
                  </a:lnTo>
                  <a:lnTo>
                    <a:pt x="95578" y="362962"/>
                  </a:lnTo>
                  <a:lnTo>
                    <a:pt x="108174" y="3434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3633946" y="6544519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596" y="0"/>
                  </a:moveTo>
                  <a:lnTo>
                    <a:pt x="0" y="35951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3623322" y="6544139"/>
              <a:ext cx="34290" cy="360680"/>
            </a:xfrm>
            <a:custGeom>
              <a:avLst/>
              <a:gdLst/>
              <a:ahLst/>
              <a:cxnLst/>
              <a:rect l="l" t="t" r="r" b="b"/>
              <a:pathLst>
                <a:path w="34290" h="360679">
                  <a:moveTo>
                    <a:pt x="12596" y="0"/>
                  </a:moveTo>
                  <a:lnTo>
                    <a:pt x="0" y="359517"/>
                  </a:lnTo>
                  <a:lnTo>
                    <a:pt x="21234" y="360271"/>
                  </a:lnTo>
                  <a:lnTo>
                    <a:pt x="33841" y="75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3691269" y="6546975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596" y="0"/>
                  </a:moveTo>
                  <a:lnTo>
                    <a:pt x="0" y="35951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3680645" y="6546600"/>
              <a:ext cx="34290" cy="360680"/>
            </a:xfrm>
            <a:custGeom>
              <a:avLst/>
              <a:gdLst/>
              <a:ahLst/>
              <a:cxnLst/>
              <a:rect l="l" t="t" r="r" b="b"/>
              <a:pathLst>
                <a:path w="34290" h="360679">
                  <a:moveTo>
                    <a:pt x="12596" y="0"/>
                  </a:moveTo>
                  <a:lnTo>
                    <a:pt x="0" y="359517"/>
                  </a:lnTo>
                  <a:lnTo>
                    <a:pt x="21234" y="360271"/>
                  </a:lnTo>
                  <a:lnTo>
                    <a:pt x="33841" y="75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3746162" y="6550416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596" y="0"/>
                  </a:moveTo>
                  <a:lnTo>
                    <a:pt x="0" y="359517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3735538" y="6550039"/>
              <a:ext cx="34290" cy="360680"/>
            </a:xfrm>
            <a:custGeom>
              <a:avLst/>
              <a:gdLst/>
              <a:ahLst/>
              <a:cxnLst/>
              <a:rect l="l" t="t" r="r" b="b"/>
              <a:pathLst>
                <a:path w="34290" h="360679">
                  <a:moveTo>
                    <a:pt x="12596" y="0"/>
                  </a:moveTo>
                  <a:lnTo>
                    <a:pt x="0" y="359517"/>
                  </a:lnTo>
                  <a:lnTo>
                    <a:pt x="21234" y="360271"/>
                  </a:lnTo>
                  <a:lnTo>
                    <a:pt x="33841" y="75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1" name="object 151" descr=""/>
          <p:cNvSpPr txBox="1"/>
          <p:nvPr/>
        </p:nvSpPr>
        <p:spPr>
          <a:xfrm>
            <a:off x="624163" y="728687"/>
            <a:ext cx="750443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scene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-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outlined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charcters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on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solid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ﬁll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background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29" y="911"/>
            <a:ext cx="20097750" cy="11306810"/>
          </a:xfrm>
          <a:custGeom>
            <a:avLst/>
            <a:gdLst/>
            <a:ahLst/>
            <a:cxnLst/>
            <a:rect l="l" t="t" r="r" b="b"/>
            <a:pathLst>
              <a:path w="20097750" h="11306810">
                <a:moveTo>
                  <a:pt x="20097440" y="0"/>
                </a:moveTo>
                <a:lnTo>
                  <a:pt x="0" y="0"/>
                </a:lnTo>
                <a:lnTo>
                  <a:pt x="0" y="11306744"/>
                </a:lnTo>
                <a:lnTo>
                  <a:pt x="20097440" y="11306744"/>
                </a:lnTo>
                <a:lnTo>
                  <a:pt x="20097440" y="0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018099" y="9692568"/>
            <a:ext cx="7976870" cy="418465"/>
          </a:xfrm>
          <a:custGeom>
            <a:avLst/>
            <a:gdLst/>
            <a:ahLst/>
            <a:cxnLst/>
            <a:rect l="l" t="t" r="r" b="b"/>
            <a:pathLst>
              <a:path w="7976870" h="418465">
                <a:moveTo>
                  <a:pt x="7767271" y="0"/>
                </a:moveTo>
                <a:lnTo>
                  <a:pt x="208998" y="0"/>
                </a:lnTo>
                <a:lnTo>
                  <a:pt x="161079" y="5519"/>
                </a:lnTo>
                <a:lnTo>
                  <a:pt x="117089" y="21242"/>
                </a:lnTo>
                <a:lnTo>
                  <a:pt x="78283" y="45913"/>
                </a:lnTo>
                <a:lnTo>
                  <a:pt x="45916" y="78278"/>
                </a:lnTo>
                <a:lnTo>
                  <a:pt x="21243" y="117084"/>
                </a:lnTo>
                <a:lnTo>
                  <a:pt x="5520" y="161076"/>
                </a:lnTo>
                <a:lnTo>
                  <a:pt x="0" y="208998"/>
                </a:lnTo>
                <a:lnTo>
                  <a:pt x="5520" y="256918"/>
                </a:lnTo>
                <a:lnTo>
                  <a:pt x="21243" y="300908"/>
                </a:lnTo>
                <a:lnTo>
                  <a:pt x="45916" y="339714"/>
                </a:lnTo>
                <a:lnTo>
                  <a:pt x="78283" y="372081"/>
                </a:lnTo>
                <a:lnTo>
                  <a:pt x="117089" y="396753"/>
                </a:lnTo>
                <a:lnTo>
                  <a:pt x="161079" y="412477"/>
                </a:lnTo>
                <a:lnTo>
                  <a:pt x="208998" y="417997"/>
                </a:lnTo>
                <a:lnTo>
                  <a:pt x="7767271" y="417997"/>
                </a:lnTo>
                <a:lnTo>
                  <a:pt x="7815190" y="412477"/>
                </a:lnTo>
                <a:lnTo>
                  <a:pt x="7859180" y="396753"/>
                </a:lnTo>
                <a:lnTo>
                  <a:pt x="7897986" y="372081"/>
                </a:lnTo>
                <a:lnTo>
                  <a:pt x="7930353" y="339714"/>
                </a:lnTo>
                <a:lnTo>
                  <a:pt x="7955026" y="300908"/>
                </a:lnTo>
                <a:lnTo>
                  <a:pt x="7970750" y="256918"/>
                </a:lnTo>
                <a:lnTo>
                  <a:pt x="7976270" y="208998"/>
                </a:lnTo>
                <a:lnTo>
                  <a:pt x="7970750" y="161076"/>
                </a:lnTo>
                <a:lnTo>
                  <a:pt x="7955026" y="117084"/>
                </a:lnTo>
                <a:lnTo>
                  <a:pt x="7930353" y="78278"/>
                </a:lnTo>
                <a:lnTo>
                  <a:pt x="7897986" y="45913"/>
                </a:lnTo>
                <a:lnTo>
                  <a:pt x="7859180" y="21242"/>
                </a:lnTo>
                <a:lnTo>
                  <a:pt x="7815190" y="5519"/>
                </a:lnTo>
                <a:lnTo>
                  <a:pt x="7767271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212509" y="10047516"/>
            <a:ext cx="5361305" cy="470534"/>
          </a:xfrm>
          <a:custGeom>
            <a:avLst/>
            <a:gdLst/>
            <a:ahLst/>
            <a:cxnLst/>
            <a:rect l="l" t="t" r="r" b="b"/>
            <a:pathLst>
              <a:path w="5361305" h="470534">
                <a:moveTo>
                  <a:pt x="5126011" y="0"/>
                </a:moveTo>
                <a:lnTo>
                  <a:pt x="235060" y="0"/>
                </a:lnTo>
                <a:lnTo>
                  <a:pt x="187688" y="4775"/>
                </a:lnTo>
                <a:lnTo>
                  <a:pt x="143565" y="18472"/>
                </a:lnTo>
                <a:lnTo>
                  <a:pt x="103637" y="40145"/>
                </a:lnTo>
                <a:lnTo>
                  <a:pt x="68848" y="68848"/>
                </a:lnTo>
                <a:lnTo>
                  <a:pt x="40145" y="103637"/>
                </a:lnTo>
                <a:lnTo>
                  <a:pt x="18472" y="143565"/>
                </a:lnTo>
                <a:lnTo>
                  <a:pt x="4775" y="187688"/>
                </a:lnTo>
                <a:lnTo>
                  <a:pt x="0" y="235060"/>
                </a:lnTo>
                <a:lnTo>
                  <a:pt x="4775" y="282436"/>
                </a:lnTo>
                <a:lnTo>
                  <a:pt x="18472" y="326562"/>
                </a:lnTo>
                <a:lnTo>
                  <a:pt x="40145" y="366492"/>
                </a:lnTo>
                <a:lnTo>
                  <a:pt x="68848" y="401282"/>
                </a:lnTo>
                <a:lnTo>
                  <a:pt x="103637" y="429986"/>
                </a:lnTo>
                <a:lnTo>
                  <a:pt x="143565" y="451659"/>
                </a:lnTo>
                <a:lnTo>
                  <a:pt x="187688" y="465356"/>
                </a:lnTo>
                <a:lnTo>
                  <a:pt x="235060" y="470132"/>
                </a:lnTo>
                <a:lnTo>
                  <a:pt x="5126011" y="470132"/>
                </a:lnTo>
                <a:lnTo>
                  <a:pt x="5173383" y="465356"/>
                </a:lnTo>
                <a:lnTo>
                  <a:pt x="5217506" y="451659"/>
                </a:lnTo>
                <a:lnTo>
                  <a:pt x="5257435" y="429986"/>
                </a:lnTo>
                <a:lnTo>
                  <a:pt x="5292223" y="401282"/>
                </a:lnTo>
                <a:lnTo>
                  <a:pt x="5320926" y="366492"/>
                </a:lnTo>
                <a:lnTo>
                  <a:pt x="5342599" y="326562"/>
                </a:lnTo>
                <a:lnTo>
                  <a:pt x="5356296" y="282436"/>
                </a:lnTo>
                <a:lnTo>
                  <a:pt x="5361072" y="235060"/>
                </a:lnTo>
                <a:lnTo>
                  <a:pt x="5356296" y="187688"/>
                </a:lnTo>
                <a:lnTo>
                  <a:pt x="5342599" y="143565"/>
                </a:lnTo>
                <a:lnTo>
                  <a:pt x="5320926" y="103637"/>
                </a:lnTo>
                <a:lnTo>
                  <a:pt x="5292223" y="68848"/>
                </a:lnTo>
                <a:lnTo>
                  <a:pt x="5257435" y="40145"/>
                </a:lnTo>
                <a:lnTo>
                  <a:pt x="5217506" y="18472"/>
                </a:lnTo>
                <a:lnTo>
                  <a:pt x="5173383" y="4775"/>
                </a:lnTo>
                <a:lnTo>
                  <a:pt x="5126011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8939" y="9115074"/>
            <a:ext cx="5012690" cy="225425"/>
          </a:xfrm>
          <a:custGeom>
            <a:avLst/>
            <a:gdLst/>
            <a:ahLst/>
            <a:cxnLst/>
            <a:rect l="l" t="t" r="r" b="b"/>
            <a:pathLst>
              <a:path w="5012690" h="225425">
                <a:moveTo>
                  <a:pt x="4899568" y="0"/>
                </a:moveTo>
                <a:lnTo>
                  <a:pt x="112614" y="0"/>
                </a:lnTo>
                <a:lnTo>
                  <a:pt x="68778" y="8847"/>
                </a:lnTo>
                <a:lnTo>
                  <a:pt x="32983" y="32978"/>
                </a:lnTo>
                <a:lnTo>
                  <a:pt x="8849" y="68770"/>
                </a:lnTo>
                <a:lnTo>
                  <a:pt x="0" y="112603"/>
                </a:lnTo>
                <a:lnTo>
                  <a:pt x="8849" y="156433"/>
                </a:lnTo>
                <a:lnTo>
                  <a:pt x="32983" y="192225"/>
                </a:lnTo>
                <a:lnTo>
                  <a:pt x="68778" y="216358"/>
                </a:lnTo>
                <a:lnTo>
                  <a:pt x="112614" y="225207"/>
                </a:lnTo>
                <a:lnTo>
                  <a:pt x="4899568" y="225207"/>
                </a:lnTo>
                <a:lnTo>
                  <a:pt x="4943397" y="216358"/>
                </a:lnTo>
                <a:lnTo>
                  <a:pt x="4979190" y="192225"/>
                </a:lnTo>
                <a:lnTo>
                  <a:pt x="5003322" y="156433"/>
                </a:lnTo>
                <a:lnTo>
                  <a:pt x="5012171" y="112603"/>
                </a:lnTo>
                <a:lnTo>
                  <a:pt x="5003322" y="68770"/>
                </a:lnTo>
                <a:lnTo>
                  <a:pt x="4979190" y="32978"/>
                </a:lnTo>
                <a:lnTo>
                  <a:pt x="4943397" y="8847"/>
                </a:lnTo>
                <a:lnTo>
                  <a:pt x="4899568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323607" y="9115074"/>
            <a:ext cx="3803015" cy="225425"/>
          </a:xfrm>
          <a:custGeom>
            <a:avLst/>
            <a:gdLst/>
            <a:ahLst/>
            <a:cxnLst/>
            <a:rect l="l" t="t" r="r" b="b"/>
            <a:pathLst>
              <a:path w="3803015" h="225425">
                <a:moveTo>
                  <a:pt x="3690327" y="0"/>
                </a:moveTo>
                <a:lnTo>
                  <a:pt x="112603" y="0"/>
                </a:lnTo>
                <a:lnTo>
                  <a:pt x="68770" y="8847"/>
                </a:lnTo>
                <a:lnTo>
                  <a:pt x="32978" y="32978"/>
                </a:lnTo>
                <a:lnTo>
                  <a:pt x="8847" y="68770"/>
                </a:lnTo>
                <a:lnTo>
                  <a:pt x="0" y="112603"/>
                </a:lnTo>
                <a:lnTo>
                  <a:pt x="8847" y="156433"/>
                </a:lnTo>
                <a:lnTo>
                  <a:pt x="32978" y="192225"/>
                </a:lnTo>
                <a:lnTo>
                  <a:pt x="68770" y="216358"/>
                </a:lnTo>
                <a:lnTo>
                  <a:pt x="112603" y="225207"/>
                </a:lnTo>
                <a:lnTo>
                  <a:pt x="3690327" y="225207"/>
                </a:lnTo>
                <a:lnTo>
                  <a:pt x="3734156" y="216358"/>
                </a:lnTo>
                <a:lnTo>
                  <a:pt x="3769949" y="192225"/>
                </a:lnTo>
                <a:lnTo>
                  <a:pt x="3794081" y="156433"/>
                </a:lnTo>
                <a:lnTo>
                  <a:pt x="3802931" y="112603"/>
                </a:lnTo>
                <a:lnTo>
                  <a:pt x="3794081" y="68770"/>
                </a:lnTo>
                <a:lnTo>
                  <a:pt x="3769949" y="32978"/>
                </a:lnTo>
                <a:lnTo>
                  <a:pt x="3734156" y="8847"/>
                </a:lnTo>
                <a:lnTo>
                  <a:pt x="3690327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225166" y="1768218"/>
            <a:ext cx="4696460" cy="7456170"/>
            <a:chOff x="1225166" y="1768218"/>
            <a:chExt cx="4696460" cy="7456170"/>
          </a:xfrm>
        </p:grpSpPr>
        <p:sp>
          <p:nvSpPr>
            <p:cNvPr id="8" name="object 8" descr=""/>
            <p:cNvSpPr/>
            <p:nvPr/>
          </p:nvSpPr>
          <p:spPr>
            <a:xfrm>
              <a:off x="2078951" y="1768226"/>
              <a:ext cx="3842385" cy="7456170"/>
            </a:xfrm>
            <a:custGeom>
              <a:avLst/>
              <a:gdLst/>
              <a:ahLst/>
              <a:cxnLst/>
              <a:rect l="l" t="t" r="r" b="b"/>
              <a:pathLst>
                <a:path w="3842385" h="7456170">
                  <a:moveTo>
                    <a:pt x="3842156" y="0"/>
                  </a:moveTo>
                  <a:lnTo>
                    <a:pt x="0" y="0"/>
                  </a:lnTo>
                  <a:lnTo>
                    <a:pt x="0" y="5225021"/>
                  </a:lnTo>
                  <a:lnTo>
                    <a:pt x="0" y="7455789"/>
                  </a:lnTo>
                  <a:lnTo>
                    <a:pt x="3842156" y="7455789"/>
                  </a:lnTo>
                  <a:lnTo>
                    <a:pt x="3842156" y="5225021"/>
                  </a:lnTo>
                  <a:lnTo>
                    <a:pt x="384215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207590" y="1896865"/>
              <a:ext cx="2870200" cy="7198995"/>
            </a:xfrm>
            <a:custGeom>
              <a:avLst/>
              <a:gdLst/>
              <a:ahLst/>
              <a:cxnLst/>
              <a:rect l="l" t="t" r="r" b="b"/>
              <a:pathLst>
                <a:path w="2870200" h="7198995">
                  <a:moveTo>
                    <a:pt x="2201481" y="5495366"/>
                  </a:moveTo>
                  <a:lnTo>
                    <a:pt x="0" y="5495366"/>
                  </a:lnTo>
                  <a:lnTo>
                    <a:pt x="0" y="7198487"/>
                  </a:lnTo>
                  <a:lnTo>
                    <a:pt x="2201481" y="7198487"/>
                  </a:lnTo>
                  <a:lnTo>
                    <a:pt x="2201481" y="5495366"/>
                  </a:lnTo>
                  <a:close/>
                </a:path>
                <a:path w="2870200" h="7198995">
                  <a:moveTo>
                    <a:pt x="2869603" y="3663581"/>
                  </a:moveTo>
                  <a:lnTo>
                    <a:pt x="0" y="3663581"/>
                  </a:lnTo>
                  <a:lnTo>
                    <a:pt x="0" y="5096383"/>
                  </a:lnTo>
                  <a:lnTo>
                    <a:pt x="0" y="5366715"/>
                  </a:lnTo>
                  <a:lnTo>
                    <a:pt x="2534120" y="5366715"/>
                  </a:lnTo>
                  <a:lnTo>
                    <a:pt x="2534120" y="5096383"/>
                  </a:lnTo>
                  <a:lnTo>
                    <a:pt x="2869603" y="5096383"/>
                  </a:lnTo>
                  <a:lnTo>
                    <a:pt x="2869603" y="3663581"/>
                  </a:lnTo>
                  <a:close/>
                </a:path>
                <a:path w="2870200" h="7198995">
                  <a:moveTo>
                    <a:pt x="2869603" y="1831797"/>
                  </a:moveTo>
                  <a:lnTo>
                    <a:pt x="0" y="1831797"/>
                  </a:lnTo>
                  <a:lnTo>
                    <a:pt x="0" y="3534918"/>
                  </a:lnTo>
                  <a:lnTo>
                    <a:pt x="2869603" y="3534918"/>
                  </a:lnTo>
                  <a:lnTo>
                    <a:pt x="2869603" y="1831797"/>
                  </a:lnTo>
                  <a:close/>
                </a:path>
                <a:path w="2870200" h="7198995">
                  <a:moveTo>
                    <a:pt x="2869603" y="0"/>
                  </a:moveTo>
                  <a:lnTo>
                    <a:pt x="0" y="0"/>
                  </a:lnTo>
                  <a:lnTo>
                    <a:pt x="0" y="1703133"/>
                  </a:lnTo>
                  <a:lnTo>
                    <a:pt x="2869603" y="1703133"/>
                  </a:lnTo>
                  <a:lnTo>
                    <a:pt x="2869603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25156" y="1768226"/>
              <a:ext cx="4567555" cy="7456170"/>
            </a:xfrm>
            <a:custGeom>
              <a:avLst/>
              <a:gdLst/>
              <a:ahLst/>
              <a:cxnLst/>
              <a:rect l="l" t="t" r="r" b="b"/>
              <a:pathLst>
                <a:path w="4567555" h="7456170">
                  <a:moveTo>
                    <a:pt x="853795" y="0"/>
                  </a:moveTo>
                  <a:lnTo>
                    <a:pt x="0" y="0"/>
                  </a:lnTo>
                  <a:lnTo>
                    <a:pt x="0" y="7455789"/>
                  </a:lnTo>
                  <a:lnTo>
                    <a:pt x="853795" y="7455789"/>
                  </a:lnTo>
                  <a:lnTo>
                    <a:pt x="853795" y="0"/>
                  </a:lnTo>
                  <a:close/>
                </a:path>
                <a:path w="4567555" h="7456170">
                  <a:moveTo>
                    <a:pt x="4567288" y="3792220"/>
                  </a:moveTo>
                  <a:lnTo>
                    <a:pt x="3852037" y="3792220"/>
                  </a:lnTo>
                  <a:lnTo>
                    <a:pt x="3852037" y="5225021"/>
                  </a:lnTo>
                  <a:lnTo>
                    <a:pt x="4567288" y="5225021"/>
                  </a:lnTo>
                  <a:lnTo>
                    <a:pt x="4567288" y="3792220"/>
                  </a:lnTo>
                  <a:close/>
                </a:path>
                <a:path w="4567555" h="7456170">
                  <a:moveTo>
                    <a:pt x="4567288" y="1960435"/>
                  </a:moveTo>
                  <a:lnTo>
                    <a:pt x="3852037" y="1960435"/>
                  </a:lnTo>
                  <a:lnTo>
                    <a:pt x="3852037" y="3663556"/>
                  </a:lnTo>
                  <a:lnTo>
                    <a:pt x="4567288" y="3663556"/>
                  </a:lnTo>
                  <a:lnTo>
                    <a:pt x="4567288" y="1960435"/>
                  </a:lnTo>
                  <a:close/>
                </a:path>
                <a:path w="4567555" h="7456170">
                  <a:moveTo>
                    <a:pt x="4567288" y="128638"/>
                  </a:moveTo>
                  <a:lnTo>
                    <a:pt x="3852037" y="128638"/>
                  </a:lnTo>
                  <a:lnTo>
                    <a:pt x="3852037" y="1831771"/>
                  </a:lnTo>
                  <a:lnTo>
                    <a:pt x="4567288" y="1831771"/>
                  </a:lnTo>
                  <a:lnTo>
                    <a:pt x="4567288" y="128638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252761" y="2533566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22448" y="2533566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110200" y="2533566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079876" y="2533566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967628" y="2533566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35654" y="2533567"/>
              <a:ext cx="1332230" cy="1066165"/>
            </a:xfrm>
            <a:custGeom>
              <a:avLst/>
              <a:gdLst/>
              <a:ahLst/>
              <a:cxnLst/>
              <a:rect l="l" t="t" r="r" b="b"/>
              <a:pathLst>
                <a:path w="1332229" h="1066164">
                  <a:moveTo>
                    <a:pt x="188061" y="602259"/>
                  </a:moveTo>
                  <a:lnTo>
                    <a:pt x="0" y="1065669"/>
                  </a:lnTo>
                  <a:lnTo>
                    <a:pt x="188061" y="1065669"/>
                  </a:lnTo>
                  <a:lnTo>
                    <a:pt x="188061" y="602259"/>
                  </a:lnTo>
                  <a:close/>
                </a:path>
                <a:path w="1332229" h="1066164">
                  <a:moveTo>
                    <a:pt x="1331976" y="0"/>
                  </a:moveTo>
                  <a:lnTo>
                    <a:pt x="804303" y="0"/>
                  </a:lnTo>
                  <a:lnTo>
                    <a:pt x="804303" y="1060069"/>
                  </a:lnTo>
                  <a:lnTo>
                    <a:pt x="1331976" y="1060069"/>
                  </a:lnTo>
                  <a:lnTo>
                    <a:pt x="1331976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23726" y="2940455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0"/>
                  </a:moveTo>
                  <a:lnTo>
                    <a:pt x="0" y="0"/>
                  </a:lnTo>
                  <a:lnTo>
                    <a:pt x="0" y="658765"/>
                  </a:lnTo>
                  <a:lnTo>
                    <a:pt x="520141" y="658765"/>
                  </a:lnTo>
                  <a:lnTo>
                    <a:pt x="52014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765958" y="2480658"/>
              <a:ext cx="1449705" cy="1118870"/>
            </a:xfrm>
            <a:custGeom>
              <a:avLst/>
              <a:gdLst/>
              <a:ahLst/>
              <a:cxnLst/>
              <a:rect l="l" t="t" r="r" b="b"/>
              <a:pathLst>
                <a:path w="1449704" h="1118870">
                  <a:moveTo>
                    <a:pt x="950607" y="0"/>
                  </a:moveTo>
                  <a:lnTo>
                    <a:pt x="0" y="0"/>
                  </a:lnTo>
                  <a:lnTo>
                    <a:pt x="0" y="1118565"/>
                  </a:lnTo>
                  <a:lnTo>
                    <a:pt x="950607" y="1118565"/>
                  </a:lnTo>
                  <a:lnTo>
                    <a:pt x="950607" y="0"/>
                  </a:lnTo>
                  <a:close/>
                </a:path>
                <a:path w="1449704" h="1118870">
                  <a:moveTo>
                    <a:pt x="1449235" y="588467"/>
                  </a:moveTo>
                  <a:lnTo>
                    <a:pt x="1186421" y="588467"/>
                  </a:lnTo>
                  <a:lnTo>
                    <a:pt x="1186421" y="989901"/>
                  </a:lnTo>
                  <a:lnTo>
                    <a:pt x="1449235" y="989901"/>
                  </a:lnTo>
                  <a:lnTo>
                    <a:pt x="1449235" y="588467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894634" y="2609292"/>
              <a:ext cx="693420" cy="861694"/>
            </a:xfrm>
            <a:custGeom>
              <a:avLst/>
              <a:gdLst/>
              <a:ahLst/>
              <a:cxnLst/>
              <a:rect l="l" t="t" r="r" b="b"/>
              <a:pathLst>
                <a:path w="693420" h="861695">
                  <a:moveTo>
                    <a:pt x="693266" y="0"/>
                  </a:moveTo>
                  <a:lnTo>
                    <a:pt x="0" y="0"/>
                  </a:lnTo>
                  <a:lnTo>
                    <a:pt x="0" y="861261"/>
                  </a:lnTo>
                  <a:lnTo>
                    <a:pt x="693266" y="861261"/>
                  </a:lnTo>
                  <a:lnTo>
                    <a:pt x="69326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447061" y="2813474"/>
              <a:ext cx="1919605" cy="4450715"/>
            </a:xfrm>
            <a:custGeom>
              <a:avLst/>
              <a:gdLst/>
              <a:ahLst/>
              <a:cxnLst/>
              <a:rect l="l" t="t" r="r" b="b"/>
              <a:pathLst>
                <a:path w="1919604" h="4450715">
                  <a:moveTo>
                    <a:pt x="318897" y="0"/>
                  </a:moveTo>
                  <a:lnTo>
                    <a:pt x="0" y="785749"/>
                  </a:lnTo>
                  <a:lnTo>
                    <a:pt x="318897" y="785749"/>
                  </a:lnTo>
                  <a:lnTo>
                    <a:pt x="318897" y="0"/>
                  </a:lnTo>
                  <a:close/>
                </a:path>
                <a:path w="1919604" h="4450715">
                  <a:moveTo>
                    <a:pt x="1919452" y="3331527"/>
                  </a:moveTo>
                  <a:lnTo>
                    <a:pt x="968844" y="3331527"/>
                  </a:lnTo>
                  <a:lnTo>
                    <a:pt x="968844" y="4450105"/>
                  </a:lnTo>
                  <a:lnTo>
                    <a:pt x="1919452" y="4450105"/>
                  </a:lnTo>
                  <a:lnTo>
                    <a:pt x="1919452" y="3331527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544583" y="6273641"/>
              <a:ext cx="693420" cy="861694"/>
            </a:xfrm>
            <a:custGeom>
              <a:avLst/>
              <a:gdLst/>
              <a:ahLst/>
              <a:cxnLst/>
              <a:rect l="l" t="t" r="r" b="b"/>
              <a:pathLst>
                <a:path w="693420" h="861695">
                  <a:moveTo>
                    <a:pt x="693266" y="0"/>
                  </a:moveTo>
                  <a:lnTo>
                    <a:pt x="0" y="0"/>
                  </a:lnTo>
                  <a:lnTo>
                    <a:pt x="0" y="861272"/>
                  </a:lnTo>
                  <a:lnTo>
                    <a:pt x="693266" y="861272"/>
                  </a:lnTo>
                  <a:lnTo>
                    <a:pt x="69326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591600" y="6477818"/>
              <a:ext cx="824865" cy="786130"/>
            </a:xfrm>
            <a:custGeom>
              <a:avLst/>
              <a:gdLst/>
              <a:ahLst/>
              <a:cxnLst/>
              <a:rect l="l" t="t" r="r" b="b"/>
              <a:pathLst>
                <a:path w="824864" h="786129">
                  <a:moveTo>
                    <a:pt x="188074" y="322351"/>
                  </a:moveTo>
                  <a:lnTo>
                    <a:pt x="0" y="785761"/>
                  </a:lnTo>
                  <a:lnTo>
                    <a:pt x="188074" y="785761"/>
                  </a:lnTo>
                  <a:lnTo>
                    <a:pt x="188074" y="322351"/>
                  </a:lnTo>
                  <a:close/>
                </a:path>
                <a:path w="824864" h="786129">
                  <a:moveTo>
                    <a:pt x="824306" y="0"/>
                  </a:moveTo>
                  <a:lnTo>
                    <a:pt x="505409" y="785749"/>
                  </a:lnTo>
                  <a:lnTo>
                    <a:pt x="824306" y="785749"/>
                  </a:lnTo>
                  <a:lnTo>
                    <a:pt x="824306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779684" y="6604804"/>
              <a:ext cx="520700" cy="659130"/>
            </a:xfrm>
            <a:custGeom>
              <a:avLst/>
              <a:gdLst/>
              <a:ahLst/>
              <a:cxnLst/>
              <a:rect l="l" t="t" r="r" b="b"/>
              <a:pathLst>
                <a:path w="520700" h="659129">
                  <a:moveTo>
                    <a:pt x="520141" y="0"/>
                  </a:moveTo>
                  <a:lnTo>
                    <a:pt x="0" y="0"/>
                  </a:lnTo>
                  <a:lnTo>
                    <a:pt x="0" y="658765"/>
                  </a:lnTo>
                  <a:lnTo>
                    <a:pt x="520141" y="658765"/>
                  </a:lnTo>
                  <a:lnTo>
                    <a:pt x="52014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908340" y="6733470"/>
              <a:ext cx="262890" cy="401955"/>
            </a:xfrm>
            <a:custGeom>
              <a:avLst/>
              <a:gdLst/>
              <a:ahLst/>
              <a:cxnLst/>
              <a:rect l="l" t="t" r="r" b="b"/>
              <a:pathLst>
                <a:path w="262889" h="401954">
                  <a:moveTo>
                    <a:pt x="262819" y="0"/>
                  </a:moveTo>
                  <a:lnTo>
                    <a:pt x="0" y="0"/>
                  </a:lnTo>
                  <a:lnTo>
                    <a:pt x="0" y="401432"/>
                  </a:lnTo>
                  <a:lnTo>
                    <a:pt x="262819" y="401432"/>
                  </a:lnTo>
                  <a:lnTo>
                    <a:pt x="26281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759289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728976" y="437172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616728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586404" y="437172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79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474156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127919" y="4371726"/>
              <a:ext cx="346710" cy="1060450"/>
            </a:xfrm>
            <a:custGeom>
              <a:avLst/>
              <a:gdLst/>
              <a:ahLst/>
              <a:cxnLst/>
              <a:rect l="l" t="t" r="r" b="b"/>
              <a:pathLst>
                <a:path w="346710" h="1060450">
                  <a:moveTo>
                    <a:pt x="30314" y="0"/>
                  </a:moveTo>
                  <a:lnTo>
                    <a:pt x="0" y="0"/>
                  </a:lnTo>
                  <a:lnTo>
                    <a:pt x="0" y="1060056"/>
                  </a:lnTo>
                  <a:lnTo>
                    <a:pt x="30314" y="1060056"/>
                  </a:lnTo>
                  <a:lnTo>
                    <a:pt x="30314" y="0"/>
                  </a:lnTo>
                  <a:close/>
                </a:path>
                <a:path w="346710" h="1060450">
                  <a:moveTo>
                    <a:pt x="346227" y="0"/>
                  </a:moveTo>
                  <a:lnTo>
                    <a:pt x="142557" y="0"/>
                  </a:lnTo>
                  <a:lnTo>
                    <a:pt x="142557" y="1060056"/>
                  </a:lnTo>
                  <a:lnTo>
                    <a:pt x="346227" y="1060056"/>
                  </a:lnTo>
                  <a:lnTo>
                    <a:pt x="346227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8240" y="4371730"/>
              <a:ext cx="112247" cy="106005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5678" y="4371730"/>
              <a:ext cx="112247" cy="106005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3117" y="4371720"/>
              <a:ext cx="142561" cy="1060061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3345437" y="4371720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115360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085036" y="437172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972789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942475" y="437172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830227" y="437172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302558" y="4371720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195232" y="8036121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5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112247" y="106005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164908" y="8036121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51"/>
                  </a:moveTo>
                  <a:lnTo>
                    <a:pt x="30323" y="106005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5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052660" y="8036121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112247" y="106005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022347" y="8036121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51"/>
                  </a:moveTo>
                  <a:lnTo>
                    <a:pt x="30313" y="106005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5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910099" y="8036121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112247" y="106005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382430" y="8036121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5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51"/>
                  </a:lnTo>
                  <a:lnTo>
                    <a:pt x="527669" y="106005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/>
          <p:nvPr/>
        </p:nvSpPr>
        <p:spPr>
          <a:xfrm>
            <a:off x="16049459" y="7899634"/>
            <a:ext cx="734060" cy="1231265"/>
          </a:xfrm>
          <a:custGeom>
            <a:avLst/>
            <a:gdLst/>
            <a:ahLst/>
            <a:cxnLst/>
            <a:rect l="l" t="t" r="r" b="b"/>
            <a:pathLst>
              <a:path w="734059" h="1231265">
                <a:moveTo>
                  <a:pt x="0" y="1230872"/>
                </a:moveTo>
                <a:lnTo>
                  <a:pt x="733548" y="1230872"/>
                </a:lnTo>
                <a:lnTo>
                  <a:pt x="733548" y="0"/>
                </a:lnTo>
                <a:lnTo>
                  <a:pt x="0" y="0"/>
                </a:lnTo>
                <a:lnTo>
                  <a:pt x="0" y="1230872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6049459" y="6575266"/>
            <a:ext cx="734060" cy="1231900"/>
          </a:xfrm>
          <a:custGeom>
            <a:avLst/>
            <a:gdLst/>
            <a:ahLst/>
            <a:cxnLst/>
            <a:rect l="l" t="t" r="r" b="b"/>
            <a:pathLst>
              <a:path w="734059" h="1231900">
                <a:moveTo>
                  <a:pt x="0" y="1231354"/>
                </a:moveTo>
                <a:lnTo>
                  <a:pt x="733548" y="1231354"/>
                </a:lnTo>
                <a:lnTo>
                  <a:pt x="733548" y="0"/>
                </a:lnTo>
                <a:lnTo>
                  <a:pt x="0" y="0"/>
                </a:lnTo>
                <a:lnTo>
                  <a:pt x="0" y="1231354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7393146" y="7899634"/>
            <a:ext cx="732790" cy="1231265"/>
          </a:xfrm>
          <a:custGeom>
            <a:avLst/>
            <a:gdLst/>
            <a:ahLst/>
            <a:cxnLst/>
            <a:rect l="l" t="t" r="r" b="b"/>
            <a:pathLst>
              <a:path w="732790" h="1231265">
                <a:moveTo>
                  <a:pt x="0" y="1230872"/>
                </a:moveTo>
                <a:lnTo>
                  <a:pt x="732291" y="1230872"/>
                </a:lnTo>
                <a:lnTo>
                  <a:pt x="732291" y="0"/>
                </a:lnTo>
                <a:lnTo>
                  <a:pt x="0" y="0"/>
                </a:lnTo>
                <a:lnTo>
                  <a:pt x="0" y="1230872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7393146" y="6575266"/>
            <a:ext cx="732790" cy="1231900"/>
          </a:xfrm>
          <a:custGeom>
            <a:avLst/>
            <a:gdLst/>
            <a:ahLst/>
            <a:cxnLst/>
            <a:rect l="l" t="t" r="r" b="b"/>
            <a:pathLst>
              <a:path w="732790" h="1231900">
                <a:moveTo>
                  <a:pt x="0" y="1231354"/>
                </a:moveTo>
                <a:lnTo>
                  <a:pt x="732291" y="1231354"/>
                </a:lnTo>
                <a:lnTo>
                  <a:pt x="732291" y="0"/>
                </a:lnTo>
                <a:lnTo>
                  <a:pt x="0" y="0"/>
                </a:lnTo>
                <a:lnTo>
                  <a:pt x="0" y="1231354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6049459" y="6482252"/>
            <a:ext cx="2169160" cy="635"/>
          </a:xfrm>
          <a:custGeom>
            <a:avLst/>
            <a:gdLst/>
            <a:ahLst/>
            <a:cxnLst/>
            <a:rect l="l" t="t" r="r" b="b"/>
            <a:pathLst>
              <a:path w="2169159" h="635">
                <a:moveTo>
                  <a:pt x="0" y="303"/>
                </a:moveTo>
                <a:lnTo>
                  <a:pt x="2168991" y="303"/>
                </a:lnTo>
                <a:lnTo>
                  <a:pt x="2168991" y="0"/>
                </a:lnTo>
                <a:lnTo>
                  <a:pt x="0" y="0"/>
                </a:lnTo>
                <a:lnTo>
                  <a:pt x="0" y="303"/>
                </a:lnTo>
                <a:close/>
              </a:path>
            </a:pathLst>
          </a:custGeom>
          <a:solidFill>
            <a:srgbClr val="95D9C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" name="object 52" descr=""/>
          <p:cNvGrpSpPr/>
          <p:nvPr/>
        </p:nvGrpSpPr>
        <p:grpSpPr>
          <a:xfrm>
            <a:off x="17538461" y="6738570"/>
            <a:ext cx="587375" cy="1060450"/>
            <a:chOff x="17538461" y="6738570"/>
            <a:chExt cx="587375" cy="1060450"/>
          </a:xfrm>
        </p:grpSpPr>
        <p:sp>
          <p:nvSpPr>
            <p:cNvPr id="53" name="object 53" descr=""/>
            <p:cNvSpPr/>
            <p:nvPr/>
          </p:nvSpPr>
          <p:spPr>
            <a:xfrm>
              <a:off x="17538461" y="673857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7650719" y="673857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13" y="1060061"/>
                  </a:lnTo>
                  <a:lnTo>
                    <a:pt x="3031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7681032" y="673857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7793280" y="6738570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7823604" y="6738570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7935852" y="6738570"/>
              <a:ext cx="189865" cy="1060450"/>
            </a:xfrm>
            <a:custGeom>
              <a:avLst/>
              <a:gdLst/>
              <a:ahLst/>
              <a:cxnLst/>
              <a:rect l="l" t="t" r="r" b="b"/>
              <a:pathLst>
                <a:path w="189865" h="1060450">
                  <a:moveTo>
                    <a:pt x="0" y="1060061"/>
                  </a:moveTo>
                  <a:lnTo>
                    <a:pt x="189585" y="1060061"/>
                  </a:lnTo>
                  <a:lnTo>
                    <a:pt x="189585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15440587" y="6482252"/>
            <a:ext cx="3395345" cy="2742565"/>
            <a:chOff x="15440587" y="6482252"/>
            <a:chExt cx="3395345" cy="2742565"/>
          </a:xfrm>
        </p:grpSpPr>
        <p:sp>
          <p:nvSpPr>
            <p:cNvPr id="60" name="object 60" descr=""/>
            <p:cNvSpPr/>
            <p:nvPr/>
          </p:nvSpPr>
          <p:spPr>
            <a:xfrm>
              <a:off x="15440584" y="6482555"/>
              <a:ext cx="2778125" cy="2741930"/>
            </a:xfrm>
            <a:custGeom>
              <a:avLst/>
              <a:gdLst/>
              <a:ahLst/>
              <a:cxnLst/>
              <a:rect l="l" t="t" r="r" b="b"/>
              <a:pathLst>
                <a:path w="2778125" h="2741929">
                  <a:moveTo>
                    <a:pt x="2777858" y="0"/>
                  </a:moveTo>
                  <a:lnTo>
                    <a:pt x="2684843" y="0"/>
                  </a:lnTo>
                  <a:lnTo>
                    <a:pt x="2684843" y="92710"/>
                  </a:lnTo>
                  <a:lnTo>
                    <a:pt x="2684843" y="2647950"/>
                  </a:lnTo>
                  <a:lnTo>
                    <a:pt x="93014" y="2647950"/>
                  </a:lnTo>
                  <a:lnTo>
                    <a:pt x="93014" y="92710"/>
                  </a:lnTo>
                  <a:lnTo>
                    <a:pt x="2684843" y="92710"/>
                  </a:lnTo>
                  <a:lnTo>
                    <a:pt x="2684843" y="0"/>
                  </a:lnTo>
                  <a:lnTo>
                    <a:pt x="0" y="0"/>
                  </a:lnTo>
                  <a:lnTo>
                    <a:pt x="0" y="92710"/>
                  </a:lnTo>
                  <a:lnTo>
                    <a:pt x="0" y="2647950"/>
                  </a:lnTo>
                  <a:lnTo>
                    <a:pt x="0" y="2741930"/>
                  </a:lnTo>
                  <a:lnTo>
                    <a:pt x="2777858" y="2741930"/>
                  </a:lnTo>
                  <a:lnTo>
                    <a:pt x="2777858" y="2648445"/>
                  </a:lnTo>
                  <a:lnTo>
                    <a:pt x="2777858" y="2647950"/>
                  </a:lnTo>
                  <a:lnTo>
                    <a:pt x="2777858" y="92710"/>
                  </a:lnTo>
                  <a:lnTo>
                    <a:pt x="277785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5533599" y="6482263"/>
              <a:ext cx="3302635" cy="2741930"/>
            </a:xfrm>
            <a:custGeom>
              <a:avLst/>
              <a:gdLst/>
              <a:ahLst/>
              <a:cxnLst/>
              <a:rect l="l" t="t" r="r" b="b"/>
              <a:pathLst>
                <a:path w="3302634" h="2741929">
                  <a:moveTo>
                    <a:pt x="517118" y="1417370"/>
                  </a:moveTo>
                  <a:lnTo>
                    <a:pt x="0" y="1417370"/>
                  </a:lnTo>
                  <a:lnTo>
                    <a:pt x="0" y="2648737"/>
                  </a:lnTo>
                  <a:lnTo>
                    <a:pt x="517118" y="2648737"/>
                  </a:lnTo>
                  <a:lnTo>
                    <a:pt x="517118" y="1417370"/>
                  </a:lnTo>
                  <a:close/>
                </a:path>
                <a:path w="3302634" h="2741929">
                  <a:moveTo>
                    <a:pt x="517118" y="93002"/>
                  </a:moveTo>
                  <a:lnTo>
                    <a:pt x="0" y="93002"/>
                  </a:lnTo>
                  <a:lnTo>
                    <a:pt x="0" y="1324368"/>
                  </a:lnTo>
                  <a:lnTo>
                    <a:pt x="517118" y="1324368"/>
                  </a:lnTo>
                  <a:lnTo>
                    <a:pt x="517118" y="93002"/>
                  </a:lnTo>
                  <a:close/>
                </a:path>
                <a:path w="3302634" h="2741929">
                  <a:moveTo>
                    <a:pt x="1859546" y="1417370"/>
                  </a:moveTo>
                  <a:lnTo>
                    <a:pt x="1342415" y="1417370"/>
                  </a:lnTo>
                  <a:lnTo>
                    <a:pt x="1342415" y="2648737"/>
                  </a:lnTo>
                  <a:lnTo>
                    <a:pt x="1859546" y="2648737"/>
                  </a:lnTo>
                  <a:lnTo>
                    <a:pt x="1859546" y="1417370"/>
                  </a:lnTo>
                  <a:close/>
                </a:path>
                <a:path w="3302634" h="2741929">
                  <a:moveTo>
                    <a:pt x="1859546" y="93002"/>
                  </a:moveTo>
                  <a:lnTo>
                    <a:pt x="1342415" y="93002"/>
                  </a:lnTo>
                  <a:lnTo>
                    <a:pt x="1342415" y="1324368"/>
                  </a:lnTo>
                  <a:lnTo>
                    <a:pt x="1859546" y="1324368"/>
                  </a:lnTo>
                  <a:lnTo>
                    <a:pt x="1859546" y="93002"/>
                  </a:lnTo>
                  <a:close/>
                </a:path>
                <a:path w="3302634" h="2741929">
                  <a:moveTo>
                    <a:pt x="3302127" y="0"/>
                  </a:moveTo>
                  <a:lnTo>
                    <a:pt x="2684843" y="0"/>
                  </a:lnTo>
                  <a:lnTo>
                    <a:pt x="2684843" y="2741752"/>
                  </a:lnTo>
                  <a:lnTo>
                    <a:pt x="3302127" y="2741752"/>
                  </a:lnTo>
                  <a:lnTo>
                    <a:pt x="3302127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5440584" y="6575265"/>
              <a:ext cx="2778125" cy="2649220"/>
            </a:xfrm>
            <a:custGeom>
              <a:avLst/>
              <a:gdLst/>
              <a:ahLst/>
              <a:cxnLst/>
              <a:rect l="l" t="t" r="r" b="b"/>
              <a:pathLst>
                <a:path w="2778125" h="2649220">
                  <a:moveTo>
                    <a:pt x="1747596" y="1495679"/>
                  </a:moveTo>
                  <a:lnTo>
                    <a:pt x="1635353" y="1495679"/>
                  </a:lnTo>
                  <a:lnTo>
                    <a:pt x="1635353" y="2555735"/>
                  </a:lnTo>
                  <a:lnTo>
                    <a:pt x="1747596" y="2555735"/>
                  </a:lnTo>
                  <a:lnTo>
                    <a:pt x="1747596" y="1495679"/>
                  </a:lnTo>
                  <a:close/>
                </a:path>
                <a:path w="2778125" h="2649220">
                  <a:moveTo>
                    <a:pt x="1890166" y="1495679"/>
                  </a:moveTo>
                  <a:lnTo>
                    <a:pt x="1777911" y="1495679"/>
                  </a:lnTo>
                  <a:lnTo>
                    <a:pt x="1777911" y="2555735"/>
                  </a:lnTo>
                  <a:lnTo>
                    <a:pt x="1890166" y="2555735"/>
                  </a:lnTo>
                  <a:lnTo>
                    <a:pt x="1890166" y="1495679"/>
                  </a:lnTo>
                  <a:close/>
                </a:path>
                <a:path w="2778125" h="2649220">
                  <a:moveTo>
                    <a:pt x="2777858" y="1231366"/>
                  </a:moveTo>
                  <a:lnTo>
                    <a:pt x="1435430" y="1231366"/>
                  </a:lnTo>
                  <a:lnTo>
                    <a:pt x="1435430" y="0"/>
                  </a:lnTo>
                  <a:lnTo>
                    <a:pt x="1342415" y="0"/>
                  </a:lnTo>
                  <a:lnTo>
                    <a:pt x="1342415" y="1231366"/>
                  </a:lnTo>
                  <a:lnTo>
                    <a:pt x="0" y="1231366"/>
                  </a:lnTo>
                  <a:lnTo>
                    <a:pt x="0" y="1324368"/>
                  </a:lnTo>
                  <a:lnTo>
                    <a:pt x="1342415" y="1324368"/>
                  </a:lnTo>
                  <a:lnTo>
                    <a:pt x="1342415" y="2648750"/>
                  </a:lnTo>
                  <a:lnTo>
                    <a:pt x="1435430" y="2648750"/>
                  </a:lnTo>
                  <a:lnTo>
                    <a:pt x="1435430" y="1324368"/>
                  </a:lnTo>
                  <a:lnTo>
                    <a:pt x="2777858" y="1324368"/>
                  </a:lnTo>
                  <a:lnTo>
                    <a:pt x="2777858" y="1231366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7330750" y="8070937"/>
              <a:ext cx="30480" cy="1060450"/>
            </a:xfrm>
            <a:custGeom>
              <a:avLst/>
              <a:gdLst/>
              <a:ahLst/>
              <a:cxnLst/>
              <a:rect l="l" t="t" r="r" b="b"/>
              <a:pathLst>
                <a:path w="30480" h="1060450">
                  <a:moveTo>
                    <a:pt x="0" y="1060061"/>
                  </a:moveTo>
                  <a:lnTo>
                    <a:pt x="30323" y="1060061"/>
                  </a:lnTo>
                  <a:lnTo>
                    <a:pt x="30323" y="0"/>
                  </a:lnTo>
                  <a:lnTo>
                    <a:pt x="0" y="0"/>
                  </a:lnTo>
                  <a:lnTo>
                    <a:pt x="0" y="1060061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7361073" y="8070937"/>
              <a:ext cx="112395" cy="1060450"/>
            </a:xfrm>
            <a:custGeom>
              <a:avLst/>
              <a:gdLst/>
              <a:ahLst/>
              <a:cxnLst/>
              <a:rect l="l" t="t" r="r" b="b"/>
              <a:pathLst>
                <a:path w="112394" h="1060450">
                  <a:moveTo>
                    <a:pt x="112247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112247" y="1060061"/>
                  </a:lnTo>
                  <a:lnTo>
                    <a:pt x="1122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7473321" y="8070937"/>
              <a:ext cx="527685" cy="1060450"/>
            </a:xfrm>
            <a:custGeom>
              <a:avLst/>
              <a:gdLst/>
              <a:ahLst/>
              <a:cxnLst/>
              <a:rect l="l" t="t" r="r" b="b"/>
              <a:pathLst>
                <a:path w="527684" h="1060450">
                  <a:moveTo>
                    <a:pt x="527669" y="0"/>
                  </a:moveTo>
                  <a:lnTo>
                    <a:pt x="0" y="0"/>
                  </a:lnTo>
                  <a:lnTo>
                    <a:pt x="0" y="1060061"/>
                  </a:lnTo>
                  <a:lnTo>
                    <a:pt x="527669" y="1060061"/>
                  </a:lnTo>
                  <a:lnTo>
                    <a:pt x="52766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/>
          <p:nvPr/>
        </p:nvSpPr>
        <p:spPr>
          <a:xfrm>
            <a:off x="1835107" y="9692568"/>
            <a:ext cx="1488440" cy="418465"/>
          </a:xfrm>
          <a:custGeom>
            <a:avLst/>
            <a:gdLst/>
            <a:ahLst/>
            <a:cxnLst/>
            <a:rect l="l" t="t" r="r" b="b"/>
            <a:pathLst>
              <a:path w="1488439" h="418465">
                <a:moveTo>
                  <a:pt x="1279280" y="0"/>
                </a:moveTo>
                <a:lnTo>
                  <a:pt x="208998" y="0"/>
                </a:lnTo>
                <a:lnTo>
                  <a:pt x="161076" y="5519"/>
                </a:lnTo>
                <a:lnTo>
                  <a:pt x="117084" y="21242"/>
                </a:lnTo>
                <a:lnTo>
                  <a:pt x="78278" y="45913"/>
                </a:lnTo>
                <a:lnTo>
                  <a:pt x="45913" y="78278"/>
                </a:lnTo>
                <a:lnTo>
                  <a:pt x="21242" y="117084"/>
                </a:lnTo>
                <a:lnTo>
                  <a:pt x="5519" y="161076"/>
                </a:lnTo>
                <a:lnTo>
                  <a:pt x="0" y="208998"/>
                </a:lnTo>
                <a:lnTo>
                  <a:pt x="5519" y="256918"/>
                </a:lnTo>
                <a:lnTo>
                  <a:pt x="21242" y="300908"/>
                </a:lnTo>
                <a:lnTo>
                  <a:pt x="45913" y="339714"/>
                </a:lnTo>
                <a:lnTo>
                  <a:pt x="78278" y="372081"/>
                </a:lnTo>
                <a:lnTo>
                  <a:pt x="117084" y="396753"/>
                </a:lnTo>
                <a:lnTo>
                  <a:pt x="161076" y="412477"/>
                </a:lnTo>
                <a:lnTo>
                  <a:pt x="208998" y="417997"/>
                </a:lnTo>
                <a:lnTo>
                  <a:pt x="1279280" y="417997"/>
                </a:lnTo>
                <a:lnTo>
                  <a:pt x="1327203" y="412477"/>
                </a:lnTo>
                <a:lnTo>
                  <a:pt x="1371194" y="396753"/>
                </a:lnTo>
                <a:lnTo>
                  <a:pt x="1410000" y="372081"/>
                </a:lnTo>
                <a:lnTo>
                  <a:pt x="1442365" y="339714"/>
                </a:lnTo>
                <a:lnTo>
                  <a:pt x="1467037" y="300908"/>
                </a:lnTo>
                <a:lnTo>
                  <a:pt x="1482759" y="256918"/>
                </a:lnTo>
                <a:lnTo>
                  <a:pt x="1488279" y="208998"/>
                </a:lnTo>
                <a:lnTo>
                  <a:pt x="1482759" y="161076"/>
                </a:lnTo>
                <a:lnTo>
                  <a:pt x="1467037" y="117084"/>
                </a:lnTo>
                <a:lnTo>
                  <a:pt x="1442365" y="78278"/>
                </a:lnTo>
                <a:lnTo>
                  <a:pt x="1410000" y="45913"/>
                </a:lnTo>
                <a:lnTo>
                  <a:pt x="1371194" y="21242"/>
                </a:lnTo>
                <a:lnTo>
                  <a:pt x="1327203" y="5519"/>
                </a:lnTo>
                <a:lnTo>
                  <a:pt x="1279280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" name="object 67" descr=""/>
          <p:cNvGrpSpPr/>
          <p:nvPr/>
        </p:nvGrpSpPr>
        <p:grpSpPr>
          <a:xfrm>
            <a:off x="9660787" y="1736795"/>
            <a:ext cx="1373505" cy="1437640"/>
            <a:chOff x="9660787" y="1736795"/>
            <a:chExt cx="1373505" cy="1437640"/>
          </a:xfrm>
        </p:grpSpPr>
        <p:sp>
          <p:nvSpPr>
            <p:cNvPr id="68" name="object 68" descr=""/>
            <p:cNvSpPr/>
            <p:nvPr/>
          </p:nvSpPr>
          <p:spPr>
            <a:xfrm>
              <a:off x="9660787" y="1920866"/>
              <a:ext cx="1253490" cy="1253490"/>
            </a:xfrm>
            <a:custGeom>
              <a:avLst/>
              <a:gdLst/>
              <a:ahLst/>
              <a:cxnLst/>
              <a:rect l="l" t="t" r="r" b="b"/>
              <a:pathLst>
                <a:path w="1253490" h="1253489">
                  <a:moveTo>
                    <a:pt x="626619" y="0"/>
                  </a:moveTo>
                  <a:lnTo>
                    <a:pt x="577649" y="1885"/>
                  </a:lnTo>
                  <a:lnTo>
                    <a:pt x="529710" y="7448"/>
                  </a:lnTo>
                  <a:lnTo>
                    <a:pt x="482941" y="16549"/>
                  </a:lnTo>
                  <a:lnTo>
                    <a:pt x="437481" y="29049"/>
                  </a:lnTo>
                  <a:lnTo>
                    <a:pt x="393470" y="44809"/>
                  </a:lnTo>
                  <a:lnTo>
                    <a:pt x="351047" y="63689"/>
                  </a:lnTo>
                  <a:lnTo>
                    <a:pt x="310352" y="85551"/>
                  </a:lnTo>
                  <a:lnTo>
                    <a:pt x="271523" y="110254"/>
                  </a:lnTo>
                  <a:lnTo>
                    <a:pt x="234700" y="137660"/>
                  </a:lnTo>
                  <a:lnTo>
                    <a:pt x="200023" y="167629"/>
                  </a:lnTo>
                  <a:lnTo>
                    <a:pt x="167630" y="200021"/>
                  </a:lnTo>
                  <a:lnTo>
                    <a:pt x="137661" y="234698"/>
                  </a:lnTo>
                  <a:lnTo>
                    <a:pt x="110255" y="271521"/>
                  </a:lnTo>
                  <a:lnTo>
                    <a:pt x="85551" y="310349"/>
                  </a:lnTo>
                  <a:lnTo>
                    <a:pt x="63690" y="351044"/>
                  </a:lnTo>
                  <a:lnTo>
                    <a:pt x="44809" y="393466"/>
                  </a:lnTo>
                  <a:lnTo>
                    <a:pt x="29049" y="437476"/>
                  </a:lnTo>
                  <a:lnTo>
                    <a:pt x="16549" y="482934"/>
                  </a:lnTo>
                  <a:lnTo>
                    <a:pt x="7448" y="529702"/>
                  </a:lnTo>
                  <a:lnTo>
                    <a:pt x="1885" y="577640"/>
                  </a:lnTo>
                  <a:lnTo>
                    <a:pt x="0" y="626609"/>
                  </a:lnTo>
                  <a:lnTo>
                    <a:pt x="1885" y="675579"/>
                  </a:lnTo>
                  <a:lnTo>
                    <a:pt x="7448" y="723518"/>
                  </a:lnTo>
                  <a:lnTo>
                    <a:pt x="16549" y="770286"/>
                  </a:lnTo>
                  <a:lnTo>
                    <a:pt x="29049" y="815746"/>
                  </a:lnTo>
                  <a:lnTo>
                    <a:pt x="44809" y="859756"/>
                  </a:lnTo>
                  <a:lnTo>
                    <a:pt x="63690" y="902178"/>
                  </a:lnTo>
                  <a:lnTo>
                    <a:pt x="85551" y="942873"/>
                  </a:lnTo>
                  <a:lnTo>
                    <a:pt x="110255" y="981701"/>
                  </a:lnTo>
                  <a:lnTo>
                    <a:pt x="137661" y="1018524"/>
                  </a:lnTo>
                  <a:lnTo>
                    <a:pt x="167630" y="1053200"/>
                  </a:lnTo>
                  <a:lnTo>
                    <a:pt x="200023" y="1085593"/>
                  </a:lnTo>
                  <a:lnTo>
                    <a:pt x="234700" y="1115561"/>
                  </a:lnTo>
                  <a:lnTo>
                    <a:pt x="271523" y="1142966"/>
                  </a:lnTo>
                  <a:lnTo>
                    <a:pt x="310352" y="1167669"/>
                  </a:lnTo>
                  <a:lnTo>
                    <a:pt x="351047" y="1189530"/>
                  </a:lnTo>
                  <a:lnTo>
                    <a:pt x="393470" y="1208410"/>
                  </a:lnTo>
                  <a:lnTo>
                    <a:pt x="437481" y="1224169"/>
                  </a:lnTo>
                  <a:lnTo>
                    <a:pt x="482941" y="1236669"/>
                  </a:lnTo>
                  <a:lnTo>
                    <a:pt x="529710" y="1245770"/>
                  </a:lnTo>
                  <a:lnTo>
                    <a:pt x="577649" y="1251333"/>
                  </a:lnTo>
                  <a:lnTo>
                    <a:pt x="626619" y="1253218"/>
                  </a:lnTo>
                  <a:lnTo>
                    <a:pt x="675588" y="1251333"/>
                  </a:lnTo>
                  <a:lnTo>
                    <a:pt x="723526" y="1245770"/>
                  </a:lnTo>
                  <a:lnTo>
                    <a:pt x="770294" y="1236669"/>
                  </a:lnTo>
                  <a:lnTo>
                    <a:pt x="815752" y="1224169"/>
                  </a:lnTo>
                  <a:lnTo>
                    <a:pt x="859762" y="1208410"/>
                  </a:lnTo>
                  <a:lnTo>
                    <a:pt x="902184" y="1189530"/>
                  </a:lnTo>
                  <a:lnTo>
                    <a:pt x="942879" y="1167669"/>
                  </a:lnTo>
                  <a:lnTo>
                    <a:pt x="981707" y="1142966"/>
                  </a:lnTo>
                  <a:lnTo>
                    <a:pt x="1018530" y="1115561"/>
                  </a:lnTo>
                  <a:lnTo>
                    <a:pt x="1053207" y="1085593"/>
                  </a:lnTo>
                  <a:lnTo>
                    <a:pt x="1085599" y="1053200"/>
                  </a:lnTo>
                  <a:lnTo>
                    <a:pt x="1115568" y="1018524"/>
                  </a:lnTo>
                  <a:lnTo>
                    <a:pt x="1142974" y="981701"/>
                  </a:lnTo>
                  <a:lnTo>
                    <a:pt x="1167677" y="942873"/>
                  </a:lnTo>
                  <a:lnTo>
                    <a:pt x="1189538" y="902178"/>
                  </a:lnTo>
                  <a:lnTo>
                    <a:pt x="1208419" y="859756"/>
                  </a:lnTo>
                  <a:lnTo>
                    <a:pt x="1224179" y="815746"/>
                  </a:lnTo>
                  <a:lnTo>
                    <a:pt x="1236679" y="770286"/>
                  </a:lnTo>
                  <a:lnTo>
                    <a:pt x="1245780" y="723518"/>
                  </a:lnTo>
                  <a:lnTo>
                    <a:pt x="1251343" y="675579"/>
                  </a:lnTo>
                  <a:lnTo>
                    <a:pt x="1253228" y="626609"/>
                  </a:lnTo>
                  <a:lnTo>
                    <a:pt x="1251343" y="577640"/>
                  </a:lnTo>
                  <a:lnTo>
                    <a:pt x="1245780" y="529702"/>
                  </a:lnTo>
                  <a:lnTo>
                    <a:pt x="1236679" y="482934"/>
                  </a:lnTo>
                  <a:lnTo>
                    <a:pt x="1224179" y="437476"/>
                  </a:lnTo>
                  <a:lnTo>
                    <a:pt x="1208419" y="393466"/>
                  </a:lnTo>
                  <a:lnTo>
                    <a:pt x="1189538" y="351044"/>
                  </a:lnTo>
                  <a:lnTo>
                    <a:pt x="1167677" y="310349"/>
                  </a:lnTo>
                  <a:lnTo>
                    <a:pt x="1142974" y="271521"/>
                  </a:lnTo>
                  <a:lnTo>
                    <a:pt x="1115568" y="234698"/>
                  </a:lnTo>
                  <a:lnTo>
                    <a:pt x="1085599" y="200021"/>
                  </a:lnTo>
                  <a:lnTo>
                    <a:pt x="1053207" y="167629"/>
                  </a:lnTo>
                  <a:lnTo>
                    <a:pt x="1018530" y="137660"/>
                  </a:lnTo>
                  <a:lnTo>
                    <a:pt x="981707" y="110254"/>
                  </a:lnTo>
                  <a:lnTo>
                    <a:pt x="942879" y="85551"/>
                  </a:lnTo>
                  <a:lnTo>
                    <a:pt x="902184" y="63689"/>
                  </a:lnTo>
                  <a:lnTo>
                    <a:pt x="859762" y="44809"/>
                  </a:lnTo>
                  <a:lnTo>
                    <a:pt x="815752" y="29049"/>
                  </a:lnTo>
                  <a:lnTo>
                    <a:pt x="770294" y="16549"/>
                  </a:lnTo>
                  <a:lnTo>
                    <a:pt x="723526" y="7448"/>
                  </a:lnTo>
                  <a:lnTo>
                    <a:pt x="675588" y="1885"/>
                  </a:lnTo>
                  <a:lnTo>
                    <a:pt x="626619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9780969" y="1736795"/>
              <a:ext cx="1253490" cy="1253490"/>
            </a:xfrm>
            <a:custGeom>
              <a:avLst/>
              <a:gdLst/>
              <a:ahLst/>
              <a:cxnLst/>
              <a:rect l="l" t="t" r="r" b="b"/>
              <a:pathLst>
                <a:path w="1253490" h="1253489">
                  <a:moveTo>
                    <a:pt x="626619" y="0"/>
                  </a:moveTo>
                  <a:lnTo>
                    <a:pt x="577649" y="1885"/>
                  </a:lnTo>
                  <a:lnTo>
                    <a:pt x="529710" y="7448"/>
                  </a:lnTo>
                  <a:lnTo>
                    <a:pt x="482941" y="16549"/>
                  </a:lnTo>
                  <a:lnTo>
                    <a:pt x="437481" y="29049"/>
                  </a:lnTo>
                  <a:lnTo>
                    <a:pt x="393470" y="44809"/>
                  </a:lnTo>
                  <a:lnTo>
                    <a:pt x="351047" y="63689"/>
                  </a:lnTo>
                  <a:lnTo>
                    <a:pt x="310352" y="85551"/>
                  </a:lnTo>
                  <a:lnTo>
                    <a:pt x="271523" y="110254"/>
                  </a:lnTo>
                  <a:lnTo>
                    <a:pt x="234700" y="137660"/>
                  </a:lnTo>
                  <a:lnTo>
                    <a:pt x="200023" y="167629"/>
                  </a:lnTo>
                  <a:lnTo>
                    <a:pt x="167630" y="200021"/>
                  </a:lnTo>
                  <a:lnTo>
                    <a:pt x="137661" y="234698"/>
                  </a:lnTo>
                  <a:lnTo>
                    <a:pt x="110255" y="271521"/>
                  </a:lnTo>
                  <a:lnTo>
                    <a:pt x="85551" y="310349"/>
                  </a:lnTo>
                  <a:lnTo>
                    <a:pt x="63690" y="351044"/>
                  </a:lnTo>
                  <a:lnTo>
                    <a:pt x="44809" y="393466"/>
                  </a:lnTo>
                  <a:lnTo>
                    <a:pt x="29049" y="437476"/>
                  </a:lnTo>
                  <a:lnTo>
                    <a:pt x="16549" y="482934"/>
                  </a:lnTo>
                  <a:lnTo>
                    <a:pt x="7448" y="529702"/>
                  </a:lnTo>
                  <a:lnTo>
                    <a:pt x="1885" y="577640"/>
                  </a:lnTo>
                  <a:lnTo>
                    <a:pt x="0" y="626609"/>
                  </a:lnTo>
                  <a:lnTo>
                    <a:pt x="1885" y="675577"/>
                  </a:lnTo>
                  <a:lnTo>
                    <a:pt x="7448" y="723515"/>
                  </a:lnTo>
                  <a:lnTo>
                    <a:pt x="16549" y="770283"/>
                  </a:lnTo>
                  <a:lnTo>
                    <a:pt x="29049" y="815742"/>
                  </a:lnTo>
                  <a:lnTo>
                    <a:pt x="44809" y="859752"/>
                  </a:lnTo>
                  <a:lnTo>
                    <a:pt x="63690" y="902174"/>
                  </a:lnTo>
                  <a:lnTo>
                    <a:pt x="85551" y="942869"/>
                  </a:lnTo>
                  <a:lnTo>
                    <a:pt x="110255" y="981697"/>
                  </a:lnTo>
                  <a:lnTo>
                    <a:pt x="137661" y="1018519"/>
                  </a:lnTo>
                  <a:lnTo>
                    <a:pt x="167630" y="1053196"/>
                  </a:lnTo>
                  <a:lnTo>
                    <a:pt x="200023" y="1085589"/>
                  </a:lnTo>
                  <a:lnTo>
                    <a:pt x="234700" y="1115558"/>
                  </a:lnTo>
                  <a:lnTo>
                    <a:pt x="271523" y="1142963"/>
                  </a:lnTo>
                  <a:lnTo>
                    <a:pt x="310352" y="1167666"/>
                  </a:lnTo>
                  <a:lnTo>
                    <a:pt x="351047" y="1189528"/>
                  </a:lnTo>
                  <a:lnTo>
                    <a:pt x="393470" y="1208408"/>
                  </a:lnTo>
                  <a:lnTo>
                    <a:pt x="437481" y="1224168"/>
                  </a:lnTo>
                  <a:lnTo>
                    <a:pt x="482941" y="1236668"/>
                  </a:lnTo>
                  <a:lnTo>
                    <a:pt x="529710" y="1245770"/>
                  </a:lnTo>
                  <a:lnTo>
                    <a:pt x="577649" y="1251333"/>
                  </a:lnTo>
                  <a:lnTo>
                    <a:pt x="626619" y="1253218"/>
                  </a:lnTo>
                  <a:lnTo>
                    <a:pt x="675588" y="1251333"/>
                  </a:lnTo>
                  <a:lnTo>
                    <a:pt x="723526" y="1245770"/>
                  </a:lnTo>
                  <a:lnTo>
                    <a:pt x="770294" y="1236668"/>
                  </a:lnTo>
                  <a:lnTo>
                    <a:pt x="815752" y="1224168"/>
                  </a:lnTo>
                  <a:lnTo>
                    <a:pt x="859762" y="1208408"/>
                  </a:lnTo>
                  <a:lnTo>
                    <a:pt x="902184" y="1189528"/>
                  </a:lnTo>
                  <a:lnTo>
                    <a:pt x="942879" y="1167666"/>
                  </a:lnTo>
                  <a:lnTo>
                    <a:pt x="981707" y="1142963"/>
                  </a:lnTo>
                  <a:lnTo>
                    <a:pt x="1018530" y="1115558"/>
                  </a:lnTo>
                  <a:lnTo>
                    <a:pt x="1053207" y="1085589"/>
                  </a:lnTo>
                  <a:lnTo>
                    <a:pt x="1085599" y="1053196"/>
                  </a:lnTo>
                  <a:lnTo>
                    <a:pt x="1115568" y="1018519"/>
                  </a:lnTo>
                  <a:lnTo>
                    <a:pt x="1142974" y="981697"/>
                  </a:lnTo>
                  <a:lnTo>
                    <a:pt x="1167677" y="942869"/>
                  </a:lnTo>
                  <a:lnTo>
                    <a:pt x="1189538" y="902174"/>
                  </a:lnTo>
                  <a:lnTo>
                    <a:pt x="1208419" y="859752"/>
                  </a:lnTo>
                  <a:lnTo>
                    <a:pt x="1224179" y="815742"/>
                  </a:lnTo>
                  <a:lnTo>
                    <a:pt x="1236679" y="770283"/>
                  </a:lnTo>
                  <a:lnTo>
                    <a:pt x="1245780" y="723515"/>
                  </a:lnTo>
                  <a:lnTo>
                    <a:pt x="1251343" y="675577"/>
                  </a:lnTo>
                  <a:lnTo>
                    <a:pt x="1253228" y="626609"/>
                  </a:lnTo>
                  <a:lnTo>
                    <a:pt x="1251343" y="577640"/>
                  </a:lnTo>
                  <a:lnTo>
                    <a:pt x="1245780" y="529702"/>
                  </a:lnTo>
                  <a:lnTo>
                    <a:pt x="1236679" y="482934"/>
                  </a:lnTo>
                  <a:lnTo>
                    <a:pt x="1224179" y="437476"/>
                  </a:lnTo>
                  <a:lnTo>
                    <a:pt x="1208419" y="393466"/>
                  </a:lnTo>
                  <a:lnTo>
                    <a:pt x="1189538" y="351044"/>
                  </a:lnTo>
                  <a:lnTo>
                    <a:pt x="1167677" y="310349"/>
                  </a:lnTo>
                  <a:lnTo>
                    <a:pt x="1142974" y="271521"/>
                  </a:lnTo>
                  <a:lnTo>
                    <a:pt x="1115568" y="234698"/>
                  </a:lnTo>
                  <a:lnTo>
                    <a:pt x="1085599" y="200021"/>
                  </a:lnTo>
                  <a:lnTo>
                    <a:pt x="1053207" y="167629"/>
                  </a:lnTo>
                  <a:lnTo>
                    <a:pt x="1018530" y="137660"/>
                  </a:lnTo>
                  <a:lnTo>
                    <a:pt x="981707" y="110254"/>
                  </a:lnTo>
                  <a:lnTo>
                    <a:pt x="942879" y="85551"/>
                  </a:lnTo>
                  <a:lnTo>
                    <a:pt x="902184" y="63689"/>
                  </a:lnTo>
                  <a:lnTo>
                    <a:pt x="859762" y="44809"/>
                  </a:lnTo>
                  <a:lnTo>
                    <a:pt x="815752" y="29049"/>
                  </a:lnTo>
                  <a:lnTo>
                    <a:pt x="770294" y="16549"/>
                  </a:lnTo>
                  <a:lnTo>
                    <a:pt x="723526" y="7448"/>
                  </a:lnTo>
                  <a:lnTo>
                    <a:pt x="675588" y="1885"/>
                  </a:lnTo>
                  <a:lnTo>
                    <a:pt x="62661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9880617" y="1836431"/>
              <a:ext cx="1054100" cy="1054100"/>
            </a:xfrm>
            <a:custGeom>
              <a:avLst/>
              <a:gdLst/>
              <a:ahLst/>
              <a:cxnLst/>
              <a:rect l="l" t="t" r="r" b="b"/>
              <a:pathLst>
                <a:path w="1054100" h="1054100">
                  <a:moveTo>
                    <a:pt x="526968" y="0"/>
                  </a:moveTo>
                  <a:lnTo>
                    <a:pt x="479071" y="2157"/>
                  </a:lnTo>
                  <a:lnTo>
                    <a:pt x="432365" y="8505"/>
                  </a:lnTo>
                  <a:lnTo>
                    <a:pt x="387038" y="18856"/>
                  </a:lnTo>
                  <a:lnTo>
                    <a:pt x="343277" y="33022"/>
                  </a:lnTo>
                  <a:lnTo>
                    <a:pt x="301268" y="50816"/>
                  </a:lnTo>
                  <a:lnTo>
                    <a:pt x="261201" y="72050"/>
                  </a:lnTo>
                  <a:lnTo>
                    <a:pt x="223261" y="96538"/>
                  </a:lnTo>
                  <a:lnTo>
                    <a:pt x="187638" y="124090"/>
                  </a:lnTo>
                  <a:lnTo>
                    <a:pt x="154517" y="154521"/>
                  </a:lnTo>
                  <a:lnTo>
                    <a:pt x="124087" y="187642"/>
                  </a:lnTo>
                  <a:lnTo>
                    <a:pt x="96535" y="223266"/>
                  </a:lnTo>
                  <a:lnTo>
                    <a:pt x="72048" y="261205"/>
                  </a:lnTo>
                  <a:lnTo>
                    <a:pt x="50814" y="301273"/>
                  </a:lnTo>
                  <a:lnTo>
                    <a:pt x="33021" y="343281"/>
                  </a:lnTo>
                  <a:lnTo>
                    <a:pt x="18855" y="387042"/>
                  </a:lnTo>
                  <a:lnTo>
                    <a:pt x="8505" y="432368"/>
                  </a:lnTo>
                  <a:lnTo>
                    <a:pt x="2157" y="479073"/>
                  </a:lnTo>
                  <a:lnTo>
                    <a:pt x="0" y="526968"/>
                  </a:lnTo>
                  <a:lnTo>
                    <a:pt x="2157" y="574864"/>
                  </a:lnTo>
                  <a:lnTo>
                    <a:pt x="8505" y="621570"/>
                  </a:lnTo>
                  <a:lnTo>
                    <a:pt x="18855" y="666898"/>
                  </a:lnTo>
                  <a:lnTo>
                    <a:pt x="33021" y="710660"/>
                  </a:lnTo>
                  <a:lnTo>
                    <a:pt x="50814" y="752669"/>
                  </a:lnTo>
                  <a:lnTo>
                    <a:pt x="72048" y="792737"/>
                  </a:lnTo>
                  <a:lnTo>
                    <a:pt x="96535" y="830678"/>
                  </a:lnTo>
                  <a:lnTo>
                    <a:pt x="124087" y="866302"/>
                  </a:lnTo>
                  <a:lnTo>
                    <a:pt x="154517" y="899424"/>
                  </a:lnTo>
                  <a:lnTo>
                    <a:pt x="187638" y="929855"/>
                  </a:lnTo>
                  <a:lnTo>
                    <a:pt x="223261" y="957408"/>
                  </a:lnTo>
                  <a:lnTo>
                    <a:pt x="261201" y="981895"/>
                  </a:lnTo>
                  <a:lnTo>
                    <a:pt x="301268" y="1003130"/>
                  </a:lnTo>
                  <a:lnTo>
                    <a:pt x="343277" y="1020924"/>
                  </a:lnTo>
                  <a:lnTo>
                    <a:pt x="387038" y="1035090"/>
                  </a:lnTo>
                  <a:lnTo>
                    <a:pt x="432365" y="1045441"/>
                  </a:lnTo>
                  <a:lnTo>
                    <a:pt x="479071" y="1051789"/>
                  </a:lnTo>
                  <a:lnTo>
                    <a:pt x="526968" y="1053946"/>
                  </a:lnTo>
                  <a:lnTo>
                    <a:pt x="574864" y="1051789"/>
                  </a:lnTo>
                  <a:lnTo>
                    <a:pt x="621570" y="1045441"/>
                  </a:lnTo>
                  <a:lnTo>
                    <a:pt x="666898" y="1035090"/>
                  </a:lnTo>
                  <a:lnTo>
                    <a:pt x="710660" y="1020924"/>
                  </a:lnTo>
                  <a:lnTo>
                    <a:pt x="752669" y="1003130"/>
                  </a:lnTo>
                  <a:lnTo>
                    <a:pt x="792737" y="981895"/>
                  </a:lnTo>
                  <a:lnTo>
                    <a:pt x="830678" y="957408"/>
                  </a:lnTo>
                  <a:lnTo>
                    <a:pt x="866302" y="929855"/>
                  </a:lnTo>
                  <a:lnTo>
                    <a:pt x="899424" y="899424"/>
                  </a:lnTo>
                  <a:lnTo>
                    <a:pt x="929855" y="866302"/>
                  </a:lnTo>
                  <a:lnTo>
                    <a:pt x="957408" y="830678"/>
                  </a:lnTo>
                  <a:lnTo>
                    <a:pt x="981895" y="792737"/>
                  </a:lnTo>
                  <a:lnTo>
                    <a:pt x="1003130" y="752669"/>
                  </a:lnTo>
                  <a:lnTo>
                    <a:pt x="1020924" y="710660"/>
                  </a:lnTo>
                  <a:lnTo>
                    <a:pt x="1035090" y="666898"/>
                  </a:lnTo>
                  <a:lnTo>
                    <a:pt x="1045441" y="621570"/>
                  </a:lnTo>
                  <a:lnTo>
                    <a:pt x="1051789" y="574864"/>
                  </a:lnTo>
                  <a:lnTo>
                    <a:pt x="1053946" y="526968"/>
                  </a:lnTo>
                  <a:lnTo>
                    <a:pt x="1051789" y="479073"/>
                  </a:lnTo>
                  <a:lnTo>
                    <a:pt x="1045441" y="432368"/>
                  </a:lnTo>
                  <a:lnTo>
                    <a:pt x="1035090" y="387042"/>
                  </a:lnTo>
                  <a:lnTo>
                    <a:pt x="1020924" y="343281"/>
                  </a:lnTo>
                  <a:lnTo>
                    <a:pt x="1003130" y="301273"/>
                  </a:lnTo>
                  <a:lnTo>
                    <a:pt x="981895" y="261205"/>
                  </a:lnTo>
                  <a:lnTo>
                    <a:pt x="957408" y="223266"/>
                  </a:lnTo>
                  <a:lnTo>
                    <a:pt x="929855" y="187642"/>
                  </a:lnTo>
                  <a:lnTo>
                    <a:pt x="899424" y="154521"/>
                  </a:lnTo>
                  <a:lnTo>
                    <a:pt x="866302" y="124090"/>
                  </a:lnTo>
                  <a:lnTo>
                    <a:pt x="830678" y="96538"/>
                  </a:lnTo>
                  <a:lnTo>
                    <a:pt x="792737" y="72050"/>
                  </a:lnTo>
                  <a:lnTo>
                    <a:pt x="752669" y="50816"/>
                  </a:lnTo>
                  <a:lnTo>
                    <a:pt x="710660" y="33022"/>
                  </a:lnTo>
                  <a:lnTo>
                    <a:pt x="666898" y="18856"/>
                  </a:lnTo>
                  <a:lnTo>
                    <a:pt x="621570" y="8505"/>
                  </a:lnTo>
                  <a:lnTo>
                    <a:pt x="574864" y="2157"/>
                  </a:lnTo>
                  <a:lnTo>
                    <a:pt x="526968" y="0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23833" y="1879649"/>
              <a:ext cx="967499" cy="967509"/>
            </a:xfrm>
            <a:prstGeom prst="rect">
              <a:avLst/>
            </a:prstGeom>
          </p:spPr>
        </p:pic>
      </p:grpSp>
      <p:grpSp>
        <p:nvGrpSpPr>
          <p:cNvPr id="72" name="object 72" descr=""/>
          <p:cNvGrpSpPr/>
          <p:nvPr/>
        </p:nvGrpSpPr>
        <p:grpSpPr>
          <a:xfrm>
            <a:off x="11631362" y="1817305"/>
            <a:ext cx="2223135" cy="2835910"/>
            <a:chOff x="11631362" y="1817305"/>
            <a:chExt cx="2223135" cy="2835910"/>
          </a:xfrm>
        </p:grpSpPr>
        <p:sp>
          <p:nvSpPr>
            <p:cNvPr id="73" name="object 73" descr=""/>
            <p:cNvSpPr/>
            <p:nvPr/>
          </p:nvSpPr>
          <p:spPr>
            <a:xfrm>
              <a:off x="11631362" y="1817305"/>
              <a:ext cx="2223135" cy="2835910"/>
            </a:xfrm>
            <a:custGeom>
              <a:avLst/>
              <a:gdLst/>
              <a:ahLst/>
              <a:cxnLst/>
              <a:rect l="l" t="t" r="r" b="b"/>
              <a:pathLst>
                <a:path w="2223134" h="2835910">
                  <a:moveTo>
                    <a:pt x="2222811" y="0"/>
                  </a:moveTo>
                  <a:lnTo>
                    <a:pt x="0" y="0"/>
                  </a:lnTo>
                  <a:lnTo>
                    <a:pt x="0" y="2835411"/>
                  </a:lnTo>
                  <a:lnTo>
                    <a:pt x="2222811" y="2835411"/>
                  </a:lnTo>
                  <a:lnTo>
                    <a:pt x="2222811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1856237" y="2081827"/>
              <a:ext cx="1773555" cy="2316480"/>
            </a:xfrm>
            <a:custGeom>
              <a:avLst/>
              <a:gdLst/>
              <a:ahLst/>
              <a:cxnLst/>
              <a:rect l="l" t="t" r="r" b="b"/>
              <a:pathLst>
                <a:path w="1773555" h="2316479">
                  <a:moveTo>
                    <a:pt x="551078" y="162775"/>
                  </a:moveTo>
                  <a:lnTo>
                    <a:pt x="0" y="162775"/>
                  </a:lnTo>
                  <a:lnTo>
                    <a:pt x="0" y="266204"/>
                  </a:lnTo>
                  <a:lnTo>
                    <a:pt x="551078" y="266204"/>
                  </a:lnTo>
                  <a:lnTo>
                    <a:pt x="551078" y="162775"/>
                  </a:lnTo>
                  <a:close/>
                </a:path>
                <a:path w="1773555" h="2316479">
                  <a:moveTo>
                    <a:pt x="804341" y="0"/>
                  </a:moveTo>
                  <a:lnTo>
                    <a:pt x="0" y="0"/>
                  </a:lnTo>
                  <a:lnTo>
                    <a:pt x="0" y="103428"/>
                  </a:lnTo>
                  <a:lnTo>
                    <a:pt x="804341" y="103428"/>
                  </a:lnTo>
                  <a:lnTo>
                    <a:pt x="804341" y="0"/>
                  </a:lnTo>
                  <a:close/>
                </a:path>
                <a:path w="1773555" h="2316479">
                  <a:moveTo>
                    <a:pt x="1773224" y="2281771"/>
                  </a:moveTo>
                  <a:lnTo>
                    <a:pt x="892086" y="2281771"/>
                  </a:lnTo>
                  <a:lnTo>
                    <a:pt x="892086" y="2316251"/>
                  </a:lnTo>
                  <a:lnTo>
                    <a:pt x="1773224" y="2316251"/>
                  </a:lnTo>
                  <a:lnTo>
                    <a:pt x="1773224" y="2281771"/>
                  </a:lnTo>
                  <a:close/>
                </a:path>
                <a:path w="1773555" h="2316479">
                  <a:moveTo>
                    <a:pt x="1773224" y="2178329"/>
                  </a:moveTo>
                  <a:lnTo>
                    <a:pt x="892086" y="2178329"/>
                  </a:lnTo>
                  <a:lnTo>
                    <a:pt x="892086" y="2212810"/>
                  </a:lnTo>
                  <a:lnTo>
                    <a:pt x="1773224" y="2212810"/>
                  </a:lnTo>
                  <a:lnTo>
                    <a:pt x="1773224" y="2178329"/>
                  </a:lnTo>
                  <a:close/>
                </a:path>
                <a:path w="1773555" h="2316479">
                  <a:moveTo>
                    <a:pt x="1773224" y="2074887"/>
                  </a:moveTo>
                  <a:lnTo>
                    <a:pt x="892086" y="2074887"/>
                  </a:lnTo>
                  <a:lnTo>
                    <a:pt x="892086" y="2109368"/>
                  </a:lnTo>
                  <a:lnTo>
                    <a:pt x="1773224" y="2109368"/>
                  </a:lnTo>
                  <a:lnTo>
                    <a:pt x="1773224" y="2074887"/>
                  </a:lnTo>
                  <a:close/>
                </a:path>
                <a:path w="1773555" h="2316479">
                  <a:moveTo>
                    <a:pt x="1773224" y="1866785"/>
                  </a:moveTo>
                  <a:lnTo>
                    <a:pt x="892086" y="1866785"/>
                  </a:lnTo>
                  <a:lnTo>
                    <a:pt x="892086" y="1901266"/>
                  </a:lnTo>
                  <a:lnTo>
                    <a:pt x="1773224" y="1901266"/>
                  </a:lnTo>
                  <a:lnTo>
                    <a:pt x="1773224" y="1866785"/>
                  </a:lnTo>
                  <a:close/>
                </a:path>
                <a:path w="1773555" h="2316479">
                  <a:moveTo>
                    <a:pt x="1773224" y="1763344"/>
                  </a:moveTo>
                  <a:lnTo>
                    <a:pt x="892086" y="1763344"/>
                  </a:lnTo>
                  <a:lnTo>
                    <a:pt x="892086" y="1797824"/>
                  </a:lnTo>
                  <a:lnTo>
                    <a:pt x="1773224" y="1797824"/>
                  </a:lnTo>
                  <a:lnTo>
                    <a:pt x="1773224" y="1763344"/>
                  </a:lnTo>
                  <a:close/>
                </a:path>
                <a:path w="1773555" h="2316479">
                  <a:moveTo>
                    <a:pt x="1773224" y="1659890"/>
                  </a:moveTo>
                  <a:lnTo>
                    <a:pt x="892086" y="1659890"/>
                  </a:lnTo>
                  <a:lnTo>
                    <a:pt x="892086" y="1694383"/>
                  </a:lnTo>
                  <a:lnTo>
                    <a:pt x="1773224" y="1694383"/>
                  </a:lnTo>
                  <a:lnTo>
                    <a:pt x="1773224" y="165989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 descr=""/>
          <p:cNvGrpSpPr/>
          <p:nvPr/>
        </p:nvGrpSpPr>
        <p:grpSpPr>
          <a:xfrm>
            <a:off x="1204853" y="7169970"/>
            <a:ext cx="2604770" cy="2776855"/>
            <a:chOff x="1204853" y="7169970"/>
            <a:chExt cx="2604770" cy="2776855"/>
          </a:xfrm>
        </p:grpSpPr>
        <p:sp>
          <p:nvSpPr>
            <p:cNvPr id="76" name="object 76" descr=""/>
            <p:cNvSpPr/>
            <p:nvPr/>
          </p:nvSpPr>
          <p:spPr>
            <a:xfrm>
              <a:off x="1484312" y="7498924"/>
              <a:ext cx="1991995" cy="1524000"/>
            </a:xfrm>
            <a:custGeom>
              <a:avLst/>
              <a:gdLst/>
              <a:ahLst/>
              <a:cxnLst/>
              <a:rect l="l" t="t" r="r" b="b"/>
              <a:pathLst>
                <a:path w="1991995" h="1524000">
                  <a:moveTo>
                    <a:pt x="1529854" y="363232"/>
                  </a:moveTo>
                  <a:lnTo>
                    <a:pt x="1487004" y="392442"/>
                  </a:lnTo>
                  <a:lnTo>
                    <a:pt x="1451584" y="430974"/>
                  </a:lnTo>
                  <a:lnTo>
                    <a:pt x="1416812" y="471424"/>
                  </a:lnTo>
                  <a:lnTo>
                    <a:pt x="1382826" y="513549"/>
                  </a:lnTo>
                  <a:lnTo>
                    <a:pt x="1349794" y="557060"/>
                  </a:lnTo>
                  <a:lnTo>
                    <a:pt x="1317879" y="601687"/>
                  </a:lnTo>
                  <a:lnTo>
                    <a:pt x="1287246" y="647192"/>
                  </a:lnTo>
                  <a:lnTo>
                    <a:pt x="1258062" y="693280"/>
                  </a:lnTo>
                  <a:lnTo>
                    <a:pt x="1230490" y="739698"/>
                  </a:lnTo>
                  <a:lnTo>
                    <a:pt x="1204696" y="786180"/>
                  </a:lnTo>
                  <a:lnTo>
                    <a:pt x="1180833" y="832446"/>
                  </a:lnTo>
                  <a:lnTo>
                    <a:pt x="1159078" y="878255"/>
                  </a:lnTo>
                  <a:lnTo>
                    <a:pt x="1139583" y="923315"/>
                  </a:lnTo>
                  <a:lnTo>
                    <a:pt x="1122514" y="967371"/>
                  </a:lnTo>
                  <a:lnTo>
                    <a:pt x="1108036" y="1010145"/>
                  </a:lnTo>
                  <a:lnTo>
                    <a:pt x="1106208" y="1016546"/>
                  </a:lnTo>
                  <a:lnTo>
                    <a:pt x="1105992" y="967905"/>
                  </a:lnTo>
                  <a:lnTo>
                    <a:pt x="1104620" y="906767"/>
                  </a:lnTo>
                  <a:lnTo>
                    <a:pt x="1102093" y="844550"/>
                  </a:lnTo>
                  <a:lnTo>
                    <a:pt x="1098308" y="781443"/>
                  </a:lnTo>
                  <a:lnTo>
                    <a:pt x="1094955" y="737831"/>
                  </a:lnTo>
                  <a:lnTo>
                    <a:pt x="1090764" y="692315"/>
                  </a:lnTo>
                  <a:lnTo>
                    <a:pt x="1085672" y="645134"/>
                  </a:lnTo>
                  <a:lnTo>
                    <a:pt x="1079576" y="596557"/>
                  </a:lnTo>
                  <a:lnTo>
                    <a:pt x="1072400" y="546849"/>
                  </a:lnTo>
                  <a:lnTo>
                    <a:pt x="1064069" y="496265"/>
                  </a:lnTo>
                  <a:lnTo>
                    <a:pt x="1054481" y="445084"/>
                  </a:lnTo>
                  <a:lnTo>
                    <a:pt x="1043571" y="393547"/>
                  </a:lnTo>
                  <a:lnTo>
                    <a:pt x="1031240" y="341922"/>
                  </a:lnTo>
                  <a:lnTo>
                    <a:pt x="1017409" y="290474"/>
                  </a:lnTo>
                  <a:lnTo>
                    <a:pt x="1001991" y="239445"/>
                  </a:lnTo>
                  <a:lnTo>
                    <a:pt x="984923" y="189128"/>
                  </a:lnTo>
                  <a:lnTo>
                    <a:pt x="966089" y="139763"/>
                  </a:lnTo>
                  <a:lnTo>
                    <a:pt x="945426" y="91605"/>
                  </a:lnTo>
                  <a:lnTo>
                    <a:pt x="922845" y="44932"/>
                  </a:lnTo>
                  <a:lnTo>
                    <a:pt x="898258" y="0"/>
                  </a:lnTo>
                  <a:lnTo>
                    <a:pt x="889635" y="5016"/>
                  </a:lnTo>
                  <a:lnTo>
                    <a:pt x="911275" y="44361"/>
                  </a:lnTo>
                  <a:lnTo>
                    <a:pt x="931557" y="85598"/>
                  </a:lnTo>
                  <a:lnTo>
                    <a:pt x="950493" y="128587"/>
                  </a:lnTo>
                  <a:lnTo>
                    <a:pt x="968108" y="173228"/>
                  </a:lnTo>
                  <a:lnTo>
                    <a:pt x="984453" y="219341"/>
                  </a:lnTo>
                  <a:lnTo>
                    <a:pt x="999553" y="266827"/>
                  </a:lnTo>
                  <a:lnTo>
                    <a:pt x="1013421" y="315544"/>
                  </a:lnTo>
                  <a:lnTo>
                    <a:pt x="1026109" y="365366"/>
                  </a:lnTo>
                  <a:lnTo>
                    <a:pt x="1037628" y="416140"/>
                  </a:lnTo>
                  <a:lnTo>
                    <a:pt x="1048029" y="467741"/>
                  </a:lnTo>
                  <a:lnTo>
                    <a:pt x="1057325" y="520052"/>
                  </a:lnTo>
                  <a:lnTo>
                    <a:pt x="1065542" y="572922"/>
                  </a:lnTo>
                  <a:lnTo>
                    <a:pt x="1072718" y="626211"/>
                  </a:lnTo>
                  <a:lnTo>
                    <a:pt x="1078890" y="679818"/>
                  </a:lnTo>
                  <a:lnTo>
                    <a:pt x="1084084" y="733577"/>
                  </a:lnTo>
                  <a:lnTo>
                    <a:pt x="1088326" y="787374"/>
                  </a:lnTo>
                  <a:lnTo>
                    <a:pt x="1091641" y="841070"/>
                  </a:lnTo>
                  <a:lnTo>
                    <a:pt x="1094066" y="894537"/>
                  </a:lnTo>
                  <a:lnTo>
                    <a:pt x="1095629" y="947635"/>
                  </a:lnTo>
                  <a:lnTo>
                    <a:pt x="1096365" y="1000226"/>
                  </a:lnTo>
                  <a:lnTo>
                    <a:pt x="1096302" y="1052195"/>
                  </a:lnTo>
                  <a:lnTo>
                    <a:pt x="1095463" y="1103388"/>
                  </a:lnTo>
                  <a:lnTo>
                    <a:pt x="1093876" y="1153693"/>
                  </a:lnTo>
                  <a:lnTo>
                    <a:pt x="1091590" y="1202969"/>
                  </a:lnTo>
                  <a:lnTo>
                    <a:pt x="1088605" y="1251064"/>
                  </a:lnTo>
                  <a:lnTo>
                    <a:pt x="1084986" y="1297876"/>
                  </a:lnTo>
                  <a:lnTo>
                    <a:pt x="1080731" y="1343253"/>
                  </a:lnTo>
                  <a:lnTo>
                    <a:pt x="1075893" y="1387068"/>
                  </a:lnTo>
                  <a:lnTo>
                    <a:pt x="1070800" y="1426781"/>
                  </a:lnTo>
                  <a:lnTo>
                    <a:pt x="1051953" y="1395958"/>
                  </a:lnTo>
                  <a:lnTo>
                    <a:pt x="1026922" y="1361846"/>
                  </a:lnTo>
                  <a:lnTo>
                    <a:pt x="999883" y="1331379"/>
                  </a:lnTo>
                  <a:lnTo>
                    <a:pt x="972197" y="1305814"/>
                  </a:lnTo>
                  <a:lnTo>
                    <a:pt x="967981" y="1292644"/>
                  </a:lnTo>
                  <a:lnTo>
                    <a:pt x="950709" y="1242872"/>
                  </a:lnTo>
                  <a:lnTo>
                    <a:pt x="932497" y="1194384"/>
                  </a:lnTo>
                  <a:lnTo>
                    <a:pt x="913345" y="1147114"/>
                  </a:lnTo>
                  <a:lnTo>
                    <a:pt x="893203" y="1101013"/>
                  </a:lnTo>
                  <a:lnTo>
                    <a:pt x="872070" y="1056030"/>
                  </a:lnTo>
                  <a:lnTo>
                    <a:pt x="849896" y="1012088"/>
                  </a:lnTo>
                  <a:lnTo>
                    <a:pt x="826681" y="969149"/>
                  </a:lnTo>
                  <a:lnTo>
                    <a:pt x="802373" y="927138"/>
                  </a:lnTo>
                  <a:lnTo>
                    <a:pt x="776973" y="886002"/>
                  </a:lnTo>
                  <a:lnTo>
                    <a:pt x="750430" y="845693"/>
                  </a:lnTo>
                  <a:lnTo>
                    <a:pt x="722731" y="806132"/>
                  </a:lnTo>
                  <a:lnTo>
                    <a:pt x="695667" y="769658"/>
                  </a:lnTo>
                  <a:lnTo>
                    <a:pt x="667473" y="733717"/>
                  </a:lnTo>
                  <a:lnTo>
                    <a:pt x="638149" y="698296"/>
                  </a:lnTo>
                  <a:lnTo>
                    <a:pt x="607669" y="663397"/>
                  </a:lnTo>
                  <a:lnTo>
                    <a:pt x="576046" y="628980"/>
                  </a:lnTo>
                  <a:lnTo>
                    <a:pt x="543242" y="595071"/>
                  </a:lnTo>
                  <a:lnTo>
                    <a:pt x="509244" y="561644"/>
                  </a:lnTo>
                  <a:lnTo>
                    <a:pt x="474065" y="528675"/>
                  </a:lnTo>
                  <a:lnTo>
                    <a:pt x="437680" y="496189"/>
                  </a:lnTo>
                  <a:lnTo>
                    <a:pt x="400075" y="464134"/>
                  </a:lnTo>
                  <a:lnTo>
                    <a:pt x="361251" y="432536"/>
                  </a:lnTo>
                  <a:lnTo>
                    <a:pt x="321170" y="401358"/>
                  </a:lnTo>
                  <a:lnTo>
                    <a:pt x="279844" y="370611"/>
                  </a:lnTo>
                  <a:lnTo>
                    <a:pt x="237248" y="340271"/>
                  </a:lnTo>
                  <a:lnTo>
                    <a:pt x="193382" y="310337"/>
                  </a:lnTo>
                  <a:lnTo>
                    <a:pt x="148234" y="280797"/>
                  </a:lnTo>
                  <a:lnTo>
                    <a:pt x="101777" y="251637"/>
                  </a:lnTo>
                  <a:lnTo>
                    <a:pt x="54013" y="222846"/>
                  </a:lnTo>
                  <a:lnTo>
                    <a:pt x="4914" y="194411"/>
                  </a:lnTo>
                  <a:lnTo>
                    <a:pt x="0" y="203085"/>
                  </a:lnTo>
                  <a:lnTo>
                    <a:pt x="60528" y="238340"/>
                  </a:lnTo>
                  <a:lnTo>
                    <a:pt x="118554" y="273939"/>
                  </a:lnTo>
                  <a:lnTo>
                    <a:pt x="174155" y="309829"/>
                  </a:lnTo>
                  <a:lnTo>
                    <a:pt x="227355" y="346011"/>
                  </a:lnTo>
                  <a:lnTo>
                    <a:pt x="278244" y="382473"/>
                  </a:lnTo>
                  <a:lnTo>
                    <a:pt x="326872" y="419176"/>
                  </a:lnTo>
                  <a:lnTo>
                    <a:pt x="373291" y="456107"/>
                  </a:lnTo>
                  <a:lnTo>
                    <a:pt x="417563" y="493268"/>
                  </a:lnTo>
                  <a:lnTo>
                    <a:pt x="459752" y="530618"/>
                  </a:lnTo>
                  <a:lnTo>
                    <a:pt x="499922" y="568134"/>
                  </a:lnTo>
                  <a:lnTo>
                    <a:pt x="538111" y="605815"/>
                  </a:lnTo>
                  <a:lnTo>
                    <a:pt x="574408" y="643636"/>
                  </a:lnTo>
                  <a:lnTo>
                    <a:pt x="608850" y="681570"/>
                  </a:lnTo>
                  <a:lnTo>
                    <a:pt x="641489" y="719607"/>
                  </a:lnTo>
                  <a:lnTo>
                    <a:pt x="672414" y="757732"/>
                  </a:lnTo>
                  <a:lnTo>
                    <a:pt x="701662" y="795909"/>
                  </a:lnTo>
                  <a:lnTo>
                    <a:pt x="729297" y="834136"/>
                  </a:lnTo>
                  <a:lnTo>
                    <a:pt x="755383" y="872375"/>
                  </a:lnTo>
                  <a:lnTo>
                    <a:pt x="779970" y="910628"/>
                  </a:lnTo>
                  <a:lnTo>
                    <a:pt x="803135" y="948880"/>
                  </a:lnTo>
                  <a:lnTo>
                    <a:pt x="824915" y="987082"/>
                  </a:lnTo>
                  <a:lnTo>
                    <a:pt x="845375" y="1025245"/>
                  </a:lnTo>
                  <a:lnTo>
                    <a:pt x="864590" y="1063332"/>
                  </a:lnTo>
                  <a:lnTo>
                    <a:pt x="882599" y="1101331"/>
                  </a:lnTo>
                  <a:lnTo>
                    <a:pt x="899464" y="1139215"/>
                  </a:lnTo>
                  <a:lnTo>
                    <a:pt x="915263" y="1176985"/>
                  </a:lnTo>
                  <a:lnTo>
                    <a:pt x="930033" y="1214602"/>
                  </a:lnTo>
                  <a:lnTo>
                    <a:pt x="943851" y="1252054"/>
                  </a:lnTo>
                  <a:lnTo>
                    <a:pt x="956767" y="1289329"/>
                  </a:lnTo>
                  <a:lnTo>
                    <a:pt x="958786" y="1295577"/>
                  </a:lnTo>
                  <a:lnTo>
                    <a:pt x="939558" y="1281226"/>
                  </a:lnTo>
                  <a:lnTo>
                    <a:pt x="906145" y="1261503"/>
                  </a:lnTo>
                  <a:lnTo>
                    <a:pt x="870445" y="1245336"/>
                  </a:lnTo>
                  <a:lnTo>
                    <a:pt x="832434" y="1232674"/>
                  </a:lnTo>
                  <a:lnTo>
                    <a:pt x="792010" y="1223518"/>
                  </a:lnTo>
                  <a:lnTo>
                    <a:pt x="749122" y="1217841"/>
                  </a:lnTo>
                  <a:lnTo>
                    <a:pt x="703707" y="1215618"/>
                  </a:lnTo>
                  <a:lnTo>
                    <a:pt x="655701" y="1216825"/>
                  </a:lnTo>
                  <a:lnTo>
                    <a:pt x="605028" y="1221435"/>
                  </a:lnTo>
                  <a:lnTo>
                    <a:pt x="551611" y="1229436"/>
                  </a:lnTo>
                  <a:lnTo>
                    <a:pt x="495414" y="1240802"/>
                  </a:lnTo>
                  <a:lnTo>
                    <a:pt x="436333" y="1255509"/>
                  </a:lnTo>
                  <a:lnTo>
                    <a:pt x="374332" y="1273530"/>
                  </a:lnTo>
                  <a:lnTo>
                    <a:pt x="377291" y="1283055"/>
                  </a:lnTo>
                  <a:lnTo>
                    <a:pt x="441032" y="1264577"/>
                  </a:lnTo>
                  <a:lnTo>
                    <a:pt x="501497" y="1249680"/>
                  </a:lnTo>
                  <a:lnTo>
                    <a:pt x="558761" y="1238338"/>
                  </a:lnTo>
                  <a:lnTo>
                    <a:pt x="612902" y="1230566"/>
                  </a:lnTo>
                  <a:lnTo>
                    <a:pt x="663981" y="1226350"/>
                  </a:lnTo>
                  <a:lnTo>
                    <a:pt x="712076" y="1225689"/>
                  </a:lnTo>
                  <a:lnTo>
                    <a:pt x="757250" y="1228585"/>
                  </a:lnTo>
                  <a:lnTo>
                    <a:pt x="799579" y="1235011"/>
                  </a:lnTo>
                  <a:lnTo>
                    <a:pt x="839139" y="1244968"/>
                  </a:lnTo>
                  <a:lnTo>
                    <a:pt x="882726" y="1261376"/>
                  </a:lnTo>
                  <a:lnTo>
                    <a:pt x="923290" y="1282941"/>
                  </a:lnTo>
                  <a:lnTo>
                    <a:pt x="960882" y="1309725"/>
                  </a:lnTo>
                  <a:lnTo>
                    <a:pt x="980122" y="1363243"/>
                  </a:lnTo>
                  <a:lnTo>
                    <a:pt x="1000582" y="1436192"/>
                  </a:lnTo>
                  <a:lnTo>
                    <a:pt x="1018628" y="1508036"/>
                  </a:lnTo>
                  <a:lnTo>
                    <a:pt x="1028319" y="1505724"/>
                  </a:lnTo>
                  <a:lnTo>
                    <a:pt x="1014501" y="1450238"/>
                  </a:lnTo>
                  <a:lnTo>
                    <a:pt x="999858" y="1396263"/>
                  </a:lnTo>
                  <a:lnTo>
                    <a:pt x="984351" y="1343748"/>
                  </a:lnTo>
                  <a:lnTo>
                    <a:pt x="978725" y="1326222"/>
                  </a:lnTo>
                  <a:lnTo>
                    <a:pt x="995578" y="1341780"/>
                  </a:lnTo>
                  <a:lnTo>
                    <a:pt x="1027417" y="1379169"/>
                  </a:lnTo>
                  <a:lnTo>
                    <a:pt x="1056474" y="1421942"/>
                  </a:lnTo>
                  <a:lnTo>
                    <a:pt x="1068349" y="1443723"/>
                  </a:lnTo>
                  <a:lnTo>
                    <a:pt x="1064564" y="1469466"/>
                  </a:lnTo>
                  <a:lnTo>
                    <a:pt x="1058125" y="1507794"/>
                  </a:lnTo>
                  <a:lnTo>
                    <a:pt x="1067943" y="1509547"/>
                  </a:lnTo>
                  <a:lnTo>
                    <a:pt x="1073899" y="1474000"/>
                  </a:lnTo>
                  <a:lnTo>
                    <a:pt x="1076223" y="1458137"/>
                  </a:lnTo>
                  <a:lnTo>
                    <a:pt x="1082802" y="1470190"/>
                  </a:lnTo>
                  <a:lnTo>
                    <a:pt x="1106462" y="1523949"/>
                  </a:lnTo>
                  <a:lnTo>
                    <a:pt x="1115733" y="1520291"/>
                  </a:lnTo>
                  <a:lnTo>
                    <a:pt x="1096302" y="1475155"/>
                  </a:lnTo>
                  <a:lnTo>
                    <a:pt x="1078738" y="1440929"/>
                  </a:lnTo>
                  <a:lnTo>
                    <a:pt x="1079601" y="1435087"/>
                  </a:lnTo>
                  <a:lnTo>
                    <a:pt x="1084973" y="1393037"/>
                  </a:lnTo>
                  <a:lnTo>
                    <a:pt x="1089939" y="1348028"/>
                  </a:lnTo>
                  <a:lnTo>
                    <a:pt x="1094397" y="1300289"/>
                  </a:lnTo>
                  <a:lnTo>
                    <a:pt x="1098270" y="1250022"/>
                  </a:lnTo>
                  <a:lnTo>
                    <a:pt x="1101471" y="1197419"/>
                  </a:lnTo>
                  <a:lnTo>
                    <a:pt x="1103934" y="1142707"/>
                  </a:lnTo>
                  <a:lnTo>
                    <a:pt x="1105560" y="1086078"/>
                  </a:lnTo>
                  <a:lnTo>
                    <a:pt x="1105941" y="1053858"/>
                  </a:lnTo>
                  <a:lnTo>
                    <a:pt x="1117612" y="1012913"/>
                  </a:lnTo>
                  <a:lnTo>
                    <a:pt x="1131989" y="970432"/>
                  </a:lnTo>
                  <a:lnTo>
                    <a:pt x="1148943" y="926693"/>
                  </a:lnTo>
                  <a:lnTo>
                    <a:pt x="1168311" y="881938"/>
                  </a:lnTo>
                  <a:lnTo>
                    <a:pt x="1189926" y="836460"/>
                  </a:lnTo>
                  <a:lnTo>
                    <a:pt x="1213637" y="790511"/>
                  </a:lnTo>
                  <a:lnTo>
                    <a:pt x="1239266" y="744347"/>
                  </a:lnTo>
                  <a:lnTo>
                    <a:pt x="1266672" y="698246"/>
                  </a:lnTo>
                  <a:lnTo>
                    <a:pt x="1295666" y="652462"/>
                  </a:lnTo>
                  <a:lnTo>
                    <a:pt x="1326108" y="607263"/>
                  </a:lnTo>
                  <a:lnTo>
                    <a:pt x="1357820" y="562927"/>
                  </a:lnTo>
                  <a:lnTo>
                    <a:pt x="1390650" y="519696"/>
                  </a:lnTo>
                  <a:lnTo>
                    <a:pt x="1424419" y="477850"/>
                  </a:lnTo>
                  <a:lnTo>
                    <a:pt x="1458988" y="437642"/>
                  </a:lnTo>
                  <a:lnTo>
                    <a:pt x="1494193" y="399351"/>
                  </a:lnTo>
                  <a:lnTo>
                    <a:pt x="1529854" y="363232"/>
                  </a:lnTo>
                  <a:close/>
                </a:path>
                <a:path w="1991995" h="1524000">
                  <a:moveTo>
                    <a:pt x="1991779" y="1136853"/>
                  </a:moveTo>
                  <a:lnTo>
                    <a:pt x="1957019" y="1117930"/>
                  </a:lnTo>
                  <a:lnTo>
                    <a:pt x="1918970" y="1100201"/>
                  </a:lnTo>
                  <a:lnTo>
                    <a:pt x="1878025" y="1084097"/>
                  </a:lnTo>
                  <a:lnTo>
                    <a:pt x="1834565" y="1070076"/>
                  </a:lnTo>
                  <a:lnTo>
                    <a:pt x="1788960" y="1058557"/>
                  </a:lnTo>
                  <a:lnTo>
                    <a:pt x="1741614" y="1049985"/>
                  </a:lnTo>
                  <a:lnTo>
                    <a:pt x="1692884" y="1044803"/>
                  </a:lnTo>
                  <a:lnTo>
                    <a:pt x="1643176" y="1043444"/>
                  </a:lnTo>
                  <a:lnTo>
                    <a:pt x="1592846" y="1046340"/>
                  </a:lnTo>
                  <a:lnTo>
                    <a:pt x="1542300" y="1053934"/>
                  </a:lnTo>
                  <a:lnTo>
                    <a:pt x="1491907" y="1066673"/>
                  </a:lnTo>
                  <a:lnTo>
                    <a:pt x="1450619" y="1081354"/>
                  </a:lnTo>
                  <a:lnTo>
                    <a:pt x="1410919" y="1099489"/>
                  </a:lnTo>
                  <a:lnTo>
                    <a:pt x="1372819" y="1121079"/>
                  </a:lnTo>
                  <a:lnTo>
                    <a:pt x="1336332" y="1146111"/>
                  </a:lnTo>
                  <a:lnTo>
                    <a:pt x="1301483" y="1174559"/>
                  </a:lnTo>
                  <a:lnTo>
                    <a:pt x="1268285" y="1206398"/>
                  </a:lnTo>
                  <a:lnTo>
                    <a:pt x="1236738" y="1241640"/>
                  </a:lnTo>
                  <a:lnTo>
                    <a:pt x="1206881" y="1280248"/>
                  </a:lnTo>
                  <a:lnTo>
                    <a:pt x="1178725" y="1322222"/>
                  </a:lnTo>
                  <a:lnTo>
                    <a:pt x="1152271" y="1367536"/>
                  </a:lnTo>
                  <a:lnTo>
                    <a:pt x="1127544" y="1416177"/>
                  </a:lnTo>
                  <a:lnTo>
                    <a:pt x="1136561" y="1420444"/>
                  </a:lnTo>
                  <a:lnTo>
                    <a:pt x="1163447" y="1367878"/>
                  </a:lnTo>
                  <a:lnTo>
                    <a:pt x="1192390" y="1319301"/>
                  </a:lnTo>
                  <a:lnTo>
                    <a:pt x="1223340" y="1274724"/>
                  </a:lnTo>
                  <a:lnTo>
                    <a:pt x="1256296" y="1234147"/>
                  </a:lnTo>
                  <a:lnTo>
                    <a:pt x="1291221" y="1197622"/>
                  </a:lnTo>
                  <a:lnTo>
                    <a:pt x="1328115" y="1165148"/>
                  </a:lnTo>
                  <a:lnTo>
                    <a:pt x="1366939" y="1136751"/>
                  </a:lnTo>
                  <a:lnTo>
                    <a:pt x="1407680" y="1112443"/>
                  </a:lnTo>
                  <a:lnTo>
                    <a:pt x="1450327" y="1092250"/>
                  </a:lnTo>
                  <a:lnTo>
                    <a:pt x="1494840" y="1076198"/>
                  </a:lnTo>
                  <a:lnTo>
                    <a:pt x="1549361" y="1062723"/>
                  </a:lnTo>
                  <a:lnTo>
                    <a:pt x="1604048" y="1055306"/>
                  </a:lnTo>
                  <a:lnTo>
                    <a:pt x="1658366" y="1053376"/>
                  </a:lnTo>
                  <a:lnTo>
                    <a:pt x="1711833" y="1056373"/>
                  </a:lnTo>
                  <a:lnTo>
                    <a:pt x="1763953" y="1063713"/>
                  </a:lnTo>
                  <a:lnTo>
                    <a:pt x="1814220" y="1074813"/>
                  </a:lnTo>
                  <a:lnTo>
                    <a:pt x="1862124" y="1089113"/>
                  </a:lnTo>
                  <a:lnTo>
                    <a:pt x="1907184" y="1106030"/>
                  </a:lnTo>
                  <a:lnTo>
                    <a:pt x="1948878" y="1125004"/>
                  </a:lnTo>
                  <a:lnTo>
                    <a:pt x="1986724" y="1145451"/>
                  </a:lnTo>
                  <a:lnTo>
                    <a:pt x="1991779" y="1136853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4853" y="7499991"/>
              <a:ext cx="299802" cy="207909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6286" y="7484285"/>
              <a:ext cx="477943" cy="368627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4867" y="7892984"/>
              <a:ext cx="389841" cy="82969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33462" y="7603946"/>
              <a:ext cx="102201" cy="399097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7300" y="7697671"/>
              <a:ext cx="488354" cy="514549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53454" y="7928585"/>
              <a:ext cx="562652" cy="488131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6329" y="8269340"/>
              <a:ext cx="529721" cy="462938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59156" y="8683285"/>
              <a:ext cx="809546" cy="326325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59201" y="7169970"/>
              <a:ext cx="348596" cy="663812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92066" y="7509991"/>
              <a:ext cx="1021487" cy="1363026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71832" y="8394341"/>
              <a:ext cx="1737475" cy="1552151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2071826" y="8970627"/>
              <a:ext cx="1040130" cy="173355"/>
            </a:xfrm>
            <a:custGeom>
              <a:avLst/>
              <a:gdLst/>
              <a:ahLst/>
              <a:cxnLst/>
              <a:rect l="l" t="t" r="r" b="b"/>
              <a:pathLst>
                <a:path w="1040130" h="173354">
                  <a:moveTo>
                    <a:pt x="67558" y="0"/>
                  </a:moveTo>
                  <a:lnTo>
                    <a:pt x="49081" y="4769"/>
                  </a:lnTo>
                  <a:lnTo>
                    <a:pt x="31788" y="12606"/>
                  </a:lnTo>
                  <a:lnTo>
                    <a:pt x="15490" y="23326"/>
                  </a:lnTo>
                  <a:lnTo>
                    <a:pt x="0" y="36742"/>
                  </a:lnTo>
                  <a:lnTo>
                    <a:pt x="0" y="146204"/>
                  </a:lnTo>
                  <a:lnTo>
                    <a:pt x="22608" y="111728"/>
                  </a:lnTo>
                  <a:lnTo>
                    <a:pt x="42757" y="87198"/>
                  </a:lnTo>
                  <a:lnTo>
                    <a:pt x="61116" y="71892"/>
                  </a:lnTo>
                  <a:lnTo>
                    <a:pt x="78353" y="65087"/>
                  </a:lnTo>
                  <a:lnTo>
                    <a:pt x="101949" y="67021"/>
                  </a:lnTo>
                  <a:lnTo>
                    <a:pt x="131887" y="79909"/>
                  </a:lnTo>
                  <a:lnTo>
                    <a:pt x="168714" y="104085"/>
                  </a:lnTo>
                  <a:lnTo>
                    <a:pt x="212977" y="139880"/>
                  </a:lnTo>
                  <a:lnTo>
                    <a:pt x="233397" y="155136"/>
                  </a:lnTo>
                  <a:lnTo>
                    <a:pt x="253107" y="165322"/>
                  </a:lnTo>
                  <a:lnTo>
                    <a:pt x="272079" y="171011"/>
                  </a:lnTo>
                  <a:lnTo>
                    <a:pt x="290284" y="172780"/>
                  </a:lnTo>
                  <a:lnTo>
                    <a:pt x="321258" y="167845"/>
                  </a:lnTo>
                  <a:lnTo>
                    <a:pt x="349425" y="155332"/>
                  </a:lnTo>
                  <a:lnTo>
                    <a:pt x="374602" y="138677"/>
                  </a:lnTo>
                  <a:lnTo>
                    <a:pt x="396605" y="121315"/>
                  </a:lnTo>
                  <a:lnTo>
                    <a:pt x="433271" y="93481"/>
                  </a:lnTo>
                  <a:lnTo>
                    <a:pt x="467671" y="79521"/>
                  </a:lnTo>
                  <a:lnTo>
                    <a:pt x="505409" y="86921"/>
                  </a:lnTo>
                  <a:lnTo>
                    <a:pt x="596251" y="157208"/>
                  </a:lnTo>
                  <a:lnTo>
                    <a:pt x="636262" y="170075"/>
                  </a:lnTo>
                  <a:lnTo>
                    <a:pt x="703500" y="152720"/>
                  </a:lnTo>
                  <a:lnTo>
                    <a:pt x="753149" y="111965"/>
                  </a:lnTo>
                  <a:lnTo>
                    <a:pt x="770986" y="95231"/>
                  </a:lnTo>
                  <a:lnTo>
                    <a:pt x="788502" y="80937"/>
                  </a:lnTo>
                  <a:lnTo>
                    <a:pt x="805958" y="71115"/>
                  </a:lnTo>
                  <a:lnTo>
                    <a:pt x="823618" y="67798"/>
                  </a:lnTo>
                  <a:lnTo>
                    <a:pt x="839655" y="71084"/>
                  </a:lnTo>
                  <a:lnTo>
                    <a:pt x="857405" y="80095"/>
                  </a:lnTo>
                  <a:lnTo>
                    <a:pt x="876801" y="94790"/>
                  </a:lnTo>
                  <a:lnTo>
                    <a:pt x="897773" y="115127"/>
                  </a:lnTo>
                  <a:lnTo>
                    <a:pt x="924225" y="139335"/>
                  </a:lnTo>
                  <a:lnTo>
                    <a:pt x="950596" y="155593"/>
                  </a:lnTo>
                  <a:lnTo>
                    <a:pt x="976806" y="163858"/>
                  </a:lnTo>
                  <a:lnTo>
                    <a:pt x="1002775" y="164089"/>
                  </a:lnTo>
                  <a:lnTo>
                    <a:pt x="1012825" y="161971"/>
                  </a:lnTo>
                  <a:lnTo>
                    <a:pt x="1022318" y="158738"/>
                  </a:lnTo>
                  <a:lnTo>
                    <a:pt x="1031275" y="154500"/>
                  </a:lnTo>
                  <a:lnTo>
                    <a:pt x="1039717" y="149367"/>
                  </a:lnTo>
                  <a:lnTo>
                    <a:pt x="1039717" y="45192"/>
                  </a:lnTo>
                  <a:lnTo>
                    <a:pt x="1029319" y="63509"/>
                  </a:lnTo>
                  <a:lnTo>
                    <a:pt x="1017832" y="80225"/>
                  </a:lnTo>
                  <a:lnTo>
                    <a:pt x="1005647" y="92829"/>
                  </a:lnTo>
                  <a:lnTo>
                    <a:pt x="993153" y="98813"/>
                  </a:lnTo>
                  <a:lnTo>
                    <a:pt x="983671" y="97812"/>
                  </a:lnTo>
                  <a:lnTo>
                    <a:pt x="972347" y="92505"/>
                  </a:lnTo>
                  <a:lnTo>
                    <a:pt x="959601" y="83137"/>
                  </a:lnTo>
                  <a:lnTo>
                    <a:pt x="914771" y="40573"/>
                  </a:lnTo>
                  <a:lnTo>
                    <a:pt x="884473" y="19505"/>
                  </a:lnTo>
                  <a:lnTo>
                    <a:pt x="854751" y="6635"/>
                  </a:lnTo>
                  <a:lnTo>
                    <a:pt x="825398" y="1842"/>
                  </a:lnTo>
                  <a:lnTo>
                    <a:pt x="789707" y="6916"/>
                  </a:lnTo>
                  <a:lnTo>
                    <a:pt x="758945" y="21422"/>
                  </a:lnTo>
                  <a:lnTo>
                    <a:pt x="731953" y="41745"/>
                  </a:lnTo>
                  <a:lnTo>
                    <a:pt x="707570" y="64270"/>
                  </a:lnTo>
                  <a:lnTo>
                    <a:pt x="678132" y="90975"/>
                  </a:lnTo>
                  <a:lnTo>
                    <a:pt x="653829" y="104186"/>
                  </a:lnTo>
                  <a:lnTo>
                    <a:pt x="629206" y="100515"/>
                  </a:lnTo>
                  <a:lnTo>
                    <a:pt x="598808" y="76573"/>
                  </a:lnTo>
                  <a:lnTo>
                    <a:pt x="545201" y="33877"/>
                  </a:lnTo>
                  <a:lnTo>
                    <a:pt x="497049" y="15202"/>
                  </a:lnTo>
                  <a:lnTo>
                    <a:pt x="454149" y="15019"/>
                  </a:lnTo>
                  <a:lnTo>
                    <a:pt x="416301" y="27801"/>
                  </a:lnTo>
                  <a:lnTo>
                    <a:pt x="383302" y="48022"/>
                  </a:lnTo>
                  <a:lnTo>
                    <a:pt x="354952" y="70154"/>
                  </a:lnTo>
                  <a:lnTo>
                    <a:pt x="322973" y="94398"/>
                  </a:lnTo>
                  <a:lnTo>
                    <a:pt x="298980" y="105911"/>
                  </a:lnTo>
                  <a:lnTo>
                    <a:pt x="278278" y="104512"/>
                  </a:lnTo>
                  <a:lnTo>
                    <a:pt x="256170" y="90018"/>
                  </a:lnTo>
                  <a:lnTo>
                    <a:pt x="198593" y="44272"/>
                  </a:lnTo>
                  <a:lnTo>
                    <a:pt x="149511" y="14754"/>
                  </a:lnTo>
                  <a:lnTo>
                    <a:pt x="106605" y="364"/>
                  </a:lnTo>
                  <a:lnTo>
                    <a:pt x="675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00792" y="9206070"/>
              <a:ext cx="79809" cy="79809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15017" y="9463095"/>
              <a:ext cx="79809" cy="79809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18704" y="9854388"/>
              <a:ext cx="79809" cy="79809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2071826" y="9578685"/>
              <a:ext cx="39370" cy="80010"/>
            </a:xfrm>
            <a:custGeom>
              <a:avLst/>
              <a:gdLst/>
              <a:ahLst/>
              <a:cxnLst/>
              <a:rect l="l" t="t" r="r" b="b"/>
              <a:pathLst>
                <a:path w="39369" h="80009">
                  <a:moveTo>
                    <a:pt x="0" y="0"/>
                  </a:moveTo>
                  <a:lnTo>
                    <a:pt x="0" y="79714"/>
                  </a:lnTo>
                  <a:lnTo>
                    <a:pt x="15227" y="76351"/>
                  </a:lnTo>
                  <a:lnTo>
                    <a:pt x="27635" y="67771"/>
                  </a:lnTo>
                  <a:lnTo>
                    <a:pt x="35987" y="55199"/>
                  </a:lnTo>
                  <a:lnTo>
                    <a:pt x="39045" y="39862"/>
                  </a:lnTo>
                  <a:lnTo>
                    <a:pt x="35987" y="24523"/>
                  </a:lnTo>
                  <a:lnTo>
                    <a:pt x="27635" y="11948"/>
                  </a:lnTo>
                  <a:lnTo>
                    <a:pt x="15227" y="3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20393" y="9757496"/>
              <a:ext cx="79809" cy="79809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30110" y="9487883"/>
              <a:ext cx="79809" cy="79809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29439" y="9231769"/>
              <a:ext cx="79809" cy="79809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96892" y="9191864"/>
              <a:ext cx="79809" cy="79809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96892" y="9774580"/>
              <a:ext cx="79809" cy="79809"/>
            </a:xfrm>
            <a:prstGeom prst="rect">
              <a:avLst/>
            </a:prstGeom>
          </p:spPr>
        </p:pic>
      </p:grpSp>
      <p:sp>
        <p:nvSpPr>
          <p:cNvPr id="98" name="object 98" descr=""/>
          <p:cNvSpPr/>
          <p:nvPr/>
        </p:nvSpPr>
        <p:spPr>
          <a:xfrm>
            <a:off x="15652706" y="8134904"/>
            <a:ext cx="767715" cy="2020570"/>
          </a:xfrm>
          <a:custGeom>
            <a:avLst/>
            <a:gdLst/>
            <a:ahLst/>
            <a:cxnLst/>
            <a:rect l="l" t="t" r="r" b="b"/>
            <a:pathLst>
              <a:path w="767715" h="2020570">
                <a:moveTo>
                  <a:pt x="103564" y="0"/>
                </a:moveTo>
                <a:lnTo>
                  <a:pt x="66252" y="3688"/>
                </a:lnTo>
                <a:lnTo>
                  <a:pt x="33294" y="21568"/>
                </a:lnTo>
                <a:lnTo>
                  <a:pt x="10539" y="49717"/>
                </a:lnTo>
                <a:lnTo>
                  <a:pt x="0" y="84343"/>
                </a:lnTo>
                <a:lnTo>
                  <a:pt x="3688" y="121653"/>
                </a:lnTo>
                <a:lnTo>
                  <a:pt x="678987" y="1990256"/>
                </a:lnTo>
                <a:lnTo>
                  <a:pt x="719593" y="2020402"/>
                </a:lnTo>
                <a:lnTo>
                  <a:pt x="737561" y="2017732"/>
                </a:lnTo>
                <a:lnTo>
                  <a:pt x="752672" y="2008654"/>
                </a:lnTo>
                <a:lnTo>
                  <a:pt x="762936" y="1995062"/>
                </a:lnTo>
                <a:lnTo>
                  <a:pt x="767560" y="1978691"/>
                </a:lnTo>
                <a:lnTo>
                  <a:pt x="765749" y="1961273"/>
                </a:lnTo>
                <a:lnTo>
                  <a:pt x="184206" y="66252"/>
                </a:lnTo>
                <a:lnTo>
                  <a:pt x="166337" y="33294"/>
                </a:lnTo>
                <a:lnTo>
                  <a:pt x="138191" y="10539"/>
                </a:lnTo>
                <a:lnTo>
                  <a:pt x="103564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14569005" y="8134360"/>
            <a:ext cx="201930" cy="2021205"/>
          </a:xfrm>
          <a:custGeom>
            <a:avLst/>
            <a:gdLst/>
            <a:ahLst/>
            <a:cxnLst/>
            <a:rect l="l" t="t" r="r" b="b"/>
            <a:pathLst>
              <a:path w="201930" h="2021204">
                <a:moveTo>
                  <a:pt x="112666" y="0"/>
                </a:moveTo>
                <a:lnTo>
                  <a:pt x="44401" y="23704"/>
                </a:lnTo>
                <a:lnTo>
                  <a:pt x="12889" y="88740"/>
                </a:lnTo>
                <a:lnTo>
                  <a:pt x="0" y="1974819"/>
                </a:lnTo>
                <a:lnTo>
                  <a:pt x="3476" y="1992652"/>
                </a:lnTo>
                <a:lnTo>
                  <a:pt x="13185" y="2007262"/>
                </a:lnTo>
                <a:lnTo>
                  <a:pt x="27664" y="2017166"/>
                </a:lnTo>
                <a:lnTo>
                  <a:pt x="45454" y="2020880"/>
                </a:lnTo>
                <a:lnTo>
                  <a:pt x="62739" y="2017608"/>
                </a:lnTo>
                <a:lnTo>
                  <a:pt x="77057" y="2008440"/>
                </a:lnTo>
                <a:lnTo>
                  <a:pt x="87069" y="1994722"/>
                </a:lnTo>
                <a:lnTo>
                  <a:pt x="91431" y="1977803"/>
                </a:lnTo>
                <a:lnTo>
                  <a:pt x="201407" y="99777"/>
                </a:lnTo>
                <a:lnTo>
                  <a:pt x="196148" y="62656"/>
                </a:lnTo>
                <a:lnTo>
                  <a:pt x="177702" y="31512"/>
                </a:lnTo>
                <a:lnTo>
                  <a:pt x="148924" y="9555"/>
                </a:lnTo>
                <a:lnTo>
                  <a:pt x="112666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13625664" y="8134548"/>
            <a:ext cx="768350" cy="2021205"/>
          </a:xfrm>
          <a:custGeom>
            <a:avLst/>
            <a:gdLst/>
            <a:ahLst/>
            <a:cxnLst/>
            <a:rect l="l" t="t" r="r" b="b"/>
            <a:pathLst>
              <a:path w="768350" h="2021204">
                <a:moveTo>
                  <a:pt x="668604" y="0"/>
                </a:moveTo>
                <a:lnTo>
                  <a:pt x="604268" y="30175"/>
                </a:lnTo>
                <a:lnTo>
                  <a:pt x="583330" y="66612"/>
                </a:lnTo>
                <a:lnTo>
                  <a:pt x="1788" y="1961633"/>
                </a:lnTo>
                <a:lnTo>
                  <a:pt x="0" y="1979713"/>
                </a:lnTo>
                <a:lnTo>
                  <a:pt x="5106" y="1996492"/>
                </a:lnTo>
                <a:lnTo>
                  <a:pt x="16131" y="2010132"/>
                </a:lnTo>
                <a:lnTo>
                  <a:pt x="32101" y="2018793"/>
                </a:lnTo>
                <a:lnTo>
                  <a:pt x="49632" y="2020618"/>
                </a:lnTo>
                <a:lnTo>
                  <a:pt x="66004" y="2015922"/>
                </a:lnTo>
                <a:lnTo>
                  <a:pt x="79539" y="2005615"/>
                </a:lnTo>
                <a:lnTo>
                  <a:pt x="88560" y="1990606"/>
                </a:lnTo>
                <a:lnTo>
                  <a:pt x="762382" y="126411"/>
                </a:lnTo>
                <a:lnTo>
                  <a:pt x="767899" y="89323"/>
                </a:lnTo>
                <a:lnTo>
                  <a:pt x="759073" y="54218"/>
                </a:lnTo>
                <a:lnTo>
                  <a:pt x="737730" y="24986"/>
                </a:lnTo>
                <a:lnTo>
                  <a:pt x="705693" y="5514"/>
                </a:lnTo>
                <a:lnTo>
                  <a:pt x="6686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1" name="object 101" descr=""/>
          <p:cNvGrpSpPr/>
          <p:nvPr/>
        </p:nvGrpSpPr>
        <p:grpSpPr>
          <a:xfrm>
            <a:off x="13642221" y="5830332"/>
            <a:ext cx="2612390" cy="4324985"/>
            <a:chOff x="13642221" y="5830332"/>
            <a:chExt cx="2612390" cy="4324985"/>
          </a:xfrm>
        </p:grpSpPr>
        <p:sp>
          <p:nvSpPr>
            <p:cNvPr id="102" name="object 102" descr=""/>
            <p:cNvSpPr/>
            <p:nvPr/>
          </p:nvSpPr>
          <p:spPr>
            <a:xfrm>
              <a:off x="13642213" y="5830334"/>
              <a:ext cx="2612390" cy="4324985"/>
            </a:xfrm>
            <a:custGeom>
              <a:avLst/>
              <a:gdLst/>
              <a:ahLst/>
              <a:cxnLst/>
              <a:rect l="l" t="t" r="r" b="b"/>
              <a:pathLst>
                <a:path w="2612390" h="4324984">
                  <a:moveTo>
                    <a:pt x="2612390" y="436930"/>
                  </a:moveTo>
                  <a:lnTo>
                    <a:pt x="2605976" y="363550"/>
                  </a:lnTo>
                  <a:lnTo>
                    <a:pt x="2587460" y="296837"/>
                  </a:lnTo>
                  <a:lnTo>
                    <a:pt x="2557945" y="236804"/>
                  </a:lnTo>
                  <a:lnTo>
                    <a:pt x="2518549" y="183489"/>
                  </a:lnTo>
                  <a:lnTo>
                    <a:pt x="2470391" y="136918"/>
                  </a:lnTo>
                  <a:lnTo>
                    <a:pt x="2414562" y="97104"/>
                  </a:lnTo>
                  <a:lnTo>
                    <a:pt x="2352167" y="64071"/>
                  </a:lnTo>
                  <a:lnTo>
                    <a:pt x="2284336" y="37846"/>
                  </a:lnTo>
                  <a:lnTo>
                    <a:pt x="2212162" y="18453"/>
                  </a:lnTo>
                  <a:lnTo>
                    <a:pt x="2136749" y="5918"/>
                  </a:lnTo>
                  <a:lnTo>
                    <a:pt x="2098179" y="2222"/>
                  </a:lnTo>
                  <a:lnTo>
                    <a:pt x="2059216" y="254"/>
                  </a:lnTo>
                  <a:lnTo>
                    <a:pt x="2020011" y="0"/>
                  </a:lnTo>
                  <a:lnTo>
                    <a:pt x="1980679" y="1485"/>
                  </a:lnTo>
                  <a:lnTo>
                    <a:pt x="1941372" y="4699"/>
                  </a:lnTo>
                  <a:lnTo>
                    <a:pt x="1902231" y="9639"/>
                  </a:lnTo>
                  <a:lnTo>
                    <a:pt x="1863394" y="16332"/>
                  </a:lnTo>
                  <a:lnTo>
                    <a:pt x="1824990" y="24752"/>
                  </a:lnTo>
                  <a:lnTo>
                    <a:pt x="1787156" y="34912"/>
                  </a:lnTo>
                  <a:lnTo>
                    <a:pt x="1750060" y="46824"/>
                  </a:lnTo>
                  <a:lnTo>
                    <a:pt x="1713801" y="60490"/>
                  </a:lnTo>
                  <a:lnTo>
                    <a:pt x="1678546" y="75895"/>
                  </a:lnTo>
                  <a:lnTo>
                    <a:pt x="1644421" y="93065"/>
                  </a:lnTo>
                  <a:lnTo>
                    <a:pt x="1580108" y="132664"/>
                  </a:lnTo>
                  <a:lnTo>
                    <a:pt x="1522006" y="179324"/>
                  </a:lnTo>
                  <a:lnTo>
                    <a:pt x="1471193" y="233045"/>
                  </a:lnTo>
                  <a:lnTo>
                    <a:pt x="1428800" y="293878"/>
                  </a:lnTo>
                  <a:lnTo>
                    <a:pt x="1395907" y="361835"/>
                  </a:lnTo>
                  <a:lnTo>
                    <a:pt x="1383385" y="398487"/>
                  </a:lnTo>
                  <a:lnTo>
                    <a:pt x="1373657" y="436930"/>
                  </a:lnTo>
                  <a:lnTo>
                    <a:pt x="1178026" y="1393736"/>
                  </a:lnTo>
                  <a:lnTo>
                    <a:pt x="1167079" y="1440548"/>
                  </a:lnTo>
                  <a:lnTo>
                    <a:pt x="1153655" y="1486230"/>
                  </a:lnTo>
                  <a:lnTo>
                    <a:pt x="1137831" y="1530705"/>
                  </a:lnTo>
                  <a:lnTo>
                    <a:pt x="1119695" y="1573923"/>
                  </a:lnTo>
                  <a:lnTo>
                    <a:pt x="1099324" y="1615808"/>
                  </a:lnTo>
                  <a:lnTo>
                    <a:pt x="1076794" y="1656283"/>
                  </a:lnTo>
                  <a:lnTo>
                    <a:pt x="1052195" y="1695310"/>
                  </a:lnTo>
                  <a:lnTo>
                    <a:pt x="1025601" y="1732788"/>
                  </a:lnTo>
                  <a:lnTo>
                    <a:pt x="997102" y="1768678"/>
                  </a:lnTo>
                  <a:lnTo>
                    <a:pt x="966774" y="1802904"/>
                  </a:lnTo>
                  <a:lnTo>
                    <a:pt x="934694" y="1835404"/>
                  </a:lnTo>
                  <a:lnTo>
                    <a:pt x="900938" y="1866112"/>
                  </a:lnTo>
                  <a:lnTo>
                    <a:pt x="865606" y="1894954"/>
                  </a:lnTo>
                  <a:lnTo>
                    <a:pt x="828763" y="1921865"/>
                  </a:lnTo>
                  <a:lnTo>
                    <a:pt x="790498" y="1946795"/>
                  </a:lnTo>
                  <a:lnTo>
                    <a:pt x="750887" y="1969655"/>
                  </a:lnTo>
                  <a:lnTo>
                    <a:pt x="710018" y="1990382"/>
                  </a:lnTo>
                  <a:lnTo>
                    <a:pt x="667969" y="2008924"/>
                  </a:lnTo>
                  <a:lnTo>
                    <a:pt x="624814" y="2025218"/>
                  </a:lnTo>
                  <a:lnTo>
                    <a:pt x="580631" y="2039175"/>
                  </a:lnTo>
                  <a:lnTo>
                    <a:pt x="535520" y="2050745"/>
                  </a:lnTo>
                  <a:lnTo>
                    <a:pt x="489546" y="2059863"/>
                  </a:lnTo>
                  <a:lnTo>
                    <a:pt x="442798" y="2066455"/>
                  </a:lnTo>
                  <a:lnTo>
                    <a:pt x="395363" y="2070455"/>
                  </a:lnTo>
                  <a:lnTo>
                    <a:pt x="347294" y="2071814"/>
                  </a:lnTo>
                  <a:lnTo>
                    <a:pt x="110782" y="2071814"/>
                  </a:lnTo>
                  <a:lnTo>
                    <a:pt x="67665" y="2080514"/>
                  </a:lnTo>
                  <a:lnTo>
                    <a:pt x="32448" y="2104263"/>
                  </a:lnTo>
                  <a:lnTo>
                    <a:pt x="8712" y="2139467"/>
                  </a:lnTo>
                  <a:lnTo>
                    <a:pt x="0" y="2182596"/>
                  </a:lnTo>
                  <a:lnTo>
                    <a:pt x="3390" y="2228812"/>
                  </a:lnTo>
                  <a:lnTo>
                    <a:pt x="13246" y="2272919"/>
                  </a:lnTo>
                  <a:lnTo>
                    <a:pt x="29070" y="2314435"/>
                  </a:lnTo>
                  <a:lnTo>
                    <a:pt x="50380" y="2352891"/>
                  </a:lnTo>
                  <a:lnTo>
                    <a:pt x="76708" y="2387777"/>
                  </a:lnTo>
                  <a:lnTo>
                    <a:pt x="107556" y="2418626"/>
                  </a:lnTo>
                  <a:lnTo>
                    <a:pt x="142455" y="2444953"/>
                  </a:lnTo>
                  <a:lnTo>
                    <a:pt x="180898" y="2466263"/>
                  </a:lnTo>
                  <a:lnTo>
                    <a:pt x="222415" y="2482100"/>
                  </a:lnTo>
                  <a:lnTo>
                    <a:pt x="266534" y="2491943"/>
                  </a:lnTo>
                  <a:lnTo>
                    <a:pt x="312750" y="2495334"/>
                  </a:lnTo>
                  <a:lnTo>
                    <a:pt x="1638630" y="2495334"/>
                  </a:lnTo>
                  <a:lnTo>
                    <a:pt x="1743252" y="4281830"/>
                  </a:lnTo>
                  <a:lnTo>
                    <a:pt x="1747888" y="4299407"/>
                  </a:lnTo>
                  <a:lnTo>
                    <a:pt x="1758518" y="4313352"/>
                  </a:lnTo>
                  <a:lnTo>
                    <a:pt x="1773618" y="4322280"/>
                  </a:lnTo>
                  <a:lnTo>
                    <a:pt x="1791601" y="4324832"/>
                  </a:lnTo>
                  <a:lnTo>
                    <a:pt x="1808645" y="4320438"/>
                  </a:lnTo>
                  <a:lnTo>
                    <a:pt x="1822335" y="4310354"/>
                  </a:lnTo>
                  <a:lnTo>
                    <a:pt x="1831428" y="4296016"/>
                  </a:lnTo>
                  <a:lnTo>
                    <a:pt x="1834680" y="4278846"/>
                  </a:lnTo>
                  <a:lnTo>
                    <a:pt x="1822615" y="2495334"/>
                  </a:lnTo>
                  <a:lnTo>
                    <a:pt x="1918182" y="2495334"/>
                  </a:lnTo>
                  <a:lnTo>
                    <a:pt x="1965718" y="2493734"/>
                  </a:lnTo>
                  <a:lnTo>
                    <a:pt x="2012378" y="2488996"/>
                  </a:lnTo>
                  <a:lnTo>
                    <a:pt x="2058085" y="2481237"/>
                  </a:lnTo>
                  <a:lnTo>
                    <a:pt x="2102739" y="2470543"/>
                  </a:lnTo>
                  <a:lnTo>
                    <a:pt x="2146198" y="2457018"/>
                  </a:lnTo>
                  <a:lnTo>
                    <a:pt x="2188400" y="2440787"/>
                  </a:lnTo>
                  <a:lnTo>
                    <a:pt x="2229218" y="2421928"/>
                  </a:lnTo>
                  <a:lnTo>
                    <a:pt x="2268563" y="2400554"/>
                  </a:lnTo>
                  <a:lnTo>
                    <a:pt x="2306320" y="2376779"/>
                  </a:lnTo>
                  <a:lnTo>
                    <a:pt x="2342400" y="2350693"/>
                  </a:lnTo>
                  <a:lnTo>
                    <a:pt x="2376678" y="2322398"/>
                  </a:lnTo>
                  <a:lnTo>
                    <a:pt x="2409063" y="2292007"/>
                  </a:lnTo>
                  <a:lnTo>
                    <a:pt x="2439454" y="2259622"/>
                  </a:lnTo>
                  <a:lnTo>
                    <a:pt x="2467749" y="2225332"/>
                  </a:lnTo>
                  <a:lnTo>
                    <a:pt x="2493835" y="2189264"/>
                  </a:lnTo>
                  <a:lnTo>
                    <a:pt x="2517610" y="2151507"/>
                  </a:lnTo>
                  <a:lnTo>
                    <a:pt x="2538984" y="2112162"/>
                  </a:lnTo>
                  <a:lnTo>
                    <a:pt x="2557843" y="2071344"/>
                  </a:lnTo>
                  <a:lnTo>
                    <a:pt x="2574074" y="2029142"/>
                  </a:lnTo>
                  <a:lnTo>
                    <a:pt x="2587599" y="1985670"/>
                  </a:lnTo>
                  <a:lnTo>
                    <a:pt x="2598293" y="1941029"/>
                  </a:lnTo>
                  <a:lnTo>
                    <a:pt x="2606052" y="1895322"/>
                  </a:lnTo>
                  <a:lnTo>
                    <a:pt x="2610789" y="1848662"/>
                  </a:lnTo>
                  <a:lnTo>
                    <a:pt x="2612390" y="1801126"/>
                  </a:lnTo>
                  <a:lnTo>
                    <a:pt x="2612390" y="436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4953281" y="6753970"/>
              <a:ext cx="1301750" cy="1572260"/>
            </a:xfrm>
            <a:custGeom>
              <a:avLst/>
              <a:gdLst/>
              <a:ahLst/>
              <a:cxnLst/>
              <a:rect l="l" t="t" r="r" b="b"/>
              <a:pathLst>
                <a:path w="1301750" h="1572259">
                  <a:moveTo>
                    <a:pt x="1301332" y="0"/>
                  </a:moveTo>
                  <a:lnTo>
                    <a:pt x="1295408" y="53626"/>
                  </a:lnTo>
                  <a:lnTo>
                    <a:pt x="1288603" y="106485"/>
                  </a:lnTo>
                  <a:lnTo>
                    <a:pt x="1280908" y="158570"/>
                  </a:lnTo>
                  <a:lnTo>
                    <a:pt x="1272315" y="209874"/>
                  </a:lnTo>
                  <a:lnTo>
                    <a:pt x="1262818" y="260391"/>
                  </a:lnTo>
                  <a:lnTo>
                    <a:pt x="1252408" y="310115"/>
                  </a:lnTo>
                  <a:lnTo>
                    <a:pt x="1241077" y="359037"/>
                  </a:lnTo>
                  <a:lnTo>
                    <a:pt x="1228819" y="407152"/>
                  </a:lnTo>
                  <a:lnTo>
                    <a:pt x="1215625" y="454454"/>
                  </a:lnTo>
                  <a:lnTo>
                    <a:pt x="1201489" y="500934"/>
                  </a:lnTo>
                  <a:lnTo>
                    <a:pt x="1186401" y="546588"/>
                  </a:lnTo>
                  <a:lnTo>
                    <a:pt x="1170355" y="591408"/>
                  </a:lnTo>
                  <a:lnTo>
                    <a:pt x="1153343" y="635387"/>
                  </a:lnTo>
                  <a:lnTo>
                    <a:pt x="1135357" y="678519"/>
                  </a:lnTo>
                  <a:lnTo>
                    <a:pt x="1116390" y="720797"/>
                  </a:lnTo>
                  <a:lnTo>
                    <a:pt x="1096434" y="762215"/>
                  </a:lnTo>
                  <a:lnTo>
                    <a:pt x="1075481" y="802766"/>
                  </a:lnTo>
                  <a:lnTo>
                    <a:pt x="1053524" y="842443"/>
                  </a:lnTo>
                  <a:lnTo>
                    <a:pt x="1030555" y="881240"/>
                  </a:lnTo>
                  <a:lnTo>
                    <a:pt x="1006567" y="919150"/>
                  </a:lnTo>
                  <a:lnTo>
                    <a:pt x="981551" y="956166"/>
                  </a:lnTo>
                  <a:lnTo>
                    <a:pt x="955501" y="992282"/>
                  </a:lnTo>
                  <a:lnTo>
                    <a:pt x="928408" y="1027490"/>
                  </a:lnTo>
                  <a:lnTo>
                    <a:pt x="900266" y="1061786"/>
                  </a:lnTo>
                  <a:lnTo>
                    <a:pt x="871065" y="1095161"/>
                  </a:lnTo>
                  <a:lnTo>
                    <a:pt x="840799" y="1127609"/>
                  </a:lnTo>
                  <a:lnTo>
                    <a:pt x="809460" y="1159123"/>
                  </a:lnTo>
                  <a:lnTo>
                    <a:pt x="777041" y="1189698"/>
                  </a:lnTo>
                  <a:lnTo>
                    <a:pt x="743533" y="1219325"/>
                  </a:lnTo>
                  <a:lnTo>
                    <a:pt x="708930" y="1248000"/>
                  </a:lnTo>
                  <a:lnTo>
                    <a:pt x="673223" y="1275714"/>
                  </a:lnTo>
                  <a:lnTo>
                    <a:pt x="636404" y="1302461"/>
                  </a:lnTo>
                  <a:lnTo>
                    <a:pt x="598467" y="1328235"/>
                  </a:lnTo>
                  <a:lnTo>
                    <a:pt x="559404" y="1353028"/>
                  </a:lnTo>
                  <a:lnTo>
                    <a:pt x="519206" y="1376835"/>
                  </a:lnTo>
                  <a:lnTo>
                    <a:pt x="477867" y="1399649"/>
                  </a:lnTo>
                  <a:lnTo>
                    <a:pt x="435378" y="1421463"/>
                  </a:lnTo>
                  <a:lnTo>
                    <a:pt x="391732" y="1442270"/>
                  </a:lnTo>
                  <a:lnTo>
                    <a:pt x="346922" y="1462064"/>
                  </a:lnTo>
                  <a:lnTo>
                    <a:pt x="300940" y="1480838"/>
                  </a:lnTo>
                  <a:lnTo>
                    <a:pt x="253777" y="1498585"/>
                  </a:lnTo>
                  <a:lnTo>
                    <a:pt x="205427" y="1515299"/>
                  </a:lnTo>
                  <a:lnTo>
                    <a:pt x="155882" y="1530973"/>
                  </a:lnTo>
                  <a:lnTo>
                    <a:pt x="105134" y="1545601"/>
                  </a:lnTo>
                  <a:lnTo>
                    <a:pt x="53176" y="1559175"/>
                  </a:lnTo>
                  <a:lnTo>
                    <a:pt x="0" y="1571690"/>
                  </a:lnTo>
                  <a:lnTo>
                    <a:pt x="607122" y="1571690"/>
                  </a:lnTo>
                  <a:lnTo>
                    <a:pt x="654652" y="1570088"/>
                  </a:lnTo>
                  <a:lnTo>
                    <a:pt x="701323" y="1565353"/>
                  </a:lnTo>
                  <a:lnTo>
                    <a:pt x="747030" y="1557586"/>
                  </a:lnTo>
                  <a:lnTo>
                    <a:pt x="791671" y="1546892"/>
                  </a:lnTo>
                  <a:lnTo>
                    <a:pt x="835142" y="1533374"/>
                  </a:lnTo>
                  <a:lnTo>
                    <a:pt x="877340" y="1517136"/>
                  </a:lnTo>
                  <a:lnTo>
                    <a:pt x="918162" y="1498280"/>
                  </a:lnTo>
                  <a:lnTo>
                    <a:pt x="957503" y="1476910"/>
                  </a:lnTo>
                  <a:lnTo>
                    <a:pt x="995262" y="1453130"/>
                  </a:lnTo>
                  <a:lnTo>
                    <a:pt x="1031333" y="1427043"/>
                  </a:lnTo>
                  <a:lnTo>
                    <a:pt x="1065615" y="1398752"/>
                  </a:lnTo>
                  <a:lnTo>
                    <a:pt x="1098003" y="1368361"/>
                  </a:lnTo>
                  <a:lnTo>
                    <a:pt x="1128394" y="1335973"/>
                  </a:lnTo>
                  <a:lnTo>
                    <a:pt x="1156685" y="1301692"/>
                  </a:lnTo>
                  <a:lnTo>
                    <a:pt x="1182772" y="1265620"/>
                  </a:lnTo>
                  <a:lnTo>
                    <a:pt x="1206552" y="1227862"/>
                  </a:lnTo>
                  <a:lnTo>
                    <a:pt x="1227922" y="1188520"/>
                  </a:lnTo>
                  <a:lnTo>
                    <a:pt x="1246777" y="1147699"/>
                  </a:lnTo>
                  <a:lnTo>
                    <a:pt x="1263016" y="1105500"/>
                  </a:lnTo>
                  <a:lnTo>
                    <a:pt x="1276534" y="1062029"/>
                  </a:lnTo>
                  <a:lnTo>
                    <a:pt x="1287228" y="1017388"/>
                  </a:lnTo>
                  <a:lnTo>
                    <a:pt x="1294994" y="971681"/>
                  </a:lnTo>
                  <a:lnTo>
                    <a:pt x="1299730" y="925011"/>
                  </a:lnTo>
                  <a:lnTo>
                    <a:pt x="1301332" y="877481"/>
                  </a:lnTo>
                  <a:lnTo>
                    <a:pt x="1301332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/>
          <p:nvPr/>
        </p:nvSpPr>
        <p:spPr>
          <a:xfrm>
            <a:off x="7808248" y="7970398"/>
            <a:ext cx="745490" cy="1961514"/>
          </a:xfrm>
          <a:custGeom>
            <a:avLst/>
            <a:gdLst/>
            <a:ahLst/>
            <a:cxnLst/>
            <a:rect l="l" t="t" r="r" b="b"/>
            <a:pathLst>
              <a:path w="745490" h="1961515">
                <a:moveTo>
                  <a:pt x="644504" y="0"/>
                </a:moveTo>
                <a:lnTo>
                  <a:pt x="583573" y="32312"/>
                </a:lnTo>
                <a:lnTo>
                  <a:pt x="1760" y="1903669"/>
                </a:lnTo>
                <a:lnTo>
                  <a:pt x="0" y="1920575"/>
                </a:lnTo>
                <a:lnTo>
                  <a:pt x="4489" y="1936465"/>
                </a:lnTo>
                <a:lnTo>
                  <a:pt x="14454" y="1949655"/>
                </a:lnTo>
                <a:lnTo>
                  <a:pt x="29121" y="1958463"/>
                </a:lnTo>
                <a:lnTo>
                  <a:pt x="46564" y="1961056"/>
                </a:lnTo>
                <a:lnTo>
                  <a:pt x="63074" y="1956904"/>
                </a:lnTo>
                <a:lnTo>
                  <a:pt x="740020" y="122341"/>
                </a:lnTo>
                <a:lnTo>
                  <a:pt x="745025" y="81855"/>
                </a:lnTo>
                <a:lnTo>
                  <a:pt x="734797" y="48248"/>
                </a:lnTo>
                <a:lnTo>
                  <a:pt x="712712" y="20929"/>
                </a:lnTo>
                <a:lnTo>
                  <a:pt x="680724" y="3580"/>
                </a:lnTo>
                <a:lnTo>
                  <a:pt x="644504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9409650" y="7969866"/>
            <a:ext cx="195580" cy="1962150"/>
          </a:xfrm>
          <a:custGeom>
            <a:avLst/>
            <a:gdLst/>
            <a:ahLst/>
            <a:cxnLst/>
            <a:rect l="l" t="t" r="r" b="b"/>
            <a:pathLst>
              <a:path w="195579" h="1962150">
                <a:moveTo>
                  <a:pt x="86133" y="0"/>
                </a:moveTo>
                <a:lnTo>
                  <a:pt x="50941" y="9271"/>
                </a:lnTo>
                <a:lnTo>
                  <a:pt x="23009" y="30580"/>
                </a:lnTo>
                <a:lnTo>
                  <a:pt x="5106" y="60809"/>
                </a:lnTo>
                <a:lnTo>
                  <a:pt x="0" y="96845"/>
                </a:lnTo>
                <a:lnTo>
                  <a:pt x="106750" y="1919711"/>
                </a:lnTo>
                <a:lnTo>
                  <a:pt x="110981" y="1936136"/>
                </a:lnTo>
                <a:lnTo>
                  <a:pt x="120700" y="1949452"/>
                </a:lnTo>
                <a:lnTo>
                  <a:pt x="134600" y="1958353"/>
                </a:lnTo>
                <a:lnTo>
                  <a:pt x="151377" y="1961531"/>
                </a:lnTo>
                <a:lnTo>
                  <a:pt x="168643" y="1957923"/>
                </a:lnTo>
                <a:lnTo>
                  <a:pt x="182697" y="1948308"/>
                </a:lnTo>
                <a:lnTo>
                  <a:pt x="192119" y="1934124"/>
                </a:lnTo>
                <a:lnTo>
                  <a:pt x="195491" y="1916810"/>
                </a:lnTo>
                <a:lnTo>
                  <a:pt x="183135" y="90866"/>
                </a:lnTo>
                <a:lnTo>
                  <a:pt x="173707" y="50935"/>
                </a:lnTo>
                <a:lnTo>
                  <a:pt x="122168" y="5101"/>
                </a:lnTo>
                <a:lnTo>
                  <a:pt x="86133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9775433" y="7970047"/>
            <a:ext cx="745490" cy="1961514"/>
          </a:xfrm>
          <a:custGeom>
            <a:avLst/>
            <a:gdLst/>
            <a:ahLst/>
            <a:cxnLst/>
            <a:rect l="l" t="t" r="r" b="b"/>
            <a:pathLst>
              <a:path w="745490" h="1961515">
                <a:moveTo>
                  <a:pt x="96383" y="0"/>
                </a:moveTo>
                <a:lnTo>
                  <a:pt x="60391" y="5357"/>
                </a:lnTo>
                <a:lnTo>
                  <a:pt x="29290" y="24254"/>
                </a:lnTo>
                <a:lnTo>
                  <a:pt x="8568" y="52626"/>
                </a:lnTo>
                <a:lnTo>
                  <a:pt x="0" y="86697"/>
                </a:lnTo>
                <a:lnTo>
                  <a:pt x="5356" y="122693"/>
                </a:lnTo>
                <a:lnTo>
                  <a:pt x="659389" y="1932146"/>
                </a:lnTo>
                <a:lnTo>
                  <a:pt x="668145" y="1946717"/>
                </a:lnTo>
                <a:lnTo>
                  <a:pt x="681281" y="1956719"/>
                </a:lnTo>
                <a:lnTo>
                  <a:pt x="697169" y="1961274"/>
                </a:lnTo>
                <a:lnTo>
                  <a:pt x="714183" y="1959506"/>
                </a:lnTo>
                <a:lnTo>
                  <a:pt x="729689" y="1951099"/>
                </a:lnTo>
                <a:lnTo>
                  <a:pt x="740393" y="1937858"/>
                </a:lnTo>
                <a:lnTo>
                  <a:pt x="745351" y="1921570"/>
                </a:lnTo>
                <a:lnTo>
                  <a:pt x="743617" y="1904021"/>
                </a:lnTo>
                <a:lnTo>
                  <a:pt x="179152" y="64653"/>
                </a:lnTo>
                <a:lnTo>
                  <a:pt x="158829" y="29286"/>
                </a:lnTo>
                <a:lnTo>
                  <a:pt x="96383" y="0"/>
                </a:lnTo>
                <a:close/>
              </a:path>
            </a:pathLst>
          </a:custGeom>
          <a:solidFill>
            <a:srgbClr val="66CC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7" name="object 107" descr=""/>
          <p:cNvGrpSpPr/>
          <p:nvPr/>
        </p:nvGrpSpPr>
        <p:grpSpPr>
          <a:xfrm>
            <a:off x="7969039" y="4032299"/>
            <a:ext cx="3416935" cy="5935980"/>
            <a:chOff x="7969039" y="4032299"/>
            <a:chExt cx="3416935" cy="5935980"/>
          </a:xfrm>
        </p:grpSpPr>
        <p:sp>
          <p:nvSpPr>
            <p:cNvPr id="108" name="object 108" descr=""/>
            <p:cNvSpPr/>
            <p:nvPr/>
          </p:nvSpPr>
          <p:spPr>
            <a:xfrm>
              <a:off x="8723912" y="7969705"/>
              <a:ext cx="196215" cy="1962150"/>
            </a:xfrm>
            <a:custGeom>
              <a:avLst/>
              <a:gdLst/>
              <a:ahLst/>
              <a:cxnLst/>
              <a:rect l="l" t="t" r="r" b="b"/>
              <a:pathLst>
                <a:path w="196215" h="1962150">
                  <a:moveTo>
                    <a:pt x="104625" y="0"/>
                  </a:moveTo>
                  <a:lnTo>
                    <a:pt x="39638" y="26401"/>
                  </a:lnTo>
                  <a:lnTo>
                    <a:pt x="12355" y="91023"/>
                  </a:lnTo>
                  <a:lnTo>
                    <a:pt x="0" y="1916978"/>
                  </a:lnTo>
                  <a:lnTo>
                    <a:pt x="3155" y="1933643"/>
                  </a:lnTo>
                  <a:lnTo>
                    <a:pt x="11983" y="1947562"/>
                  </a:lnTo>
                  <a:lnTo>
                    <a:pt x="25273" y="1957348"/>
                  </a:lnTo>
                  <a:lnTo>
                    <a:pt x="41810" y="1961615"/>
                  </a:lnTo>
                  <a:lnTo>
                    <a:pt x="59275" y="1959141"/>
                  </a:lnTo>
                  <a:lnTo>
                    <a:pt x="88751" y="1919868"/>
                  </a:lnTo>
                  <a:lnTo>
                    <a:pt x="195491" y="97002"/>
                  </a:lnTo>
                  <a:lnTo>
                    <a:pt x="195648" y="92269"/>
                  </a:lnTo>
                  <a:lnTo>
                    <a:pt x="188688" y="56547"/>
                  </a:lnTo>
                  <a:lnTo>
                    <a:pt x="169243" y="27283"/>
                  </a:lnTo>
                  <a:lnTo>
                    <a:pt x="140245" y="7444"/>
                  </a:lnTo>
                  <a:lnTo>
                    <a:pt x="104625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69039" y="4032299"/>
              <a:ext cx="3416880" cy="5935419"/>
            </a:xfrm>
            <a:prstGeom prst="rect">
              <a:avLst/>
            </a:prstGeom>
          </p:spPr>
        </p:pic>
      </p:grpSp>
      <p:grpSp>
        <p:nvGrpSpPr>
          <p:cNvPr id="110" name="object 110" descr=""/>
          <p:cNvGrpSpPr/>
          <p:nvPr/>
        </p:nvGrpSpPr>
        <p:grpSpPr>
          <a:xfrm>
            <a:off x="6180674" y="6692411"/>
            <a:ext cx="1481455" cy="132080"/>
            <a:chOff x="6180674" y="6692411"/>
            <a:chExt cx="1481455" cy="132080"/>
          </a:xfrm>
        </p:grpSpPr>
        <p:sp>
          <p:nvSpPr>
            <p:cNvPr id="111" name="object 111" descr=""/>
            <p:cNvSpPr/>
            <p:nvPr/>
          </p:nvSpPr>
          <p:spPr>
            <a:xfrm>
              <a:off x="6180674" y="6692411"/>
              <a:ext cx="1085850" cy="132080"/>
            </a:xfrm>
            <a:custGeom>
              <a:avLst/>
              <a:gdLst/>
              <a:ahLst/>
              <a:cxnLst/>
              <a:rect l="l" t="t" r="r" b="b"/>
              <a:pathLst>
                <a:path w="1085850" h="132079">
                  <a:moveTo>
                    <a:pt x="1057925" y="0"/>
                  </a:moveTo>
                  <a:lnTo>
                    <a:pt x="34051" y="0"/>
                  </a:lnTo>
                  <a:lnTo>
                    <a:pt x="20889" y="3211"/>
                  </a:lnTo>
                  <a:lnTo>
                    <a:pt x="10055" y="10771"/>
                  </a:lnTo>
                  <a:lnTo>
                    <a:pt x="2706" y="21838"/>
                  </a:lnTo>
                  <a:lnTo>
                    <a:pt x="0" y="35443"/>
                  </a:lnTo>
                  <a:lnTo>
                    <a:pt x="0" y="96436"/>
                  </a:lnTo>
                  <a:lnTo>
                    <a:pt x="2659" y="109904"/>
                  </a:lnTo>
                  <a:lnTo>
                    <a:pt x="9930" y="120968"/>
                  </a:lnTo>
                  <a:lnTo>
                    <a:pt x="20748" y="128591"/>
                  </a:lnTo>
                  <a:lnTo>
                    <a:pt x="34051" y="131734"/>
                  </a:lnTo>
                  <a:lnTo>
                    <a:pt x="34051" y="131870"/>
                  </a:lnTo>
                  <a:lnTo>
                    <a:pt x="1085621" y="131870"/>
                  </a:lnTo>
                  <a:lnTo>
                    <a:pt x="105792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7202711" y="6692848"/>
              <a:ext cx="459740" cy="131445"/>
            </a:xfrm>
            <a:custGeom>
              <a:avLst/>
              <a:gdLst/>
              <a:ahLst/>
              <a:cxnLst/>
              <a:rect l="l" t="t" r="r" b="b"/>
              <a:pathLst>
                <a:path w="459740" h="131445">
                  <a:moveTo>
                    <a:pt x="40930" y="0"/>
                  </a:moveTo>
                  <a:lnTo>
                    <a:pt x="25466" y="987"/>
                  </a:lnTo>
                  <a:lnTo>
                    <a:pt x="12404" y="8078"/>
                  </a:lnTo>
                  <a:lnTo>
                    <a:pt x="3372" y="19881"/>
                  </a:lnTo>
                  <a:lnTo>
                    <a:pt x="0" y="35004"/>
                  </a:lnTo>
                  <a:lnTo>
                    <a:pt x="0" y="95997"/>
                  </a:lnTo>
                  <a:lnTo>
                    <a:pt x="2784" y="109789"/>
                  </a:lnTo>
                  <a:lnTo>
                    <a:pt x="10377" y="121052"/>
                  </a:lnTo>
                  <a:lnTo>
                    <a:pt x="21640" y="128646"/>
                  </a:lnTo>
                  <a:lnTo>
                    <a:pt x="35433" y="131430"/>
                  </a:lnTo>
                  <a:lnTo>
                    <a:pt x="423966" y="131430"/>
                  </a:lnTo>
                  <a:lnTo>
                    <a:pt x="437758" y="128646"/>
                  </a:lnTo>
                  <a:lnTo>
                    <a:pt x="449021" y="121052"/>
                  </a:lnTo>
                  <a:lnTo>
                    <a:pt x="456615" y="109789"/>
                  </a:lnTo>
                  <a:lnTo>
                    <a:pt x="459399" y="95997"/>
                  </a:lnTo>
                  <a:lnTo>
                    <a:pt x="457145" y="83549"/>
                  </a:lnTo>
                  <a:lnTo>
                    <a:pt x="450894" y="72970"/>
                  </a:lnTo>
                  <a:lnTo>
                    <a:pt x="441411" y="65153"/>
                  </a:lnTo>
                  <a:lnTo>
                    <a:pt x="429463" y="60992"/>
                  </a:lnTo>
                  <a:lnTo>
                    <a:pt x="40930" y="0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3" name="object 113" descr=""/>
          <p:cNvGrpSpPr/>
          <p:nvPr/>
        </p:nvGrpSpPr>
        <p:grpSpPr>
          <a:xfrm>
            <a:off x="4770196" y="5040373"/>
            <a:ext cx="2267585" cy="1784350"/>
            <a:chOff x="4770196" y="5040373"/>
            <a:chExt cx="2267585" cy="1784350"/>
          </a:xfrm>
        </p:grpSpPr>
        <p:sp>
          <p:nvSpPr>
            <p:cNvPr id="114" name="object 114" descr=""/>
            <p:cNvSpPr/>
            <p:nvPr/>
          </p:nvSpPr>
          <p:spPr>
            <a:xfrm>
              <a:off x="4770196" y="5040373"/>
              <a:ext cx="2267585" cy="1464310"/>
            </a:xfrm>
            <a:custGeom>
              <a:avLst/>
              <a:gdLst/>
              <a:ahLst/>
              <a:cxnLst/>
              <a:rect l="l" t="t" r="r" b="b"/>
              <a:pathLst>
                <a:path w="2267584" h="1464309">
                  <a:moveTo>
                    <a:pt x="2238455" y="0"/>
                  </a:moveTo>
                  <a:lnTo>
                    <a:pt x="28564" y="0"/>
                  </a:lnTo>
                  <a:lnTo>
                    <a:pt x="17444" y="2245"/>
                  </a:lnTo>
                  <a:lnTo>
                    <a:pt x="8364" y="8370"/>
                  </a:lnTo>
                  <a:lnTo>
                    <a:pt x="2244" y="17453"/>
                  </a:lnTo>
                  <a:lnTo>
                    <a:pt x="0" y="28575"/>
                  </a:lnTo>
                  <a:lnTo>
                    <a:pt x="0" y="1435244"/>
                  </a:lnTo>
                  <a:lnTo>
                    <a:pt x="2244" y="1446366"/>
                  </a:lnTo>
                  <a:lnTo>
                    <a:pt x="8364" y="1455449"/>
                  </a:lnTo>
                  <a:lnTo>
                    <a:pt x="17444" y="1461573"/>
                  </a:lnTo>
                  <a:lnTo>
                    <a:pt x="28564" y="1463819"/>
                  </a:lnTo>
                  <a:lnTo>
                    <a:pt x="2238455" y="1463819"/>
                  </a:lnTo>
                  <a:lnTo>
                    <a:pt x="2249575" y="1461573"/>
                  </a:lnTo>
                  <a:lnTo>
                    <a:pt x="2258655" y="1455449"/>
                  </a:lnTo>
                  <a:lnTo>
                    <a:pt x="2264775" y="1446366"/>
                  </a:lnTo>
                  <a:lnTo>
                    <a:pt x="2267019" y="1435244"/>
                  </a:lnTo>
                  <a:lnTo>
                    <a:pt x="2267019" y="28575"/>
                  </a:lnTo>
                  <a:lnTo>
                    <a:pt x="2264775" y="17453"/>
                  </a:lnTo>
                  <a:lnTo>
                    <a:pt x="2258655" y="8370"/>
                  </a:lnTo>
                  <a:lnTo>
                    <a:pt x="2249575" y="2245"/>
                  </a:lnTo>
                  <a:lnTo>
                    <a:pt x="2238455" y="0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544172" y="5040382"/>
              <a:ext cx="1493520" cy="1784350"/>
            </a:xfrm>
            <a:custGeom>
              <a:avLst/>
              <a:gdLst/>
              <a:ahLst/>
              <a:cxnLst/>
              <a:rect l="l" t="t" r="r" b="b"/>
              <a:pathLst>
                <a:path w="1493520" h="1784350">
                  <a:moveTo>
                    <a:pt x="829741" y="1748929"/>
                  </a:moveTo>
                  <a:lnTo>
                    <a:pt x="826998" y="1735315"/>
                  </a:lnTo>
                  <a:lnTo>
                    <a:pt x="819505" y="1724202"/>
                  </a:lnTo>
                  <a:lnTo>
                    <a:pt x="808380" y="1716709"/>
                  </a:lnTo>
                  <a:lnTo>
                    <a:pt x="794766" y="1713966"/>
                  </a:lnTo>
                  <a:lnTo>
                    <a:pt x="619340" y="1713966"/>
                  </a:lnTo>
                  <a:lnTo>
                    <a:pt x="569188" y="1703832"/>
                  </a:lnTo>
                  <a:lnTo>
                    <a:pt x="528231" y="1676222"/>
                  </a:lnTo>
                  <a:lnTo>
                    <a:pt x="500608" y="1635264"/>
                  </a:lnTo>
                  <a:lnTo>
                    <a:pt x="490486" y="1585112"/>
                  </a:lnTo>
                  <a:lnTo>
                    <a:pt x="490486" y="870419"/>
                  </a:lnTo>
                  <a:lnTo>
                    <a:pt x="484987" y="843191"/>
                  </a:lnTo>
                  <a:lnTo>
                    <a:pt x="470001" y="820953"/>
                  </a:lnTo>
                  <a:lnTo>
                    <a:pt x="447763" y="805967"/>
                  </a:lnTo>
                  <a:lnTo>
                    <a:pt x="444030" y="805218"/>
                  </a:lnTo>
                  <a:lnTo>
                    <a:pt x="443903" y="800468"/>
                  </a:lnTo>
                  <a:lnTo>
                    <a:pt x="420535" y="800468"/>
                  </a:lnTo>
                  <a:lnTo>
                    <a:pt x="69951" y="800468"/>
                  </a:lnTo>
                  <a:lnTo>
                    <a:pt x="42722" y="805967"/>
                  </a:lnTo>
                  <a:lnTo>
                    <a:pt x="20497" y="820953"/>
                  </a:lnTo>
                  <a:lnTo>
                    <a:pt x="5499" y="843191"/>
                  </a:lnTo>
                  <a:lnTo>
                    <a:pt x="0" y="870419"/>
                  </a:lnTo>
                  <a:lnTo>
                    <a:pt x="0" y="1585112"/>
                  </a:lnTo>
                  <a:lnTo>
                    <a:pt x="5257" y="1630692"/>
                  </a:lnTo>
                  <a:lnTo>
                    <a:pt x="20205" y="1672526"/>
                  </a:lnTo>
                  <a:lnTo>
                    <a:pt x="43675" y="1709445"/>
                  </a:lnTo>
                  <a:lnTo>
                    <a:pt x="74460" y="1740230"/>
                  </a:lnTo>
                  <a:lnTo>
                    <a:pt x="111379" y="1763699"/>
                  </a:lnTo>
                  <a:lnTo>
                    <a:pt x="153225" y="1778660"/>
                  </a:lnTo>
                  <a:lnTo>
                    <a:pt x="198805" y="1783905"/>
                  </a:lnTo>
                  <a:lnTo>
                    <a:pt x="619340" y="1783905"/>
                  </a:lnTo>
                  <a:lnTo>
                    <a:pt x="752983" y="1783905"/>
                  </a:lnTo>
                  <a:lnTo>
                    <a:pt x="794766" y="1783905"/>
                  </a:lnTo>
                  <a:lnTo>
                    <a:pt x="808380" y="1781162"/>
                  </a:lnTo>
                  <a:lnTo>
                    <a:pt x="819505" y="1773669"/>
                  </a:lnTo>
                  <a:lnTo>
                    <a:pt x="826998" y="1762544"/>
                  </a:lnTo>
                  <a:lnTo>
                    <a:pt x="829741" y="1748929"/>
                  </a:lnTo>
                  <a:close/>
                </a:path>
                <a:path w="1493520" h="1784350">
                  <a:moveTo>
                    <a:pt x="1493037" y="56261"/>
                  </a:moveTo>
                  <a:lnTo>
                    <a:pt x="1488617" y="34366"/>
                  </a:lnTo>
                  <a:lnTo>
                    <a:pt x="1476552" y="16484"/>
                  </a:lnTo>
                  <a:lnTo>
                    <a:pt x="1458671" y="4419"/>
                  </a:lnTo>
                  <a:lnTo>
                    <a:pt x="1436776" y="0"/>
                  </a:lnTo>
                  <a:lnTo>
                    <a:pt x="1366824" y="0"/>
                  </a:lnTo>
                  <a:lnTo>
                    <a:pt x="1388719" y="4419"/>
                  </a:lnTo>
                  <a:lnTo>
                    <a:pt x="1406613" y="16484"/>
                  </a:lnTo>
                  <a:lnTo>
                    <a:pt x="1418666" y="34366"/>
                  </a:lnTo>
                  <a:lnTo>
                    <a:pt x="1423085" y="56261"/>
                  </a:lnTo>
                  <a:lnTo>
                    <a:pt x="1423085" y="1407553"/>
                  </a:lnTo>
                  <a:lnTo>
                    <a:pt x="1418666" y="1429448"/>
                  </a:lnTo>
                  <a:lnTo>
                    <a:pt x="1406613" y="1447342"/>
                  </a:lnTo>
                  <a:lnTo>
                    <a:pt x="1388719" y="1459395"/>
                  </a:lnTo>
                  <a:lnTo>
                    <a:pt x="1366824" y="1463814"/>
                  </a:lnTo>
                  <a:lnTo>
                    <a:pt x="1436776" y="1463814"/>
                  </a:lnTo>
                  <a:lnTo>
                    <a:pt x="1458671" y="1459395"/>
                  </a:lnTo>
                  <a:lnTo>
                    <a:pt x="1476552" y="1447342"/>
                  </a:lnTo>
                  <a:lnTo>
                    <a:pt x="1488617" y="1429448"/>
                  </a:lnTo>
                  <a:lnTo>
                    <a:pt x="1493037" y="1407553"/>
                  </a:lnTo>
                  <a:lnTo>
                    <a:pt x="1493037" y="56261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6" name="object 116" descr=""/>
          <p:cNvGrpSpPr/>
          <p:nvPr/>
        </p:nvGrpSpPr>
        <p:grpSpPr>
          <a:xfrm>
            <a:off x="4159835" y="6824284"/>
            <a:ext cx="7785734" cy="3101340"/>
            <a:chOff x="4159835" y="6824284"/>
            <a:chExt cx="7785734" cy="3101340"/>
          </a:xfrm>
        </p:grpSpPr>
        <p:sp>
          <p:nvSpPr>
            <p:cNvPr id="117" name="object 117" descr=""/>
            <p:cNvSpPr/>
            <p:nvPr/>
          </p:nvSpPr>
          <p:spPr>
            <a:xfrm>
              <a:off x="4409080" y="6993242"/>
              <a:ext cx="332740" cy="2932430"/>
            </a:xfrm>
            <a:custGeom>
              <a:avLst/>
              <a:gdLst/>
              <a:ahLst/>
              <a:cxnLst/>
              <a:rect l="l" t="t" r="r" b="b"/>
              <a:pathLst>
                <a:path w="332739" h="2932429">
                  <a:moveTo>
                    <a:pt x="332639" y="0"/>
                  </a:moveTo>
                  <a:lnTo>
                    <a:pt x="0" y="0"/>
                  </a:lnTo>
                  <a:lnTo>
                    <a:pt x="0" y="2931868"/>
                  </a:lnTo>
                  <a:lnTo>
                    <a:pt x="332639" y="2931868"/>
                  </a:lnTo>
                  <a:lnTo>
                    <a:pt x="33263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4741719" y="6993242"/>
              <a:ext cx="2242820" cy="2932430"/>
            </a:xfrm>
            <a:custGeom>
              <a:avLst/>
              <a:gdLst/>
              <a:ahLst/>
              <a:cxnLst/>
              <a:rect l="l" t="t" r="r" b="b"/>
              <a:pathLst>
                <a:path w="2242820" h="2932429">
                  <a:moveTo>
                    <a:pt x="2242256" y="0"/>
                  </a:moveTo>
                  <a:lnTo>
                    <a:pt x="0" y="0"/>
                  </a:lnTo>
                  <a:lnTo>
                    <a:pt x="0" y="2931868"/>
                  </a:lnTo>
                  <a:lnTo>
                    <a:pt x="2242256" y="2931868"/>
                  </a:lnTo>
                  <a:lnTo>
                    <a:pt x="2242256" y="0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4974256" y="7225790"/>
              <a:ext cx="1777364" cy="2466975"/>
            </a:xfrm>
            <a:custGeom>
              <a:avLst/>
              <a:gdLst/>
              <a:ahLst/>
              <a:cxnLst/>
              <a:rect l="l" t="t" r="r" b="b"/>
              <a:pathLst>
                <a:path w="1777365" h="2466975">
                  <a:moveTo>
                    <a:pt x="1777171" y="0"/>
                  </a:moveTo>
                  <a:lnTo>
                    <a:pt x="0" y="0"/>
                  </a:lnTo>
                  <a:lnTo>
                    <a:pt x="0" y="2466773"/>
                  </a:lnTo>
                  <a:lnTo>
                    <a:pt x="1777171" y="2466773"/>
                  </a:lnTo>
                  <a:lnTo>
                    <a:pt x="1777171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4409071" y="6993248"/>
              <a:ext cx="2574925" cy="2290445"/>
            </a:xfrm>
            <a:custGeom>
              <a:avLst/>
              <a:gdLst/>
              <a:ahLst/>
              <a:cxnLst/>
              <a:rect l="l" t="t" r="r" b="b"/>
              <a:pathLst>
                <a:path w="2574925" h="2290445">
                  <a:moveTo>
                    <a:pt x="2342350" y="2124265"/>
                  </a:moveTo>
                  <a:lnTo>
                    <a:pt x="565175" y="2124265"/>
                  </a:lnTo>
                  <a:lnTo>
                    <a:pt x="565175" y="2154123"/>
                  </a:lnTo>
                  <a:lnTo>
                    <a:pt x="1039583" y="2154123"/>
                  </a:lnTo>
                  <a:lnTo>
                    <a:pt x="1120279" y="2289924"/>
                  </a:lnTo>
                  <a:lnTo>
                    <a:pt x="1787258" y="2289924"/>
                  </a:lnTo>
                  <a:lnTo>
                    <a:pt x="1867941" y="2154123"/>
                  </a:lnTo>
                  <a:lnTo>
                    <a:pt x="2342350" y="2154123"/>
                  </a:lnTo>
                  <a:lnTo>
                    <a:pt x="2342350" y="2124265"/>
                  </a:lnTo>
                  <a:close/>
                </a:path>
                <a:path w="2574925" h="2290445">
                  <a:moveTo>
                    <a:pt x="2342350" y="1451013"/>
                  </a:moveTo>
                  <a:lnTo>
                    <a:pt x="565175" y="1451013"/>
                  </a:lnTo>
                  <a:lnTo>
                    <a:pt x="565175" y="1480870"/>
                  </a:lnTo>
                  <a:lnTo>
                    <a:pt x="1039571" y="1480870"/>
                  </a:lnTo>
                  <a:lnTo>
                    <a:pt x="1120279" y="1616684"/>
                  </a:lnTo>
                  <a:lnTo>
                    <a:pt x="1787258" y="1616684"/>
                  </a:lnTo>
                  <a:lnTo>
                    <a:pt x="1867954" y="1480870"/>
                  </a:lnTo>
                  <a:lnTo>
                    <a:pt x="2342350" y="1480870"/>
                  </a:lnTo>
                  <a:lnTo>
                    <a:pt x="2342350" y="1451013"/>
                  </a:lnTo>
                  <a:close/>
                </a:path>
                <a:path w="2574925" h="2290445">
                  <a:moveTo>
                    <a:pt x="2342350" y="777735"/>
                  </a:moveTo>
                  <a:lnTo>
                    <a:pt x="565175" y="777735"/>
                  </a:lnTo>
                  <a:lnTo>
                    <a:pt x="565175" y="807593"/>
                  </a:lnTo>
                  <a:lnTo>
                    <a:pt x="1039558" y="807593"/>
                  </a:lnTo>
                  <a:lnTo>
                    <a:pt x="1120279" y="943432"/>
                  </a:lnTo>
                  <a:lnTo>
                    <a:pt x="1787258" y="943432"/>
                  </a:lnTo>
                  <a:lnTo>
                    <a:pt x="1867966" y="807593"/>
                  </a:lnTo>
                  <a:lnTo>
                    <a:pt x="2342350" y="807593"/>
                  </a:lnTo>
                  <a:lnTo>
                    <a:pt x="2342350" y="777735"/>
                  </a:lnTo>
                  <a:close/>
                </a:path>
                <a:path w="2574925" h="2290445">
                  <a:moveTo>
                    <a:pt x="2574899" y="0"/>
                  </a:moveTo>
                  <a:lnTo>
                    <a:pt x="0" y="0"/>
                  </a:lnTo>
                  <a:lnTo>
                    <a:pt x="0" y="119430"/>
                  </a:lnTo>
                  <a:lnTo>
                    <a:pt x="257489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4159834" y="6824287"/>
              <a:ext cx="7785734" cy="509270"/>
            </a:xfrm>
            <a:custGeom>
              <a:avLst/>
              <a:gdLst/>
              <a:ahLst/>
              <a:cxnLst/>
              <a:rect l="l" t="t" r="r" b="b"/>
              <a:pathLst>
                <a:path w="7785734" h="509270">
                  <a:moveTo>
                    <a:pt x="7785405" y="88417"/>
                  </a:moveTo>
                  <a:lnTo>
                    <a:pt x="7778458" y="54000"/>
                  </a:lnTo>
                  <a:lnTo>
                    <a:pt x="7759509" y="25895"/>
                  </a:lnTo>
                  <a:lnTo>
                    <a:pt x="7731404" y="6946"/>
                  </a:lnTo>
                  <a:lnTo>
                    <a:pt x="7696987" y="0"/>
                  </a:lnTo>
                  <a:lnTo>
                    <a:pt x="88417" y="0"/>
                  </a:lnTo>
                  <a:lnTo>
                    <a:pt x="53987" y="6946"/>
                  </a:lnTo>
                  <a:lnTo>
                    <a:pt x="25895" y="25895"/>
                  </a:lnTo>
                  <a:lnTo>
                    <a:pt x="6946" y="54000"/>
                  </a:lnTo>
                  <a:lnTo>
                    <a:pt x="0" y="88417"/>
                  </a:lnTo>
                  <a:lnTo>
                    <a:pt x="6946" y="122834"/>
                  </a:lnTo>
                  <a:lnTo>
                    <a:pt x="25895" y="150939"/>
                  </a:lnTo>
                  <a:lnTo>
                    <a:pt x="53987" y="169887"/>
                  </a:lnTo>
                  <a:lnTo>
                    <a:pt x="88417" y="176834"/>
                  </a:lnTo>
                  <a:lnTo>
                    <a:pt x="6812394" y="176834"/>
                  </a:lnTo>
                  <a:lnTo>
                    <a:pt x="6850354" y="508774"/>
                  </a:lnTo>
                  <a:lnTo>
                    <a:pt x="7477392" y="508774"/>
                  </a:lnTo>
                  <a:lnTo>
                    <a:pt x="7515326" y="176834"/>
                  </a:lnTo>
                  <a:lnTo>
                    <a:pt x="7696987" y="176834"/>
                  </a:lnTo>
                  <a:lnTo>
                    <a:pt x="7731404" y="169887"/>
                  </a:lnTo>
                  <a:lnTo>
                    <a:pt x="7759509" y="150939"/>
                  </a:lnTo>
                  <a:lnTo>
                    <a:pt x="7778458" y="122834"/>
                  </a:lnTo>
                  <a:lnTo>
                    <a:pt x="7785405" y="88417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0972235" y="7001116"/>
              <a:ext cx="702945" cy="97155"/>
            </a:xfrm>
            <a:custGeom>
              <a:avLst/>
              <a:gdLst/>
              <a:ahLst/>
              <a:cxnLst/>
              <a:rect l="l" t="t" r="r" b="b"/>
              <a:pathLst>
                <a:path w="702945" h="97154">
                  <a:moveTo>
                    <a:pt x="702931" y="0"/>
                  </a:moveTo>
                  <a:lnTo>
                    <a:pt x="0" y="0"/>
                  </a:lnTo>
                  <a:lnTo>
                    <a:pt x="11078" y="96876"/>
                  </a:lnTo>
                  <a:lnTo>
                    <a:pt x="70293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0933176" y="7333062"/>
              <a:ext cx="781050" cy="2592070"/>
            </a:xfrm>
            <a:custGeom>
              <a:avLst/>
              <a:gdLst/>
              <a:ahLst/>
              <a:cxnLst/>
              <a:rect l="l" t="t" r="r" b="b"/>
              <a:pathLst>
                <a:path w="781050" h="2592070">
                  <a:moveTo>
                    <a:pt x="780491" y="2592057"/>
                  </a:moveTo>
                  <a:lnTo>
                    <a:pt x="657707" y="0"/>
                  </a:lnTo>
                  <a:lnTo>
                    <a:pt x="449110" y="0"/>
                  </a:lnTo>
                  <a:lnTo>
                    <a:pt x="522287" y="681139"/>
                  </a:lnTo>
                  <a:lnTo>
                    <a:pt x="258191" y="681139"/>
                  </a:lnTo>
                  <a:lnTo>
                    <a:pt x="331368" y="0"/>
                  </a:lnTo>
                  <a:lnTo>
                    <a:pt x="122821" y="0"/>
                  </a:lnTo>
                  <a:lnTo>
                    <a:pt x="0" y="2592057"/>
                  </a:lnTo>
                  <a:lnTo>
                    <a:pt x="52895" y="2592057"/>
                  </a:lnTo>
                  <a:lnTo>
                    <a:pt x="248386" y="772388"/>
                  </a:lnTo>
                  <a:lnTo>
                    <a:pt x="532091" y="772388"/>
                  </a:lnTo>
                  <a:lnTo>
                    <a:pt x="727608" y="2592057"/>
                  </a:lnTo>
                  <a:lnTo>
                    <a:pt x="780491" y="2592057"/>
                  </a:lnTo>
                  <a:close/>
                </a:path>
              </a:pathLst>
            </a:custGeom>
            <a:solidFill>
              <a:srgbClr val="EBFA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4" name="object 124" descr=""/>
          <p:cNvGrpSpPr/>
          <p:nvPr/>
        </p:nvGrpSpPr>
        <p:grpSpPr>
          <a:xfrm>
            <a:off x="14409453" y="4436255"/>
            <a:ext cx="1242060" cy="2147570"/>
            <a:chOff x="14409453" y="4436255"/>
            <a:chExt cx="1242060" cy="2147570"/>
          </a:xfrm>
        </p:grpSpPr>
        <p:sp>
          <p:nvSpPr>
            <p:cNvPr id="125" name="object 125" descr=""/>
            <p:cNvSpPr/>
            <p:nvPr/>
          </p:nvSpPr>
          <p:spPr>
            <a:xfrm>
              <a:off x="14568024" y="4436255"/>
              <a:ext cx="965200" cy="934085"/>
            </a:xfrm>
            <a:custGeom>
              <a:avLst/>
              <a:gdLst/>
              <a:ahLst/>
              <a:cxnLst/>
              <a:rect l="l" t="t" r="r" b="b"/>
              <a:pathLst>
                <a:path w="965200" h="934085">
                  <a:moveTo>
                    <a:pt x="249725" y="0"/>
                  </a:moveTo>
                  <a:lnTo>
                    <a:pt x="133225" y="41357"/>
                  </a:lnTo>
                  <a:lnTo>
                    <a:pt x="100021" y="174482"/>
                  </a:lnTo>
                  <a:lnTo>
                    <a:pt x="115567" y="439640"/>
                  </a:lnTo>
                  <a:lnTo>
                    <a:pt x="113478" y="705266"/>
                  </a:lnTo>
                  <a:lnTo>
                    <a:pt x="71978" y="841676"/>
                  </a:lnTo>
                  <a:lnTo>
                    <a:pt x="23380" y="891940"/>
                  </a:lnTo>
                  <a:lnTo>
                    <a:pt x="0" y="899124"/>
                  </a:lnTo>
                  <a:lnTo>
                    <a:pt x="24995" y="911001"/>
                  </a:lnTo>
                  <a:lnTo>
                    <a:pt x="39918" y="917100"/>
                  </a:lnTo>
                  <a:lnTo>
                    <a:pt x="50701" y="919347"/>
                  </a:lnTo>
                  <a:lnTo>
                    <a:pt x="63275" y="919668"/>
                  </a:lnTo>
                  <a:lnTo>
                    <a:pt x="80772" y="912924"/>
                  </a:lnTo>
                  <a:lnTo>
                    <a:pt x="90359" y="907812"/>
                  </a:lnTo>
                  <a:lnTo>
                    <a:pt x="95418" y="901753"/>
                  </a:lnTo>
                  <a:lnTo>
                    <a:pt x="99326" y="892171"/>
                  </a:lnTo>
                  <a:lnTo>
                    <a:pt x="95767" y="907074"/>
                  </a:lnTo>
                  <a:lnTo>
                    <a:pt x="93156" y="915551"/>
                  </a:lnTo>
                  <a:lnTo>
                    <a:pt x="90212" y="920759"/>
                  </a:lnTo>
                  <a:lnTo>
                    <a:pt x="85651" y="925856"/>
                  </a:lnTo>
                  <a:lnTo>
                    <a:pt x="182685" y="933764"/>
                  </a:lnTo>
                  <a:lnTo>
                    <a:pt x="240895" y="931633"/>
                  </a:lnTo>
                  <a:lnTo>
                    <a:pt x="283560" y="915175"/>
                  </a:lnTo>
                  <a:lnTo>
                    <a:pt x="333958" y="880098"/>
                  </a:lnTo>
                  <a:lnTo>
                    <a:pt x="389734" y="819926"/>
                  </a:lnTo>
                  <a:lnTo>
                    <a:pt x="416446" y="778571"/>
                  </a:lnTo>
                  <a:lnTo>
                    <a:pt x="440890" y="732652"/>
                  </a:lnTo>
                  <a:lnTo>
                    <a:pt x="461954" y="684379"/>
                  </a:lnTo>
                  <a:lnTo>
                    <a:pt x="478524" y="635964"/>
                  </a:lnTo>
                  <a:lnTo>
                    <a:pt x="489490" y="589617"/>
                  </a:lnTo>
                  <a:lnTo>
                    <a:pt x="493736" y="547550"/>
                  </a:lnTo>
                  <a:lnTo>
                    <a:pt x="490152" y="511973"/>
                  </a:lnTo>
                  <a:lnTo>
                    <a:pt x="604160" y="612266"/>
                  </a:lnTo>
                  <a:lnTo>
                    <a:pt x="643913" y="683396"/>
                  </a:lnTo>
                  <a:lnTo>
                    <a:pt x="610987" y="759290"/>
                  </a:lnTo>
                  <a:lnTo>
                    <a:pt x="506958" y="873878"/>
                  </a:lnTo>
                  <a:lnTo>
                    <a:pt x="597094" y="881791"/>
                  </a:lnTo>
                  <a:lnTo>
                    <a:pt x="648681" y="881616"/>
                  </a:lnTo>
                  <a:lnTo>
                    <a:pt x="681107" y="870824"/>
                  </a:lnTo>
                  <a:lnTo>
                    <a:pt x="713758" y="846884"/>
                  </a:lnTo>
                  <a:lnTo>
                    <a:pt x="707659" y="858808"/>
                  </a:lnTo>
                  <a:lnTo>
                    <a:pt x="703563" y="865860"/>
                  </a:lnTo>
                  <a:lnTo>
                    <a:pt x="699615" y="870812"/>
                  </a:lnTo>
                  <a:lnTo>
                    <a:pt x="693957" y="876433"/>
                  </a:lnTo>
                  <a:lnTo>
                    <a:pt x="794924" y="879121"/>
                  </a:lnTo>
                  <a:lnTo>
                    <a:pt x="853998" y="875165"/>
                  </a:lnTo>
                  <a:lnTo>
                    <a:pt x="894059" y="860196"/>
                  </a:lnTo>
                  <a:lnTo>
                    <a:pt x="937981" y="829848"/>
                  </a:lnTo>
                  <a:lnTo>
                    <a:pt x="956481" y="787179"/>
                  </a:lnTo>
                  <a:lnTo>
                    <a:pt x="963178" y="734155"/>
                  </a:lnTo>
                  <a:lnTo>
                    <a:pt x="964577" y="701722"/>
                  </a:lnTo>
                  <a:lnTo>
                    <a:pt x="964560" y="665987"/>
                  </a:lnTo>
                  <a:lnTo>
                    <a:pt x="963041" y="627435"/>
                  </a:lnTo>
                  <a:lnTo>
                    <a:pt x="959934" y="586548"/>
                  </a:lnTo>
                  <a:lnTo>
                    <a:pt x="955151" y="543813"/>
                  </a:lnTo>
                  <a:lnTo>
                    <a:pt x="948608" y="499711"/>
                  </a:lnTo>
                  <a:lnTo>
                    <a:pt x="940216" y="454728"/>
                  </a:lnTo>
                  <a:lnTo>
                    <a:pt x="929890" y="409348"/>
                  </a:lnTo>
                  <a:lnTo>
                    <a:pt x="917544" y="364055"/>
                  </a:lnTo>
                  <a:lnTo>
                    <a:pt x="903089" y="319332"/>
                  </a:lnTo>
                  <a:lnTo>
                    <a:pt x="886442" y="275665"/>
                  </a:lnTo>
                  <a:lnTo>
                    <a:pt x="867513" y="233536"/>
                  </a:lnTo>
                  <a:lnTo>
                    <a:pt x="846218" y="193431"/>
                  </a:lnTo>
                  <a:lnTo>
                    <a:pt x="822470" y="155832"/>
                  </a:lnTo>
                  <a:lnTo>
                    <a:pt x="796182" y="121225"/>
                  </a:lnTo>
                  <a:lnTo>
                    <a:pt x="767268" y="90093"/>
                  </a:lnTo>
                  <a:lnTo>
                    <a:pt x="735641" y="62921"/>
                  </a:lnTo>
                  <a:lnTo>
                    <a:pt x="701215" y="40193"/>
                  </a:lnTo>
                  <a:lnTo>
                    <a:pt x="663903" y="22392"/>
                  </a:lnTo>
                  <a:lnTo>
                    <a:pt x="623619" y="10002"/>
                  </a:lnTo>
                  <a:lnTo>
                    <a:pt x="580276" y="3509"/>
                  </a:lnTo>
                  <a:lnTo>
                    <a:pt x="533788" y="3395"/>
                  </a:lnTo>
                  <a:lnTo>
                    <a:pt x="484069" y="10145"/>
                  </a:lnTo>
                  <a:lnTo>
                    <a:pt x="249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4409453" y="5168601"/>
              <a:ext cx="1242060" cy="1415415"/>
            </a:xfrm>
            <a:custGeom>
              <a:avLst/>
              <a:gdLst/>
              <a:ahLst/>
              <a:cxnLst/>
              <a:rect l="l" t="t" r="r" b="b"/>
              <a:pathLst>
                <a:path w="1242059" h="1415415">
                  <a:moveTo>
                    <a:pt x="745631" y="0"/>
                  </a:moveTo>
                  <a:lnTo>
                    <a:pt x="377025" y="71306"/>
                  </a:lnTo>
                  <a:lnTo>
                    <a:pt x="381605" y="134736"/>
                  </a:lnTo>
                  <a:lnTo>
                    <a:pt x="383979" y="177524"/>
                  </a:lnTo>
                  <a:lnTo>
                    <a:pt x="384910" y="219152"/>
                  </a:lnTo>
                  <a:lnTo>
                    <a:pt x="385161" y="279101"/>
                  </a:lnTo>
                  <a:lnTo>
                    <a:pt x="384266" y="341178"/>
                  </a:lnTo>
                  <a:lnTo>
                    <a:pt x="380612" y="396593"/>
                  </a:lnTo>
                  <a:lnTo>
                    <a:pt x="373262" y="438138"/>
                  </a:lnTo>
                  <a:lnTo>
                    <a:pt x="361276" y="458603"/>
                  </a:lnTo>
                  <a:lnTo>
                    <a:pt x="343241" y="460578"/>
                  </a:lnTo>
                  <a:lnTo>
                    <a:pt x="327972" y="462767"/>
                  </a:lnTo>
                  <a:lnTo>
                    <a:pt x="142925" y="586382"/>
                  </a:lnTo>
                  <a:lnTo>
                    <a:pt x="53434" y="676351"/>
                  </a:lnTo>
                  <a:lnTo>
                    <a:pt x="15587" y="779819"/>
                  </a:lnTo>
                  <a:lnTo>
                    <a:pt x="0" y="941426"/>
                  </a:lnTo>
                  <a:lnTo>
                    <a:pt x="1129" y="974124"/>
                  </a:lnTo>
                  <a:lnTo>
                    <a:pt x="22760" y="1036000"/>
                  </a:lnTo>
                  <a:lnTo>
                    <a:pt x="67423" y="1093188"/>
                  </a:lnTo>
                  <a:lnTo>
                    <a:pt x="97343" y="1120025"/>
                  </a:lnTo>
                  <a:lnTo>
                    <a:pt x="131763" y="1145691"/>
                  </a:lnTo>
                  <a:lnTo>
                    <a:pt x="170262" y="1170187"/>
                  </a:lnTo>
                  <a:lnTo>
                    <a:pt x="212422" y="1193513"/>
                  </a:lnTo>
                  <a:lnTo>
                    <a:pt x="257822" y="1215670"/>
                  </a:lnTo>
                  <a:lnTo>
                    <a:pt x="306043" y="1236658"/>
                  </a:lnTo>
                  <a:lnTo>
                    <a:pt x="356666" y="1256478"/>
                  </a:lnTo>
                  <a:lnTo>
                    <a:pt x="409271" y="1275129"/>
                  </a:lnTo>
                  <a:lnTo>
                    <a:pt x="463438" y="1292614"/>
                  </a:lnTo>
                  <a:lnTo>
                    <a:pt x="518747" y="1308931"/>
                  </a:lnTo>
                  <a:lnTo>
                    <a:pt x="574780" y="1324081"/>
                  </a:lnTo>
                  <a:lnTo>
                    <a:pt x="631117" y="1338066"/>
                  </a:lnTo>
                  <a:lnTo>
                    <a:pt x="687337" y="1350885"/>
                  </a:lnTo>
                  <a:lnTo>
                    <a:pt x="743021" y="1362539"/>
                  </a:lnTo>
                  <a:lnTo>
                    <a:pt x="797751" y="1373028"/>
                  </a:lnTo>
                  <a:lnTo>
                    <a:pt x="851106" y="1382353"/>
                  </a:lnTo>
                  <a:lnTo>
                    <a:pt x="902666" y="1390514"/>
                  </a:lnTo>
                  <a:lnTo>
                    <a:pt x="952012" y="1397512"/>
                  </a:lnTo>
                  <a:lnTo>
                    <a:pt x="998725" y="1403347"/>
                  </a:lnTo>
                  <a:lnTo>
                    <a:pt x="1042384" y="1408020"/>
                  </a:lnTo>
                  <a:lnTo>
                    <a:pt x="1082571" y="1411530"/>
                  </a:lnTo>
                  <a:lnTo>
                    <a:pt x="1150848" y="1415068"/>
                  </a:lnTo>
                  <a:lnTo>
                    <a:pt x="1178099" y="1415096"/>
                  </a:lnTo>
                  <a:lnTo>
                    <a:pt x="1200199" y="1413964"/>
                  </a:lnTo>
                  <a:lnTo>
                    <a:pt x="1238445" y="1344844"/>
                  </a:lnTo>
                  <a:lnTo>
                    <a:pt x="1241918" y="1285905"/>
                  </a:lnTo>
                  <a:lnTo>
                    <a:pt x="1242029" y="1227036"/>
                  </a:lnTo>
                  <a:lnTo>
                    <a:pt x="1238994" y="1168478"/>
                  </a:lnTo>
                  <a:lnTo>
                    <a:pt x="1233027" y="1110471"/>
                  </a:lnTo>
                  <a:lnTo>
                    <a:pt x="1224341" y="1053257"/>
                  </a:lnTo>
                  <a:lnTo>
                    <a:pt x="1213152" y="997078"/>
                  </a:lnTo>
                  <a:lnTo>
                    <a:pt x="1199674" y="942174"/>
                  </a:lnTo>
                  <a:lnTo>
                    <a:pt x="1184121" y="888786"/>
                  </a:lnTo>
                  <a:lnTo>
                    <a:pt x="1166708" y="837155"/>
                  </a:lnTo>
                  <a:lnTo>
                    <a:pt x="1147649" y="787524"/>
                  </a:lnTo>
                  <a:lnTo>
                    <a:pt x="1127159" y="740132"/>
                  </a:lnTo>
                  <a:lnTo>
                    <a:pt x="1105451" y="695220"/>
                  </a:lnTo>
                  <a:lnTo>
                    <a:pt x="1082741" y="653031"/>
                  </a:lnTo>
                  <a:lnTo>
                    <a:pt x="1059242" y="613806"/>
                  </a:lnTo>
                  <a:lnTo>
                    <a:pt x="1035169" y="577784"/>
                  </a:lnTo>
                  <a:lnTo>
                    <a:pt x="1010737" y="545208"/>
                  </a:lnTo>
                  <a:lnTo>
                    <a:pt x="961652" y="491357"/>
                  </a:lnTo>
                  <a:lnTo>
                    <a:pt x="913702" y="454181"/>
                  </a:lnTo>
                  <a:lnTo>
                    <a:pt x="868601" y="435609"/>
                  </a:lnTo>
                  <a:lnTo>
                    <a:pt x="853957" y="427586"/>
                  </a:lnTo>
                  <a:lnTo>
                    <a:pt x="821579" y="385697"/>
                  </a:lnTo>
                  <a:lnTo>
                    <a:pt x="789513" y="311398"/>
                  </a:lnTo>
                  <a:lnTo>
                    <a:pt x="775261" y="262864"/>
                  </a:lnTo>
                  <a:lnTo>
                    <a:pt x="763081" y="207150"/>
                  </a:lnTo>
                  <a:lnTo>
                    <a:pt x="753639" y="144563"/>
                  </a:lnTo>
                  <a:lnTo>
                    <a:pt x="747601" y="75410"/>
                  </a:lnTo>
                  <a:lnTo>
                    <a:pt x="745631" y="0"/>
                  </a:lnTo>
                  <a:close/>
                </a:path>
              </a:pathLst>
            </a:custGeom>
            <a:solidFill>
              <a:srgbClr val="EED9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4786461" y="5172583"/>
              <a:ext cx="347980" cy="275590"/>
            </a:xfrm>
            <a:custGeom>
              <a:avLst/>
              <a:gdLst/>
              <a:ahLst/>
              <a:cxnLst/>
              <a:rect l="l" t="t" r="r" b="b"/>
              <a:pathLst>
                <a:path w="347980" h="275589">
                  <a:moveTo>
                    <a:pt x="347937" y="0"/>
                  </a:moveTo>
                  <a:lnTo>
                    <a:pt x="0" y="67327"/>
                  </a:lnTo>
                  <a:lnTo>
                    <a:pt x="4591" y="130757"/>
                  </a:lnTo>
                  <a:lnTo>
                    <a:pt x="6972" y="173545"/>
                  </a:lnTo>
                  <a:lnTo>
                    <a:pt x="7905" y="215173"/>
                  </a:lnTo>
                  <a:lnTo>
                    <a:pt x="8156" y="275122"/>
                  </a:lnTo>
                  <a:lnTo>
                    <a:pt x="63846" y="268713"/>
                  </a:lnTo>
                  <a:lnTo>
                    <a:pt x="114214" y="253686"/>
                  </a:lnTo>
                  <a:lnTo>
                    <a:pt x="159447" y="231514"/>
                  </a:lnTo>
                  <a:lnTo>
                    <a:pt x="199731" y="203670"/>
                  </a:lnTo>
                  <a:lnTo>
                    <a:pt x="235253" y="171628"/>
                  </a:lnTo>
                  <a:lnTo>
                    <a:pt x="266198" y="136860"/>
                  </a:lnTo>
                  <a:lnTo>
                    <a:pt x="292753" y="100840"/>
                  </a:lnTo>
                  <a:lnTo>
                    <a:pt x="315103" y="65041"/>
                  </a:lnTo>
                  <a:lnTo>
                    <a:pt x="333436" y="30936"/>
                  </a:lnTo>
                  <a:lnTo>
                    <a:pt x="347937" y="0"/>
                  </a:lnTo>
                  <a:close/>
                </a:path>
              </a:pathLst>
            </a:custGeom>
            <a:solidFill>
              <a:srgbClr val="CF9E76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4567385" y="4436983"/>
              <a:ext cx="732790" cy="699135"/>
            </a:xfrm>
            <a:custGeom>
              <a:avLst/>
              <a:gdLst/>
              <a:ahLst/>
              <a:cxnLst/>
              <a:rect l="l" t="t" r="r" b="b"/>
              <a:pathLst>
                <a:path w="732790" h="699135">
                  <a:moveTo>
                    <a:pt x="395320" y="0"/>
                  </a:moveTo>
                  <a:lnTo>
                    <a:pt x="330231" y="5011"/>
                  </a:lnTo>
                  <a:lnTo>
                    <a:pt x="267109" y="11970"/>
                  </a:lnTo>
                  <a:lnTo>
                    <a:pt x="224552" y="22237"/>
                  </a:lnTo>
                  <a:lnTo>
                    <a:pt x="183194" y="42967"/>
                  </a:lnTo>
                  <a:lnTo>
                    <a:pt x="123672" y="81313"/>
                  </a:lnTo>
                  <a:lnTo>
                    <a:pt x="82227" y="113286"/>
                  </a:lnTo>
                  <a:lnTo>
                    <a:pt x="42641" y="159207"/>
                  </a:lnTo>
                  <a:lnTo>
                    <a:pt x="12653" y="222874"/>
                  </a:lnTo>
                  <a:lnTo>
                    <a:pt x="3676" y="262549"/>
                  </a:lnTo>
                  <a:lnTo>
                    <a:pt x="0" y="308086"/>
                  </a:lnTo>
                  <a:lnTo>
                    <a:pt x="2592" y="359960"/>
                  </a:lnTo>
                  <a:lnTo>
                    <a:pt x="12420" y="418644"/>
                  </a:lnTo>
                  <a:lnTo>
                    <a:pt x="30451" y="484614"/>
                  </a:lnTo>
                  <a:lnTo>
                    <a:pt x="57653" y="558345"/>
                  </a:lnTo>
                  <a:lnTo>
                    <a:pt x="91013" y="663431"/>
                  </a:lnTo>
                  <a:lnTo>
                    <a:pt x="602945" y="698571"/>
                  </a:lnTo>
                  <a:lnTo>
                    <a:pt x="662313" y="605392"/>
                  </a:lnTo>
                  <a:lnTo>
                    <a:pt x="695281" y="543890"/>
                  </a:lnTo>
                  <a:lnTo>
                    <a:pt x="713711" y="486668"/>
                  </a:lnTo>
                  <a:lnTo>
                    <a:pt x="729465" y="406329"/>
                  </a:lnTo>
                  <a:lnTo>
                    <a:pt x="732370" y="359366"/>
                  </a:lnTo>
                  <a:lnTo>
                    <a:pt x="730533" y="329179"/>
                  </a:lnTo>
                  <a:lnTo>
                    <a:pt x="718460" y="260291"/>
                  </a:lnTo>
                  <a:lnTo>
                    <a:pt x="707495" y="223546"/>
                  </a:lnTo>
                  <a:lnTo>
                    <a:pt x="692757" y="186572"/>
                  </a:lnTo>
                  <a:lnTo>
                    <a:pt x="673883" y="150348"/>
                  </a:lnTo>
                  <a:lnTo>
                    <a:pt x="650507" y="115854"/>
                  </a:lnTo>
                  <a:lnTo>
                    <a:pt x="622266" y="84066"/>
                  </a:lnTo>
                  <a:lnTo>
                    <a:pt x="588795" y="55965"/>
                  </a:lnTo>
                  <a:lnTo>
                    <a:pt x="549729" y="32530"/>
                  </a:lnTo>
                  <a:lnTo>
                    <a:pt x="504704" y="14737"/>
                  </a:lnTo>
                  <a:lnTo>
                    <a:pt x="453356" y="3568"/>
                  </a:lnTo>
                  <a:lnTo>
                    <a:pt x="3953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4568074" y="4576080"/>
              <a:ext cx="619760" cy="759460"/>
            </a:xfrm>
            <a:custGeom>
              <a:avLst/>
              <a:gdLst/>
              <a:ahLst/>
              <a:cxnLst/>
              <a:rect l="l" t="t" r="r" b="b"/>
              <a:pathLst>
                <a:path w="619759" h="759460">
                  <a:moveTo>
                    <a:pt x="298900" y="0"/>
                  </a:moveTo>
                  <a:lnTo>
                    <a:pt x="230565" y="5180"/>
                  </a:lnTo>
                  <a:lnTo>
                    <a:pt x="174005" y="16131"/>
                  </a:lnTo>
                  <a:lnTo>
                    <a:pt x="128000" y="32029"/>
                  </a:lnTo>
                  <a:lnTo>
                    <a:pt x="91335" y="52053"/>
                  </a:lnTo>
                  <a:lnTo>
                    <a:pt x="41149" y="101195"/>
                  </a:lnTo>
                  <a:lnTo>
                    <a:pt x="13703" y="156985"/>
                  </a:lnTo>
                  <a:lnTo>
                    <a:pt x="1592" y="210843"/>
                  </a:lnTo>
                  <a:lnTo>
                    <a:pt x="0" y="246091"/>
                  </a:lnTo>
                  <a:lnTo>
                    <a:pt x="671" y="289228"/>
                  </a:lnTo>
                  <a:lnTo>
                    <a:pt x="3591" y="338418"/>
                  </a:lnTo>
                  <a:lnTo>
                    <a:pt x="8747" y="391825"/>
                  </a:lnTo>
                  <a:lnTo>
                    <a:pt x="16124" y="447612"/>
                  </a:lnTo>
                  <a:lnTo>
                    <a:pt x="25707" y="503944"/>
                  </a:lnTo>
                  <a:lnTo>
                    <a:pt x="37483" y="558984"/>
                  </a:lnTo>
                  <a:lnTo>
                    <a:pt x="51437" y="610896"/>
                  </a:lnTo>
                  <a:lnTo>
                    <a:pt x="67554" y="657844"/>
                  </a:lnTo>
                  <a:lnTo>
                    <a:pt x="85821" y="697991"/>
                  </a:lnTo>
                  <a:lnTo>
                    <a:pt x="128746" y="750541"/>
                  </a:lnTo>
                  <a:lnTo>
                    <a:pt x="153375" y="759271"/>
                  </a:lnTo>
                  <a:lnTo>
                    <a:pt x="419691" y="759188"/>
                  </a:lnTo>
                  <a:lnTo>
                    <a:pt x="556479" y="730725"/>
                  </a:lnTo>
                  <a:lnTo>
                    <a:pt x="606956" y="648291"/>
                  </a:lnTo>
                  <a:lnTo>
                    <a:pt x="614335" y="486295"/>
                  </a:lnTo>
                  <a:lnTo>
                    <a:pt x="615070" y="431470"/>
                  </a:lnTo>
                  <a:lnTo>
                    <a:pt x="618349" y="329783"/>
                  </a:lnTo>
                  <a:lnTo>
                    <a:pt x="619424" y="283200"/>
                  </a:lnTo>
                  <a:lnTo>
                    <a:pt x="619144" y="239645"/>
                  </a:lnTo>
                  <a:lnTo>
                    <a:pt x="616773" y="199258"/>
                  </a:lnTo>
                  <a:lnTo>
                    <a:pt x="602825" y="128545"/>
                  </a:lnTo>
                  <a:lnTo>
                    <a:pt x="571705" y="72183"/>
                  </a:lnTo>
                  <a:lnTo>
                    <a:pt x="517539" y="31291"/>
                  </a:lnTo>
                  <a:lnTo>
                    <a:pt x="479978" y="16996"/>
                  </a:lnTo>
                  <a:lnTo>
                    <a:pt x="434452" y="6989"/>
                  </a:lnTo>
                  <a:lnTo>
                    <a:pt x="380227" y="1409"/>
                  </a:lnTo>
                  <a:lnTo>
                    <a:pt x="298900" y="0"/>
                  </a:lnTo>
                  <a:close/>
                </a:path>
              </a:pathLst>
            </a:custGeom>
            <a:solidFill>
              <a:srgbClr val="EED9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4505661" y="4460589"/>
              <a:ext cx="830580" cy="603250"/>
            </a:xfrm>
            <a:custGeom>
              <a:avLst/>
              <a:gdLst/>
              <a:ahLst/>
              <a:cxnLst/>
              <a:rect l="l" t="t" r="r" b="b"/>
              <a:pathLst>
                <a:path w="830580" h="603250">
                  <a:moveTo>
                    <a:pt x="830046" y="485609"/>
                  </a:moveTo>
                  <a:lnTo>
                    <a:pt x="743737" y="415836"/>
                  </a:lnTo>
                  <a:lnTo>
                    <a:pt x="696290" y="359613"/>
                  </a:lnTo>
                  <a:lnTo>
                    <a:pt x="670902" y="287274"/>
                  </a:lnTo>
                  <a:lnTo>
                    <a:pt x="650773" y="169151"/>
                  </a:lnTo>
                  <a:lnTo>
                    <a:pt x="462661" y="46913"/>
                  </a:lnTo>
                  <a:lnTo>
                    <a:pt x="356425" y="0"/>
                  </a:lnTo>
                  <a:lnTo>
                    <a:pt x="292874" y="22885"/>
                  </a:lnTo>
                  <a:lnTo>
                    <a:pt x="235343" y="106387"/>
                  </a:lnTo>
                  <a:lnTo>
                    <a:pt x="215290" y="90525"/>
                  </a:lnTo>
                  <a:lnTo>
                    <a:pt x="157848" y="87045"/>
                  </a:lnTo>
                  <a:lnTo>
                    <a:pt x="81559" y="144907"/>
                  </a:lnTo>
                  <a:lnTo>
                    <a:pt x="21310" y="221526"/>
                  </a:lnTo>
                  <a:lnTo>
                    <a:pt x="0" y="283527"/>
                  </a:lnTo>
                  <a:lnTo>
                    <a:pt x="16522" y="363740"/>
                  </a:lnTo>
                  <a:lnTo>
                    <a:pt x="69799" y="494995"/>
                  </a:lnTo>
                  <a:lnTo>
                    <a:pt x="92456" y="481571"/>
                  </a:lnTo>
                  <a:lnTo>
                    <a:pt x="109283" y="442595"/>
                  </a:lnTo>
                  <a:lnTo>
                    <a:pt x="122491" y="388988"/>
                  </a:lnTo>
                  <a:lnTo>
                    <a:pt x="134315" y="331685"/>
                  </a:lnTo>
                  <a:lnTo>
                    <a:pt x="146939" y="281597"/>
                  </a:lnTo>
                  <a:lnTo>
                    <a:pt x="161683" y="239166"/>
                  </a:lnTo>
                  <a:lnTo>
                    <a:pt x="178803" y="209943"/>
                  </a:lnTo>
                  <a:lnTo>
                    <a:pt x="209270" y="180327"/>
                  </a:lnTo>
                  <a:lnTo>
                    <a:pt x="247218" y="150152"/>
                  </a:lnTo>
                  <a:lnTo>
                    <a:pt x="302348" y="348729"/>
                  </a:lnTo>
                  <a:lnTo>
                    <a:pt x="355752" y="463080"/>
                  </a:lnTo>
                  <a:lnTo>
                    <a:pt x="438086" y="533514"/>
                  </a:lnTo>
                  <a:lnTo>
                    <a:pt x="580694" y="602691"/>
                  </a:lnTo>
                  <a:lnTo>
                    <a:pt x="439166" y="476770"/>
                  </a:lnTo>
                  <a:lnTo>
                    <a:pt x="391858" y="421284"/>
                  </a:lnTo>
                  <a:lnTo>
                    <a:pt x="438645" y="454380"/>
                  </a:lnTo>
                  <a:lnTo>
                    <a:pt x="552513" y="487654"/>
                  </a:lnTo>
                  <a:lnTo>
                    <a:pt x="677545" y="507847"/>
                  </a:lnTo>
                  <a:lnTo>
                    <a:pt x="763866" y="504863"/>
                  </a:lnTo>
                  <a:lnTo>
                    <a:pt x="813904" y="492760"/>
                  </a:lnTo>
                  <a:lnTo>
                    <a:pt x="830046" y="485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" name="object 131" descr=""/>
          <p:cNvGrpSpPr/>
          <p:nvPr/>
        </p:nvGrpSpPr>
        <p:grpSpPr>
          <a:xfrm>
            <a:off x="12823008" y="5467532"/>
            <a:ext cx="3274060" cy="4994275"/>
            <a:chOff x="12823008" y="5467532"/>
            <a:chExt cx="3274060" cy="4994275"/>
          </a:xfrm>
        </p:grpSpPr>
        <p:pic>
          <p:nvPicPr>
            <p:cNvPr id="132" name="object 13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823008" y="7297263"/>
              <a:ext cx="2811134" cy="3164297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250833" y="5467532"/>
              <a:ext cx="1845654" cy="2144269"/>
            </a:xfrm>
            <a:prstGeom prst="rect">
              <a:avLst/>
            </a:prstGeom>
          </p:spPr>
        </p:pic>
        <p:sp>
          <p:nvSpPr>
            <p:cNvPr id="134" name="object 134" descr=""/>
            <p:cNvSpPr/>
            <p:nvPr/>
          </p:nvSpPr>
          <p:spPr>
            <a:xfrm>
              <a:off x="13937736" y="8461099"/>
              <a:ext cx="207645" cy="779145"/>
            </a:xfrm>
            <a:custGeom>
              <a:avLst/>
              <a:gdLst/>
              <a:ahLst/>
              <a:cxnLst/>
              <a:rect l="l" t="t" r="r" b="b"/>
              <a:pathLst>
                <a:path w="207644" h="779145">
                  <a:moveTo>
                    <a:pt x="198056" y="0"/>
                  </a:moveTo>
                  <a:lnTo>
                    <a:pt x="196224" y="5999"/>
                  </a:lnTo>
                  <a:lnTo>
                    <a:pt x="190202" y="27763"/>
                  </a:lnTo>
                  <a:lnTo>
                    <a:pt x="184991" y="49837"/>
                  </a:lnTo>
                  <a:lnTo>
                    <a:pt x="175156" y="94028"/>
                  </a:lnTo>
                  <a:lnTo>
                    <a:pt x="118950" y="329188"/>
                  </a:lnTo>
                  <a:lnTo>
                    <a:pt x="84395" y="470090"/>
                  </a:lnTo>
                  <a:lnTo>
                    <a:pt x="60915" y="563351"/>
                  </a:lnTo>
                  <a:lnTo>
                    <a:pt x="48863" y="609904"/>
                  </a:lnTo>
                  <a:lnTo>
                    <a:pt x="28815" y="685117"/>
                  </a:lnTo>
                  <a:lnTo>
                    <a:pt x="12213" y="742464"/>
                  </a:lnTo>
                  <a:lnTo>
                    <a:pt x="0" y="776405"/>
                  </a:lnTo>
                  <a:lnTo>
                    <a:pt x="9518" y="778929"/>
                  </a:lnTo>
                  <a:lnTo>
                    <a:pt x="23379" y="740071"/>
                  </a:lnTo>
                  <a:lnTo>
                    <a:pt x="42577" y="672423"/>
                  </a:lnTo>
                  <a:lnTo>
                    <a:pt x="64361" y="589446"/>
                  </a:lnTo>
                  <a:lnTo>
                    <a:pt x="77011" y="540278"/>
                  </a:lnTo>
                  <a:lnTo>
                    <a:pt x="101678" y="441781"/>
                  </a:lnTo>
                  <a:lnTo>
                    <a:pt x="125735" y="343132"/>
                  </a:lnTo>
                  <a:lnTo>
                    <a:pt x="188559" y="80070"/>
                  </a:lnTo>
                  <a:lnTo>
                    <a:pt x="196564" y="44192"/>
                  </a:lnTo>
                  <a:lnTo>
                    <a:pt x="200807" y="26269"/>
                  </a:lnTo>
                  <a:lnTo>
                    <a:pt x="205700" y="8596"/>
                  </a:lnTo>
                  <a:lnTo>
                    <a:pt x="207543" y="2554"/>
                  </a:lnTo>
                  <a:lnTo>
                    <a:pt x="198056" y="0"/>
                  </a:lnTo>
                  <a:close/>
                </a:path>
              </a:pathLst>
            </a:custGeom>
            <a:solidFill>
              <a:srgbClr val="151B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551225" y="5834972"/>
              <a:ext cx="2108408" cy="2413001"/>
            </a:xfrm>
            <a:prstGeom prst="rect">
              <a:avLst/>
            </a:prstGeom>
          </p:spPr>
        </p:pic>
      </p:grpSp>
      <p:sp>
        <p:nvSpPr>
          <p:cNvPr id="136" name="object 136" descr=""/>
          <p:cNvSpPr txBox="1"/>
          <p:nvPr/>
        </p:nvSpPr>
        <p:spPr>
          <a:xfrm>
            <a:off x="624163" y="728687"/>
            <a:ext cx="755967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scene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-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solid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ﬁll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characters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on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solid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ﬁll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background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1873" y="7026"/>
            <a:ext cx="20078700" cy="11286490"/>
            <a:chOff x="21873" y="7026"/>
            <a:chExt cx="20078700" cy="11286490"/>
          </a:xfrm>
        </p:grpSpPr>
        <p:sp>
          <p:nvSpPr>
            <p:cNvPr id="3" name="object 3" descr=""/>
            <p:cNvSpPr/>
            <p:nvPr/>
          </p:nvSpPr>
          <p:spPr>
            <a:xfrm>
              <a:off x="21873" y="8455868"/>
              <a:ext cx="20078700" cy="2837815"/>
            </a:xfrm>
            <a:custGeom>
              <a:avLst/>
              <a:gdLst/>
              <a:ahLst/>
              <a:cxnLst/>
              <a:rect l="l" t="t" r="r" b="b"/>
              <a:pathLst>
                <a:path w="20078700" h="2837815">
                  <a:moveTo>
                    <a:pt x="20078320" y="0"/>
                  </a:moveTo>
                  <a:lnTo>
                    <a:pt x="0" y="0"/>
                  </a:lnTo>
                  <a:lnTo>
                    <a:pt x="0" y="2837588"/>
                  </a:lnTo>
                  <a:lnTo>
                    <a:pt x="20078320" y="2837588"/>
                  </a:lnTo>
                  <a:lnTo>
                    <a:pt x="20078320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1884" y="7026"/>
              <a:ext cx="20078700" cy="8438515"/>
            </a:xfrm>
            <a:custGeom>
              <a:avLst/>
              <a:gdLst/>
              <a:ahLst/>
              <a:cxnLst/>
              <a:rect l="l" t="t" r="r" b="b"/>
              <a:pathLst>
                <a:path w="20078700" h="8438515">
                  <a:moveTo>
                    <a:pt x="20078268" y="0"/>
                  </a:moveTo>
                  <a:lnTo>
                    <a:pt x="0" y="0"/>
                  </a:lnTo>
                  <a:lnTo>
                    <a:pt x="0" y="8438287"/>
                  </a:lnTo>
                  <a:lnTo>
                    <a:pt x="20078268" y="8438287"/>
                  </a:lnTo>
                  <a:lnTo>
                    <a:pt x="20078268" y="0"/>
                  </a:lnTo>
                  <a:close/>
                </a:path>
              </a:pathLst>
            </a:custGeom>
            <a:solidFill>
              <a:srgbClr val="E8E7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73" y="8455868"/>
              <a:ext cx="20078320" cy="283758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7182847" y="9750624"/>
              <a:ext cx="113030" cy="523240"/>
            </a:xfrm>
            <a:custGeom>
              <a:avLst/>
              <a:gdLst/>
              <a:ahLst/>
              <a:cxnLst/>
              <a:rect l="l" t="t" r="r" b="b"/>
              <a:pathLst>
                <a:path w="113030" h="523240">
                  <a:moveTo>
                    <a:pt x="0" y="522821"/>
                  </a:moveTo>
                  <a:lnTo>
                    <a:pt x="112844" y="522821"/>
                  </a:lnTo>
                  <a:lnTo>
                    <a:pt x="112844" y="0"/>
                  </a:lnTo>
                  <a:lnTo>
                    <a:pt x="0" y="0"/>
                  </a:lnTo>
                  <a:lnTo>
                    <a:pt x="0" y="522821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102200" y="10249620"/>
              <a:ext cx="276860" cy="276860"/>
            </a:xfrm>
            <a:custGeom>
              <a:avLst/>
              <a:gdLst/>
              <a:ahLst/>
              <a:cxnLst/>
              <a:rect l="l" t="t" r="r" b="b"/>
              <a:pathLst>
                <a:path w="276859" h="276859">
                  <a:moveTo>
                    <a:pt x="138299" y="0"/>
                  </a:moveTo>
                  <a:lnTo>
                    <a:pt x="94632" y="7061"/>
                  </a:lnTo>
                  <a:lnTo>
                    <a:pt x="56673" y="26714"/>
                  </a:lnTo>
                  <a:lnTo>
                    <a:pt x="26718" y="56667"/>
                  </a:lnTo>
                  <a:lnTo>
                    <a:pt x="7062" y="94623"/>
                  </a:lnTo>
                  <a:lnTo>
                    <a:pt x="0" y="138288"/>
                  </a:lnTo>
                  <a:lnTo>
                    <a:pt x="7062" y="181955"/>
                  </a:lnTo>
                  <a:lnTo>
                    <a:pt x="26718" y="219914"/>
                  </a:lnTo>
                  <a:lnTo>
                    <a:pt x="56673" y="249869"/>
                  </a:lnTo>
                  <a:lnTo>
                    <a:pt x="94632" y="269526"/>
                  </a:lnTo>
                  <a:lnTo>
                    <a:pt x="138299" y="276588"/>
                  </a:lnTo>
                  <a:lnTo>
                    <a:pt x="181966" y="269526"/>
                  </a:lnTo>
                  <a:lnTo>
                    <a:pt x="219924" y="249869"/>
                  </a:lnTo>
                  <a:lnTo>
                    <a:pt x="249880" y="219914"/>
                  </a:lnTo>
                  <a:lnTo>
                    <a:pt x="269536" y="181955"/>
                  </a:lnTo>
                  <a:lnTo>
                    <a:pt x="276598" y="138288"/>
                  </a:lnTo>
                  <a:lnTo>
                    <a:pt x="269536" y="94627"/>
                  </a:lnTo>
                  <a:lnTo>
                    <a:pt x="249880" y="56671"/>
                  </a:lnTo>
                  <a:lnTo>
                    <a:pt x="219924" y="26718"/>
                  </a:lnTo>
                  <a:lnTo>
                    <a:pt x="181966" y="7062"/>
                  </a:lnTo>
                  <a:lnTo>
                    <a:pt x="13829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64596" y="10312004"/>
              <a:ext cx="151806" cy="15180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5919086" y="9750624"/>
              <a:ext cx="113030" cy="523240"/>
            </a:xfrm>
            <a:custGeom>
              <a:avLst/>
              <a:gdLst/>
              <a:ahLst/>
              <a:cxnLst/>
              <a:rect l="l" t="t" r="r" b="b"/>
              <a:pathLst>
                <a:path w="113030" h="523240">
                  <a:moveTo>
                    <a:pt x="0" y="522821"/>
                  </a:moveTo>
                  <a:lnTo>
                    <a:pt x="112844" y="522821"/>
                  </a:lnTo>
                  <a:lnTo>
                    <a:pt x="112844" y="0"/>
                  </a:lnTo>
                  <a:lnTo>
                    <a:pt x="0" y="0"/>
                  </a:lnTo>
                  <a:lnTo>
                    <a:pt x="0" y="522821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838435" y="10249620"/>
              <a:ext cx="276860" cy="276860"/>
            </a:xfrm>
            <a:custGeom>
              <a:avLst/>
              <a:gdLst/>
              <a:ahLst/>
              <a:cxnLst/>
              <a:rect l="l" t="t" r="r" b="b"/>
              <a:pathLst>
                <a:path w="276859" h="276859">
                  <a:moveTo>
                    <a:pt x="138299" y="0"/>
                  </a:moveTo>
                  <a:lnTo>
                    <a:pt x="94632" y="7061"/>
                  </a:lnTo>
                  <a:lnTo>
                    <a:pt x="56673" y="26714"/>
                  </a:lnTo>
                  <a:lnTo>
                    <a:pt x="26718" y="56667"/>
                  </a:lnTo>
                  <a:lnTo>
                    <a:pt x="7062" y="94623"/>
                  </a:lnTo>
                  <a:lnTo>
                    <a:pt x="0" y="138288"/>
                  </a:lnTo>
                  <a:lnTo>
                    <a:pt x="7062" y="181955"/>
                  </a:lnTo>
                  <a:lnTo>
                    <a:pt x="26718" y="219914"/>
                  </a:lnTo>
                  <a:lnTo>
                    <a:pt x="56673" y="249869"/>
                  </a:lnTo>
                  <a:lnTo>
                    <a:pt x="94632" y="269526"/>
                  </a:lnTo>
                  <a:lnTo>
                    <a:pt x="138299" y="276588"/>
                  </a:lnTo>
                  <a:lnTo>
                    <a:pt x="181966" y="269526"/>
                  </a:lnTo>
                  <a:lnTo>
                    <a:pt x="219924" y="249869"/>
                  </a:lnTo>
                  <a:lnTo>
                    <a:pt x="249880" y="219914"/>
                  </a:lnTo>
                  <a:lnTo>
                    <a:pt x="269536" y="181955"/>
                  </a:lnTo>
                  <a:lnTo>
                    <a:pt x="276598" y="138288"/>
                  </a:lnTo>
                  <a:lnTo>
                    <a:pt x="269536" y="94627"/>
                  </a:lnTo>
                  <a:lnTo>
                    <a:pt x="249880" y="56671"/>
                  </a:lnTo>
                  <a:lnTo>
                    <a:pt x="219924" y="26718"/>
                  </a:lnTo>
                  <a:lnTo>
                    <a:pt x="181966" y="7062"/>
                  </a:lnTo>
                  <a:lnTo>
                    <a:pt x="13829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00831" y="10312004"/>
              <a:ext cx="151806" cy="15180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5683982" y="7744497"/>
              <a:ext cx="1838325" cy="2006600"/>
            </a:xfrm>
            <a:custGeom>
              <a:avLst/>
              <a:gdLst/>
              <a:ahLst/>
              <a:cxnLst/>
              <a:rect l="l" t="t" r="r" b="b"/>
              <a:pathLst>
                <a:path w="1838325" h="2006600">
                  <a:moveTo>
                    <a:pt x="1837776" y="0"/>
                  </a:moveTo>
                  <a:lnTo>
                    <a:pt x="0" y="0"/>
                  </a:lnTo>
                  <a:lnTo>
                    <a:pt x="0" y="2006127"/>
                  </a:lnTo>
                  <a:lnTo>
                    <a:pt x="1837776" y="2006127"/>
                  </a:lnTo>
                  <a:lnTo>
                    <a:pt x="1837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6274352" y="8697055"/>
              <a:ext cx="615950" cy="719455"/>
            </a:xfrm>
            <a:custGeom>
              <a:avLst/>
              <a:gdLst/>
              <a:ahLst/>
              <a:cxnLst/>
              <a:rect l="l" t="t" r="r" b="b"/>
              <a:pathLst>
                <a:path w="615950" h="719454">
                  <a:moveTo>
                    <a:pt x="615734" y="670598"/>
                  </a:moveTo>
                  <a:lnTo>
                    <a:pt x="0" y="670598"/>
                  </a:lnTo>
                  <a:lnTo>
                    <a:pt x="0" y="719137"/>
                  </a:lnTo>
                  <a:lnTo>
                    <a:pt x="615734" y="719137"/>
                  </a:lnTo>
                  <a:lnTo>
                    <a:pt x="615734" y="670598"/>
                  </a:lnTo>
                  <a:close/>
                </a:path>
                <a:path w="615950" h="719454">
                  <a:moveTo>
                    <a:pt x="615734" y="0"/>
                  </a:moveTo>
                  <a:lnTo>
                    <a:pt x="0" y="0"/>
                  </a:lnTo>
                  <a:lnTo>
                    <a:pt x="0" y="48526"/>
                  </a:lnTo>
                  <a:lnTo>
                    <a:pt x="615734" y="48526"/>
                  </a:lnTo>
                  <a:lnTo>
                    <a:pt x="61573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683979" y="7852657"/>
              <a:ext cx="1838325" cy="1247775"/>
            </a:xfrm>
            <a:custGeom>
              <a:avLst/>
              <a:gdLst/>
              <a:ahLst/>
              <a:cxnLst/>
              <a:rect l="l" t="t" r="r" b="b"/>
              <a:pathLst>
                <a:path w="1838325" h="1247775">
                  <a:moveTo>
                    <a:pt x="1745894" y="0"/>
                  </a:moveTo>
                  <a:lnTo>
                    <a:pt x="102285" y="0"/>
                  </a:lnTo>
                  <a:lnTo>
                    <a:pt x="102285" y="455447"/>
                  </a:lnTo>
                  <a:lnTo>
                    <a:pt x="1745894" y="455447"/>
                  </a:lnTo>
                  <a:lnTo>
                    <a:pt x="1745894" y="0"/>
                  </a:lnTo>
                  <a:close/>
                </a:path>
                <a:path w="1838325" h="1247775">
                  <a:moveTo>
                    <a:pt x="1837778" y="1235240"/>
                  </a:moveTo>
                  <a:lnTo>
                    <a:pt x="0" y="1235240"/>
                  </a:lnTo>
                  <a:lnTo>
                    <a:pt x="0" y="1247381"/>
                  </a:lnTo>
                  <a:lnTo>
                    <a:pt x="1837778" y="1247381"/>
                  </a:lnTo>
                  <a:lnTo>
                    <a:pt x="1837778" y="1235240"/>
                  </a:lnTo>
                  <a:close/>
                </a:path>
                <a:path w="1838325" h="1247775">
                  <a:moveTo>
                    <a:pt x="1837778" y="545312"/>
                  </a:moveTo>
                  <a:lnTo>
                    <a:pt x="0" y="545312"/>
                  </a:lnTo>
                  <a:lnTo>
                    <a:pt x="0" y="557453"/>
                  </a:lnTo>
                  <a:lnTo>
                    <a:pt x="1837778" y="557453"/>
                  </a:lnTo>
                  <a:lnTo>
                    <a:pt x="1837778" y="545312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868563" y="7595318"/>
              <a:ext cx="616585" cy="149225"/>
            </a:xfrm>
            <a:custGeom>
              <a:avLst/>
              <a:gdLst/>
              <a:ahLst/>
              <a:cxnLst/>
              <a:rect l="l" t="t" r="r" b="b"/>
              <a:pathLst>
                <a:path w="616584" h="149225">
                  <a:moveTo>
                    <a:pt x="616054" y="0"/>
                  </a:moveTo>
                  <a:lnTo>
                    <a:pt x="0" y="0"/>
                  </a:lnTo>
                  <a:lnTo>
                    <a:pt x="0" y="149178"/>
                  </a:lnTo>
                  <a:lnTo>
                    <a:pt x="616054" y="149178"/>
                  </a:lnTo>
                  <a:lnTo>
                    <a:pt x="61605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868563" y="7643756"/>
              <a:ext cx="616585" cy="19050"/>
            </a:xfrm>
            <a:custGeom>
              <a:avLst/>
              <a:gdLst/>
              <a:ahLst/>
              <a:cxnLst/>
              <a:rect l="l" t="t" r="r" b="b"/>
              <a:pathLst>
                <a:path w="616584" h="19050">
                  <a:moveTo>
                    <a:pt x="616054" y="0"/>
                  </a:moveTo>
                  <a:lnTo>
                    <a:pt x="0" y="0"/>
                  </a:lnTo>
                  <a:lnTo>
                    <a:pt x="0" y="18879"/>
                  </a:lnTo>
                  <a:lnTo>
                    <a:pt x="616054" y="18879"/>
                  </a:lnTo>
                  <a:lnTo>
                    <a:pt x="6160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6416503" y="7090187"/>
              <a:ext cx="805815" cy="654685"/>
            </a:xfrm>
            <a:custGeom>
              <a:avLst/>
              <a:gdLst/>
              <a:ahLst/>
              <a:cxnLst/>
              <a:rect l="l" t="t" r="r" b="b"/>
              <a:pathLst>
                <a:path w="805815" h="654684">
                  <a:moveTo>
                    <a:pt x="292823" y="171018"/>
                  </a:moveTo>
                  <a:lnTo>
                    <a:pt x="289509" y="148094"/>
                  </a:lnTo>
                  <a:lnTo>
                    <a:pt x="280339" y="129501"/>
                  </a:lnTo>
                  <a:lnTo>
                    <a:pt x="266420" y="117017"/>
                  </a:lnTo>
                  <a:lnTo>
                    <a:pt x="248894" y="112458"/>
                  </a:lnTo>
                  <a:lnTo>
                    <a:pt x="230352" y="112534"/>
                  </a:lnTo>
                  <a:lnTo>
                    <a:pt x="226593" y="110998"/>
                  </a:lnTo>
                  <a:lnTo>
                    <a:pt x="221068" y="105473"/>
                  </a:lnTo>
                  <a:lnTo>
                    <a:pt x="219532" y="101714"/>
                  </a:lnTo>
                  <a:lnTo>
                    <a:pt x="219608" y="58559"/>
                  </a:lnTo>
                  <a:lnTo>
                    <a:pt x="225310" y="56261"/>
                  </a:lnTo>
                  <a:lnTo>
                    <a:pt x="229971" y="49987"/>
                  </a:lnTo>
                  <a:lnTo>
                    <a:pt x="233108" y="40678"/>
                  </a:lnTo>
                  <a:lnTo>
                    <a:pt x="234264" y="29273"/>
                  </a:lnTo>
                  <a:lnTo>
                    <a:pt x="233108" y="17881"/>
                  </a:lnTo>
                  <a:lnTo>
                    <a:pt x="229971" y="8572"/>
                  </a:lnTo>
                  <a:lnTo>
                    <a:pt x="225310" y="2298"/>
                  </a:lnTo>
                  <a:lnTo>
                    <a:pt x="219608" y="0"/>
                  </a:lnTo>
                  <a:lnTo>
                    <a:pt x="73202" y="0"/>
                  </a:lnTo>
                  <a:lnTo>
                    <a:pt x="67513" y="2298"/>
                  </a:lnTo>
                  <a:lnTo>
                    <a:pt x="62852" y="8572"/>
                  </a:lnTo>
                  <a:lnTo>
                    <a:pt x="59715" y="17881"/>
                  </a:lnTo>
                  <a:lnTo>
                    <a:pt x="58559" y="29273"/>
                  </a:lnTo>
                  <a:lnTo>
                    <a:pt x="59715" y="40678"/>
                  </a:lnTo>
                  <a:lnTo>
                    <a:pt x="62852" y="49987"/>
                  </a:lnTo>
                  <a:lnTo>
                    <a:pt x="67513" y="56261"/>
                  </a:lnTo>
                  <a:lnTo>
                    <a:pt x="73202" y="58559"/>
                  </a:lnTo>
                  <a:lnTo>
                    <a:pt x="73266" y="101714"/>
                  </a:lnTo>
                  <a:lnTo>
                    <a:pt x="71755" y="105473"/>
                  </a:lnTo>
                  <a:lnTo>
                    <a:pt x="66217" y="110998"/>
                  </a:lnTo>
                  <a:lnTo>
                    <a:pt x="62458" y="112534"/>
                  </a:lnTo>
                  <a:lnTo>
                    <a:pt x="43916" y="112458"/>
                  </a:lnTo>
                  <a:lnTo>
                    <a:pt x="26390" y="117017"/>
                  </a:lnTo>
                  <a:lnTo>
                    <a:pt x="12484" y="129501"/>
                  </a:lnTo>
                  <a:lnTo>
                    <a:pt x="3302" y="148094"/>
                  </a:lnTo>
                  <a:lnTo>
                    <a:pt x="0" y="171018"/>
                  </a:lnTo>
                  <a:lnTo>
                    <a:pt x="0" y="624903"/>
                  </a:lnTo>
                  <a:lnTo>
                    <a:pt x="2298" y="636308"/>
                  </a:lnTo>
                  <a:lnTo>
                    <a:pt x="8572" y="645617"/>
                  </a:lnTo>
                  <a:lnTo>
                    <a:pt x="17881" y="651891"/>
                  </a:lnTo>
                  <a:lnTo>
                    <a:pt x="29286" y="654189"/>
                  </a:lnTo>
                  <a:lnTo>
                    <a:pt x="263537" y="654189"/>
                  </a:lnTo>
                  <a:lnTo>
                    <a:pt x="274942" y="651891"/>
                  </a:lnTo>
                  <a:lnTo>
                    <a:pt x="284251" y="645617"/>
                  </a:lnTo>
                  <a:lnTo>
                    <a:pt x="290525" y="636308"/>
                  </a:lnTo>
                  <a:lnTo>
                    <a:pt x="292823" y="624903"/>
                  </a:lnTo>
                  <a:lnTo>
                    <a:pt x="292823" y="171018"/>
                  </a:lnTo>
                  <a:close/>
                </a:path>
                <a:path w="805815" h="654684">
                  <a:moveTo>
                    <a:pt x="805586" y="390537"/>
                  </a:moveTo>
                  <a:lnTo>
                    <a:pt x="803465" y="364985"/>
                  </a:lnTo>
                  <a:lnTo>
                    <a:pt x="797204" y="340296"/>
                  </a:lnTo>
                  <a:lnTo>
                    <a:pt x="786993" y="316979"/>
                  </a:lnTo>
                  <a:lnTo>
                    <a:pt x="772972" y="295503"/>
                  </a:lnTo>
                  <a:lnTo>
                    <a:pt x="758964" y="274027"/>
                  </a:lnTo>
                  <a:lnTo>
                    <a:pt x="748741" y="250698"/>
                  </a:lnTo>
                  <a:lnTo>
                    <a:pt x="742492" y="226021"/>
                  </a:lnTo>
                  <a:lnTo>
                    <a:pt x="740371" y="200469"/>
                  </a:lnTo>
                  <a:lnTo>
                    <a:pt x="740371" y="188366"/>
                  </a:lnTo>
                  <a:lnTo>
                    <a:pt x="759002" y="188366"/>
                  </a:lnTo>
                  <a:lnTo>
                    <a:pt x="759002" y="132461"/>
                  </a:lnTo>
                  <a:lnTo>
                    <a:pt x="757542" y="125209"/>
                  </a:lnTo>
                  <a:lnTo>
                    <a:pt x="753541" y="119291"/>
                  </a:lnTo>
                  <a:lnTo>
                    <a:pt x="747623" y="115290"/>
                  </a:lnTo>
                  <a:lnTo>
                    <a:pt x="740371" y="113830"/>
                  </a:lnTo>
                  <a:lnTo>
                    <a:pt x="572668" y="113830"/>
                  </a:lnTo>
                  <a:lnTo>
                    <a:pt x="565416" y="115290"/>
                  </a:lnTo>
                  <a:lnTo>
                    <a:pt x="559498" y="119291"/>
                  </a:lnTo>
                  <a:lnTo>
                    <a:pt x="555510" y="125209"/>
                  </a:lnTo>
                  <a:lnTo>
                    <a:pt x="554037" y="132461"/>
                  </a:lnTo>
                  <a:lnTo>
                    <a:pt x="554037" y="188366"/>
                  </a:lnTo>
                  <a:lnTo>
                    <a:pt x="572668" y="188366"/>
                  </a:lnTo>
                  <a:lnTo>
                    <a:pt x="572668" y="200469"/>
                  </a:lnTo>
                  <a:lnTo>
                    <a:pt x="570547" y="226021"/>
                  </a:lnTo>
                  <a:lnTo>
                    <a:pt x="564299" y="250698"/>
                  </a:lnTo>
                  <a:lnTo>
                    <a:pt x="554075" y="274027"/>
                  </a:lnTo>
                  <a:lnTo>
                    <a:pt x="526046" y="316979"/>
                  </a:lnTo>
                  <a:lnTo>
                    <a:pt x="515835" y="340296"/>
                  </a:lnTo>
                  <a:lnTo>
                    <a:pt x="509574" y="364985"/>
                  </a:lnTo>
                  <a:lnTo>
                    <a:pt x="507453" y="390537"/>
                  </a:lnTo>
                  <a:lnTo>
                    <a:pt x="507453" y="626237"/>
                  </a:lnTo>
                  <a:lnTo>
                    <a:pt x="509651" y="637120"/>
                  </a:lnTo>
                  <a:lnTo>
                    <a:pt x="515645" y="646010"/>
                  </a:lnTo>
                  <a:lnTo>
                    <a:pt x="524522" y="651992"/>
                  </a:lnTo>
                  <a:lnTo>
                    <a:pt x="535406" y="654189"/>
                  </a:lnTo>
                  <a:lnTo>
                    <a:pt x="777633" y="654189"/>
                  </a:lnTo>
                  <a:lnTo>
                    <a:pt x="788517" y="651992"/>
                  </a:lnTo>
                  <a:lnTo>
                    <a:pt x="797394" y="646010"/>
                  </a:lnTo>
                  <a:lnTo>
                    <a:pt x="803389" y="637120"/>
                  </a:lnTo>
                  <a:lnTo>
                    <a:pt x="805586" y="626237"/>
                  </a:lnTo>
                  <a:lnTo>
                    <a:pt x="805586" y="390537"/>
                  </a:lnTo>
                  <a:close/>
                </a:path>
              </a:pathLst>
            </a:custGeom>
            <a:solidFill>
              <a:srgbClr val="40AC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631379" y="7290038"/>
              <a:ext cx="318770" cy="454659"/>
            </a:xfrm>
            <a:custGeom>
              <a:avLst/>
              <a:gdLst/>
              <a:ahLst/>
              <a:cxnLst/>
              <a:rect l="l" t="t" r="r" b="b"/>
              <a:pathLst>
                <a:path w="318769" h="454659">
                  <a:moveTo>
                    <a:pt x="238704" y="0"/>
                  </a:moveTo>
                  <a:lnTo>
                    <a:pt x="79955" y="0"/>
                  </a:lnTo>
                  <a:lnTo>
                    <a:pt x="79955" y="66814"/>
                  </a:lnTo>
                  <a:lnTo>
                    <a:pt x="75976" y="70793"/>
                  </a:lnTo>
                  <a:lnTo>
                    <a:pt x="67442" y="70793"/>
                  </a:lnTo>
                  <a:lnTo>
                    <a:pt x="63820" y="71065"/>
                  </a:lnTo>
                  <a:lnTo>
                    <a:pt x="17326" y="95351"/>
                  </a:lnTo>
                  <a:lnTo>
                    <a:pt x="0" y="141859"/>
                  </a:lnTo>
                  <a:lnTo>
                    <a:pt x="0" y="431159"/>
                  </a:lnTo>
                  <a:lnTo>
                    <a:pt x="1821" y="440178"/>
                  </a:lnTo>
                  <a:lnTo>
                    <a:pt x="6789" y="447543"/>
                  </a:lnTo>
                  <a:lnTo>
                    <a:pt x="14157" y="452510"/>
                  </a:lnTo>
                  <a:lnTo>
                    <a:pt x="23182" y="454331"/>
                  </a:lnTo>
                  <a:lnTo>
                    <a:pt x="295467" y="454331"/>
                  </a:lnTo>
                  <a:lnTo>
                    <a:pt x="304492" y="452510"/>
                  </a:lnTo>
                  <a:lnTo>
                    <a:pt x="311860" y="447543"/>
                  </a:lnTo>
                  <a:lnTo>
                    <a:pt x="316828" y="440178"/>
                  </a:lnTo>
                  <a:lnTo>
                    <a:pt x="318649" y="431159"/>
                  </a:lnTo>
                  <a:lnTo>
                    <a:pt x="318649" y="141859"/>
                  </a:lnTo>
                  <a:lnTo>
                    <a:pt x="313066" y="114199"/>
                  </a:lnTo>
                  <a:lnTo>
                    <a:pt x="297837" y="91609"/>
                  </a:lnTo>
                  <a:lnTo>
                    <a:pt x="275248" y="76378"/>
                  </a:lnTo>
                  <a:lnTo>
                    <a:pt x="247584" y="70793"/>
                  </a:lnTo>
                  <a:lnTo>
                    <a:pt x="242673" y="70793"/>
                  </a:lnTo>
                  <a:lnTo>
                    <a:pt x="238704" y="66814"/>
                  </a:lnTo>
                  <a:lnTo>
                    <a:pt x="238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6671351" y="7233238"/>
              <a:ext cx="238760" cy="92710"/>
            </a:xfrm>
            <a:custGeom>
              <a:avLst/>
              <a:gdLst/>
              <a:ahLst/>
              <a:cxnLst/>
              <a:rect l="l" t="t" r="r" b="b"/>
              <a:pathLst>
                <a:path w="238759" h="92709">
                  <a:moveTo>
                    <a:pt x="233731" y="0"/>
                  </a:moveTo>
                  <a:lnTo>
                    <a:pt x="4984" y="0"/>
                  </a:lnTo>
                  <a:lnTo>
                    <a:pt x="0" y="4973"/>
                  </a:lnTo>
                  <a:lnTo>
                    <a:pt x="0" y="87714"/>
                  </a:lnTo>
                  <a:lnTo>
                    <a:pt x="4984" y="92688"/>
                  </a:lnTo>
                  <a:lnTo>
                    <a:pt x="233731" y="92688"/>
                  </a:lnTo>
                  <a:lnTo>
                    <a:pt x="238704" y="87714"/>
                  </a:lnTo>
                  <a:lnTo>
                    <a:pt x="238704" y="11109"/>
                  </a:lnTo>
                  <a:lnTo>
                    <a:pt x="238704" y="4973"/>
                  </a:lnTo>
                  <a:lnTo>
                    <a:pt x="23373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84675" y="7442807"/>
              <a:ext cx="212056" cy="21958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6079941" y="7962820"/>
              <a:ext cx="190500" cy="345440"/>
            </a:xfrm>
            <a:custGeom>
              <a:avLst/>
              <a:gdLst/>
              <a:ahLst/>
              <a:cxnLst/>
              <a:rect l="l" t="t" r="r" b="b"/>
              <a:pathLst>
                <a:path w="190500" h="345440">
                  <a:moveTo>
                    <a:pt x="155408" y="0"/>
                  </a:moveTo>
                  <a:lnTo>
                    <a:pt x="35098" y="0"/>
                  </a:lnTo>
                  <a:lnTo>
                    <a:pt x="29768" y="5340"/>
                  </a:lnTo>
                  <a:lnTo>
                    <a:pt x="29768" y="47632"/>
                  </a:lnTo>
                  <a:lnTo>
                    <a:pt x="41674" y="47632"/>
                  </a:lnTo>
                  <a:lnTo>
                    <a:pt x="41674" y="60019"/>
                  </a:lnTo>
                  <a:lnTo>
                    <a:pt x="40207" y="75154"/>
                  </a:lnTo>
                  <a:lnTo>
                    <a:pt x="36032" y="89636"/>
                  </a:lnTo>
                  <a:lnTo>
                    <a:pt x="29490" y="103300"/>
                  </a:lnTo>
                  <a:lnTo>
                    <a:pt x="20920" y="115985"/>
                  </a:lnTo>
                  <a:lnTo>
                    <a:pt x="11931" y="129724"/>
                  </a:lnTo>
                  <a:lnTo>
                    <a:pt x="5375" y="144655"/>
                  </a:lnTo>
                  <a:lnTo>
                    <a:pt x="1362" y="160457"/>
                  </a:lnTo>
                  <a:lnTo>
                    <a:pt x="0" y="176811"/>
                  </a:lnTo>
                  <a:lnTo>
                    <a:pt x="0" y="345277"/>
                  </a:lnTo>
                  <a:lnTo>
                    <a:pt x="190496" y="345277"/>
                  </a:lnTo>
                  <a:lnTo>
                    <a:pt x="190496" y="176811"/>
                  </a:lnTo>
                  <a:lnTo>
                    <a:pt x="178574" y="129723"/>
                  </a:lnTo>
                  <a:lnTo>
                    <a:pt x="161016" y="103294"/>
                  </a:lnTo>
                  <a:lnTo>
                    <a:pt x="154474" y="89628"/>
                  </a:lnTo>
                  <a:lnTo>
                    <a:pt x="150300" y="75148"/>
                  </a:lnTo>
                  <a:lnTo>
                    <a:pt x="148833" y="60019"/>
                  </a:lnTo>
                  <a:lnTo>
                    <a:pt x="148833" y="47632"/>
                  </a:lnTo>
                  <a:lnTo>
                    <a:pt x="160738" y="47632"/>
                  </a:lnTo>
                  <a:lnTo>
                    <a:pt x="160738" y="5340"/>
                  </a:lnTo>
                  <a:lnTo>
                    <a:pt x="155408" y="0"/>
                  </a:lnTo>
                  <a:close/>
                </a:path>
              </a:pathLst>
            </a:custGeom>
            <a:solidFill>
              <a:srgbClr val="CFDD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5927833" y="7962830"/>
              <a:ext cx="1439545" cy="345440"/>
            </a:xfrm>
            <a:custGeom>
              <a:avLst/>
              <a:gdLst/>
              <a:ahLst/>
              <a:cxnLst/>
              <a:rect l="l" t="t" r="r" b="b"/>
              <a:pathLst>
                <a:path w="1439544" h="345440">
                  <a:moveTo>
                    <a:pt x="190500" y="176809"/>
                  </a:moveTo>
                  <a:lnTo>
                    <a:pt x="178574" y="129717"/>
                  </a:lnTo>
                  <a:lnTo>
                    <a:pt x="161023" y="103289"/>
                  </a:lnTo>
                  <a:lnTo>
                    <a:pt x="154482" y="89623"/>
                  </a:lnTo>
                  <a:lnTo>
                    <a:pt x="150304" y="75145"/>
                  </a:lnTo>
                  <a:lnTo>
                    <a:pt x="148844" y="60020"/>
                  </a:lnTo>
                  <a:lnTo>
                    <a:pt x="148844" y="47625"/>
                  </a:lnTo>
                  <a:lnTo>
                    <a:pt x="160743" y="47625"/>
                  </a:lnTo>
                  <a:lnTo>
                    <a:pt x="160743" y="5334"/>
                  </a:lnTo>
                  <a:lnTo>
                    <a:pt x="155409" y="0"/>
                  </a:lnTo>
                  <a:lnTo>
                    <a:pt x="35102" y="0"/>
                  </a:lnTo>
                  <a:lnTo>
                    <a:pt x="29768" y="5334"/>
                  </a:lnTo>
                  <a:lnTo>
                    <a:pt x="29768" y="47625"/>
                  </a:lnTo>
                  <a:lnTo>
                    <a:pt x="41681" y="47625"/>
                  </a:lnTo>
                  <a:lnTo>
                    <a:pt x="41681" y="60020"/>
                  </a:lnTo>
                  <a:lnTo>
                    <a:pt x="40208" y="75145"/>
                  </a:lnTo>
                  <a:lnTo>
                    <a:pt x="36042" y="89636"/>
                  </a:lnTo>
                  <a:lnTo>
                    <a:pt x="29489" y="103301"/>
                  </a:lnTo>
                  <a:lnTo>
                    <a:pt x="20929" y="115976"/>
                  </a:lnTo>
                  <a:lnTo>
                    <a:pt x="11938" y="129717"/>
                  </a:lnTo>
                  <a:lnTo>
                    <a:pt x="5384" y="144653"/>
                  </a:lnTo>
                  <a:lnTo>
                    <a:pt x="1371" y="160451"/>
                  </a:lnTo>
                  <a:lnTo>
                    <a:pt x="0" y="176809"/>
                  </a:lnTo>
                  <a:lnTo>
                    <a:pt x="0" y="345274"/>
                  </a:lnTo>
                  <a:lnTo>
                    <a:pt x="190500" y="345274"/>
                  </a:lnTo>
                  <a:lnTo>
                    <a:pt x="190500" y="176809"/>
                  </a:lnTo>
                  <a:close/>
                </a:path>
                <a:path w="1439544" h="345440">
                  <a:moveTo>
                    <a:pt x="507695" y="176809"/>
                  </a:moveTo>
                  <a:lnTo>
                    <a:pt x="495769" y="129717"/>
                  </a:lnTo>
                  <a:lnTo>
                    <a:pt x="478218" y="103289"/>
                  </a:lnTo>
                  <a:lnTo>
                    <a:pt x="471678" y="89623"/>
                  </a:lnTo>
                  <a:lnTo>
                    <a:pt x="467499" y="75145"/>
                  </a:lnTo>
                  <a:lnTo>
                    <a:pt x="466039" y="60020"/>
                  </a:lnTo>
                  <a:lnTo>
                    <a:pt x="466039" y="47625"/>
                  </a:lnTo>
                  <a:lnTo>
                    <a:pt x="477939" y="47625"/>
                  </a:lnTo>
                  <a:lnTo>
                    <a:pt x="477939" y="5334"/>
                  </a:lnTo>
                  <a:lnTo>
                    <a:pt x="472605" y="0"/>
                  </a:lnTo>
                  <a:lnTo>
                    <a:pt x="352298" y="0"/>
                  </a:lnTo>
                  <a:lnTo>
                    <a:pt x="346964" y="5334"/>
                  </a:lnTo>
                  <a:lnTo>
                    <a:pt x="346964" y="47625"/>
                  </a:lnTo>
                  <a:lnTo>
                    <a:pt x="358876" y="47625"/>
                  </a:lnTo>
                  <a:lnTo>
                    <a:pt x="358876" y="60020"/>
                  </a:lnTo>
                  <a:lnTo>
                    <a:pt x="357403" y="75145"/>
                  </a:lnTo>
                  <a:lnTo>
                    <a:pt x="353237" y="89636"/>
                  </a:lnTo>
                  <a:lnTo>
                    <a:pt x="346697" y="103301"/>
                  </a:lnTo>
                  <a:lnTo>
                    <a:pt x="338124" y="115976"/>
                  </a:lnTo>
                  <a:lnTo>
                    <a:pt x="329133" y="129717"/>
                  </a:lnTo>
                  <a:lnTo>
                    <a:pt x="322580" y="144653"/>
                  </a:lnTo>
                  <a:lnTo>
                    <a:pt x="318566" y="160451"/>
                  </a:lnTo>
                  <a:lnTo>
                    <a:pt x="317195" y="176809"/>
                  </a:lnTo>
                  <a:lnTo>
                    <a:pt x="317195" y="345274"/>
                  </a:lnTo>
                  <a:lnTo>
                    <a:pt x="507695" y="345274"/>
                  </a:lnTo>
                  <a:lnTo>
                    <a:pt x="507695" y="176809"/>
                  </a:lnTo>
                  <a:close/>
                </a:path>
                <a:path w="1439544" h="345440">
                  <a:moveTo>
                    <a:pt x="889177" y="204762"/>
                  </a:moveTo>
                  <a:lnTo>
                    <a:pt x="887120" y="194589"/>
                  </a:lnTo>
                  <a:lnTo>
                    <a:pt x="881519" y="186283"/>
                  </a:lnTo>
                  <a:lnTo>
                    <a:pt x="873213" y="180682"/>
                  </a:lnTo>
                  <a:lnTo>
                    <a:pt x="863041" y="178625"/>
                  </a:lnTo>
                  <a:lnTo>
                    <a:pt x="572528" y="178625"/>
                  </a:lnTo>
                  <a:lnTo>
                    <a:pt x="562356" y="180682"/>
                  </a:lnTo>
                  <a:lnTo>
                    <a:pt x="554050" y="186283"/>
                  </a:lnTo>
                  <a:lnTo>
                    <a:pt x="548449" y="194589"/>
                  </a:lnTo>
                  <a:lnTo>
                    <a:pt x="546392" y="204762"/>
                  </a:lnTo>
                  <a:lnTo>
                    <a:pt x="546392" y="345274"/>
                  </a:lnTo>
                  <a:lnTo>
                    <a:pt x="889177" y="345274"/>
                  </a:lnTo>
                  <a:lnTo>
                    <a:pt x="889177" y="204762"/>
                  </a:lnTo>
                  <a:close/>
                </a:path>
                <a:path w="1439544" h="345440">
                  <a:moveTo>
                    <a:pt x="1405750" y="85140"/>
                  </a:moveTo>
                  <a:lnTo>
                    <a:pt x="968895" y="85140"/>
                  </a:lnTo>
                  <a:lnTo>
                    <a:pt x="968895" y="187020"/>
                  </a:lnTo>
                  <a:lnTo>
                    <a:pt x="1405750" y="187020"/>
                  </a:lnTo>
                  <a:lnTo>
                    <a:pt x="1405750" y="85140"/>
                  </a:lnTo>
                  <a:close/>
                </a:path>
                <a:path w="1439544" h="345440">
                  <a:moveTo>
                    <a:pt x="1439303" y="187032"/>
                  </a:moveTo>
                  <a:lnTo>
                    <a:pt x="934720" y="187032"/>
                  </a:lnTo>
                  <a:lnTo>
                    <a:pt x="934720" y="345274"/>
                  </a:lnTo>
                  <a:lnTo>
                    <a:pt x="1439303" y="345274"/>
                  </a:lnTo>
                  <a:lnTo>
                    <a:pt x="1439303" y="187032"/>
                  </a:lnTo>
                  <a:close/>
                </a:path>
              </a:pathLst>
            </a:custGeom>
            <a:solidFill>
              <a:srgbClr val="DCE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273365" y="5334675"/>
              <a:ext cx="4906645" cy="972819"/>
            </a:xfrm>
            <a:custGeom>
              <a:avLst/>
              <a:gdLst/>
              <a:ahLst/>
              <a:cxnLst/>
              <a:rect l="l" t="t" r="r" b="b"/>
              <a:pathLst>
                <a:path w="4906645" h="972820">
                  <a:moveTo>
                    <a:pt x="4906583" y="0"/>
                  </a:moveTo>
                  <a:lnTo>
                    <a:pt x="0" y="0"/>
                  </a:lnTo>
                  <a:lnTo>
                    <a:pt x="0" y="972546"/>
                  </a:lnTo>
                  <a:lnTo>
                    <a:pt x="4906583" y="972546"/>
                  </a:lnTo>
                  <a:lnTo>
                    <a:pt x="490658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273363" y="5335682"/>
              <a:ext cx="4906645" cy="971550"/>
            </a:xfrm>
            <a:custGeom>
              <a:avLst/>
              <a:gdLst/>
              <a:ahLst/>
              <a:cxnLst/>
              <a:rect l="l" t="t" r="r" b="b"/>
              <a:pathLst>
                <a:path w="4906645" h="971550">
                  <a:moveTo>
                    <a:pt x="4906581" y="229870"/>
                  </a:moveTo>
                  <a:lnTo>
                    <a:pt x="4681956" y="229870"/>
                  </a:lnTo>
                  <a:lnTo>
                    <a:pt x="4681956" y="494030"/>
                  </a:lnTo>
                  <a:lnTo>
                    <a:pt x="4681956" y="725170"/>
                  </a:lnTo>
                  <a:lnTo>
                    <a:pt x="4451286" y="725170"/>
                  </a:lnTo>
                  <a:lnTo>
                    <a:pt x="4451286" y="494030"/>
                  </a:lnTo>
                  <a:lnTo>
                    <a:pt x="4681956" y="494030"/>
                  </a:lnTo>
                  <a:lnTo>
                    <a:pt x="4681956" y="229870"/>
                  </a:lnTo>
                  <a:lnTo>
                    <a:pt x="4681944" y="246380"/>
                  </a:lnTo>
                  <a:lnTo>
                    <a:pt x="4681944" y="477520"/>
                  </a:lnTo>
                  <a:lnTo>
                    <a:pt x="4451274" y="477520"/>
                  </a:lnTo>
                  <a:lnTo>
                    <a:pt x="4451274" y="246380"/>
                  </a:lnTo>
                  <a:lnTo>
                    <a:pt x="4681944" y="246380"/>
                  </a:lnTo>
                  <a:lnTo>
                    <a:pt x="4681944" y="229870"/>
                  </a:lnTo>
                  <a:lnTo>
                    <a:pt x="4434662" y="229870"/>
                  </a:lnTo>
                  <a:lnTo>
                    <a:pt x="4434662" y="246380"/>
                  </a:lnTo>
                  <a:lnTo>
                    <a:pt x="4434662" y="477520"/>
                  </a:lnTo>
                  <a:lnTo>
                    <a:pt x="4434662" y="494030"/>
                  </a:lnTo>
                  <a:lnTo>
                    <a:pt x="4434662" y="725170"/>
                  </a:lnTo>
                  <a:lnTo>
                    <a:pt x="4203979" y="725170"/>
                  </a:lnTo>
                  <a:lnTo>
                    <a:pt x="4203979" y="494030"/>
                  </a:lnTo>
                  <a:lnTo>
                    <a:pt x="4434662" y="494030"/>
                  </a:lnTo>
                  <a:lnTo>
                    <a:pt x="4434662" y="477520"/>
                  </a:lnTo>
                  <a:lnTo>
                    <a:pt x="4203979" y="477520"/>
                  </a:lnTo>
                  <a:lnTo>
                    <a:pt x="4203979" y="246380"/>
                  </a:lnTo>
                  <a:lnTo>
                    <a:pt x="4434662" y="246380"/>
                  </a:lnTo>
                  <a:lnTo>
                    <a:pt x="4434662" y="229870"/>
                  </a:lnTo>
                  <a:lnTo>
                    <a:pt x="4187367" y="229870"/>
                  </a:lnTo>
                  <a:lnTo>
                    <a:pt x="4187367" y="246380"/>
                  </a:lnTo>
                  <a:lnTo>
                    <a:pt x="4187367" y="477520"/>
                  </a:lnTo>
                  <a:lnTo>
                    <a:pt x="4187367" y="494030"/>
                  </a:lnTo>
                  <a:lnTo>
                    <a:pt x="4187367" y="725170"/>
                  </a:lnTo>
                  <a:lnTo>
                    <a:pt x="3956697" y="725170"/>
                  </a:lnTo>
                  <a:lnTo>
                    <a:pt x="3956697" y="494030"/>
                  </a:lnTo>
                  <a:lnTo>
                    <a:pt x="4187367" y="494030"/>
                  </a:lnTo>
                  <a:lnTo>
                    <a:pt x="4187367" y="477520"/>
                  </a:lnTo>
                  <a:lnTo>
                    <a:pt x="3956697" y="477520"/>
                  </a:lnTo>
                  <a:lnTo>
                    <a:pt x="3956697" y="246380"/>
                  </a:lnTo>
                  <a:lnTo>
                    <a:pt x="4187367" y="246380"/>
                  </a:lnTo>
                  <a:lnTo>
                    <a:pt x="4187367" y="229870"/>
                  </a:lnTo>
                  <a:lnTo>
                    <a:pt x="3940073" y="229870"/>
                  </a:lnTo>
                  <a:lnTo>
                    <a:pt x="3940073" y="494030"/>
                  </a:lnTo>
                  <a:lnTo>
                    <a:pt x="3940073" y="725170"/>
                  </a:lnTo>
                  <a:lnTo>
                    <a:pt x="3709403" y="725170"/>
                  </a:lnTo>
                  <a:lnTo>
                    <a:pt x="3709403" y="494030"/>
                  </a:lnTo>
                  <a:lnTo>
                    <a:pt x="3940073" y="494030"/>
                  </a:lnTo>
                  <a:lnTo>
                    <a:pt x="3940073" y="229870"/>
                  </a:lnTo>
                  <a:lnTo>
                    <a:pt x="3940060" y="246380"/>
                  </a:lnTo>
                  <a:lnTo>
                    <a:pt x="3940060" y="477520"/>
                  </a:lnTo>
                  <a:lnTo>
                    <a:pt x="3709390" y="477520"/>
                  </a:lnTo>
                  <a:lnTo>
                    <a:pt x="3709390" y="246380"/>
                  </a:lnTo>
                  <a:lnTo>
                    <a:pt x="3940060" y="246380"/>
                  </a:lnTo>
                  <a:lnTo>
                    <a:pt x="3940060" y="229870"/>
                  </a:lnTo>
                  <a:lnTo>
                    <a:pt x="3692779" y="229870"/>
                  </a:lnTo>
                  <a:lnTo>
                    <a:pt x="3692779" y="246380"/>
                  </a:lnTo>
                  <a:lnTo>
                    <a:pt x="3692779" y="477520"/>
                  </a:lnTo>
                  <a:lnTo>
                    <a:pt x="3692779" y="494030"/>
                  </a:lnTo>
                  <a:lnTo>
                    <a:pt x="3692779" y="725170"/>
                  </a:lnTo>
                  <a:lnTo>
                    <a:pt x="3462109" y="725170"/>
                  </a:lnTo>
                  <a:lnTo>
                    <a:pt x="3462109" y="494030"/>
                  </a:lnTo>
                  <a:lnTo>
                    <a:pt x="3692779" y="494030"/>
                  </a:lnTo>
                  <a:lnTo>
                    <a:pt x="3692779" y="477520"/>
                  </a:lnTo>
                  <a:lnTo>
                    <a:pt x="3462096" y="477520"/>
                  </a:lnTo>
                  <a:lnTo>
                    <a:pt x="3462096" y="246380"/>
                  </a:lnTo>
                  <a:lnTo>
                    <a:pt x="3692779" y="246380"/>
                  </a:lnTo>
                  <a:lnTo>
                    <a:pt x="3692779" y="229870"/>
                  </a:lnTo>
                  <a:lnTo>
                    <a:pt x="3445484" y="229870"/>
                  </a:lnTo>
                  <a:lnTo>
                    <a:pt x="3445484" y="246380"/>
                  </a:lnTo>
                  <a:lnTo>
                    <a:pt x="3445484" y="477520"/>
                  </a:lnTo>
                  <a:lnTo>
                    <a:pt x="3445484" y="494030"/>
                  </a:lnTo>
                  <a:lnTo>
                    <a:pt x="3445484" y="725170"/>
                  </a:lnTo>
                  <a:lnTo>
                    <a:pt x="3214814" y="725170"/>
                  </a:lnTo>
                  <a:lnTo>
                    <a:pt x="3214814" y="494030"/>
                  </a:lnTo>
                  <a:lnTo>
                    <a:pt x="3445484" y="494030"/>
                  </a:lnTo>
                  <a:lnTo>
                    <a:pt x="3445484" y="477520"/>
                  </a:lnTo>
                  <a:lnTo>
                    <a:pt x="3214814" y="477520"/>
                  </a:lnTo>
                  <a:lnTo>
                    <a:pt x="3214814" y="246380"/>
                  </a:lnTo>
                  <a:lnTo>
                    <a:pt x="3445484" y="246380"/>
                  </a:lnTo>
                  <a:lnTo>
                    <a:pt x="3445484" y="229870"/>
                  </a:lnTo>
                  <a:lnTo>
                    <a:pt x="3198190" y="229870"/>
                  </a:lnTo>
                  <a:lnTo>
                    <a:pt x="3198190" y="246380"/>
                  </a:lnTo>
                  <a:lnTo>
                    <a:pt x="3198190" y="477520"/>
                  </a:lnTo>
                  <a:lnTo>
                    <a:pt x="3198190" y="494030"/>
                  </a:lnTo>
                  <a:lnTo>
                    <a:pt x="3198190" y="725170"/>
                  </a:lnTo>
                  <a:lnTo>
                    <a:pt x="2967520" y="725170"/>
                  </a:lnTo>
                  <a:lnTo>
                    <a:pt x="2967520" y="494030"/>
                  </a:lnTo>
                  <a:lnTo>
                    <a:pt x="3198190" y="494030"/>
                  </a:lnTo>
                  <a:lnTo>
                    <a:pt x="3198190" y="477520"/>
                  </a:lnTo>
                  <a:lnTo>
                    <a:pt x="2967520" y="477520"/>
                  </a:lnTo>
                  <a:lnTo>
                    <a:pt x="2967520" y="246380"/>
                  </a:lnTo>
                  <a:lnTo>
                    <a:pt x="3198190" y="246380"/>
                  </a:lnTo>
                  <a:lnTo>
                    <a:pt x="3198190" y="229870"/>
                  </a:lnTo>
                  <a:lnTo>
                    <a:pt x="2950895" y="229870"/>
                  </a:lnTo>
                  <a:lnTo>
                    <a:pt x="2950895" y="246380"/>
                  </a:lnTo>
                  <a:lnTo>
                    <a:pt x="2950895" y="477520"/>
                  </a:lnTo>
                  <a:lnTo>
                    <a:pt x="2950895" y="494030"/>
                  </a:lnTo>
                  <a:lnTo>
                    <a:pt x="2950895" y="725170"/>
                  </a:lnTo>
                  <a:lnTo>
                    <a:pt x="2720225" y="725170"/>
                  </a:lnTo>
                  <a:lnTo>
                    <a:pt x="2720225" y="494030"/>
                  </a:lnTo>
                  <a:lnTo>
                    <a:pt x="2950895" y="494030"/>
                  </a:lnTo>
                  <a:lnTo>
                    <a:pt x="2950895" y="477520"/>
                  </a:lnTo>
                  <a:lnTo>
                    <a:pt x="2720213" y="477520"/>
                  </a:lnTo>
                  <a:lnTo>
                    <a:pt x="2720213" y="246380"/>
                  </a:lnTo>
                  <a:lnTo>
                    <a:pt x="2950895" y="246380"/>
                  </a:lnTo>
                  <a:lnTo>
                    <a:pt x="2950895" y="229870"/>
                  </a:lnTo>
                  <a:lnTo>
                    <a:pt x="2720225" y="229870"/>
                  </a:lnTo>
                  <a:lnTo>
                    <a:pt x="2720225" y="0"/>
                  </a:lnTo>
                  <a:lnTo>
                    <a:pt x="2703614" y="0"/>
                  </a:lnTo>
                  <a:lnTo>
                    <a:pt x="2703614" y="494030"/>
                  </a:lnTo>
                  <a:lnTo>
                    <a:pt x="2703614" y="725170"/>
                  </a:lnTo>
                  <a:lnTo>
                    <a:pt x="2472931" y="725170"/>
                  </a:lnTo>
                  <a:lnTo>
                    <a:pt x="2472931" y="494030"/>
                  </a:lnTo>
                  <a:lnTo>
                    <a:pt x="2703614" y="494030"/>
                  </a:lnTo>
                  <a:lnTo>
                    <a:pt x="2703614" y="0"/>
                  </a:lnTo>
                  <a:lnTo>
                    <a:pt x="2703601" y="229870"/>
                  </a:lnTo>
                  <a:lnTo>
                    <a:pt x="2703601" y="246380"/>
                  </a:lnTo>
                  <a:lnTo>
                    <a:pt x="2703601" y="477520"/>
                  </a:lnTo>
                  <a:lnTo>
                    <a:pt x="2472931" y="477520"/>
                  </a:lnTo>
                  <a:lnTo>
                    <a:pt x="2472931" y="246380"/>
                  </a:lnTo>
                  <a:lnTo>
                    <a:pt x="2703601" y="246380"/>
                  </a:lnTo>
                  <a:lnTo>
                    <a:pt x="2703601" y="229870"/>
                  </a:lnTo>
                  <a:lnTo>
                    <a:pt x="2472931" y="229870"/>
                  </a:lnTo>
                  <a:lnTo>
                    <a:pt x="2472931" y="0"/>
                  </a:lnTo>
                  <a:lnTo>
                    <a:pt x="2456319" y="0"/>
                  </a:lnTo>
                  <a:lnTo>
                    <a:pt x="2456319" y="494030"/>
                  </a:lnTo>
                  <a:lnTo>
                    <a:pt x="2456319" y="725170"/>
                  </a:lnTo>
                  <a:lnTo>
                    <a:pt x="2225649" y="725170"/>
                  </a:lnTo>
                  <a:lnTo>
                    <a:pt x="2225649" y="494030"/>
                  </a:lnTo>
                  <a:lnTo>
                    <a:pt x="2456319" y="494030"/>
                  </a:lnTo>
                  <a:lnTo>
                    <a:pt x="2456319" y="0"/>
                  </a:lnTo>
                  <a:lnTo>
                    <a:pt x="2456307" y="229870"/>
                  </a:lnTo>
                  <a:lnTo>
                    <a:pt x="2456307" y="246380"/>
                  </a:lnTo>
                  <a:lnTo>
                    <a:pt x="2456307" y="477520"/>
                  </a:lnTo>
                  <a:lnTo>
                    <a:pt x="2225637" y="477520"/>
                  </a:lnTo>
                  <a:lnTo>
                    <a:pt x="2225637" y="246380"/>
                  </a:lnTo>
                  <a:lnTo>
                    <a:pt x="2456307" y="246380"/>
                  </a:lnTo>
                  <a:lnTo>
                    <a:pt x="2456307" y="229870"/>
                  </a:lnTo>
                  <a:lnTo>
                    <a:pt x="2225649" y="229870"/>
                  </a:lnTo>
                  <a:lnTo>
                    <a:pt x="2225649" y="0"/>
                  </a:lnTo>
                  <a:lnTo>
                    <a:pt x="2209012" y="0"/>
                  </a:lnTo>
                  <a:lnTo>
                    <a:pt x="2209012" y="725170"/>
                  </a:lnTo>
                  <a:lnTo>
                    <a:pt x="1978342" y="725170"/>
                  </a:lnTo>
                  <a:lnTo>
                    <a:pt x="1978342" y="494030"/>
                  </a:lnTo>
                  <a:lnTo>
                    <a:pt x="2209012" y="494030"/>
                  </a:lnTo>
                  <a:lnTo>
                    <a:pt x="2209012" y="477520"/>
                  </a:lnTo>
                  <a:lnTo>
                    <a:pt x="1978342" y="477520"/>
                  </a:lnTo>
                  <a:lnTo>
                    <a:pt x="1978342" y="246380"/>
                  </a:lnTo>
                  <a:lnTo>
                    <a:pt x="2209012" y="246380"/>
                  </a:lnTo>
                  <a:lnTo>
                    <a:pt x="2209012" y="229870"/>
                  </a:lnTo>
                  <a:lnTo>
                    <a:pt x="1978342" y="229870"/>
                  </a:lnTo>
                  <a:lnTo>
                    <a:pt x="1978342" y="0"/>
                  </a:lnTo>
                  <a:lnTo>
                    <a:pt x="1961730" y="0"/>
                  </a:lnTo>
                  <a:lnTo>
                    <a:pt x="1961730" y="725170"/>
                  </a:lnTo>
                  <a:lnTo>
                    <a:pt x="1731048" y="725170"/>
                  </a:lnTo>
                  <a:lnTo>
                    <a:pt x="1731048" y="494030"/>
                  </a:lnTo>
                  <a:lnTo>
                    <a:pt x="1961730" y="494030"/>
                  </a:lnTo>
                  <a:lnTo>
                    <a:pt x="1961730" y="477520"/>
                  </a:lnTo>
                  <a:lnTo>
                    <a:pt x="1731048" y="477520"/>
                  </a:lnTo>
                  <a:lnTo>
                    <a:pt x="1731048" y="246380"/>
                  </a:lnTo>
                  <a:lnTo>
                    <a:pt x="1961730" y="246380"/>
                  </a:lnTo>
                  <a:lnTo>
                    <a:pt x="1961730" y="229870"/>
                  </a:lnTo>
                  <a:lnTo>
                    <a:pt x="1731048" y="229870"/>
                  </a:lnTo>
                  <a:lnTo>
                    <a:pt x="1731048" y="0"/>
                  </a:lnTo>
                  <a:lnTo>
                    <a:pt x="1714436" y="0"/>
                  </a:lnTo>
                  <a:lnTo>
                    <a:pt x="1714436" y="494030"/>
                  </a:lnTo>
                  <a:lnTo>
                    <a:pt x="1714436" y="725170"/>
                  </a:lnTo>
                  <a:lnTo>
                    <a:pt x="1483766" y="725170"/>
                  </a:lnTo>
                  <a:lnTo>
                    <a:pt x="1483766" y="494030"/>
                  </a:lnTo>
                  <a:lnTo>
                    <a:pt x="1714436" y="494030"/>
                  </a:lnTo>
                  <a:lnTo>
                    <a:pt x="1714436" y="0"/>
                  </a:lnTo>
                  <a:lnTo>
                    <a:pt x="1714423" y="229870"/>
                  </a:lnTo>
                  <a:lnTo>
                    <a:pt x="1714423" y="246380"/>
                  </a:lnTo>
                  <a:lnTo>
                    <a:pt x="1714423" y="477520"/>
                  </a:lnTo>
                  <a:lnTo>
                    <a:pt x="1483753" y="477520"/>
                  </a:lnTo>
                  <a:lnTo>
                    <a:pt x="1483753" y="246380"/>
                  </a:lnTo>
                  <a:lnTo>
                    <a:pt x="1714423" y="246380"/>
                  </a:lnTo>
                  <a:lnTo>
                    <a:pt x="1714423" y="229870"/>
                  </a:lnTo>
                  <a:lnTo>
                    <a:pt x="1483766" y="229870"/>
                  </a:lnTo>
                  <a:lnTo>
                    <a:pt x="1483766" y="0"/>
                  </a:lnTo>
                  <a:lnTo>
                    <a:pt x="1467142" y="0"/>
                  </a:lnTo>
                  <a:lnTo>
                    <a:pt x="1467142" y="494030"/>
                  </a:lnTo>
                  <a:lnTo>
                    <a:pt x="1467142" y="725170"/>
                  </a:lnTo>
                  <a:lnTo>
                    <a:pt x="1236472" y="725170"/>
                  </a:lnTo>
                  <a:lnTo>
                    <a:pt x="1236472" y="494030"/>
                  </a:lnTo>
                  <a:lnTo>
                    <a:pt x="1467142" y="494030"/>
                  </a:lnTo>
                  <a:lnTo>
                    <a:pt x="1467142" y="0"/>
                  </a:lnTo>
                  <a:lnTo>
                    <a:pt x="1467129" y="229870"/>
                  </a:lnTo>
                  <a:lnTo>
                    <a:pt x="1467129" y="246380"/>
                  </a:lnTo>
                  <a:lnTo>
                    <a:pt x="1467129" y="477520"/>
                  </a:lnTo>
                  <a:lnTo>
                    <a:pt x="1236459" y="477520"/>
                  </a:lnTo>
                  <a:lnTo>
                    <a:pt x="1236459" y="246380"/>
                  </a:lnTo>
                  <a:lnTo>
                    <a:pt x="1467129" y="246380"/>
                  </a:lnTo>
                  <a:lnTo>
                    <a:pt x="1467129" y="229870"/>
                  </a:lnTo>
                  <a:lnTo>
                    <a:pt x="1236472" y="229870"/>
                  </a:lnTo>
                  <a:lnTo>
                    <a:pt x="1236472" y="0"/>
                  </a:lnTo>
                  <a:lnTo>
                    <a:pt x="1219847" y="0"/>
                  </a:lnTo>
                  <a:lnTo>
                    <a:pt x="1219847" y="725170"/>
                  </a:lnTo>
                  <a:lnTo>
                    <a:pt x="989177" y="725170"/>
                  </a:lnTo>
                  <a:lnTo>
                    <a:pt x="989177" y="494030"/>
                  </a:lnTo>
                  <a:lnTo>
                    <a:pt x="1219847" y="494030"/>
                  </a:lnTo>
                  <a:lnTo>
                    <a:pt x="1219847" y="477520"/>
                  </a:lnTo>
                  <a:lnTo>
                    <a:pt x="989177" y="477520"/>
                  </a:lnTo>
                  <a:lnTo>
                    <a:pt x="989177" y="246380"/>
                  </a:lnTo>
                  <a:lnTo>
                    <a:pt x="1219847" y="246380"/>
                  </a:lnTo>
                  <a:lnTo>
                    <a:pt x="1219847" y="229870"/>
                  </a:lnTo>
                  <a:lnTo>
                    <a:pt x="989177" y="229870"/>
                  </a:lnTo>
                  <a:lnTo>
                    <a:pt x="989177" y="0"/>
                  </a:lnTo>
                  <a:lnTo>
                    <a:pt x="972553" y="0"/>
                  </a:lnTo>
                  <a:lnTo>
                    <a:pt x="972553" y="229870"/>
                  </a:lnTo>
                  <a:lnTo>
                    <a:pt x="972553" y="246380"/>
                  </a:lnTo>
                  <a:lnTo>
                    <a:pt x="972553" y="477520"/>
                  </a:lnTo>
                  <a:lnTo>
                    <a:pt x="972540" y="494030"/>
                  </a:lnTo>
                  <a:lnTo>
                    <a:pt x="972540" y="725170"/>
                  </a:lnTo>
                  <a:lnTo>
                    <a:pt x="741883" y="725170"/>
                  </a:lnTo>
                  <a:lnTo>
                    <a:pt x="741883" y="494030"/>
                  </a:lnTo>
                  <a:lnTo>
                    <a:pt x="972540" y="494030"/>
                  </a:lnTo>
                  <a:lnTo>
                    <a:pt x="972540" y="477520"/>
                  </a:lnTo>
                  <a:lnTo>
                    <a:pt x="741883" y="477520"/>
                  </a:lnTo>
                  <a:lnTo>
                    <a:pt x="741883" y="246380"/>
                  </a:lnTo>
                  <a:lnTo>
                    <a:pt x="972553" y="246380"/>
                  </a:lnTo>
                  <a:lnTo>
                    <a:pt x="972553" y="229870"/>
                  </a:lnTo>
                  <a:lnTo>
                    <a:pt x="741883" y="229870"/>
                  </a:lnTo>
                  <a:lnTo>
                    <a:pt x="741883" y="0"/>
                  </a:lnTo>
                  <a:lnTo>
                    <a:pt x="725258" y="0"/>
                  </a:lnTo>
                  <a:lnTo>
                    <a:pt x="725258" y="725170"/>
                  </a:lnTo>
                  <a:lnTo>
                    <a:pt x="494588" y="725170"/>
                  </a:lnTo>
                  <a:lnTo>
                    <a:pt x="494588" y="494030"/>
                  </a:lnTo>
                  <a:lnTo>
                    <a:pt x="725258" y="494030"/>
                  </a:lnTo>
                  <a:lnTo>
                    <a:pt x="725258" y="477520"/>
                  </a:lnTo>
                  <a:lnTo>
                    <a:pt x="494588" y="477520"/>
                  </a:lnTo>
                  <a:lnTo>
                    <a:pt x="494588" y="246380"/>
                  </a:lnTo>
                  <a:lnTo>
                    <a:pt x="725258" y="246380"/>
                  </a:lnTo>
                  <a:lnTo>
                    <a:pt x="725258" y="229870"/>
                  </a:lnTo>
                  <a:lnTo>
                    <a:pt x="494588" y="229870"/>
                  </a:lnTo>
                  <a:lnTo>
                    <a:pt x="494588" y="0"/>
                  </a:lnTo>
                  <a:lnTo>
                    <a:pt x="477964" y="0"/>
                  </a:lnTo>
                  <a:lnTo>
                    <a:pt x="477964" y="725170"/>
                  </a:lnTo>
                  <a:lnTo>
                    <a:pt x="247294" y="725170"/>
                  </a:lnTo>
                  <a:lnTo>
                    <a:pt x="247294" y="494030"/>
                  </a:lnTo>
                  <a:lnTo>
                    <a:pt x="477964" y="494030"/>
                  </a:lnTo>
                  <a:lnTo>
                    <a:pt x="477964" y="477520"/>
                  </a:lnTo>
                  <a:lnTo>
                    <a:pt x="247294" y="477520"/>
                  </a:lnTo>
                  <a:lnTo>
                    <a:pt x="247294" y="246380"/>
                  </a:lnTo>
                  <a:lnTo>
                    <a:pt x="477964" y="246380"/>
                  </a:lnTo>
                  <a:lnTo>
                    <a:pt x="477964" y="229870"/>
                  </a:lnTo>
                  <a:lnTo>
                    <a:pt x="247294" y="229870"/>
                  </a:lnTo>
                  <a:lnTo>
                    <a:pt x="247294" y="0"/>
                  </a:lnTo>
                  <a:lnTo>
                    <a:pt x="230670" y="0"/>
                  </a:lnTo>
                  <a:lnTo>
                    <a:pt x="230670" y="229870"/>
                  </a:lnTo>
                  <a:lnTo>
                    <a:pt x="0" y="229870"/>
                  </a:lnTo>
                  <a:lnTo>
                    <a:pt x="0" y="246380"/>
                  </a:lnTo>
                  <a:lnTo>
                    <a:pt x="230670" y="246380"/>
                  </a:lnTo>
                  <a:lnTo>
                    <a:pt x="230670" y="477520"/>
                  </a:lnTo>
                  <a:lnTo>
                    <a:pt x="0" y="477520"/>
                  </a:lnTo>
                  <a:lnTo>
                    <a:pt x="0" y="494030"/>
                  </a:lnTo>
                  <a:lnTo>
                    <a:pt x="230670" y="494030"/>
                  </a:lnTo>
                  <a:lnTo>
                    <a:pt x="230670" y="725170"/>
                  </a:lnTo>
                  <a:lnTo>
                    <a:pt x="0" y="725170"/>
                  </a:lnTo>
                  <a:lnTo>
                    <a:pt x="0" y="741680"/>
                  </a:lnTo>
                  <a:lnTo>
                    <a:pt x="230670" y="741680"/>
                  </a:lnTo>
                  <a:lnTo>
                    <a:pt x="230670" y="971550"/>
                  </a:lnTo>
                  <a:lnTo>
                    <a:pt x="247294" y="971550"/>
                  </a:lnTo>
                  <a:lnTo>
                    <a:pt x="247294" y="741680"/>
                  </a:lnTo>
                  <a:lnTo>
                    <a:pt x="477964" y="741680"/>
                  </a:lnTo>
                  <a:lnTo>
                    <a:pt x="477964" y="971550"/>
                  </a:lnTo>
                  <a:lnTo>
                    <a:pt x="494588" y="971550"/>
                  </a:lnTo>
                  <a:lnTo>
                    <a:pt x="494588" y="741680"/>
                  </a:lnTo>
                  <a:lnTo>
                    <a:pt x="725258" y="741680"/>
                  </a:lnTo>
                  <a:lnTo>
                    <a:pt x="725258" y="971550"/>
                  </a:lnTo>
                  <a:lnTo>
                    <a:pt x="741883" y="971550"/>
                  </a:lnTo>
                  <a:lnTo>
                    <a:pt x="741883" y="741680"/>
                  </a:lnTo>
                  <a:lnTo>
                    <a:pt x="972553" y="741680"/>
                  </a:lnTo>
                  <a:lnTo>
                    <a:pt x="972553" y="971550"/>
                  </a:lnTo>
                  <a:lnTo>
                    <a:pt x="989177" y="971550"/>
                  </a:lnTo>
                  <a:lnTo>
                    <a:pt x="989177" y="741680"/>
                  </a:lnTo>
                  <a:lnTo>
                    <a:pt x="1219847" y="741680"/>
                  </a:lnTo>
                  <a:lnTo>
                    <a:pt x="1219847" y="971550"/>
                  </a:lnTo>
                  <a:lnTo>
                    <a:pt x="1236472" y="971550"/>
                  </a:lnTo>
                  <a:lnTo>
                    <a:pt x="1236472" y="741680"/>
                  </a:lnTo>
                  <a:lnTo>
                    <a:pt x="1467129" y="741680"/>
                  </a:lnTo>
                  <a:lnTo>
                    <a:pt x="1467129" y="971550"/>
                  </a:lnTo>
                  <a:lnTo>
                    <a:pt x="1483766" y="971550"/>
                  </a:lnTo>
                  <a:lnTo>
                    <a:pt x="1483766" y="741680"/>
                  </a:lnTo>
                  <a:lnTo>
                    <a:pt x="1714423" y="741680"/>
                  </a:lnTo>
                  <a:lnTo>
                    <a:pt x="1714423" y="971550"/>
                  </a:lnTo>
                  <a:lnTo>
                    <a:pt x="1731048" y="971550"/>
                  </a:lnTo>
                  <a:lnTo>
                    <a:pt x="1731048" y="741680"/>
                  </a:lnTo>
                  <a:lnTo>
                    <a:pt x="1961730" y="741680"/>
                  </a:lnTo>
                  <a:lnTo>
                    <a:pt x="1961730" y="971550"/>
                  </a:lnTo>
                  <a:lnTo>
                    <a:pt x="1978342" y="971550"/>
                  </a:lnTo>
                  <a:lnTo>
                    <a:pt x="1978342" y="741680"/>
                  </a:lnTo>
                  <a:lnTo>
                    <a:pt x="2209012" y="741680"/>
                  </a:lnTo>
                  <a:lnTo>
                    <a:pt x="2209012" y="971550"/>
                  </a:lnTo>
                  <a:lnTo>
                    <a:pt x="2225649" y="971550"/>
                  </a:lnTo>
                  <a:lnTo>
                    <a:pt x="2225649" y="741680"/>
                  </a:lnTo>
                  <a:lnTo>
                    <a:pt x="2456307" y="741680"/>
                  </a:lnTo>
                  <a:lnTo>
                    <a:pt x="2456307" y="971550"/>
                  </a:lnTo>
                  <a:lnTo>
                    <a:pt x="2472931" y="971550"/>
                  </a:lnTo>
                  <a:lnTo>
                    <a:pt x="2472931" y="741680"/>
                  </a:lnTo>
                  <a:lnTo>
                    <a:pt x="2703601" y="741680"/>
                  </a:lnTo>
                  <a:lnTo>
                    <a:pt x="2703601" y="971550"/>
                  </a:lnTo>
                  <a:lnTo>
                    <a:pt x="2720225" y="971550"/>
                  </a:lnTo>
                  <a:lnTo>
                    <a:pt x="2720225" y="741680"/>
                  </a:lnTo>
                  <a:lnTo>
                    <a:pt x="2950895" y="741680"/>
                  </a:lnTo>
                  <a:lnTo>
                    <a:pt x="2950895" y="971550"/>
                  </a:lnTo>
                  <a:lnTo>
                    <a:pt x="2967520" y="971550"/>
                  </a:lnTo>
                  <a:lnTo>
                    <a:pt x="2967520" y="741680"/>
                  </a:lnTo>
                  <a:lnTo>
                    <a:pt x="3198190" y="741680"/>
                  </a:lnTo>
                  <a:lnTo>
                    <a:pt x="3198190" y="971550"/>
                  </a:lnTo>
                  <a:lnTo>
                    <a:pt x="3214814" y="971550"/>
                  </a:lnTo>
                  <a:lnTo>
                    <a:pt x="3214814" y="741680"/>
                  </a:lnTo>
                  <a:lnTo>
                    <a:pt x="3445484" y="741680"/>
                  </a:lnTo>
                  <a:lnTo>
                    <a:pt x="3445484" y="971550"/>
                  </a:lnTo>
                  <a:lnTo>
                    <a:pt x="3462109" y="971550"/>
                  </a:lnTo>
                  <a:lnTo>
                    <a:pt x="3462109" y="741680"/>
                  </a:lnTo>
                  <a:lnTo>
                    <a:pt x="3692779" y="741680"/>
                  </a:lnTo>
                  <a:lnTo>
                    <a:pt x="3692779" y="971550"/>
                  </a:lnTo>
                  <a:lnTo>
                    <a:pt x="3709403" y="971550"/>
                  </a:lnTo>
                  <a:lnTo>
                    <a:pt x="3709403" y="741680"/>
                  </a:lnTo>
                  <a:lnTo>
                    <a:pt x="3940060" y="741680"/>
                  </a:lnTo>
                  <a:lnTo>
                    <a:pt x="3940060" y="971550"/>
                  </a:lnTo>
                  <a:lnTo>
                    <a:pt x="3956697" y="971550"/>
                  </a:lnTo>
                  <a:lnTo>
                    <a:pt x="3956697" y="741680"/>
                  </a:lnTo>
                  <a:lnTo>
                    <a:pt x="4187367" y="741680"/>
                  </a:lnTo>
                  <a:lnTo>
                    <a:pt x="4187367" y="971550"/>
                  </a:lnTo>
                  <a:lnTo>
                    <a:pt x="4203979" y="971550"/>
                  </a:lnTo>
                  <a:lnTo>
                    <a:pt x="4203979" y="741680"/>
                  </a:lnTo>
                  <a:lnTo>
                    <a:pt x="4434662" y="741680"/>
                  </a:lnTo>
                  <a:lnTo>
                    <a:pt x="4434662" y="971550"/>
                  </a:lnTo>
                  <a:lnTo>
                    <a:pt x="4451286" y="971550"/>
                  </a:lnTo>
                  <a:lnTo>
                    <a:pt x="4451286" y="741680"/>
                  </a:lnTo>
                  <a:lnTo>
                    <a:pt x="4681944" y="741680"/>
                  </a:lnTo>
                  <a:lnTo>
                    <a:pt x="4681944" y="971550"/>
                  </a:lnTo>
                  <a:lnTo>
                    <a:pt x="4698581" y="971550"/>
                  </a:lnTo>
                  <a:lnTo>
                    <a:pt x="4698581" y="741680"/>
                  </a:lnTo>
                  <a:lnTo>
                    <a:pt x="4906581" y="741680"/>
                  </a:lnTo>
                  <a:lnTo>
                    <a:pt x="4906581" y="725170"/>
                  </a:lnTo>
                  <a:lnTo>
                    <a:pt x="4698581" y="725170"/>
                  </a:lnTo>
                  <a:lnTo>
                    <a:pt x="4698581" y="494030"/>
                  </a:lnTo>
                  <a:lnTo>
                    <a:pt x="4906581" y="494030"/>
                  </a:lnTo>
                  <a:lnTo>
                    <a:pt x="4906581" y="477520"/>
                  </a:lnTo>
                  <a:lnTo>
                    <a:pt x="4698581" y="477520"/>
                  </a:lnTo>
                  <a:lnTo>
                    <a:pt x="4698581" y="246380"/>
                  </a:lnTo>
                  <a:lnTo>
                    <a:pt x="4906581" y="246380"/>
                  </a:lnTo>
                  <a:lnTo>
                    <a:pt x="4906581" y="229870"/>
                  </a:lnTo>
                  <a:close/>
                </a:path>
              </a:pathLst>
            </a:custGeom>
            <a:solidFill>
              <a:srgbClr val="E1E9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76965" y="5335682"/>
              <a:ext cx="1995170" cy="229870"/>
            </a:xfrm>
            <a:custGeom>
              <a:avLst/>
              <a:gdLst/>
              <a:ahLst/>
              <a:cxnLst/>
              <a:rect l="l" t="t" r="r" b="b"/>
              <a:pathLst>
                <a:path w="1995170" h="229870">
                  <a:moveTo>
                    <a:pt x="16624" y="0"/>
                  </a:moveTo>
                  <a:lnTo>
                    <a:pt x="0" y="0"/>
                  </a:lnTo>
                  <a:lnTo>
                    <a:pt x="0" y="229870"/>
                  </a:lnTo>
                  <a:lnTo>
                    <a:pt x="16624" y="229870"/>
                  </a:lnTo>
                  <a:lnTo>
                    <a:pt x="16624" y="0"/>
                  </a:lnTo>
                  <a:close/>
                </a:path>
                <a:path w="1995170" h="229870">
                  <a:moveTo>
                    <a:pt x="263918" y="0"/>
                  </a:moveTo>
                  <a:lnTo>
                    <a:pt x="247294" y="0"/>
                  </a:lnTo>
                  <a:lnTo>
                    <a:pt x="247294" y="229870"/>
                  </a:lnTo>
                  <a:lnTo>
                    <a:pt x="263918" y="229870"/>
                  </a:lnTo>
                  <a:lnTo>
                    <a:pt x="263918" y="0"/>
                  </a:lnTo>
                  <a:close/>
                </a:path>
                <a:path w="1995170" h="229870">
                  <a:moveTo>
                    <a:pt x="511213" y="0"/>
                  </a:moveTo>
                  <a:lnTo>
                    <a:pt x="494588" y="0"/>
                  </a:lnTo>
                  <a:lnTo>
                    <a:pt x="494588" y="229870"/>
                  </a:lnTo>
                  <a:lnTo>
                    <a:pt x="511213" y="229870"/>
                  </a:lnTo>
                  <a:lnTo>
                    <a:pt x="511213" y="0"/>
                  </a:lnTo>
                  <a:close/>
                </a:path>
                <a:path w="1995170" h="229870">
                  <a:moveTo>
                    <a:pt x="758507" y="0"/>
                  </a:moveTo>
                  <a:lnTo>
                    <a:pt x="741883" y="0"/>
                  </a:lnTo>
                  <a:lnTo>
                    <a:pt x="741883" y="229870"/>
                  </a:lnTo>
                  <a:lnTo>
                    <a:pt x="758507" y="229870"/>
                  </a:lnTo>
                  <a:lnTo>
                    <a:pt x="758507" y="0"/>
                  </a:lnTo>
                  <a:close/>
                </a:path>
                <a:path w="1995170" h="229870">
                  <a:moveTo>
                    <a:pt x="1005801" y="0"/>
                  </a:moveTo>
                  <a:lnTo>
                    <a:pt x="989177" y="0"/>
                  </a:lnTo>
                  <a:lnTo>
                    <a:pt x="989177" y="229870"/>
                  </a:lnTo>
                  <a:lnTo>
                    <a:pt x="1005801" y="229870"/>
                  </a:lnTo>
                  <a:lnTo>
                    <a:pt x="1005801" y="0"/>
                  </a:lnTo>
                  <a:close/>
                </a:path>
                <a:path w="1995170" h="229870">
                  <a:moveTo>
                    <a:pt x="1253096" y="0"/>
                  </a:moveTo>
                  <a:lnTo>
                    <a:pt x="1236459" y="0"/>
                  </a:lnTo>
                  <a:lnTo>
                    <a:pt x="1236459" y="229870"/>
                  </a:lnTo>
                  <a:lnTo>
                    <a:pt x="1253096" y="229870"/>
                  </a:lnTo>
                  <a:lnTo>
                    <a:pt x="1253096" y="0"/>
                  </a:lnTo>
                  <a:close/>
                </a:path>
                <a:path w="1995170" h="229870">
                  <a:moveTo>
                    <a:pt x="1500378" y="0"/>
                  </a:moveTo>
                  <a:lnTo>
                    <a:pt x="1483766" y="0"/>
                  </a:lnTo>
                  <a:lnTo>
                    <a:pt x="1483766" y="229870"/>
                  </a:lnTo>
                  <a:lnTo>
                    <a:pt x="1500378" y="229870"/>
                  </a:lnTo>
                  <a:lnTo>
                    <a:pt x="1500378" y="0"/>
                  </a:lnTo>
                  <a:close/>
                </a:path>
                <a:path w="1995170" h="229870">
                  <a:moveTo>
                    <a:pt x="1747685" y="0"/>
                  </a:moveTo>
                  <a:lnTo>
                    <a:pt x="1731060" y="0"/>
                  </a:lnTo>
                  <a:lnTo>
                    <a:pt x="1731060" y="229870"/>
                  </a:lnTo>
                  <a:lnTo>
                    <a:pt x="1747685" y="229870"/>
                  </a:lnTo>
                  <a:lnTo>
                    <a:pt x="1747685" y="0"/>
                  </a:lnTo>
                  <a:close/>
                </a:path>
                <a:path w="1995170" h="229870">
                  <a:moveTo>
                    <a:pt x="1994979" y="0"/>
                  </a:moveTo>
                  <a:lnTo>
                    <a:pt x="1978342" y="0"/>
                  </a:lnTo>
                  <a:lnTo>
                    <a:pt x="1978342" y="229870"/>
                  </a:lnTo>
                  <a:lnTo>
                    <a:pt x="1994979" y="229870"/>
                  </a:lnTo>
                  <a:lnTo>
                    <a:pt x="1994979" y="0"/>
                  </a:lnTo>
                  <a:close/>
                </a:path>
              </a:pathLst>
            </a:custGeom>
            <a:solidFill>
              <a:srgbClr val="E1E9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191715" y="6477857"/>
              <a:ext cx="4988560" cy="2089785"/>
            </a:xfrm>
            <a:custGeom>
              <a:avLst/>
              <a:gdLst/>
              <a:ahLst/>
              <a:cxnLst/>
              <a:rect l="l" t="t" r="r" b="b"/>
              <a:pathLst>
                <a:path w="4988559" h="2089784">
                  <a:moveTo>
                    <a:pt x="4988230" y="0"/>
                  </a:moveTo>
                  <a:lnTo>
                    <a:pt x="0" y="0"/>
                  </a:lnTo>
                  <a:lnTo>
                    <a:pt x="0" y="806183"/>
                  </a:lnTo>
                  <a:lnTo>
                    <a:pt x="0" y="2089734"/>
                  </a:lnTo>
                  <a:lnTo>
                    <a:pt x="4097617" y="2089734"/>
                  </a:lnTo>
                  <a:lnTo>
                    <a:pt x="4097617" y="806183"/>
                  </a:lnTo>
                  <a:lnTo>
                    <a:pt x="4209948" y="806183"/>
                  </a:lnTo>
                  <a:lnTo>
                    <a:pt x="4209948" y="2089734"/>
                  </a:lnTo>
                  <a:lnTo>
                    <a:pt x="4988230" y="2089734"/>
                  </a:lnTo>
                  <a:lnTo>
                    <a:pt x="4988230" y="806183"/>
                  </a:lnTo>
                  <a:lnTo>
                    <a:pt x="4988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114105" y="6307232"/>
              <a:ext cx="5066030" cy="1951355"/>
            </a:xfrm>
            <a:custGeom>
              <a:avLst/>
              <a:gdLst/>
              <a:ahLst/>
              <a:cxnLst/>
              <a:rect l="l" t="t" r="r" b="b"/>
              <a:pathLst>
                <a:path w="5066030" h="1951354">
                  <a:moveTo>
                    <a:pt x="2463736" y="1310703"/>
                  </a:moveTo>
                  <a:lnTo>
                    <a:pt x="451942" y="1310703"/>
                  </a:lnTo>
                  <a:lnTo>
                    <a:pt x="451942" y="1328483"/>
                  </a:lnTo>
                  <a:lnTo>
                    <a:pt x="451942" y="1933003"/>
                  </a:lnTo>
                  <a:lnTo>
                    <a:pt x="451942" y="1950783"/>
                  </a:lnTo>
                  <a:lnTo>
                    <a:pt x="2463736" y="1950783"/>
                  </a:lnTo>
                  <a:lnTo>
                    <a:pt x="2463736" y="1933003"/>
                  </a:lnTo>
                  <a:lnTo>
                    <a:pt x="469747" y="1933003"/>
                  </a:lnTo>
                  <a:lnTo>
                    <a:pt x="469747" y="1328483"/>
                  </a:lnTo>
                  <a:lnTo>
                    <a:pt x="2445943" y="1328483"/>
                  </a:lnTo>
                  <a:lnTo>
                    <a:pt x="2445943" y="1932571"/>
                  </a:lnTo>
                  <a:lnTo>
                    <a:pt x="2463736" y="1932571"/>
                  </a:lnTo>
                  <a:lnTo>
                    <a:pt x="2463736" y="1328483"/>
                  </a:lnTo>
                  <a:lnTo>
                    <a:pt x="2463736" y="1327975"/>
                  </a:lnTo>
                  <a:lnTo>
                    <a:pt x="2463736" y="1310703"/>
                  </a:lnTo>
                  <a:close/>
                </a:path>
                <a:path w="5066030" h="1951354">
                  <a:moveTo>
                    <a:pt x="2463736" y="450913"/>
                  </a:moveTo>
                  <a:lnTo>
                    <a:pt x="451942" y="450913"/>
                  </a:lnTo>
                  <a:lnTo>
                    <a:pt x="451942" y="468693"/>
                  </a:lnTo>
                  <a:lnTo>
                    <a:pt x="451942" y="1073213"/>
                  </a:lnTo>
                  <a:lnTo>
                    <a:pt x="451942" y="1090993"/>
                  </a:lnTo>
                  <a:lnTo>
                    <a:pt x="2463736" y="1090993"/>
                  </a:lnTo>
                  <a:lnTo>
                    <a:pt x="2463736" y="1073454"/>
                  </a:lnTo>
                  <a:lnTo>
                    <a:pt x="2463736" y="1073213"/>
                  </a:lnTo>
                  <a:lnTo>
                    <a:pt x="2463736" y="468858"/>
                  </a:lnTo>
                  <a:lnTo>
                    <a:pt x="2445943" y="468858"/>
                  </a:lnTo>
                  <a:lnTo>
                    <a:pt x="2445943" y="1073213"/>
                  </a:lnTo>
                  <a:lnTo>
                    <a:pt x="469747" y="1073213"/>
                  </a:lnTo>
                  <a:lnTo>
                    <a:pt x="469747" y="468693"/>
                  </a:lnTo>
                  <a:lnTo>
                    <a:pt x="2463736" y="468693"/>
                  </a:lnTo>
                  <a:lnTo>
                    <a:pt x="2463736" y="450913"/>
                  </a:lnTo>
                  <a:close/>
                </a:path>
                <a:path w="5066030" h="1951354">
                  <a:moveTo>
                    <a:pt x="2880601" y="1310703"/>
                  </a:moveTo>
                  <a:lnTo>
                    <a:pt x="2738120" y="1310703"/>
                  </a:lnTo>
                  <a:lnTo>
                    <a:pt x="2738120" y="1328483"/>
                  </a:lnTo>
                  <a:lnTo>
                    <a:pt x="2738120" y="1933003"/>
                  </a:lnTo>
                  <a:lnTo>
                    <a:pt x="2738120" y="1950783"/>
                  </a:lnTo>
                  <a:lnTo>
                    <a:pt x="2880601" y="1950783"/>
                  </a:lnTo>
                  <a:lnTo>
                    <a:pt x="2880601" y="1933003"/>
                  </a:lnTo>
                  <a:lnTo>
                    <a:pt x="2755912" y="1933003"/>
                  </a:lnTo>
                  <a:lnTo>
                    <a:pt x="2755912" y="1328483"/>
                  </a:lnTo>
                  <a:lnTo>
                    <a:pt x="2880601" y="1328483"/>
                  </a:lnTo>
                  <a:lnTo>
                    <a:pt x="2880601" y="1310703"/>
                  </a:lnTo>
                  <a:close/>
                </a:path>
                <a:path w="5066030" h="1951354">
                  <a:moveTo>
                    <a:pt x="4175226" y="1933003"/>
                  </a:moveTo>
                  <a:lnTo>
                    <a:pt x="2992932" y="1933003"/>
                  </a:lnTo>
                  <a:lnTo>
                    <a:pt x="2992932" y="1950783"/>
                  </a:lnTo>
                  <a:lnTo>
                    <a:pt x="4175226" y="1950783"/>
                  </a:lnTo>
                  <a:lnTo>
                    <a:pt x="4175226" y="1933003"/>
                  </a:lnTo>
                  <a:close/>
                </a:path>
                <a:path w="5066030" h="1951354">
                  <a:moveTo>
                    <a:pt x="4175226" y="1310703"/>
                  </a:moveTo>
                  <a:lnTo>
                    <a:pt x="2992932" y="1310703"/>
                  </a:lnTo>
                  <a:lnTo>
                    <a:pt x="2992932" y="1328483"/>
                  </a:lnTo>
                  <a:lnTo>
                    <a:pt x="4175226" y="1328483"/>
                  </a:lnTo>
                  <a:lnTo>
                    <a:pt x="4175226" y="1310703"/>
                  </a:lnTo>
                  <a:close/>
                </a:path>
                <a:path w="5066030" h="1951354">
                  <a:moveTo>
                    <a:pt x="4175226" y="1074483"/>
                  </a:moveTo>
                  <a:lnTo>
                    <a:pt x="2992932" y="1074483"/>
                  </a:lnTo>
                  <a:lnTo>
                    <a:pt x="2992932" y="1092263"/>
                  </a:lnTo>
                  <a:lnTo>
                    <a:pt x="4175226" y="1092263"/>
                  </a:lnTo>
                  <a:lnTo>
                    <a:pt x="4175226" y="1074483"/>
                  </a:lnTo>
                  <a:close/>
                </a:path>
                <a:path w="5066030" h="1951354">
                  <a:moveTo>
                    <a:pt x="4749914" y="1328737"/>
                  </a:moveTo>
                  <a:lnTo>
                    <a:pt x="4732134" y="1328737"/>
                  </a:lnTo>
                  <a:lnTo>
                    <a:pt x="4732134" y="1933003"/>
                  </a:lnTo>
                  <a:lnTo>
                    <a:pt x="4287558" y="1933003"/>
                  </a:lnTo>
                  <a:lnTo>
                    <a:pt x="4287558" y="1950783"/>
                  </a:lnTo>
                  <a:lnTo>
                    <a:pt x="4749914" y="1950783"/>
                  </a:lnTo>
                  <a:lnTo>
                    <a:pt x="4749914" y="1933333"/>
                  </a:lnTo>
                  <a:lnTo>
                    <a:pt x="4749914" y="1933003"/>
                  </a:lnTo>
                  <a:lnTo>
                    <a:pt x="4749914" y="1328737"/>
                  </a:lnTo>
                  <a:close/>
                </a:path>
                <a:path w="5066030" h="1951354">
                  <a:moveTo>
                    <a:pt x="4749914" y="1310703"/>
                  </a:moveTo>
                  <a:lnTo>
                    <a:pt x="4287558" y="1310703"/>
                  </a:lnTo>
                  <a:lnTo>
                    <a:pt x="4287558" y="1328483"/>
                  </a:lnTo>
                  <a:lnTo>
                    <a:pt x="4749914" y="1328483"/>
                  </a:lnTo>
                  <a:lnTo>
                    <a:pt x="4749914" y="1310703"/>
                  </a:lnTo>
                  <a:close/>
                </a:path>
                <a:path w="5066030" h="1951354">
                  <a:moveTo>
                    <a:pt x="4749914" y="1074483"/>
                  </a:moveTo>
                  <a:lnTo>
                    <a:pt x="4287558" y="1074483"/>
                  </a:lnTo>
                  <a:lnTo>
                    <a:pt x="4287558" y="1092263"/>
                  </a:lnTo>
                  <a:lnTo>
                    <a:pt x="4749914" y="1092263"/>
                  </a:lnTo>
                  <a:lnTo>
                    <a:pt x="4749914" y="1074483"/>
                  </a:lnTo>
                  <a:close/>
                </a:path>
                <a:path w="5066030" h="1951354">
                  <a:moveTo>
                    <a:pt x="4749914" y="452183"/>
                  </a:moveTo>
                  <a:lnTo>
                    <a:pt x="2738120" y="452183"/>
                  </a:lnTo>
                  <a:lnTo>
                    <a:pt x="2738120" y="469963"/>
                  </a:lnTo>
                  <a:lnTo>
                    <a:pt x="2738120" y="1074483"/>
                  </a:lnTo>
                  <a:lnTo>
                    <a:pt x="2738120" y="1092263"/>
                  </a:lnTo>
                  <a:lnTo>
                    <a:pt x="2880601" y="1092263"/>
                  </a:lnTo>
                  <a:lnTo>
                    <a:pt x="2880601" y="1074483"/>
                  </a:lnTo>
                  <a:lnTo>
                    <a:pt x="2755912" y="1074483"/>
                  </a:lnTo>
                  <a:lnTo>
                    <a:pt x="2755912" y="469963"/>
                  </a:lnTo>
                  <a:lnTo>
                    <a:pt x="4732134" y="469963"/>
                  </a:lnTo>
                  <a:lnTo>
                    <a:pt x="4732134" y="1074229"/>
                  </a:lnTo>
                  <a:lnTo>
                    <a:pt x="4749914" y="1074229"/>
                  </a:lnTo>
                  <a:lnTo>
                    <a:pt x="4749914" y="469963"/>
                  </a:lnTo>
                  <a:lnTo>
                    <a:pt x="4749914" y="469633"/>
                  </a:lnTo>
                  <a:lnTo>
                    <a:pt x="4749914" y="452183"/>
                  </a:lnTo>
                  <a:close/>
                </a:path>
                <a:path w="5066030" h="1951354">
                  <a:moveTo>
                    <a:pt x="5065839" y="0"/>
                  </a:moveTo>
                  <a:lnTo>
                    <a:pt x="0" y="0"/>
                  </a:lnTo>
                  <a:lnTo>
                    <a:pt x="0" y="170624"/>
                  </a:lnTo>
                  <a:lnTo>
                    <a:pt x="5065839" y="170624"/>
                  </a:lnTo>
                  <a:lnTo>
                    <a:pt x="5065839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264077" y="7046893"/>
              <a:ext cx="2901315" cy="923290"/>
            </a:xfrm>
            <a:custGeom>
              <a:avLst/>
              <a:gdLst/>
              <a:ahLst/>
              <a:cxnLst/>
              <a:rect l="l" t="t" r="r" b="b"/>
              <a:pathLst>
                <a:path w="2901315" h="923290">
                  <a:moveTo>
                    <a:pt x="615734" y="871969"/>
                  </a:moveTo>
                  <a:lnTo>
                    <a:pt x="0" y="871969"/>
                  </a:lnTo>
                  <a:lnTo>
                    <a:pt x="0" y="920508"/>
                  </a:lnTo>
                  <a:lnTo>
                    <a:pt x="615734" y="920508"/>
                  </a:lnTo>
                  <a:lnTo>
                    <a:pt x="615734" y="871969"/>
                  </a:lnTo>
                  <a:close/>
                </a:path>
                <a:path w="2901315" h="923290">
                  <a:moveTo>
                    <a:pt x="615734" y="0"/>
                  </a:moveTo>
                  <a:lnTo>
                    <a:pt x="0" y="0"/>
                  </a:lnTo>
                  <a:lnTo>
                    <a:pt x="0" y="48526"/>
                  </a:lnTo>
                  <a:lnTo>
                    <a:pt x="615734" y="48526"/>
                  </a:lnTo>
                  <a:lnTo>
                    <a:pt x="615734" y="0"/>
                  </a:lnTo>
                  <a:close/>
                </a:path>
                <a:path w="2901315" h="923290">
                  <a:moveTo>
                    <a:pt x="2900959" y="874699"/>
                  </a:moveTo>
                  <a:lnTo>
                    <a:pt x="2285225" y="874699"/>
                  </a:lnTo>
                  <a:lnTo>
                    <a:pt x="2285225" y="923239"/>
                  </a:lnTo>
                  <a:lnTo>
                    <a:pt x="2900959" y="923239"/>
                  </a:lnTo>
                  <a:lnTo>
                    <a:pt x="2900959" y="874699"/>
                  </a:lnTo>
                  <a:close/>
                </a:path>
                <a:path w="2901315" h="923290">
                  <a:moveTo>
                    <a:pt x="2900959" y="2717"/>
                  </a:moveTo>
                  <a:lnTo>
                    <a:pt x="2285225" y="2717"/>
                  </a:lnTo>
                  <a:lnTo>
                    <a:pt x="2285225" y="51257"/>
                  </a:lnTo>
                  <a:lnTo>
                    <a:pt x="2900959" y="51257"/>
                  </a:lnTo>
                  <a:lnTo>
                    <a:pt x="2900959" y="2717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551217" y="5572012"/>
              <a:ext cx="366395" cy="741680"/>
            </a:xfrm>
            <a:custGeom>
              <a:avLst/>
              <a:gdLst/>
              <a:ahLst/>
              <a:cxnLst/>
              <a:rect l="l" t="t" r="r" b="b"/>
              <a:pathLst>
                <a:path w="366395" h="741679">
                  <a:moveTo>
                    <a:pt x="125985" y="481891"/>
                  </a:moveTo>
                  <a:lnTo>
                    <a:pt x="53569" y="481891"/>
                  </a:lnTo>
                  <a:lnTo>
                    <a:pt x="32876" y="486068"/>
                  </a:lnTo>
                  <a:lnTo>
                    <a:pt x="15978" y="497461"/>
                  </a:lnTo>
                  <a:lnTo>
                    <a:pt x="4585" y="514359"/>
                  </a:lnTo>
                  <a:lnTo>
                    <a:pt x="408" y="535051"/>
                  </a:lnTo>
                  <a:lnTo>
                    <a:pt x="408" y="680450"/>
                  </a:lnTo>
                  <a:lnTo>
                    <a:pt x="0" y="680450"/>
                  </a:lnTo>
                  <a:lnTo>
                    <a:pt x="0" y="741097"/>
                  </a:lnTo>
                  <a:lnTo>
                    <a:pt x="179041" y="741097"/>
                  </a:lnTo>
                  <a:lnTo>
                    <a:pt x="179146" y="681172"/>
                  </a:lnTo>
                  <a:lnTo>
                    <a:pt x="179146" y="535051"/>
                  </a:lnTo>
                  <a:lnTo>
                    <a:pt x="174968" y="514359"/>
                  </a:lnTo>
                  <a:lnTo>
                    <a:pt x="163576" y="497461"/>
                  </a:lnTo>
                  <a:lnTo>
                    <a:pt x="146678" y="486068"/>
                  </a:lnTo>
                  <a:lnTo>
                    <a:pt x="125985" y="481891"/>
                  </a:lnTo>
                  <a:close/>
                </a:path>
                <a:path w="366395" h="741679">
                  <a:moveTo>
                    <a:pt x="207962" y="0"/>
                  </a:moveTo>
                  <a:lnTo>
                    <a:pt x="161205" y="7544"/>
                  </a:lnTo>
                  <a:lnTo>
                    <a:pt x="120592" y="28586"/>
                  </a:lnTo>
                  <a:lnTo>
                    <a:pt x="88560" y="60683"/>
                  </a:lnTo>
                  <a:lnTo>
                    <a:pt x="67546" y="101395"/>
                  </a:lnTo>
                  <a:lnTo>
                    <a:pt x="59987" y="148278"/>
                  </a:lnTo>
                  <a:lnTo>
                    <a:pt x="59987" y="481891"/>
                  </a:lnTo>
                  <a:lnTo>
                    <a:pt x="119567" y="481891"/>
                  </a:lnTo>
                  <a:lnTo>
                    <a:pt x="119567" y="149984"/>
                  </a:lnTo>
                  <a:lnTo>
                    <a:pt x="127111" y="113475"/>
                  </a:lnTo>
                  <a:lnTo>
                    <a:pt x="147587" y="83863"/>
                  </a:lnTo>
                  <a:lnTo>
                    <a:pt x="177753" y="64543"/>
                  </a:lnTo>
                  <a:lnTo>
                    <a:pt x="214370" y="58909"/>
                  </a:lnTo>
                  <a:lnTo>
                    <a:pt x="325446" y="58909"/>
                  </a:lnTo>
                  <a:lnTo>
                    <a:pt x="295309" y="28662"/>
                  </a:lnTo>
                  <a:lnTo>
                    <a:pt x="254713" y="7585"/>
                  </a:lnTo>
                  <a:lnTo>
                    <a:pt x="207962" y="0"/>
                  </a:lnTo>
                  <a:close/>
                </a:path>
                <a:path w="366395" h="741679">
                  <a:moveTo>
                    <a:pt x="361622" y="235364"/>
                  </a:moveTo>
                  <a:lnTo>
                    <a:pt x="294546" y="235364"/>
                  </a:lnTo>
                  <a:lnTo>
                    <a:pt x="290085" y="239835"/>
                  </a:lnTo>
                  <a:lnTo>
                    <a:pt x="290085" y="265824"/>
                  </a:lnTo>
                  <a:lnTo>
                    <a:pt x="294546" y="270295"/>
                  </a:lnTo>
                  <a:lnTo>
                    <a:pt x="361622" y="270295"/>
                  </a:lnTo>
                  <a:lnTo>
                    <a:pt x="366093" y="265824"/>
                  </a:lnTo>
                  <a:lnTo>
                    <a:pt x="366093" y="239835"/>
                  </a:lnTo>
                  <a:lnTo>
                    <a:pt x="361622" y="235364"/>
                  </a:lnTo>
                  <a:close/>
                </a:path>
                <a:path w="366395" h="741679">
                  <a:moveTo>
                    <a:pt x="325446" y="58909"/>
                  </a:moveTo>
                  <a:lnTo>
                    <a:pt x="214370" y="58909"/>
                  </a:lnTo>
                  <a:lnTo>
                    <a:pt x="247238" y="67375"/>
                  </a:lnTo>
                  <a:lnTo>
                    <a:pt x="273892" y="86831"/>
                  </a:lnTo>
                  <a:lnTo>
                    <a:pt x="291766" y="114699"/>
                  </a:lnTo>
                  <a:lnTo>
                    <a:pt x="298270" y="148278"/>
                  </a:lnTo>
                  <a:lnTo>
                    <a:pt x="298294" y="235364"/>
                  </a:lnTo>
                  <a:lnTo>
                    <a:pt x="355821" y="235364"/>
                  </a:lnTo>
                  <a:lnTo>
                    <a:pt x="355801" y="148278"/>
                  </a:lnTo>
                  <a:lnTo>
                    <a:pt x="348298" y="101514"/>
                  </a:lnTo>
                  <a:lnTo>
                    <a:pt x="327316" y="60786"/>
                  </a:lnTo>
                  <a:lnTo>
                    <a:pt x="325446" y="58909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5921" y="6110229"/>
              <a:ext cx="135294" cy="154309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5887538" y="5572012"/>
              <a:ext cx="366395" cy="741680"/>
            </a:xfrm>
            <a:custGeom>
              <a:avLst/>
              <a:gdLst/>
              <a:ahLst/>
              <a:cxnLst/>
              <a:rect l="l" t="t" r="r" b="b"/>
              <a:pathLst>
                <a:path w="366395" h="741679">
                  <a:moveTo>
                    <a:pt x="125985" y="481891"/>
                  </a:moveTo>
                  <a:lnTo>
                    <a:pt x="53569" y="481891"/>
                  </a:lnTo>
                  <a:lnTo>
                    <a:pt x="32876" y="486068"/>
                  </a:lnTo>
                  <a:lnTo>
                    <a:pt x="15978" y="497461"/>
                  </a:lnTo>
                  <a:lnTo>
                    <a:pt x="4585" y="514359"/>
                  </a:lnTo>
                  <a:lnTo>
                    <a:pt x="408" y="535051"/>
                  </a:lnTo>
                  <a:lnTo>
                    <a:pt x="408" y="680450"/>
                  </a:lnTo>
                  <a:lnTo>
                    <a:pt x="0" y="680450"/>
                  </a:lnTo>
                  <a:lnTo>
                    <a:pt x="0" y="741097"/>
                  </a:lnTo>
                  <a:lnTo>
                    <a:pt x="179041" y="741097"/>
                  </a:lnTo>
                  <a:lnTo>
                    <a:pt x="179146" y="681172"/>
                  </a:lnTo>
                  <a:lnTo>
                    <a:pt x="179146" y="535051"/>
                  </a:lnTo>
                  <a:lnTo>
                    <a:pt x="174968" y="514359"/>
                  </a:lnTo>
                  <a:lnTo>
                    <a:pt x="163576" y="497461"/>
                  </a:lnTo>
                  <a:lnTo>
                    <a:pt x="146678" y="486068"/>
                  </a:lnTo>
                  <a:lnTo>
                    <a:pt x="125985" y="481891"/>
                  </a:lnTo>
                  <a:close/>
                </a:path>
                <a:path w="366395" h="741679">
                  <a:moveTo>
                    <a:pt x="207962" y="0"/>
                  </a:moveTo>
                  <a:lnTo>
                    <a:pt x="161205" y="7544"/>
                  </a:lnTo>
                  <a:lnTo>
                    <a:pt x="120592" y="28586"/>
                  </a:lnTo>
                  <a:lnTo>
                    <a:pt x="88560" y="60683"/>
                  </a:lnTo>
                  <a:lnTo>
                    <a:pt x="67546" y="101395"/>
                  </a:lnTo>
                  <a:lnTo>
                    <a:pt x="59987" y="148278"/>
                  </a:lnTo>
                  <a:lnTo>
                    <a:pt x="59987" y="481891"/>
                  </a:lnTo>
                  <a:lnTo>
                    <a:pt x="119567" y="481891"/>
                  </a:lnTo>
                  <a:lnTo>
                    <a:pt x="119567" y="149984"/>
                  </a:lnTo>
                  <a:lnTo>
                    <a:pt x="127111" y="113475"/>
                  </a:lnTo>
                  <a:lnTo>
                    <a:pt x="147587" y="83863"/>
                  </a:lnTo>
                  <a:lnTo>
                    <a:pt x="177753" y="64543"/>
                  </a:lnTo>
                  <a:lnTo>
                    <a:pt x="214370" y="58909"/>
                  </a:lnTo>
                  <a:lnTo>
                    <a:pt x="325446" y="58909"/>
                  </a:lnTo>
                  <a:lnTo>
                    <a:pt x="295309" y="28662"/>
                  </a:lnTo>
                  <a:lnTo>
                    <a:pt x="254713" y="7585"/>
                  </a:lnTo>
                  <a:lnTo>
                    <a:pt x="207962" y="0"/>
                  </a:lnTo>
                  <a:close/>
                </a:path>
                <a:path w="366395" h="741679">
                  <a:moveTo>
                    <a:pt x="361622" y="235364"/>
                  </a:moveTo>
                  <a:lnTo>
                    <a:pt x="294546" y="235364"/>
                  </a:lnTo>
                  <a:lnTo>
                    <a:pt x="290085" y="239835"/>
                  </a:lnTo>
                  <a:lnTo>
                    <a:pt x="290085" y="265824"/>
                  </a:lnTo>
                  <a:lnTo>
                    <a:pt x="294546" y="270295"/>
                  </a:lnTo>
                  <a:lnTo>
                    <a:pt x="361622" y="270295"/>
                  </a:lnTo>
                  <a:lnTo>
                    <a:pt x="366093" y="265824"/>
                  </a:lnTo>
                  <a:lnTo>
                    <a:pt x="366093" y="239835"/>
                  </a:lnTo>
                  <a:lnTo>
                    <a:pt x="361622" y="235364"/>
                  </a:lnTo>
                  <a:close/>
                </a:path>
                <a:path w="366395" h="741679">
                  <a:moveTo>
                    <a:pt x="325446" y="58909"/>
                  </a:moveTo>
                  <a:lnTo>
                    <a:pt x="214370" y="58909"/>
                  </a:lnTo>
                  <a:lnTo>
                    <a:pt x="247238" y="67375"/>
                  </a:lnTo>
                  <a:lnTo>
                    <a:pt x="273892" y="86831"/>
                  </a:lnTo>
                  <a:lnTo>
                    <a:pt x="291766" y="114699"/>
                  </a:lnTo>
                  <a:lnTo>
                    <a:pt x="298270" y="148278"/>
                  </a:lnTo>
                  <a:lnTo>
                    <a:pt x="298294" y="235364"/>
                  </a:lnTo>
                  <a:lnTo>
                    <a:pt x="355821" y="235364"/>
                  </a:lnTo>
                  <a:lnTo>
                    <a:pt x="355801" y="148278"/>
                  </a:lnTo>
                  <a:lnTo>
                    <a:pt x="348298" y="101514"/>
                  </a:lnTo>
                  <a:lnTo>
                    <a:pt x="327316" y="60786"/>
                  </a:lnTo>
                  <a:lnTo>
                    <a:pt x="325446" y="58909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52239" y="6110229"/>
              <a:ext cx="135294" cy="154309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3084063" y="2875095"/>
              <a:ext cx="3453129" cy="1245235"/>
            </a:xfrm>
            <a:custGeom>
              <a:avLst/>
              <a:gdLst/>
              <a:ahLst/>
              <a:cxnLst/>
              <a:rect l="l" t="t" r="r" b="b"/>
              <a:pathLst>
                <a:path w="3453129" h="1245235">
                  <a:moveTo>
                    <a:pt x="3453099" y="0"/>
                  </a:moveTo>
                  <a:lnTo>
                    <a:pt x="0" y="0"/>
                  </a:lnTo>
                  <a:lnTo>
                    <a:pt x="0" y="1244674"/>
                  </a:lnTo>
                  <a:lnTo>
                    <a:pt x="3453099" y="1244674"/>
                  </a:lnTo>
                  <a:lnTo>
                    <a:pt x="34530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184906" y="2974129"/>
              <a:ext cx="3241675" cy="1061720"/>
            </a:xfrm>
            <a:custGeom>
              <a:avLst/>
              <a:gdLst/>
              <a:ahLst/>
              <a:cxnLst/>
              <a:rect l="l" t="t" r="r" b="b"/>
              <a:pathLst>
                <a:path w="3241675" h="1061720">
                  <a:moveTo>
                    <a:pt x="1584083" y="0"/>
                  </a:moveTo>
                  <a:lnTo>
                    <a:pt x="0" y="0"/>
                  </a:lnTo>
                  <a:lnTo>
                    <a:pt x="0" y="1061288"/>
                  </a:lnTo>
                  <a:lnTo>
                    <a:pt x="1584083" y="1061288"/>
                  </a:lnTo>
                  <a:lnTo>
                    <a:pt x="1584083" y="0"/>
                  </a:lnTo>
                  <a:close/>
                </a:path>
                <a:path w="3241675" h="1061720">
                  <a:moveTo>
                    <a:pt x="3241357" y="0"/>
                  </a:moveTo>
                  <a:lnTo>
                    <a:pt x="1657273" y="0"/>
                  </a:lnTo>
                  <a:lnTo>
                    <a:pt x="1657273" y="1061288"/>
                  </a:lnTo>
                  <a:lnTo>
                    <a:pt x="3241357" y="1061288"/>
                  </a:lnTo>
                  <a:lnTo>
                    <a:pt x="3241357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184906" y="3086029"/>
              <a:ext cx="1584325" cy="442595"/>
            </a:xfrm>
            <a:custGeom>
              <a:avLst/>
              <a:gdLst/>
              <a:ahLst/>
              <a:cxnLst/>
              <a:rect l="l" t="t" r="r" b="b"/>
              <a:pathLst>
                <a:path w="1584325" h="442595">
                  <a:moveTo>
                    <a:pt x="400405" y="144792"/>
                  </a:moveTo>
                  <a:lnTo>
                    <a:pt x="398284" y="128816"/>
                  </a:lnTo>
                  <a:lnTo>
                    <a:pt x="392176" y="114185"/>
                  </a:lnTo>
                  <a:lnTo>
                    <a:pt x="382511" y="101638"/>
                  </a:lnTo>
                  <a:lnTo>
                    <a:pt x="369684" y="91859"/>
                  </a:lnTo>
                  <a:lnTo>
                    <a:pt x="363639" y="86829"/>
                  </a:lnTo>
                  <a:lnTo>
                    <a:pt x="358711" y="79794"/>
                  </a:lnTo>
                  <a:lnTo>
                    <a:pt x="354977" y="71551"/>
                  </a:lnTo>
                  <a:lnTo>
                    <a:pt x="352552" y="62915"/>
                  </a:lnTo>
                  <a:lnTo>
                    <a:pt x="367601" y="62915"/>
                  </a:lnTo>
                  <a:lnTo>
                    <a:pt x="372452" y="58064"/>
                  </a:lnTo>
                  <a:lnTo>
                    <a:pt x="372452" y="6261"/>
                  </a:lnTo>
                  <a:lnTo>
                    <a:pt x="366191" y="0"/>
                  </a:lnTo>
                  <a:lnTo>
                    <a:pt x="238912" y="0"/>
                  </a:lnTo>
                  <a:lnTo>
                    <a:pt x="232651" y="6261"/>
                  </a:lnTo>
                  <a:lnTo>
                    <a:pt x="232651" y="58064"/>
                  </a:lnTo>
                  <a:lnTo>
                    <a:pt x="237502" y="62915"/>
                  </a:lnTo>
                  <a:lnTo>
                    <a:pt x="252564" y="62915"/>
                  </a:lnTo>
                  <a:lnTo>
                    <a:pt x="250139" y="71551"/>
                  </a:lnTo>
                  <a:lnTo>
                    <a:pt x="246405" y="79794"/>
                  </a:lnTo>
                  <a:lnTo>
                    <a:pt x="241465" y="86829"/>
                  </a:lnTo>
                  <a:lnTo>
                    <a:pt x="235419" y="91859"/>
                  </a:lnTo>
                  <a:lnTo>
                    <a:pt x="222605" y="101625"/>
                  </a:lnTo>
                  <a:lnTo>
                    <a:pt x="212940" y="114185"/>
                  </a:lnTo>
                  <a:lnTo>
                    <a:pt x="206832" y="128816"/>
                  </a:lnTo>
                  <a:lnTo>
                    <a:pt x="204698" y="144792"/>
                  </a:lnTo>
                  <a:lnTo>
                    <a:pt x="204698" y="346316"/>
                  </a:lnTo>
                  <a:lnTo>
                    <a:pt x="206349" y="368376"/>
                  </a:lnTo>
                  <a:lnTo>
                    <a:pt x="210845" y="386384"/>
                  </a:lnTo>
                  <a:lnTo>
                    <a:pt x="217512" y="398526"/>
                  </a:lnTo>
                  <a:lnTo>
                    <a:pt x="225679" y="402971"/>
                  </a:lnTo>
                  <a:lnTo>
                    <a:pt x="379450" y="402971"/>
                  </a:lnTo>
                  <a:lnTo>
                    <a:pt x="387604" y="398526"/>
                  </a:lnTo>
                  <a:lnTo>
                    <a:pt x="394271" y="386384"/>
                  </a:lnTo>
                  <a:lnTo>
                    <a:pt x="398767" y="368376"/>
                  </a:lnTo>
                  <a:lnTo>
                    <a:pt x="400405" y="346316"/>
                  </a:lnTo>
                  <a:lnTo>
                    <a:pt x="400405" y="176352"/>
                  </a:lnTo>
                  <a:lnTo>
                    <a:pt x="400405" y="144792"/>
                  </a:lnTo>
                  <a:close/>
                </a:path>
                <a:path w="1584325" h="442595">
                  <a:moveTo>
                    <a:pt x="454660" y="402983"/>
                  </a:moveTo>
                  <a:lnTo>
                    <a:pt x="0" y="402983"/>
                  </a:lnTo>
                  <a:lnTo>
                    <a:pt x="0" y="442302"/>
                  </a:lnTo>
                  <a:lnTo>
                    <a:pt x="454660" y="442302"/>
                  </a:lnTo>
                  <a:lnTo>
                    <a:pt x="454660" y="402983"/>
                  </a:lnTo>
                  <a:close/>
                </a:path>
                <a:path w="1584325" h="442595">
                  <a:moveTo>
                    <a:pt x="708507" y="144792"/>
                  </a:moveTo>
                  <a:lnTo>
                    <a:pt x="706386" y="128816"/>
                  </a:lnTo>
                  <a:lnTo>
                    <a:pt x="700278" y="114185"/>
                  </a:lnTo>
                  <a:lnTo>
                    <a:pt x="690600" y="101638"/>
                  </a:lnTo>
                  <a:lnTo>
                    <a:pt x="677786" y="91859"/>
                  </a:lnTo>
                  <a:lnTo>
                    <a:pt x="671741" y="86829"/>
                  </a:lnTo>
                  <a:lnTo>
                    <a:pt x="666800" y="79794"/>
                  </a:lnTo>
                  <a:lnTo>
                    <a:pt x="663067" y="71551"/>
                  </a:lnTo>
                  <a:lnTo>
                    <a:pt x="660654" y="62915"/>
                  </a:lnTo>
                  <a:lnTo>
                    <a:pt x="675703" y="62915"/>
                  </a:lnTo>
                  <a:lnTo>
                    <a:pt x="680554" y="58064"/>
                  </a:lnTo>
                  <a:lnTo>
                    <a:pt x="680554" y="6261"/>
                  </a:lnTo>
                  <a:lnTo>
                    <a:pt x="674293" y="0"/>
                  </a:lnTo>
                  <a:lnTo>
                    <a:pt x="547014" y="0"/>
                  </a:lnTo>
                  <a:lnTo>
                    <a:pt x="540753" y="6261"/>
                  </a:lnTo>
                  <a:lnTo>
                    <a:pt x="540753" y="58064"/>
                  </a:lnTo>
                  <a:lnTo>
                    <a:pt x="545604" y="62915"/>
                  </a:lnTo>
                  <a:lnTo>
                    <a:pt x="560666" y="62915"/>
                  </a:lnTo>
                  <a:lnTo>
                    <a:pt x="558241" y="71551"/>
                  </a:lnTo>
                  <a:lnTo>
                    <a:pt x="554507" y="79794"/>
                  </a:lnTo>
                  <a:lnTo>
                    <a:pt x="549567" y="86829"/>
                  </a:lnTo>
                  <a:lnTo>
                    <a:pt x="543521" y="91859"/>
                  </a:lnTo>
                  <a:lnTo>
                    <a:pt x="530707" y="101625"/>
                  </a:lnTo>
                  <a:lnTo>
                    <a:pt x="521042" y="114185"/>
                  </a:lnTo>
                  <a:lnTo>
                    <a:pt x="514934" y="128816"/>
                  </a:lnTo>
                  <a:lnTo>
                    <a:pt x="512800" y="144792"/>
                  </a:lnTo>
                  <a:lnTo>
                    <a:pt x="512800" y="346316"/>
                  </a:lnTo>
                  <a:lnTo>
                    <a:pt x="514451" y="368376"/>
                  </a:lnTo>
                  <a:lnTo>
                    <a:pt x="518947" y="386384"/>
                  </a:lnTo>
                  <a:lnTo>
                    <a:pt x="525614" y="398526"/>
                  </a:lnTo>
                  <a:lnTo>
                    <a:pt x="533768" y="402971"/>
                  </a:lnTo>
                  <a:lnTo>
                    <a:pt x="687552" y="402971"/>
                  </a:lnTo>
                  <a:lnTo>
                    <a:pt x="695706" y="398526"/>
                  </a:lnTo>
                  <a:lnTo>
                    <a:pt x="702373" y="386384"/>
                  </a:lnTo>
                  <a:lnTo>
                    <a:pt x="706869" y="368376"/>
                  </a:lnTo>
                  <a:lnTo>
                    <a:pt x="708507" y="346316"/>
                  </a:lnTo>
                  <a:lnTo>
                    <a:pt x="708507" y="176352"/>
                  </a:lnTo>
                  <a:lnTo>
                    <a:pt x="708507" y="144792"/>
                  </a:lnTo>
                  <a:close/>
                </a:path>
                <a:path w="1584325" h="442595">
                  <a:moveTo>
                    <a:pt x="1584083" y="402983"/>
                  </a:moveTo>
                  <a:lnTo>
                    <a:pt x="1012850" y="402983"/>
                  </a:lnTo>
                  <a:lnTo>
                    <a:pt x="1012850" y="442302"/>
                  </a:lnTo>
                  <a:lnTo>
                    <a:pt x="1584083" y="442302"/>
                  </a:lnTo>
                  <a:lnTo>
                    <a:pt x="1584083" y="402983"/>
                  </a:lnTo>
                  <a:close/>
                </a:path>
              </a:pathLst>
            </a:custGeom>
            <a:solidFill>
              <a:srgbClr val="DCE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639574" y="3488050"/>
              <a:ext cx="558800" cy="62865"/>
            </a:xfrm>
            <a:custGeom>
              <a:avLst/>
              <a:gdLst/>
              <a:ahLst/>
              <a:cxnLst/>
              <a:rect l="l" t="t" r="r" b="b"/>
              <a:pathLst>
                <a:path w="558800" h="62864">
                  <a:moveTo>
                    <a:pt x="558192" y="0"/>
                  </a:moveTo>
                  <a:lnTo>
                    <a:pt x="0" y="0"/>
                  </a:lnTo>
                  <a:lnTo>
                    <a:pt x="0" y="62584"/>
                  </a:lnTo>
                  <a:lnTo>
                    <a:pt x="558192" y="62584"/>
                  </a:lnTo>
                  <a:lnTo>
                    <a:pt x="55819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234586" y="3208102"/>
              <a:ext cx="293370" cy="281305"/>
            </a:xfrm>
            <a:custGeom>
              <a:avLst/>
              <a:gdLst/>
              <a:ahLst/>
              <a:cxnLst/>
              <a:rect l="l" t="t" r="r" b="b"/>
              <a:pathLst>
                <a:path w="293370" h="281304">
                  <a:moveTo>
                    <a:pt x="48285" y="170700"/>
                  </a:moveTo>
                  <a:lnTo>
                    <a:pt x="47980" y="160718"/>
                  </a:lnTo>
                  <a:lnTo>
                    <a:pt x="47078" y="150825"/>
                  </a:lnTo>
                  <a:lnTo>
                    <a:pt x="45567" y="141008"/>
                  </a:lnTo>
                  <a:lnTo>
                    <a:pt x="41033" y="121107"/>
                  </a:lnTo>
                  <a:lnTo>
                    <a:pt x="39370" y="111696"/>
                  </a:lnTo>
                  <a:lnTo>
                    <a:pt x="38620" y="102273"/>
                  </a:lnTo>
                  <a:lnTo>
                    <a:pt x="41541" y="98894"/>
                  </a:lnTo>
                  <a:lnTo>
                    <a:pt x="43446" y="92608"/>
                  </a:lnTo>
                  <a:lnTo>
                    <a:pt x="43446" y="82499"/>
                  </a:lnTo>
                  <a:lnTo>
                    <a:pt x="42075" y="76796"/>
                  </a:lnTo>
                  <a:lnTo>
                    <a:pt x="38620" y="73304"/>
                  </a:lnTo>
                  <a:lnTo>
                    <a:pt x="33997" y="4546"/>
                  </a:lnTo>
                  <a:lnTo>
                    <a:pt x="28562" y="0"/>
                  </a:lnTo>
                  <a:lnTo>
                    <a:pt x="17576" y="1854"/>
                  </a:lnTo>
                  <a:lnTo>
                    <a:pt x="14185" y="6235"/>
                  </a:lnTo>
                  <a:lnTo>
                    <a:pt x="9652" y="73304"/>
                  </a:lnTo>
                  <a:lnTo>
                    <a:pt x="6210" y="76796"/>
                  </a:lnTo>
                  <a:lnTo>
                    <a:pt x="4826" y="82499"/>
                  </a:lnTo>
                  <a:lnTo>
                    <a:pt x="4826" y="92608"/>
                  </a:lnTo>
                  <a:lnTo>
                    <a:pt x="6743" y="98894"/>
                  </a:lnTo>
                  <a:lnTo>
                    <a:pt x="9652" y="102273"/>
                  </a:lnTo>
                  <a:lnTo>
                    <a:pt x="9575" y="109245"/>
                  </a:lnTo>
                  <a:lnTo>
                    <a:pt x="9055" y="114592"/>
                  </a:lnTo>
                  <a:lnTo>
                    <a:pt x="7620" y="121018"/>
                  </a:lnTo>
                  <a:lnTo>
                    <a:pt x="4826" y="131241"/>
                  </a:lnTo>
                  <a:lnTo>
                    <a:pt x="2705" y="141008"/>
                  </a:lnTo>
                  <a:lnTo>
                    <a:pt x="1193" y="150825"/>
                  </a:lnTo>
                  <a:lnTo>
                    <a:pt x="304" y="160718"/>
                  </a:lnTo>
                  <a:lnTo>
                    <a:pt x="0" y="170700"/>
                  </a:lnTo>
                  <a:lnTo>
                    <a:pt x="0" y="259651"/>
                  </a:lnTo>
                  <a:lnTo>
                    <a:pt x="1371" y="267360"/>
                  </a:lnTo>
                  <a:lnTo>
                    <a:pt x="3733" y="277596"/>
                  </a:lnTo>
                  <a:lnTo>
                    <a:pt x="7924" y="280911"/>
                  </a:lnTo>
                  <a:lnTo>
                    <a:pt x="12750" y="280911"/>
                  </a:lnTo>
                  <a:lnTo>
                    <a:pt x="40347" y="280911"/>
                  </a:lnTo>
                  <a:lnTo>
                    <a:pt x="44538" y="277596"/>
                  </a:lnTo>
                  <a:lnTo>
                    <a:pt x="46913" y="267360"/>
                  </a:lnTo>
                  <a:lnTo>
                    <a:pt x="48285" y="259651"/>
                  </a:lnTo>
                  <a:lnTo>
                    <a:pt x="48285" y="170700"/>
                  </a:lnTo>
                  <a:close/>
                </a:path>
                <a:path w="293370" h="281304">
                  <a:moveTo>
                    <a:pt x="186385" y="170700"/>
                  </a:moveTo>
                  <a:lnTo>
                    <a:pt x="186080" y="160718"/>
                  </a:lnTo>
                  <a:lnTo>
                    <a:pt x="185178" y="150825"/>
                  </a:lnTo>
                  <a:lnTo>
                    <a:pt x="183667" y="141008"/>
                  </a:lnTo>
                  <a:lnTo>
                    <a:pt x="179133" y="121107"/>
                  </a:lnTo>
                  <a:lnTo>
                    <a:pt x="177482" y="111696"/>
                  </a:lnTo>
                  <a:lnTo>
                    <a:pt x="176720" y="102273"/>
                  </a:lnTo>
                  <a:lnTo>
                    <a:pt x="179641" y="98894"/>
                  </a:lnTo>
                  <a:lnTo>
                    <a:pt x="181546" y="92608"/>
                  </a:lnTo>
                  <a:lnTo>
                    <a:pt x="181546" y="82499"/>
                  </a:lnTo>
                  <a:lnTo>
                    <a:pt x="180174" y="76796"/>
                  </a:lnTo>
                  <a:lnTo>
                    <a:pt x="176720" y="73304"/>
                  </a:lnTo>
                  <a:lnTo>
                    <a:pt x="172097" y="4546"/>
                  </a:lnTo>
                  <a:lnTo>
                    <a:pt x="166649" y="0"/>
                  </a:lnTo>
                  <a:lnTo>
                    <a:pt x="155676" y="1854"/>
                  </a:lnTo>
                  <a:lnTo>
                    <a:pt x="152285" y="6235"/>
                  </a:lnTo>
                  <a:lnTo>
                    <a:pt x="147751" y="73304"/>
                  </a:lnTo>
                  <a:lnTo>
                    <a:pt x="144310" y="76796"/>
                  </a:lnTo>
                  <a:lnTo>
                    <a:pt x="142925" y="82499"/>
                  </a:lnTo>
                  <a:lnTo>
                    <a:pt x="142925" y="92608"/>
                  </a:lnTo>
                  <a:lnTo>
                    <a:pt x="144843" y="98894"/>
                  </a:lnTo>
                  <a:lnTo>
                    <a:pt x="147751" y="102273"/>
                  </a:lnTo>
                  <a:lnTo>
                    <a:pt x="147675" y="109245"/>
                  </a:lnTo>
                  <a:lnTo>
                    <a:pt x="147154" y="114592"/>
                  </a:lnTo>
                  <a:lnTo>
                    <a:pt x="145719" y="121018"/>
                  </a:lnTo>
                  <a:lnTo>
                    <a:pt x="142925" y="131241"/>
                  </a:lnTo>
                  <a:lnTo>
                    <a:pt x="140804" y="140995"/>
                  </a:lnTo>
                  <a:lnTo>
                    <a:pt x="139293" y="150825"/>
                  </a:lnTo>
                  <a:lnTo>
                    <a:pt x="138391" y="160718"/>
                  </a:lnTo>
                  <a:lnTo>
                    <a:pt x="138099" y="170700"/>
                  </a:lnTo>
                  <a:lnTo>
                    <a:pt x="138099" y="259651"/>
                  </a:lnTo>
                  <a:lnTo>
                    <a:pt x="139471" y="267360"/>
                  </a:lnTo>
                  <a:lnTo>
                    <a:pt x="141833" y="277596"/>
                  </a:lnTo>
                  <a:lnTo>
                    <a:pt x="146024" y="280911"/>
                  </a:lnTo>
                  <a:lnTo>
                    <a:pt x="150850" y="280911"/>
                  </a:lnTo>
                  <a:lnTo>
                    <a:pt x="178447" y="280911"/>
                  </a:lnTo>
                  <a:lnTo>
                    <a:pt x="182626" y="277596"/>
                  </a:lnTo>
                  <a:lnTo>
                    <a:pt x="185013" y="267360"/>
                  </a:lnTo>
                  <a:lnTo>
                    <a:pt x="186385" y="259651"/>
                  </a:lnTo>
                  <a:lnTo>
                    <a:pt x="186385" y="170700"/>
                  </a:lnTo>
                  <a:close/>
                </a:path>
                <a:path w="293370" h="281304">
                  <a:moveTo>
                    <a:pt x="292773" y="170700"/>
                  </a:moveTo>
                  <a:lnTo>
                    <a:pt x="292468" y="160718"/>
                  </a:lnTo>
                  <a:lnTo>
                    <a:pt x="291566" y="150825"/>
                  </a:lnTo>
                  <a:lnTo>
                    <a:pt x="290055" y="141008"/>
                  </a:lnTo>
                  <a:lnTo>
                    <a:pt x="285534" y="121107"/>
                  </a:lnTo>
                  <a:lnTo>
                    <a:pt x="283870" y="111696"/>
                  </a:lnTo>
                  <a:lnTo>
                    <a:pt x="283108" y="102273"/>
                  </a:lnTo>
                  <a:lnTo>
                    <a:pt x="286029" y="98894"/>
                  </a:lnTo>
                  <a:lnTo>
                    <a:pt x="287947" y="92608"/>
                  </a:lnTo>
                  <a:lnTo>
                    <a:pt x="287947" y="82499"/>
                  </a:lnTo>
                  <a:lnTo>
                    <a:pt x="286562" y="76796"/>
                  </a:lnTo>
                  <a:lnTo>
                    <a:pt x="283108" y="73304"/>
                  </a:lnTo>
                  <a:lnTo>
                    <a:pt x="278485" y="4546"/>
                  </a:lnTo>
                  <a:lnTo>
                    <a:pt x="273037" y="0"/>
                  </a:lnTo>
                  <a:lnTo>
                    <a:pt x="262064" y="1854"/>
                  </a:lnTo>
                  <a:lnTo>
                    <a:pt x="258673" y="6235"/>
                  </a:lnTo>
                  <a:lnTo>
                    <a:pt x="254139" y="73304"/>
                  </a:lnTo>
                  <a:lnTo>
                    <a:pt x="250698" y="76796"/>
                  </a:lnTo>
                  <a:lnTo>
                    <a:pt x="249313" y="82499"/>
                  </a:lnTo>
                  <a:lnTo>
                    <a:pt x="249313" y="92608"/>
                  </a:lnTo>
                  <a:lnTo>
                    <a:pt x="251231" y="98894"/>
                  </a:lnTo>
                  <a:lnTo>
                    <a:pt x="254139" y="102273"/>
                  </a:lnTo>
                  <a:lnTo>
                    <a:pt x="254063" y="109245"/>
                  </a:lnTo>
                  <a:lnTo>
                    <a:pt x="253542" y="114592"/>
                  </a:lnTo>
                  <a:lnTo>
                    <a:pt x="252107" y="121018"/>
                  </a:lnTo>
                  <a:lnTo>
                    <a:pt x="249313" y="131241"/>
                  </a:lnTo>
                  <a:lnTo>
                    <a:pt x="247192" y="141008"/>
                  </a:lnTo>
                  <a:lnTo>
                    <a:pt x="245681" y="150825"/>
                  </a:lnTo>
                  <a:lnTo>
                    <a:pt x="244779" y="160718"/>
                  </a:lnTo>
                  <a:lnTo>
                    <a:pt x="244487" y="170700"/>
                  </a:lnTo>
                  <a:lnTo>
                    <a:pt x="244487" y="259651"/>
                  </a:lnTo>
                  <a:lnTo>
                    <a:pt x="245859" y="267360"/>
                  </a:lnTo>
                  <a:lnTo>
                    <a:pt x="248221" y="277596"/>
                  </a:lnTo>
                  <a:lnTo>
                    <a:pt x="252412" y="280911"/>
                  </a:lnTo>
                  <a:lnTo>
                    <a:pt x="257238" y="280911"/>
                  </a:lnTo>
                  <a:lnTo>
                    <a:pt x="284848" y="280911"/>
                  </a:lnTo>
                  <a:lnTo>
                    <a:pt x="289026" y="277596"/>
                  </a:lnTo>
                  <a:lnTo>
                    <a:pt x="291401" y="267360"/>
                  </a:lnTo>
                  <a:lnTo>
                    <a:pt x="292773" y="259651"/>
                  </a:lnTo>
                  <a:lnTo>
                    <a:pt x="292773" y="170700"/>
                  </a:lnTo>
                  <a:close/>
                </a:path>
              </a:pathLst>
            </a:custGeom>
            <a:solidFill>
              <a:srgbClr val="DCE6E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56191" y="3789439"/>
              <a:ext cx="136289" cy="247039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0218" y="3788735"/>
              <a:ext cx="136299" cy="247039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4985190" y="3173913"/>
              <a:ext cx="541655" cy="861694"/>
            </a:xfrm>
            <a:custGeom>
              <a:avLst/>
              <a:gdLst/>
              <a:ahLst/>
              <a:cxnLst/>
              <a:rect l="l" t="t" r="r" b="b"/>
              <a:pathLst>
                <a:path w="541654" h="861695">
                  <a:moveTo>
                    <a:pt x="541187" y="771620"/>
                  </a:moveTo>
                  <a:lnTo>
                    <a:pt x="0" y="771620"/>
                  </a:lnTo>
                  <a:lnTo>
                    <a:pt x="0" y="861502"/>
                  </a:lnTo>
                  <a:lnTo>
                    <a:pt x="541187" y="861502"/>
                  </a:lnTo>
                  <a:lnTo>
                    <a:pt x="541187" y="771620"/>
                  </a:lnTo>
                  <a:close/>
                </a:path>
                <a:path w="541654" h="861695">
                  <a:moveTo>
                    <a:pt x="153797" y="67652"/>
                  </a:moveTo>
                  <a:lnTo>
                    <a:pt x="60867" y="67652"/>
                  </a:lnTo>
                  <a:lnTo>
                    <a:pt x="104132" y="159230"/>
                  </a:lnTo>
                  <a:lnTo>
                    <a:pt x="82468" y="169471"/>
                  </a:lnTo>
                  <a:lnTo>
                    <a:pt x="107316" y="222066"/>
                  </a:lnTo>
                  <a:lnTo>
                    <a:pt x="79935" y="231164"/>
                  </a:lnTo>
                  <a:lnTo>
                    <a:pt x="57901" y="248831"/>
                  </a:lnTo>
                  <a:lnTo>
                    <a:pt x="43213" y="273089"/>
                  </a:lnTo>
                  <a:lnTo>
                    <a:pt x="37873" y="301959"/>
                  </a:lnTo>
                  <a:lnTo>
                    <a:pt x="39107" y="316058"/>
                  </a:lnTo>
                  <a:lnTo>
                    <a:pt x="42668" y="329363"/>
                  </a:lnTo>
                  <a:lnTo>
                    <a:pt x="48342" y="341664"/>
                  </a:lnTo>
                  <a:lnTo>
                    <a:pt x="55914" y="352753"/>
                  </a:lnTo>
                  <a:lnTo>
                    <a:pt x="28972" y="434698"/>
                  </a:lnTo>
                  <a:lnTo>
                    <a:pt x="20000" y="468487"/>
                  </a:lnTo>
                  <a:lnTo>
                    <a:pt x="14943" y="503107"/>
                  </a:lnTo>
                  <a:lnTo>
                    <a:pt x="13846" y="538077"/>
                  </a:lnTo>
                  <a:lnTo>
                    <a:pt x="16753" y="572914"/>
                  </a:lnTo>
                  <a:lnTo>
                    <a:pt x="34480" y="640450"/>
                  </a:lnTo>
                  <a:lnTo>
                    <a:pt x="67034" y="702229"/>
                  </a:lnTo>
                  <a:lnTo>
                    <a:pt x="92395" y="739286"/>
                  </a:lnTo>
                  <a:lnTo>
                    <a:pt x="65621" y="771620"/>
                  </a:lnTo>
                  <a:lnTo>
                    <a:pt x="313969" y="771620"/>
                  </a:lnTo>
                  <a:lnTo>
                    <a:pt x="289184" y="740940"/>
                  </a:lnTo>
                  <a:lnTo>
                    <a:pt x="334063" y="719737"/>
                  </a:lnTo>
                  <a:lnTo>
                    <a:pt x="361429" y="719737"/>
                  </a:lnTo>
                  <a:lnTo>
                    <a:pt x="363269" y="718868"/>
                  </a:lnTo>
                  <a:lnTo>
                    <a:pt x="277164" y="718868"/>
                  </a:lnTo>
                  <a:lnTo>
                    <a:pt x="276577" y="716041"/>
                  </a:lnTo>
                  <a:lnTo>
                    <a:pt x="276263" y="713151"/>
                  </a:lnTo>
                  <a:lnTo>
                    <a:pt x="276263" y="665592"/>
                  </a:lnTo>
                  <a:lnTo>
                    <a:pt x="153450" y="665592"/>
                  </a:lnTo>
                  <a:lnTo>
                    <a:pt x="139639" y="645425"/>
                  </a:lnTo>
                  <a:lnTo>
                    <a:pt x="118041" y="604424"/>
                  </a:lnTo>
                  <a:lnTo>
                    <a:pt x="106488" y="560151"/>
                  </a:lnTo>
                  <a:lnTo>
                    <a:pt x="105239" y="514412"/>
                  </a:lnTo>
                  <a:lnTo>
                    <a:pt x="114551" y="469011"/>
                  </a:lnTo>
                  <a:lnTo>
                    <a:pt x="144299" y="378512"/>
                  </a:lnTo>
                  <a:lnTo>
                    <a:pt x="152221" y="375367"/>
                  </a:lnTo>
                  <a:lnTo>
                    <a:pt x="159703" y="371436"/>
                  </a:lnTo>
                  <a:lnTo>
                    <a:pt x="166699" y="366770"/>
                  </a:lnTo>
                  <a:lnTo>
                    <a:pt x="173167" y="361423"/>
                  </a:lnTo>
                  <a:lnTo>
                    <a:pt x="319273" y="361423"/>
                  </a:lnTo>
                  <a:lnTo>
                    <a:pt x="206768" y="123336"/>
                  </a:lnTo>
                  <a:lnTo>
                    <a:pt x="180099" y="123336"/>
                  </a:lnTo>
                  <a:lnTo>
                    <a:pt x="153797" y="67652"/>
                  </a:lnTo>
                  <a:close/>
                </a:path>
                <a:path w="541654" h="861695">
                  <a:moveTo>
                    <a:pt x="361429" y="719737"/>
                  </a:moveTo>
                  <a:lnTo>
                    <a:pt x="334063" y="719737"/>
                  </a:lnTo>
                  <a:lnTo>
                    <a:pt x="337455" y="726920"/>
                  </a:lnTo>
                  <a:lnTo>
                    <a:pt x="342439" y="728710"/>
                  </a:lnTo>
                  <a:lnTo>
                    <a:pt x="361429" y="719737"/>
                  </a:lnTo>
                  <a:close/>
                </a:path>
                <a:path w="541654" h="861695">
                  <a:moveTo>
                    <a:pt x="461713" y="616850"/>
                  </a:moveTo>
                  <a:lnTo>
                    <a:pt x="317613" y="684932"/>
                  </a:lnTo>
                  <a:lnTo>
                    <a:pt x="323340" y="697046"/>
                  </a:lnTo>
                  <a:lnTo>
                    <a:pt x="277164" y="718868"/>
                  </a:lnTo>
                  <a:lnTo>
                    <a:pt x="363269" y="718868"/>
                  </a:lnTo>
                  <a:lnTo>
                    <a:pt x="483147" y="662220"/>
                  </a:lnTo>
                  <a:lnTo>
                    <a:pt x="461713" y="616850"/>
                  </a:lnTo>
                  <a:close/>
                </a:path>
                <a:path w="541654" h="861695">
                  <a:moveTo>
                    <a:pt x="229608" y="598328"/>
                  </a:moveTo>
                  <a:lnTo>
                    <a:pt x="211532" y="602494"/>
                  </a:lnTo>
                  <a:lnTo>
                    <a:pt x="196590" y="613520"/>
                  </a:lnTo>
                  <a:lnTo>
                    <a:pt x="153450" y="665592"/>
                  </a:lnTo>
                  <a:lnTo>
                    <a:pt x="276263" y="665592"/>
                  </a:lnTo>
                  <a:lnTo>
                    <a:pt x="276263" y="639184"/>
                  </a:lnTo>
                  <a:lnTo>
                    <a:pt x="275645" y="632377"/>
                  </a:lnTo>
                  <a:lnTo>
                    <a:pt x="248669" y="601986"/>
                  </a:lnTo>
                  <a:lnTo>
                    <a:pt x="229608" y="598328"/>
                  </a:lnTo>
                  <a:close/>
                </a:path>
                <a:path w="541654" h="861695">
                  <a:moveTo>
                    <a:pt x="359821" y="356533"/>
                  </a:moveTo>
                  <a:lnTo>
                    <a:pt x="175837" y="443452"/>
                  </a:lnTo>
                  <a:lnTo>
                    <a:pt x="198349" y="491094"/>
                  </a:lnTo>
                  <a:lnTo>
                    <a:pt x="382333" y="404176"/>
                  </a:lnTo>
                  <a:lnTo>
                    <a:pt x="359821" y="356533"/>
                  </a:lnTo>
                  <a:close/>
                </a:path>
                <a:path w="541654" h="861695">
                  <a:moveTo>
                    <a:pt x="319273" y="361423"/>
                  </a:moveTo>
                  <a:lnTo>
                    <a:pt x="173167" y="361423"/>
                  </a:lnTo>
                  <a:lnTo>
                    <a:pt x="205176" y="429170"/>
                  </a:lnTo>
                  <a:lnTo>
                    <a:pt x="324785" y="373088"/>
                  </a:lnTo>
                  <a:lnTo>
                    <a:pt x="319273" y="361423"/>
                  </a:lnTo>
                  <a:close/>
                </a:path>
                <a:path w="541654" h="861695">
                  <a:moveTo>
                    <a:pt x="201899" y="113033"/>
                  </a:moveTo>
                  <a:lnTo>
                    <a:pt x="180099" y="123336"/>
                  </a:lnTo>
                  <a:lnTo>
                    <a:pt x="206768" y="123336"/>
                  </a:lnTo>
                  <a:lnTo>
                    <a:pt x="201899" y="113033"/>
                  </a:lnTo>
                  <a:close/>
                </a:path>
                <a:path w="541654" h="861695">
                  <a:moveTo>
                    <a:pt x="145325" y="0"/>
                  </a:moveTo>
                  <a:lnTo>
                    <a:pt x="31067" y="53987"/>
                  </a:lnTo>
                  <a:lnTo>
                    <a:pt x="28397" y="61464"/>
                  </a:lnTo>
                  <a:lnTo>
                    <a:pt x="33496" y="72259"/>
                  </a:lnTo>
                  <a:lnTo>
                    <a:pt x="37998" y="74908"/>
                  </a:lnTo>
                  <a:lnTo>
                    <a:pt x="44501" y="74908"/>
                  </a:lnTo>
                  <a:lnTo>
                    <a:pt x="46323" y="74531"/>
                  </a:lnTo>
                  <a:lnTo>
                    <a:pt x="60867" y="67652"/>
                  </a:lnTo>
                  <a:lnTo>
                    <a:pt x="153797" y="67652"/>
                  </a:lnTo>
                  <a:lnTo>
                    <a:pt x="136844" y="31758"/>
                  </a:lnTo>
                  <a:lnTo>
                    <a:pt x="156037" y="22679"/>
                  </a:lnTo>
                  <a:lnTo>
                    <a:pt x="158717" y="15203"/>
                  </a:lnTo>
                  <a:lnTo>
                    <a:pt x="152801" y="2680"/>
                  </a:lnTo>
                  <a:lnTo>
                    <a:pt x="145325" y="0"/>
                  </a:lnTo>
                  <a:close/>
                </a:path>
              </a:pathLst>
            </a:custGeom>
            <a:solidFill>
              <a:srgbClr val="DCE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354884" y="3488050"/>
              <a:ext cx="558800" cy="62865"/>
            </a:xfrm>
            <a:custGeom>
              <a:avLst/>
              <a:gdLst/>
              <a:ahLst/>
              <a:cxnLst/>
              <a:rect l="l" t="t" r="r" b="b"/>
              <a:pathLst>
                <a:path w="558800" h="62864">
                  <a:moveTo>
                    <a:pt x="558192" y="0"/>
                  </a:moveTo>
                  <a:lnTo>
                    <a:pt x="0" y="0"/>
                  </a:lnTo>
                  <a:lnTo>
                    <a:pt x="0" y="62584"/>
                  </a:lnTo>
                  <a:lnTo>
                    <a:pt x="558192" y="62584"/>
                  </a:lnTo>
                  <a:lnTo>
                    <a:pt x="55819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946067" y="3620001"/>
              <a:ext cx="605155" cy="415925"/>
            </a:xfrm>
            <a:custGeom>
              <a:avLst/>
              <a:gdLst/>
              <a:ahLst/>
              <a:cxnLst/>
              <a:rect l="l" t="t" r="r" b="b"/>
              <a:pathLst>
                <a:path w="605154" h="415925">
                  <a:moveTo>
                    <a:pt x="253682" y="364083"/>
                  </a:moveTo>
                  <a:lnTo>
                    <a:pt x="250075" y="335305"/>
                  </a:lnTo>
                  <a:lnTo>
                    <a:pt x="179184" y="153428"/>
                  </a:lnTo>
                  <a:lnTo>
                    <a:pt x="176860" y="146570"/>
                  </a:lnTo>
                  <a:lnTo>
                    <a:pt x="175196" y="139547"/>
                  </a:lnTo>
                  <a:lnTo>
                    <a:pt x="174193" y="132410"/>
                  </a:lnTo>
                  <a:lnTo>
                    <a:pt x="173863" y="125183"/>
                  </a:lnTo>
                  <a:lnTo>
                    <a:pt x="173863" y="0"/>
                  </a:lnTo>
                  <a:lnTo>
                    <a:pt x="79806" y="0"/>
                  </a:lnTo>
                  <a:lnTo>
                    <a:pt x="79806" y="125183"/>
                  </a:lnTo>
                  <a:lnTo>
                    <a:pt x="79476" y="132410"/>
                  </a:lnTo>
                  <a:lnTo>
                    <a:pt x="78473" y="139547"/>
                  </a:lnTo>
                  <a:lnTo>
                    <a:pt x="76809" y="146570"/>
                  </a:lnTo>
                  <a:lnTo>
                    <a:pt x="74498" y="153428"/>
                  </a:lnTo>
                  <a:lnTo>
                    <a:pt x="3594" y="335305"/>
                  </a:lnTo>
                  <a:lnTo>
                    <a:pt x="0" y="364083"/>
                  </a:lnTo>
                  <a:lnTo>
                    <a:pt x="9829" y="389813"/>
                  </a:lnTo>
                  <a:lnTo>
                    <a:pt x="30238" y="408330"/>
                  </a:lnTo>
                  <a:lnTo>
                    <a:pt x="58356" y="415429"/>
                  </a:lnTo>
                  <a:lnTo>
                    <a:pt x="195313" y="415429"/>
                  </a:lnTo>
                  <a:lnTo>
                    <a:pt x="223431" y="408330"/>
                  </a:lnTo>
                  <a:lnTo>
                    <a:pt x="243840" y="389813"/>
                  </a:lnTo>
                  <a:lnTo>
                    <a:pt x="253682" y="364083"/>
                  </a:lnTo>
                  <a:close/>
                </a:path>
                <a:path w="605154" h="415925">
                  <a:moveTo>
                    <a:pt x="604964" y="364083"/>
                  </a:moveTo>
                  <a:lnTo>
                    <a:pt x="601357" y="335305"/>
                  </a:lnTo>
                  <a:lnTo>
                    <a:pt x="530466" y="153428"/>
                  </a:lnTo>
                  <a:lnTo>
                    <a:pt x="528142" y="146570"/>
                  </a:lnTo>
                  <a:lnTo>
                    <a:pt x="526478" y="139547"/>
                  </a:lnTo>
                  <a:lnTo>
                    <a:pt x="525475" y="132410"/>
                  </a:lnTo>
                  <a:lnTo>
                    <a:pt x="525145" y="125183"/>
                  </a:lnTo>
                  <a:lnTo>
                    <a:pt x="525145" y="0"/>
                  </a:lnTo>
                  <a:lnTo>
                    <a:pt x="431088" y="0"/>
                  </a:lnTo>
                  <a:lnTo>
                    <a:pt x="431088" y="125183"/>
                  </a:lnTo>
                  <a:lnTo>
                    <a:pt x="430758" y="132410"/>
                  </a:lnTo>
                  <a:lnTo>
                    <a:pt x="429755" y="139547"/>
                  </a:lnTo>
                  <a:lnTo>
                    <a:pt x="428091" y="146570"/>
                  </a:lnTo>
                  <a:lnTo>
                    <a:pt x="425780" y="153428"/>
                  </a:lnTo>
                  <a:lnTo>
                    <a:pt x="354876" y="335305"/>
                  </a:lnTo>
                  <a:lnTo>
                    <a:pt x="351282" y="364083"/>
                  </a:lnTo>
                  <a:lnTo>
                    <a:pt x="361111" y="389813"/>
                  </a:lnTo>
                  <a:lnTo>
                    <a:pt x="381520" y="408330"/>
                  </a:lnTo>
                  <a:lnTo>
                    <a:pt x="409638" y="415429"/>
                  </a:lnTo>
                  <a:lnTo>
                    <a:pt x="546595" y="415429"/>
                  </a:lnTo>
                  <a:lnTo>
                    <a:pt x="574713" y="408330"/>
                  </a:lnTo>
                  <a:lnTo>
                    <a:pt x="595122" y="389813"/>
                  </a:lnTo>
                  <a:lnTo>
                    <a:pt x="604964" y="364083"/>
                  </a:lnTo>
                  <a:close/>
                </a:path>
              </a:pathLst>
            </a:custGeom>
            <a:solidFill>
              <a:srgbClr val="DCE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149299" y="55148"/>
              <a:ext cx="3806825" cy="2682875"/>
            </a:xfrm>
            <a:custGeom>
              <a:avLst/>
              <a:gdLst/>
              <a:ahLst/>
              <a:cxnLst/>
              <a:rect l="l" t="t" r="r" b="b"/>
              <a:pathLst>
                <a:path w="3806825" h="2682875">
                  <a:moveTo>
                    <a:pt x="1959961" y="0"/>
                  </a:moveTo>
                  <a:lnTo>
                    <a:pt x="1807054" y="0"/>
                  </a:lnTo>
                  <a:lnTo>
                    <a:pt x="1807054" y="1888874"/>
                  </a:lnTo>
                  <a:lnTo>
                    <a:pt x="1801043" y="1918658"/>
                  </a:lnTo>
                  <a:lnTo>
                    <a:pt x="1784647" y="1942978"/>
                  </a:lnTo>
                  <a:lnTo>
                    <a:pt x="1760327" y="1959377"/>
                  </a:lnTo>
                  <a:lnTo>
                    <a:pt x="1730544" y="1965395"/>
                  </a:lnTo>
                  <a:lnTo>
                    <a:pt x="801650" y="1965615"/>
                  </a:lnTo>
                  <a:lnTo>
                    <a:pt x="753624" y="1967609"/>
                  </a:lnTo>
                  <a:lnTo>
                    <a:pt x="706292" y="1973501"/>
                  </a:lnTo>
                  <a:lnTo>
                    <a:pt x="659865" y="1983186"/>
                  </a:lnTo>
                  <a:lnTo>
                    <a:pt x="614560" y="1996562"/>
                  </a:lnTo>
                  <a:lnTo>
                    <a:pt x="570588" y="2013526"/>
                  </a:lnTo>
                  <a:lnTo>
                    <a:pt x="528165" y="2033975"/>
                  </a:lnTo>
                  <a:lnTo>
                    <a:pt x="487504" y="2057806"/>
                  </a:lnTo>
                  <a:lnTo>
                    <a:pt x="448818" y="2084915"/>
                  </a:lnTo>
                  <a:lnTo>
                    <a:pt x="412322" y="2115200"/>
                  </a:lnTo>
                  <a:lnTo>
                    <a:pt x="378229" y="2148558"/>
                  </a:lnTo>
                  <a:lnTo>
                    <a:pt x="346753" y="2184886"/>
                  </a:lnTo>
                  <a:lnTo>
                    <a:pt x="0" y="2620171"/>
                  </a:lnTo>
                  <a:lnTo>
                    <a:pt x="78353" y="2682588"/>
                  </a:lnTo>
                  <a:lnTo>
                    <a:pt x="395234" y="2284820"/>
                  </a:lnTo>
                  <a:lnTo>
                    <a:pt x="426719" y="2248482"/>
                  </a:lnTo>
                  <a:lnTo>
                    <a:pt x="460821" y="2215115"/>
                  </a:lnTo>
                  <a:lnTo>
                    <a:pt x="497329" y="2184823"/>
                  </a:lnTo>
                  <a:lnTo>
                    <a:pt x="536026" y="2157708"/>
                  </a:lnTo>
                  <a:lnTo>
                    <a:pt x="576699" y="2133873"/>
                  </a:lnTo>
                  <a:lnTo>
                    <a:pt x="619135" y="2113423"/>
                  </a:lnTo>
                  <a:lnTo>
                    <a:pt x="663120" y="2096460"/>
                  </a:lnTo>
                  <a:lnTo>
                    <a:pt x="708439" y="2083087"/>
                  </a:lnTo>
                  <a:lnTo>
                    <a:pt x="754879" y="2073406"/>
                  </a:lnTo>
                  <a:lnTo>
                    <a:pt x="802227" y="2067523"/>
                  </a:lnTo>
                  <a:lnTo>
                    <a:pt x="850267" y="2065539"/>
                  </a:lnTo>
                  <a:lnTo>
                    <a:pt x="1883586" y="2065539"/>
                  </a:lnTo>
                  <a:lnTo>
                    <a:pt x="1913371" y="2059525"/>
                  </a:lnTo>
                  <a:lnTo>
                    <a:pt x="1937694" y="2043126"/>
                  </a:lnTo>
                  <a:lnTo>
                    <a:pt x="1954094" y="2018803"/>
                  </a:lnTo>
                  <a:lnTo>
                    <a:pt x="1960107" y="1989017"/>
                  </a:lnTo>
                  <a:lnTo>
                    <a:pt x="1960107" y="1698398"/>
                  </a:lnTo>
                  <a:lnTo>
                    <a:pt x="1963044" y="1683851"/>
                  </a:lnTo>
                  <a:lnTo>
                    <a:pt x="1971055" y="1671968"/>
                  </a:lnTo>
                  <a:lnTo>
                    <a:pt x="1982937" y="1663956"/>
                  </a:lnTo>
                  <a:lnTo>
                    <a:pt x="1997488" y="1661017"/>
                  </a:lnTo>
                  <a:lnTo>
                    <a:pt x="2956056" y="1661017"/>
                  </a:lnTo>
                  <a:lnTo>
                    <a:pt x="3004094" y="1663001"/>
                  </a:lnTo>
                  <a:lnTo>
                    <a:pt x="3051440" y="1668885"/>
                  </a:lnTo>
                  <a:lnTo>
                    <a:pt x="3097879" y="1678565"/>
                  </a:lnTo>
                  <a:lnTo>
                    <a:pt x="3143198" y="1691938"/>
                  </a:lnTo>
                  <a:lnTo>
                    <a:pt x="3187183" y="1708901"/>
                  </a:lnTo>
                  <a:lnTo>
                    <a:pt x="3229620" y="1729352"/>
                  </a:lnTo>
                  <a:lnTo>
                    <a:pt x="3270295" y="1753186"/>
                  </a:lnTo>
                  <a:lnTo>
                    <a:pt x="3308993" y="1780301"/>
                  </a:lnTo>
                  <a:lnTo>
                    <a:pt x="3345501" y="1810593"/>
                  </a:lnTo>
                  <a:lnTo>
                    <a:pt x="3379604" y="1843960"/>
                  </a:lnTo>
                  <a:lnTo>
                    <a:pt x="3411089" y="1880298"/>
                  </a:lnTo>
                  <a:lnTo>
                    <a:pt x="3727959" y="2278066"/>
                  </a:lnTo>
                  <a:lnTo>
                    <a:pt x="3806323" y="2215649"/>
                  </a:lnTo>
                  <a:lnTo>
                    <a:pt x="3459559" y="1780364"/>
                  </a:lnTo>
                  <a:lnTo>
                    <a:pt x="3428086" y="1744037"/>
                  </a:lnTo>
                  <a:lnTo>
                    <a:pt x="3393995" y="1710679"/>
                  </a:lnTo>
                  <a:lnTo>
                    <a:pt x="3357500" y="1680394"/>
                  </a:lnTo>
                  <a:lnTo>
                    <a:pt x="3318816" y="1653284"/>
                  </a:lnTo>
                  <a:lnTo>
                    <a:pt x="3278156" y="1629453"/>
                  </a:lnTo>
                  <a:lnTo>
                    <a:pt x="3235734" y="1609004"/>
                  </a:lnTo>
                  <a:lnTo>
                    <a:pt x="3191763" y="1592040"/>
                  </a:lnTo>
                  <a:lnTo>
                    <a:pt x="3146457" y="1578664"/>
                  </a:lnTo>
                  <a:lnTo>
                    <a:pt x="3100031" y="1568979"/>
                  </a:lnTo>
                  <a:lnTo>
                    <a:pt x="3052698" y="1563088"/>
                  </a:lnTo>
                  <a:lnTo>
                    <a:pt x="3004672" y="1561093"/>
                  </a:lnTo>
                  <a:lnTo>
                    <a:pt x="1997478" y="1560852"/>
                  </a:lnTo>
                  <a:lnTo>
                    <a:pt x="1982932" y="1557916"/>
                  </a:lnTo>
                  <a:lnTo>
                    <a:pt x="1971053" y="1549906"/>
                  </a:lnTo>
                  <a:lnTo>
                    <a:pt x="1963044" y="1538028"/>
                  </a:lnTo>
                  <a:lnTo>
                    <a:pt x="1960107" y="1523482"/>
                  </a:lnTo>
                  <a:lnTo>
                    <a:pt x="19599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773252" y="2473321"/>
              <a:ext cx="1555750" cy="1156335"/>
            </a:xfrm>
            <a:custGeom>
              <a:avLst/>
              <a:gdLst/>
              <a:ahLst/>
              <a:cxnLst/>
              <a:rect l="l" t="t" r="r" b="b"/>
              <a:pathLst>
                <a:path w="1555750" h="1156335">
                  <a:moveTo>
                    <a:pt x="971896" y="0"/>
                  </a:moveTo>
                  <a:lnTo>
                    <a:pt x="920647" y="847"/>
                  </a:lnTo>
                  <a:lnTo>
                    <a:pt x="868458" y="4364"/>
                  </a:lnTo>
                  <a:lnTo>
                    <a:pt x="815488" y="10594"/>
                  </a:lnTo>
                  <a:lnTo>
                    <a:pt x="761895" y="19578"/>
                  </a:lnTo>
                  <a:lnTo>
                    <a:pt x="707838" y="31360"/>
                  </a:lnTo>
                  <a:lnTo>
                    <a:pt x="653475" y="45981"/>
                  </a:lnTo>
                  <a:lnTo>
                    <a:pt x="598963" y="63486"/>
                  </a:lnTo>
                  <a:lnTo>
                    <a:pt x="545350" y="83574"/>
                  </a:lnTo>
                  <a:lnTo>
                    <a:pt x="493642" y="105831"/>
                  </a:lnTo>
                  <a:lnTo>
                    <a:pt x="443935" y="130125"/>
                  </a:lnTo>
                  <a:lnTo>
                    <a:pt x="396327" y="156325"/>
                  </a:lnTo>
                  <a:lnTo>
                    <a:pt x="350918" y="184300"/>
                  </a:lnTo>
                  <a:lnTo>
                    <a:pt x="307803" y="213917"/>
                  </a:lnTo>
                  <a:lnTo>
                    <a:pt x="267082" y="245046"/>
                  </a:lnTo>
                  <a:lnTo>
                    <a:pt x="228852" y="277553"/>
                  </a:lnTo>
                  <a:lnTo>
                    <a:pt x="193211" y="311309"/>
                  </a:lnTo>
                  <a:lnTo>
                    <a:pt x="160257" y="346181"/>
                  </a:lnTo>
                  <a:lnTo>
                    <a:pt x="130086" y="382037"/>
                  </a:lnTo>
                  <a:lnTo>
                    <a:pt x="102799" y="418746"/>
                  </a:lnTo>
                  <a:lnTo>
                    <a:pt x="78491" y="456177"/>
                  </a:lnTo>
                  <a:lnTo>
                    <a:pt x="57262" y="494198"/>
                  </a:lnTo>
                  <a:lnTo>
                    <a:pt x="39208" y="532677"/>
                  </a:lnTo>
                  <a:lnTo>
                    <a:pt x="24428" y="571482"/>
                  </a:lnTo>
                  <a:lnTo>
                    <a:pt x="13019" y="610483"/>
                  </a:lnTo>
                  <a:lnTo>
                    <a:pt x="5079" y="649547"/>
                  </a:lnTo>
                  <a:lnTo>
                    <a:pt x="707" y="688542"/>
                  </a:lnTo>
                  <a:lnTo>
                    <a:pt x="0" y="727338"/>
                  </a:lnTo>
                  <a:lnTo>
                    <a:pt x="3055" y="765802"/>
                  </a:lnTo>
                  <a:lnTo>
                    <a:pt x="9971" y="803804"/>
                  </a:lnTo>
                  <a:lnTo>
                    <a:pt x="20845" y="841211"/>
                  </a:lnTo>
                  <a:lnTo>
                    <a:pt x="35522" y="877294"/>
                  </a:lnTo>
                  <a:lnTo>
                    <a:pt x="53672" y="911389"/>
                  </a:lnTo>
                  <a:lnTo>
                    <a:pt x="75138" y="943452"/>
                  </a:lnTo>
                  <a:lnTo>
                    <a:pt x="99760" y="973441"/>
                  </a:lnTo>
                  <a:lnTo>
                    <a:pt x="127381" y="1001312"/>
                  </a:lnTo>
                  <a:lnTo>
                    <a:pt x="157842" y="1027025"/>
                  </a:lnTo>
                  <a:lnTo>
                    <a:pt x="190984" y="1050536"/>
                  </a:lnTo>
                  <a:lnTo>
                    <a:pt x="226650" y="1071802"/>
                  </a:lnTo>
                  <a:lnTo>
                    <a:pt x="264681" y="1090781"/>
                  </a:lnTo>
                  <a:lnTo>
                    <a:pt x="304918" y="1107431"/>
                  </a:lnTo>
                  <a:lnTo>
                    <a:pt x="347203" y="1121709"/>
                  </a:lnTo>
                  <a:lnTo>
                    <a:pt x="391379" y="1133572"/>
                  </a:lnTo>
                  <a:lnTo>
                    <a:pt x="437285" y="1142979"/>
                  </a:lnTo>
                  <a:lnTo>
                    <a:pt x="484765" y="1149885"/>
                  </a:lnTo>
                  <a:lnTo>
                    <a:pt x="533660" y="1154250"/>
                  </a:lnTo>
                  <a:lnTo>
                    <a:pt x="583811" y="1156030"/>
                  </a:lnTo>
                  <a:lnTo>
                    <a:pt x="635060" y="1155182"/>
                  </a:lnTo>
                  <a:lnTo>
                    <a:pt x="687248" y="1151665"/>
                  </a:lnTo>
                  <a:lnTo>
                    <a:pt x="740218" y="1145435"/>
                  </a:lnTo>
                  <a:lnTo>
                    <a:pt x="793811" y="1136451"/>
                  </a:lnTo>
                  <a:lnTo>
                    <a:pt x="847868" y="1124669"/>
                  </a:lnTo>
                  <a:lnTo>
                    <a:pt x="902232" y="1110047"/>
                  </a:lnTo>
                  <a:lnTo>
                    <a:pt x="956743" y="1092543"/>
                  </a:lnTo>
                  <a:lnTo>
                    <a:pt x="1010356" y="1072455"/>
                  </a:lnTo>
                  <a:lnTo>
                    <a:pt x="1062065" y="1050198"/>
                  </a:lnTo>
                  <a:lnTo>
                    <a:pt x="1111772" y="1025904"/>
                  </a:lnTo>
                  <a:lnTo>
                    <a:pt x="1159379" y="999703"/>
                  </a:lnTo>
                  <a:lnTo>
                    <a:pt x="1204789" y="971729"/>
                  </a:lnTo>
                  <a:lnTo>
                    <a:pt x="1247903" y="942112"/>
                  </a:lnTo>
                  <a:lnTo>
                    <a:pt x="1288624" y="910983"/>
                  </a:lnTo>
                  <a:lnTo>
                    <a:pt x="1326854" y="878476"/>
                  </a:lnTo>
                  <a:lnTo>
                    <a:pt x="1362495" y="844721"/>
                  </a:lnTo>
                  <a:lnTo>
                    <a:pt x="1395450" y="809849"/>
                  </a:lnTo>
                  <a:lnTo>
                    <a:pt x="1425620" y="773993"/>
                  </a:lnTo>
                  <a:lnTo>
                    <a:pt x="1452908" y="737284"/>
                  </a:lnTo>
                  <a:lnTo>
                    <a:pt x="1477215" y="699853"/>
                  </a:lnTo>
                  <a:lnTo>
                    <a:pt x="1498445" y="661833"/>
                  </a:lnTo>
                  <a:lnTo>
                    <a:pt x="1516499" y="623355"/>
                  </a:lnTo>
                  <a:lnTo>
                    <a:pt x="1531279" y="584550"/>
                  </a:lnTo>
                  <a:lnTo>
                    <a:pt x="1542688" y="545550"/>
                  </a:lnTo>
                  <a:lnTo>
                    <a:pt x="1550627" y="506487"/>
                  </a:lnTo>
                  <a:lnTo>
                    <a:pt x="1554999" y="467492"/>
                  </a:lnTo>
                  <a:lnTo>
                    <a:pt x="1555707" y="428698"/>
                  </a:lnTo>
                  <a:lnTo>
                    <a:pt x="1552652" y="390234"/>
                  </a:lnTo>
                  <a:lnTo>
                    <a:pt x="1545736" y="352234"/>
                  </a:lnTo>
                  <a:lnTo>
                    <a:pt x="1534862" y="314829"/>
                  </a:lnTo>
                  <a:lnTo>
                    <a:pt x="1520185" y="278744"/>
                  </a:lnTo>
                  <a:lnTo>
                    <a:pt x="1502034" y="244648"/>
                  </a:lnTo>
                  <a:lnTo>
                    <a:pt x="1480569" y="212584"/>
                  </a:lnTo>
                  <a:lnTo>
                    <a:pt x="1455946" y="182594"/>
                  </a:lnTo>
                  <a:lnTo>
                    <a:pt x="1428326" y="154721"/>
                  </a:lnTo>
                  <a:lnTo>
                    <a:pt x="1397865" y="129008"/>
                  </a:lnTo>
                  <a:lnTo>
                    <a:pt x="1364722" y="105497"/>
                  </a:lnTo>
                  <a:lnTo>
                    <a:pt x="1329057" y="84230"/>
                  </a:lnTo>
                  <a:lnTo>
                    <a:pt x="1291026" y="65250"/>
                  </a:lnTo>
                  <a:lnTo>
                    <a:pt x="1250789" y="48599"/>
                  </a:lnTo>
                  <a:lnTo>
                    <a:pt x="1208503" y="34321"/>
                  </a:lnTo>
                  <a:lnTo>
                    <a:pt x="1164328" y="22457"/>
                  </a:lnTo>
                  <a:lnTo>
                    <a:pt x="1118421" y="13051"/>
                  </a:lnTo>
                  <a:lnTo>
                    <a:pt x="1070941" y="6144"/>
                  </a:lnTo>
                  <a:lnTo>
                    <a:pt x="1022047" y="1779"/>
                  </a:lnTo>
                  <a:lnTo>
                    <a:pt x="971896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850758" y="2554923"/>
              <a:ext cx="1441450" cy="1066165"/>
            </a:xfrm>
            <a:custGeom>
              <a:avLst/>
              <a:gdLst/>
              <a:ahLst/>
              <a:cxnLst/>
              <a:rect l="l" t="t" r="r" b="b"/>
              <a:pathLst>
                <a:path w="1441450" h="1066164">
                  <a:moveTo>
                    <a:pt x="881092" y="0"/>
                  </a:moveTo>
                  <a:lnTo>
                    <a:pt x="828646" y="2234"/>
                  </a:lnTo>
                  <a:lnTo>
                    <a:pt x="775242" y="7445"/>
                  </a:lnTo>
                  <a:lnTo>
                    <a:pt x="721074" y="15685"/>
                  </a:lnTo>
                  <a:lnTo>
                    <a:pt x="666334" y="27004"/>
                  </a:lnTo>
                  <a:lnTo>
                    <a:pt x="611214" y="41454"/>
                  </a:lnTo>
                  <a:lnTo>
                    <a:pt x="555908" y="59085"/>
                  </a:lnTo>
                  <a:lnTo>
                    <a:pt x="501591" y="79568"/>
                  </a:lnTo>
                  <a:lnTo>
                    <a:pt x="449395" y="102429"/>
                  </a:lnTo>
                  <a:lnTo>
                    <a:pt x="399439" y="127511"/>
                  </a:lnTo>
                  <a:lnTo>
                    <a:pt x="351841" y="154652"/>
                  </a:lnTo>
                  <a:lnTo>
                    <a:pt x="306722" y="183694"/>
                  </a:lnTo>
                  <a:lnTo>
                    <a:pt x="264201" y="214478"/>
                  </a:lnTo>
                  <a:lnTo>
                    <a:pt x="224397" y="246843"/>
                  </a:lnTo>
                  <a:lnTo>
                    <a:pt x="187429" y="280630"/>
                  </a:lnTo>
                  <a:lnTo>
                    <a:pt x="153417" y="315680"/>
                  </a:lnTo>
                  <a:lnTo>
                    <a:pt x="122480" y="351833"/>
                  </a:lnTo>
                  <a:lnTo>
                    <a:pt x="94737" y="388930"/>
                  </a:lnTo>
                  <a:lnTo>
                    <a:pt x="70308" y="426810"/>
                  </a:lnTo>
                  <a:lnTo>
                    <a:pt x="49311" y="465316"/>
                  </a:lnTo>
                  <a:lnTo>
                    <a:pt x="31867" y="504286"/>
                  </a:lnTo>
                  <a:lnTo>
                    <a:pt x="18095" y="543561"/>
                  </a:lnTo>
                  <a:lnTo>
                    <a:pt x="8113" y="582983"/>
                  </a:lnTo>
                  <a:lnTo>
                    <a:pt x="2042" y="622391"/>
                  </a:lnTo>
                  <a:lnTo>
                    <a:pt x="0" y="661626"/>
                  </a:lnTo>
                  <a:lnTo>
                    <a:pt x="2106" y="700528"/>
                  </a:lnTo>
                  <a:lnTo>
                    <a:pt x="8481" y="738938"/>
                  </a:lnTo>
                  <a:lnTo>
                    <a:pt x="19244" y="776697"/>
                  </a:lnTo>
                  <a:lnTo>
                    <a:pt x="34226" y="812987"/>
                  </a:lnTo>
                  <a:lnTo>
                    <a:pt x="53054" y="847066"/>
                  </a:lnTo>
                  <a:lnTo>
                    <a:pt x="75535" y="878884"/>
                  </a:lnTo>
                  <a:lnTo>
                    <a:pt x="101477" y="908390"/>
                  </a:lnTo>
                  <a:lnTo>
                    <a:pt x="130686" y="935531"/>
                  </a:lnTo>
                  <a:lnTo>
                    <a:pt x="162970" y="960258"/>
                  </a:lnTo>
                  <a:lnTo>
                    <a:pt x="198137" y="982519"/>
                  </a:lnTo>
                  <a:lnTo>
                    <a:pt x="235994" y="1002262"/>
                  </a:lnTo>
                  <a:lnTo>
                    <a:pt x="276348" y="1019437"/>
                  </a:lnTo>
                  <a:lnTo>
                    <a:pt x="319008" y="1033993"/>
                  </a:lnTo>
                  <a:lnTo>
                    <a:pt x="363780" y="1045878"/>
                  </a:lnTo>
                  <a:lnTo>
                    <a:pt x="410473" y="1055042"/>
                  </a:lnTo>
                  <a:lnTo>
                    <a:pt x="458892" y="1061433"/>
                  </a:lnTo>
                  <a:lnTo>
                    <a:pt x="508847" y="1065000"/>
                  </a:lnTo>
                  <a:lnTo>
                    <a:pt x="560144" y="1065692"/>
                  </a:lnTo>
                  <a:lnTo>
                    <a:pt x="612590" y="1063458"/>
                  </a:lnTo>
                  <a:lnTo>
                    <a:pt x="665994" y="1058247"/>
                  </a:lnTo>
                  <a:lnTo>
                    <a:pt x="720163" y="1050007"/>
                  </a:lnTo>
                  <a:lnTo>
                    <a:pt x="774904" y="1038688"/>
                  </a:lnTo>
                  <a:lnTo>
                    <a:pt x="830025" y="1024238"/>
                  </a:lnTo>
                  <a:lnTo>
                    <a:pt x="885332" y="1006606"/>
                  </a:lnTo>
                  <a:lnTo>
                    <a:pt x="939649" y="986124"/>
                  </a:lnTo>
                  <a:lnTo>
                    <a:pt x="991845" y="963262"/>
                  </a:lnTo>
                  <a:lnTo>
                    <a:pt x="1041801" y="938180"/>
                  </a:lnTo>
                  <a:lnTo>
                    <a:pt x="1089398" y="911038"/>
                  </a:lnTo>
                  <a:lnTo>
                    <a:pt x="1134517" y="881996"/>
                  </a:lnTo>
                  <a:lnTo>
                    <a:pt x="1177037" y="851212"/>
                  </a:lnTo>
                  <a:lnTo>
                    <a:pt x="1216841" y="818846"/>
                  </a:lnTo>
                  <a:lnTo>
                    <a:pt x="1253808" y="785058"/>
                  </a:lnTo>
                  <a:lnTo>
                    <a:pt x="1287820" y="750008"/>
                  </a:lnTo>
                  <a:lnTo>
                    <a:pt x="1318757" y="713855"/>
                  </a:lnTo>
                  <a:lnTo>
                    <a:pt x="1346499" y="676758"/>
                  </a:lnTo>
                  <a:lnTo>
                    <a:pt x="1370928" y="638877"/>
                  </a:lnTo>
                  <a:lnTo>
                    <a:pt x="1391924" y="600371"/>
                  </a:lnTo>
                  <a:lnTo>
                    <a:pt x="1409368" y="561401"/>
                  </a:lnTo>
                  <a:lnTo>
                    <a:pt x="1423141" y="522126"/>
                  </a:lnTo>
                  <a:lnTo>
                    <a:pt x="1433123" y="482704"/>
                  </a:lnTo>
                  <a:lnTo>
                    <a:pt x="1439195" y="443297"/>
                  </a:lnTo>
                  <a:lnTo>
                    <a:pt x="1441238" y="404062"/>
                  </a:lnTo>
                  <a:lnTo>
                    <a:pt x="1439132" y="365161"/>
                  </a:lnTo>
                  <a:lnTo>
                    <a:pt x="1432758" y="326752"/>
                  </a:lnTo>
                  <a:lnTo>
                    <a:pt x="1421997" y="288995"/>
                  </a:lnTo>
                  <a:lnTo>
                    <a:pt x="1407014" y="252705"/>
                  </a:lnTo>
                  <a:lnTo>
                    <a:pt x="1388186" y="218625"/>
                  </a:lnTo>
                  <a:lnTo>
                    <a:pt x="1365704" y="186807"/>
                  </a:lnTo>
                  <a:lnTo>
                    <a:pt x="1339763" y="157302"/>
                  </a:lnTo>
                  <a:lnTo>
                    <a:pt x="1310553" y="130160"/>
                  </a:lnTo>
                  <a:lnTo>
                    <a:pt x="1278269" y="105434"/>
                  </a:lnTo>
                  <a:lnTo>
                    <a:pt x="1243101" y="83173"/>
                  </a:lnTo>
                  <a:lnTo>
                    <a:pt x="1205244" y="63430"/>
                  </a:lnTo>
                  <a:lnTo>
                    <a:pt x="1164889" y="46254"/>
                  </a:lnTo>
                  <a:lnTo>
                    <a:pt x="1122228" y="31698"/>
                  </a:lnTo>
                  <a:lnTo>
                    <a:pt x="1077456" y="19813"/>
                  </a:lnTo>
                  <a:lnTo>
                    <a:pt x="1030763" y="10649"/>
                  </a:lnTo>
                  <a:lnTo>
                    <a:pt x="982344" y="4259"/>
                  </a:lnTo>
                  <a:lnTo>
                    <a:pt x="932389" y="692"/>
                  </a:lnTo>
                  <a:lnTo>
                    <a:pt x="881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8890533" y="2707912"/>
              <a:ext cx="1280160" cy="800100"/>
            </a:xfrm>
            <a:custGeom>
              <a:avLst/>
              <a:gdLst/>
              <a:ahLst/>
              <a:cxnLst/>
              <a:rect l="l" t="t" r="r" b="b"/>
              <a:pathLst>
                <a:path w="1280159" h="800100">
                  <a:moveTo>
                    <a:pt x="418185" y="491947"/>
                  </a:moveTo>
                  <a:lnTo>
                    <a:pt x="399351" y="437794"/>
                  </a:lnTo>
                  <a:lnTo>
                    <a:pt x="330479" y="411378"/>
                  </a:lnTo>
                  <a:lnTo>
                    <a:pt x="283032" y="410032"/>
                  </a:lnTo>
                  <a:lnTo>
                    <a:pt x="229997" y="416966"/>
                  </a:lnTo>
                  <a:lnTo>
                    <a:pt x="173672" y="432473"/>
                  </a:lnTo>
                  <a:lnTo>
                    <a:pt x="119888" y="455244"/>
                  </a:lnTo>
                  <a:lnTo>
                    <a:pt x="74002" y="482701"/>
                  </a:lnTo>
                  <a:lnTo>
                    <a:pt x="37630" y="513194"/>
                  </a:lnTo>
                  <a:lnTo>
                    <a:pt x="12407" y="545071"/>
                  </a:lnTo>
                  <a:lnTo>
                    <a:pt x="0" y="576656"/>
                  </a:lnTo>
                  <a:lnTo>
                    <a:pt x="2006" y="606298"/>
                  </a:lnTo>
                  <a:lnTo>
                    <a:pt x="18821" y="630796"/>
                  </a:lnTo>
                  <a:lnTo>
                    <a:pt x="48158" y="647852"/>
                  </a:lnTo>
                  <a:lnTo>
                    <a:pt x="87693" y="657212"/>
                  </a:lnTo>
                  <a:lnTo>
                    <a:pt x="135140" y="658558"/>
                  </a:lnTo>
                  <a:lnTo>
                    <a:pt x="188175" y="651624"/>
                  </a:lnTo>
                  <a:lnTo>
                    <a:pt x="244487" y="636130"/>
                  </a:lnTo>
                  <a:lnTo>
                    <a:pt x="298272" y="613346"/>
                  </a:lnTo>
                  <a:lnTo>
                    <a:pt x="344170" y="585889"/>
                  </a:lnTo>
                  <a:lnTo>
                    <a:pt x="380542" y="555396"/>
                  </a:lnTo>
                  <a:lnTo>
                    <a:pt x="405765" y="523519"/>
                  </a:lnTo>
                  <a:lnTo>
                    <a:pt x="418185" y="491947"/>
                  </a:lnTo>
                  <a:close/>
                </a:path>
                <a:path w="1280159" h="800100">
                  <a:moveTo>
                    <a:pt x="759790" y="124942"/>
                  </a:moveTo>
                  <a:lnTo>
                    <a:pt x="740714" y="70091"/>
                  </a:lnTo>
                  <a:lnTo>
                    <a:pt x="677240" y="39065"/>
                  </a:lnTo>
                  <a:lnTo>
                    <a:pt x="633120" y="33629"/>
                  </a:lnTo>
                  <a:lnTo>
                    <a:pt x="583057" y="35217"/>
                  </a:lnTo>
                  <a:lnTo>
                    <a:pt x="528726" y="44018"/>
                  </a:lnTo>
                  <a:lnTo>
                    <a:pt x="471855" y="60248"/>
                  </a:lnTo>
                  <a:lnTo>
                    <a:pt x="417182" y="82804"/>
                  </a:lnTo>
                  <a:lnTo>
                    <a:pt x="369112" y="109601"/>
                  </a:lnTo>
                  <a:lnTo>
                    <a:pt x="328866" y="139420"/>
                  </a:lnTo>
                  <a:lnTo>
                    <a:pt x="297637" y="171030"/>
                  </a:lnTo>
                  <a:lnTo>
                    <a:pt x="276644" y="203225"/>
                  </a:lnTo>
                  <a:lnTo>
                    <a:pt x="267093" y="234759"/>
                  </a:lnTo>
                  <a:lnTo>
                    <a:pt x="270217" y="264426"/>
                  </a:lnTo>
                  <a:lnTo>
                    <a:pt x="286169" y="289610"/>
                  </a:lnTo>
                  <a:lnTo>
                    <a:pt x="313220" y="308432"/>
                  </a:lnTo>
                  <a:lnTo>
                    <a:pt x="349656" y="320662"/>
                  </a:lnTo>
                  <a:lnTo>
                    <a:pt x="393763" y="326085"/>
                  </a:lnTo>
                  <a:lnTo>
                    <a:pt x="443839" y="324510"/>
                  </a:lnTo>
                  <a:lnTo>
                    <a:pt x="498157" y="315696"/>
                  </a:lnTo>
                  <a:lnTo>
                    <a:pt x="555028" y="299466"/>
                  </a:lnTo>
                  <a:lnTo>
                    <a:pt x="609701" y="276923"/>
                  </a:lnTo>
                  <a:lnTo>
                    <a:pt x="657771" y="250113"/>
                  </a:lnTo>
                  <a:lnTo>
                    <a:pt x="698030" y="220294"/>
                  </a:lnTo>
                  <a:lnTo>
                    <a:pt x="729259" y="188671"/>
                  </a:lnTo>
                  <a:lnTo>
                    <a:pt x="750252" y="156489"/>
                  </a:lnTo>
                  <a:lnTo>
                    <a:pt x="759790" y="124942"/>
                  </a:lnTo>
                  <a:close/>
                </a:path>
                <a:path w="1280159" h="800100">
                  <a:moveTo>
                    <a:pt x="819480" y="633133"/>
                  </a:moveTo>
                  <a:lnTo>
                    <a:pt x="800658" y="578993"/>
                  </a:lnTo>
                  <a:lnTo>
                    <a:pt x="731786" y="552577"/>
                  </a:lnTo>
                  <a:lnTo>
                    <a:pt x="684339" y="551230"/>
                  </a:lnTo>
                  <a:lnTo>
                    <a:pt x="631304" y="558165"/>
                  </a:lnTo>
                  <a:lnTo>
                    <a:pt x="574992" y="573671"/>
                  </a:lnTo>
                  <a:lnTo>
                    <a:pt x="521208" y="596442"/>
                  </a:lnTo>
                  <a:lnTo>
                    <a:pt x="475310" y="623900"/>
                  </a:lnTo>
                  <a:lnTo>
                    <a:pt x="438937" y="654392"/>
                  </a:lnTo>
                  <a:lnTo>
                    <a:pt x="413715" y="686269"/>
                  </a:lnTo>
                  <a:lnTo>
                    <a:pt x="401294" y="717854"/>
                  </a:lnTo>
                  <a:lnTo>
                    <a:pt x="403313" y="747496"/>
                  </a:lnTo>
                  <a:lnTo>
                    <a:pt x="420116" y="771994"/>
                  </a:lnTo>
                  <a:lnTo>
                    <a:pt x="449453" y="789051"/>
                  </a:lnTo>
                  <a:lnTo>
                    <a:pt x="489000" y="798410"/>
                  </a:lnTo>
                  <a:lnTo>
                    <a:pt x="536448" y="799757"/>
                  </a:lnTo>
                  <a:lnTo>
                    <a:pt x="589483" y="792822"/>
                  </a:lnTo>
                  <a:lnTo>
                    <a:pt x="645795" y="777328"/>
                  </a:lnTo>
                  <a:lnTo>
                    <a:pt x="699579" y="754545"/>
                  </a:lnTo>
                  <a:lnTo>
                    <a:pt x="745477" y="727075"/>
                  </a:lnTo>
                  <a:lnTo>
                    <a:pt x="781850" y="696582"/>
                  </a:lnTo>
                  <a:lnTo>
                    <a:pt x="807072" y="664718"/>
                  </a:lnTo>
                  <a:lnTo>
                    <a:pt x="819480" y="633133"/>
                  </a:lnTo>
                  <a:close/>
                </a:path>
                <a:path w="1280159" h="800100">
                  <a:moveTo>
                    <a:pt x="1236687" y="83959"/>
                  </a:moveTo>
                  <a:lnTo>
                    <a:pt x="1236091" y="49974"/>
                  </a:lnTo>
                  <a:lnTo>
                    <a:pt x="1215478" y="22936"/>
                  </a:lnTo>
                  <a:lnTo>
                    <a:pt x="1178382" y="6121"/>
                  </a:lnTo>
                  <a:lnTo>
                    <a:pt x="1128623" y="0"/>
                  </a:lnTo>
                  <a:lnTo>
                    <a:pt x="1069975" y="5029"/>
                  </a:lnTo>
                  <a:lnTo>
                    <a:pt x="1006208" y="21678"/>
                  </a:lnTo>
                  <a:lnTo>
                    <a:pt x="945857" y="48171"/>
                  </a:lnTo>
                  <a:lnTo>
                    <a:pt x="896734" y="80619"/>
                  </a:lnTo>
                  <a:lnTo>
                    <a:pt x="861504" y="116293"/>
                  </a:lnTo>
                  <a:lnTo>
                    <a:pt x="842848" y="152488"/>
                  </a:lnTo>
                  <a:lnTo>
                    <a:pt x="843445" y="186474"/>
                  </a:lnTo>
                  <a:lnTo>
                    <a:pt x="864069" y="213512"/>
                  </a:lnTo>
                  <a:lnTo>
                    <a:pt x="901153" y="230327"/>
                  </a:lnTo>
                  <a:lnTo>
                    <a:pt x="950912" y="236448"/>
                  </a:lnTo>
                  <a:lnTo>
                    <a:pt x="1009573" y="231406"/>
                  </a:lnTo>
                  <a:lnTo>
                    <a:pt x="1073327" y="214757"/>
                  </a:lnTo>
                  <a:lnTo>
                    <a:pt x="1133678" y="188264"/>
                  </a:lnTo>
                  <a:lnTo>
                    <a:pt x="1182801" y="155829"/>
                  </a:lnTo>
                  <a:lnTo>
                    <a:pt x="1218031" y="120154"/>
                  </a:lnTo>
                  <a:lnTo>
                    <a:pt x="1236687" y="83959"/>
                  </a:lnTo>
                  <a:close/>
                </a:path>
                <a:path w="1280159" h="800100">
                  <a:moveTo>
                    <a:pt x="1280045" y="389636"/>
                  </a:moveTo>
                  <a:lnTo>
                    <a:pt x="1261224" y="335495"/>
                  </a:lnTo>
                  <a:lnTo>
                    <a:pt x="1192339" y="309079"/>
                  </a:lnTo>
                  <a:lnTo>
                    <a:pt x="1144905" y="307733"/>
                  </a:lnTo>
                  <a:lnTo>
                    <a:pt x="1091869" y="314667"/>
                  </a:lnTo>
                  <a:lnTo>
                    <a:pt x="1035558" y="330161"/>
                  </a:lnTo>
                  <a:lnTo>
                    <a:pt x="981760" y="352945"/>
                  </a:lnTo>
                  <a:lnTo>
                    <a:pt x="935863" y="380403"/>
                  </a:lnTo>
                  <a:lnTo>
                    <a:pt x="899490" y="410895"/>
                  </a:lnTo>
                  <a:lnTo>
                    <a:pt x="874280" y="442772"/>
                  </a:lnTo>
                  <a:lnTo>
                    <a:pt x="861860" y="474357"/>
                  </a:lnTo>
                  <a:lnTo>
                    <a:pt x="863866" y="503999"/>
                  </a:lnTo>
                  <a:lnTo>
                    <a:pt x="880681" y="528497"/>
                  </a:lnTo>
                  <a:lnTo>
                    <a:pt x="910018" y="545566"/>
                  </a:lnTo>
                  <a:lnTo>
                    <a:pt x="949566" y="554913"/>
                  </a:lnTo>
                  <a:lnTo>
                    <a:pt x="997013" y="556260"/>
                  </a:lnTo>
                  <a:lnTo>
                    <a:pt x="1050048" y="549325"/>
                  </a:lnTo>
                  <a:lnTo>
                    <a:pt x="1106360" y="533831"/>
                  </a:lnTo>
                  <a:lnTo>
                    <a:pt x="1160145" y="511048"/>
                  </a:lnTo>
                  <a:lnTo>
                    <a:pt x="1206042" y="483590"/>
                  </a:lnTo>
                  <a:lnTo>
                    <a:pt x="1242415" y="453097"/>
                  </a:lnTo>
                  <a:lnTo>
                    <a:pt x="1267625" y="421220"/>
                  </a:lnTo>
                  <a:lnTo>
                    <a:pt x="1280045" y="389636"/>
                  </a:lnTo>
                  <a:close/>
                </a:path>
              </a:pathLst>
            </a:custGeom>
            <a:solidFill>
              <a:srgbClr val="046A38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1851581" y="2001489"/>
              <a:ext cx="1555750" cy="1156335"/>
            </a:xfrm>
            <a:custGeom>
              <a:avLst/>
              <a:gdLst/>
              <a:ahLst/>
              <a:cxnLst/>
              <a:rect l="l" t="t" r="r" b="b"/>
              <a:pathLst>
                <a:path w="1555750" h="1156335">
                  <a:moveTo>
                    <a:pt x="583811" y="0"/>
                  </a:moveTo>
                  <a:lnTo>
                    <a:pt x="533660" y="1779"/>
                  </a:lnTo>
                  <a:lnTo>
                    <a:pt x="484765" y="6144"/>
                  </a:lnTo>
                  <a:lnTo>
                    <a:pt x="437285" y="13051"/>
                  </a:lnTo>
                  <a:lnTo>
                    <a:pt x="391379" y="22457"/>
                  </a:lnTo>
                  <a:lnTo>
                    <a:pt x="347203" y="34321"/>
                  </a:lnTo>
                  <a:lnTo>
                    <a:pt x="304918" y="48599"/>
                  </a:lnTo>
                  <a:lnTo>
                    <a:pt x="264681" y="65250"/>
                  </a:lnTo>
                  <a:lnTo>
                    <a:pt x="226650" y="84230"/>
                  </a:lnTo>
                  <a:lnTo>
                    <a:pt x="190984" y="105497"/>
                  </a:lnTo>
                  <a:lnTo>
                    <a:pt x="157842" y="129008"/>
                  </a:lnTo>
                  <a:lnTo>
                    <a:pt x="127381" y="154721"/>
                  </a:lnTo>
                  <a:lnTo>
                    <a:pt x="99760" y="182594"/>
                  </a:lnTo>
                  <a:lnTo>
                    <a:pt x="75138" y="212584"/>
                  </a:lnTo>
                  <a:lnTo>
                    <a:pt x="53672" y="244648"/>
                  </a:lnTo>
                  <a:lnTo>
                    <a:pt x="35522" y="278744"/>
                  </a:lnTo>
                  <a:lnTo>
                    <a:pt x="20845" y="314829"/>
                  </a:lnTo>
                  <a:lnTo>
                    <a:pt x="9971" y="352234"/>
                  </a:lnTo>
                  <a:lnTo>
                    <a:pt x="3055" y="390234"/>
                  </a:lnTo>
                  <a:lnTo>
                    <a:pt x="0" y="428698"/>
                  </a:lnTo>
                  <a:lnTo>
                    <a:pt x="707" y="467492"/>
                  </a:lnTo>
                  <a:lnTo>
                    <a:pt x="5079" y="506487"/>
                  </a:lnTo>
                  <a:lnTo>
                    <a:pt x="13019" y="545550"/>
                  </a:lnTo>
                  <a:lnTo>
                    <a:pt x="24428" y="584550"/>
                  </a:lnTo>
                  <a:lnTo>
                    <a:pt x="39208" y="623355"/>
                  </a:lnTo>
                  <a:lnTo>
                    <a:pt x="57262" y="661833"/>
                  </a:lnTo>
                  <a:lnTo>
                    <a:pt x="78491" y="699853"/>
                  </a:lnTo>
                  <a:lnTo>
                    <a:pt x="102799" y="737284"/>
                  </a:lnTo>
                  <a:lnTo>
                    <a:pt x="130086" y="773993"/>
                  </a:lnTo>
                  <a:lnTo>
                    <a:pt x="160257" y="809849"/>
                  </a:lnTo>
                  <a:lnTo>
                    <a:pt x="193211" y="844721"/>
                  </a:lnTo>
                  <a:lnTo>
                    <a:pt x="228852" y="878476"/>
                  </a:lnTo>
                  <a:lnTo>
                    <a:pt x="267082" y="910983"/>
                  </a:lnTo>
                  <a:lnTo>
                    <a:pt x="307803" y="942112"/>
                  </a:lnTo>
                  <a:lnTo>
                    <a:pt x="350918" y="971729"/>
                  </a:lnTo>
                  <a:lnTo>
                    <a:pt x="396327" y="999703"/>
                  </a:lnTo>
                  <a:lnTo>
                    <a:pt x="443935" y="1025904"/>
                  </a:lnTo>
                  <a:lnTo>
                    <a:pt x="493642" y="1050198"/>
                  </a:lnTo>
                  <a:lnTo>
                    <a:pt x="545350" y="1072455"/>
                  </a:lnTo>
                  <a:lnTo>
                    <a:pt x="598963" y="1092543"/>
                  </a:lnTo>
                  <a:lnTo>
                    <a:pt x="653475" y="1110047"/>
                  </a:lnTo>
                  <a:lnTo>
                    <a:pt x="707838" y="1124669"/>
                  </a:lnTo>
                  <a:lnTo>
                    <a:pt x="761895" y="1136451"/>
                  </a:lnTo>
                  <a:lnTo>
                    <a:pt x="815488" y="1145435"/>
                  </a:lnTo>
                  <a:lnTo>
                    <a:pt x="868458" y="1151665"/>
                  </a:lnTo>
                  <a:lnTo>
                    <a:pt x="920647" y="1155182"/>
                  </a:lnTo>
                  <a:lnTo>
                    <a:pt x="971896" y="1156030"/>
                  </a:lnTo>
                  <a:lnTo>
                    <a:pt x="1022047" y="1154250"/>
                  </a:lnTo>
                  <a:lnTo>
                    <a:pt x="1070941" y="1149885"/>
                  </a:lnTo>
                  <a:lnTo>
                    <a:pt x="1118421" y="1142979"/>
                  </a:lnTo>
                  <a:lnTo>
                    <a:pt x="1164328" y="1133572"/>
                  </a:lnTo>
                  <a:lnTo>
                    <a:pt x="1208503" y="1121709"/>
                  </a:lnTo>
                  <a:lnTo>
                    <a:pt x="1250789" y="1107431"/>
                  </a:lnTo>
                  <a:lnTo>
                    <a:pt x="1291026" y="1090781"/>
                  </a:lnTo>
                  <a:lnTo>
                    <a:pt x="1329057" y="1071802"/>
                  </a:lnTo>
                  <a:lnTo>
                    <a:pt x="1364722" y="1050536"/>
                  </a:lnTo>
                  <a:lnTo>
                    <a:pt x="1397865" y="1027025"/>
                  </a:lnTo>
                  <a:lnTo>
                    <a:pt x="1428326" y="1001312"/>
                  </a:lnTo>
                  <a:lnTo>
                    <a:pt x="1455946" y="973441"/>
                  </a:lnTo>
                  <a:lnTo>
                    <a:pt x="1480569" y="943452"/>
                  </a:lnTo>
                  <a:lnTo>
                    <a:pt x="1502034" y="911389"/>
                  </a:lnTo>
                  <a:lnTo>
                    <a:pt x="1520185" y="877294"/>
                  </a:lnTo>
                  <a:lnTo>
                    <a:pt x="1534862" y="841211"/>
                  </a:lnTo>
                  <a:lnTo>
                    <a:pt x="1545736" y="803804"/>
                  </a:lnTo>
                  <a:lnTo>
                    <a:pt x="1552652" y="765802"/>
                  </a:lnTo>
                  <a:lnTo>
                    <a:pt x="1555707" y="727338"/>
                  </a:lnTo>
                  <a:lnTo>
                    <a:pt x="1554999" y="688542"/>
                  </a:lnTo>
                  <a:lnTo>
                    <a:pt x="1550627" y="649547"/>
                  </a:lnTo>
                  <a:lnTo>
                    <a:pt x="1542688" y="610483"/>
                  </a:lnTo>
                  <a:lnTo>
                    <a:pt x="1531279" y="571482"/>
                  </a:lnTo>
                  <a:lnTo>
                    <a:pt x="1516499" y="532677"/>
                  </a:lnTo>
                  <a:lnTo>
                    <a:pt x="1498445" y="494198"/>
                  </a:lnTo>
                  <a:lnTo>
                    <a:pt x="1477215" y="456177"/>
                  </a:lnTo>
                  <a:lnTo>
                    <a:pt x="1452908" y="418746"/>
                  </a:lnTo>
                  <a:lnTo>
                    <a:pt x="1425620" y="382037"/>
                  </a:lnTo>
                  <a:lnTo>
                    <a:pt x="1395450" y="346181"/>
                  </a:lnTo>
                  <a:lnTo>
                    <a:pt x="1362495" y="311309"/>
                  </a:lnTo>
                  <a:lnTo>
                    <a:pt x="1326854" y="277553"/>
                  </a:lnTo>
                  <a:lnTo>
                    <a:pt x="1288624" y="245046"/>
                  </a:lnTo>
                  <a:lnTo>
                    <a:pt x="1247903" y="213917"/>
                  </a:lnTo>
                  <a:lnTo>
                    <a:pt x="1204789" y="184300"/>
                  </a:lnTo>
                  <a:lnTo>
                    <a:pt x="1159379" y="156325"/>
                  </a:lnTo>
                  <a:lnTo>
                    <a:pt x="1111772" y="130125"/>
                  </a:lnTo>
                  <a:lnTo>
                    <a:pt x="1062065" y="105831"/>
                  </a:lnTo>
                  <a:lnTo>
                    <a:pt x="1010356" y="83574"/>
                  </a:lnTo>
                  <a:lnTo>
                    <a:pt x="956743" y="63486"/>
                  </a:lnTo>
                  <a:lnTo>
                    <a:pt x="902232" y="45981"/>
                  </a:lnTo>
                  <a:lnTo>
                    <a:pt x="847868" y="31360"/>
                  </a:lnTo>
                  <a:lnTo>
                    <a:pt x="793811" y="19578"/>
                  </a:lnTo>
                  <a:lnTo>
                    <a:pt x="740218" y="10594"/>
                  </a:lnTo>
                  <a:lnTo>
                    <a:pt x="687248" y="4364"/>
                  </a:lnTo>
                  <a:lnTo>
                    <a:pt x="635060" y="847"/>
                  </a:lnTo>
                  <a:lnTo>
                    <a:pt x="583811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1888537" y="2083090"/>
              <a:ext cx="1441450" cy="1066165"/>
            </a:xfrm>
            <a:custGeom>
              <a:avLst/>
              <a:gdLst/>
              <a:ahLst/>
              <a:cxnLst/>
              <a:rect l="l" t="t" r="r" b="b"/>
              <a:pathLst>
                <a:path w="1441450" h="1066164">
                  <a:moveTo>
                    <a:pt x="560148" y="0"/>
                  </a:moveTo>
                  <a:lnTo>
                    <a:pt x="508851" y="692"/>
                  </a:lnTo>
                  <a:lnTo>
                    <a:pt x="458897" y="4259"/>
                  </a:lnTo>
                  <a:lnTo>
                    <a:pt x="410477" y="10649"/>
                  </a:lnTo>
                  <a:lnTo>
                    <a:pt x="363784" y="19813"/>
                  </a:lnTo>
                  <a:lnTo>
                    <a:pt x="319012" y="31698"/>
                  </a:lnTo>
                  <a:lnTo>
                    <a:pt x="276352" y="46254"/>
                  </a:lnTo>
                  <a:lnTo>
                    <a:pt x="235997" y="63430"/>
                  </a:lnTo>
                  <a:lnTo>
                    <a:pt x="198139" y="83173"/>
                  </a:lnTo>
                  <a:lnTo>
                    <a:pt x="162972" y="105434"/>
                  </a:lnTo>
                  <a:lnTo>
                    <a:pt x="130687" y="130160"/>
                  </a:lnTo>
                  <a:lnTo>
                    <a:pt x="101478" y="157302"/>
                  </a:lnTo>
                  <a:lnTo>
                    <a:pt x="75536" y="186807"/>
                  </a:lnTo>
                  <a:lnTo>
                    <a:pt x="53055" y="218625"/>
                  </a:lnTo>
                  <a:lnTo>
                    <a:pt x="34226" y="252705"/>
                  </a:lnTo>
                  <a:lnTo>
                    <a:pt x="19244" y="288995"/>
                  </a:lnTo>
                  <a:lnTo>
                    <a:pt x="8481" y="326752"/>
                  </a:lnTo>
                  <a:lnTo>
                    <a:pt x="2106" y="365161"/>
                  </a:lnTo>
                  <a:lnTo>
                    <a:pt x="0" y="404062"/>
                  </a:lnTo>
                  <a:lnTo>
                    <a:pt x="2042" y="443297"/>
                  </a:lnTo>
                  <a:lnTo>
                    <a:pt x="8113" y="482704"/>
                  </a:lnTo>
                  <a:lnTo>
                    <a:pt x="18095" y="522126"/>
                  </a:lnTo>
                  <a:lnTo>
                    <a:pt x="31867" y="561401"/>
                  </a:lnTo>
                  <a:lnTo>
                    <a:pt x="49311" y="600371"/>
                  </a:lnTo>
                  <a:lnTo>
                    <a:pt x="70308" y="638877"/>
                  </a:lnTo>
                  <a:lnTo>
                    <a:pt x="94737" y="676758"/>
                  </a:lnTo>
                  <a:lnTo>
                    <a:pt x="122480" y="713855"/>
                  </a:lnTo>
                  <a:lnTo>
                    <a:pt x="153417" y="750008"/>
                  </a:lnTo>
                  <a:lnTo>
                    <a:pt x="187429" y="785058"/>
                  </a:lnTo>
                  <a:lnTo>
                    <a:pt x="224397" y="818846"/>
                  </a:lnTo>
                  <a:lnTo>
                    <a:pt x="264201" y="851212"/>
                  </a:lnTo>
                  <a:lnTo>
                    <a:pt x="306722" y="881996"/>
                  </a:lnTo>
                  <a:lnTo>
                    <a:pt x="351841" y="911038"/>
                  </a:lnTo>
                  <a:lnTo>
                    <a:pt x="399439" y="938180"/>
                  </a:lnTo>
                  <a:lnTo>
                    <a:pt x="449395" y="963262"/>
                  </a:lnTo>
                  <a:lnTo>
                    <a:pt x="501591" y="986124"/>
                  </a:lnTo>
                  <a:lnTo>
                    <a:pt x="555908" y="1006606"/>
                  </a:lnTo>
                  <a:lnTo>
                    <a:pt x="611216" y="1024238"/>
                  </a:lnTo>
                  <a:lnTo>
                    <a:pt x="666336" y="1038688"/>
                  </a:lnTo>
                  <a:lnTo>
                    <a:pt x="721077" y="1050007"/>
                  </a:lnTo>
                  <a:lnTo>
                    <a:pt x="775246" y="1058247"/>
                  </a:lnTo>
                  <a:lnTo>
                    <a:pt x="828650" y="1063458"/>
                  </a:lnTo>
                  <a:lnTo>
                    <a:pt x="881097" y="1065692"/>
                  </a:lnTo>
                  <a:lnTo>
                    <a:pt x="932394" y="1065000"/>
                  </a:lnTo>
                  <a:lnTo>
                    <a:pt x="982348" y="1061433"/>
                  </a:lnTo>
                  <a:lnTo>
                    <a:pt x="1030768" y="1055042"/>
                  </a:lnTo>
                  <a:lnTo>
                    <a:pt x="1077460" y="1045878"/>
                  </a:lnTo>
                  <a:lnTo>
                    <a:pt x="1122232" y="1033993"/>
                  </a:lnTo>
                  <a:lnTo>
                    <a:pt x="1164892" y="1019437"/>
                  </a:lnTo>
                  <a:lnTo>
                    <a:pt x="1205247" y="1002262"/>
                  </a:lnTo>
                  <a:lnTo>
                    <a:pt x="1243104" y="982519"/>
                  </a:lnTo>
                  <a:lnTo>
                    <a:pt x="1278270" y="960258"/>
                  </a:lnTo>
                  <a:lnTo>
                    <a:pt x="1310555" y="935531"/>
                  </a:lnTo>
                  <a:lnTo>
                    <a:pt x="1339764" y="908390"/>
                  </a:lnTo>
                  <a:lnTo>
                    <a:pt x="1365705" y="878884"/>
                  </a:lnTo>
                  <a:lnTo>
                    <a:pt x="1388186" y="847066"/>
                  </a:lnTo>
                  <a:lnTo>
                    <a:pt x="1407014" y="812987"/>
                  </a:lnTo>
                  <a:lnTo>
                    <a:pt x="1421997" y="776697"/>
                  </a:lnTo>
                  <a:lnTo>
                    <a:pt x="1432759" y="738938"/>
                  </a:lnTo>
                  <a:lnTo>
                    <a:pt x="1439134" y="700528"/>
                  </a:lnTo>
                  <a:lnTo>
                    <a:pt x="1441241" y="661626"/>
                  </a:lnTo>
                  <a:lnTo>
                    <a:pt x="1439199" y="622391"/>
                  </a:lnTo>
                  <a:lnTo>
                    <a:pt x="1433127" y="582983"/>
                  </a:lnTo>
                  <a:lnTo>
                    <a:pt x="1423146" y="543561"/>
                  </a:lnTo>
                  <a:lnTo>
                    <a:pt x="1409373" y="504286"/>
                  </a:lnTo>
                  <a:lnTo>
                    <a:pt x="1391929" y="465316"/>
                  </a:lnTo>
                  <a:lnTo>
                    <a:pt x="1370933" y="426810"/>
                  </a:lnTo>
                  <a:lnTo>
                    <a:pt x="1346503" y="388930"/>
                  </a:lnTo>
                  <a:lnTo>
                    <a:pt x="1318761" y="351833"/>
                  </a:lnTo>
                  <a:lnTo>
                    <a:pt x="1287823" y="315680"/>
                  </a:lnTo>
                  <a:lnTo>
                    <a:pt x="1253811" y="280630"/>
                  </a:lnTo>
                  <a:lnTo>
                    <a:pt x="1216843" y="246843"/>
                  </a:lnTo>
                  <a:lnTo>
                    <a:pt x="1177039" y="214478"/>
                  </a:lnTo>
                  <a:lnTo>
                    <a:pt x="1134518" y="183694"/>
                  </a:lnTo>
                  <a:lnTo>
                    <a:pt x="1089399" y="154652"/>
                  </a:lnTo>
                  <a:lnTo>
                    <a:pt x="1041802" y="127511"/>
                  </a:lnTo>
                  <a:lnTo>
                    <a:pt x="991845" y="102429"/>
                  </a:lnTo>
                  <a:lnTo>
                    <a:pt x="939649" y="79568"/>
                  </a:lnTo>
                  <a:lnTo>
                    <a:pt x="885332" y="59085"/>
                  </a:lnTo>
                  <a:lnTo>
                    <a:pt x="830026" y="41454"/>
                  </a:lnTo>
                  <a:lnTo>
                    <a:pt x="774907" y="27004"/>
                  </a:lnTo>
                  <a:lnTo>
                    <a:pt x="720166" y="15685"/>
                  </a:lnTo>
                  <a:lnTo>
                    <a:pt x="665998" y="7445"/>
                  </a:lnTo>
                  <a:lnTo>
                    <a:pt x="612595" y="2234"/>
                  </a:lnTo>
                  <a:lnTo>
                    <a:pt x="560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2009945" y="2236082"/>
              <a:ext cx="1280160" cy="800100"/>
            </a:xfrm>
            <a:custGeom>
              <a:avLst/>
              <a:gdLst/>
              <a:ahLst/>
              <a:cxnLst/>
              <a:rect l="l" t="t" r="r" b="b"/>
              <a:pathLst>
                <a:path w="1280159" h="800100">
                  <a:moveTo>
                    <a:pt x="418185" y="474345"/>
                  </a:moveTo>
                  <a:lnTo>
                    <a:pt x="380555" y="410895"/>
                  </a:lnTo>
                  <a:lnTo>
                    <a:pt x="344182" y="380403"/>
                  </a:lnTo>
                  <a:lnTo>
                    <a:pt x="298284" y="352945"/>
                  </a:lnTo>
                  <a:lnTo>
                    <a:pt x="244500" y="330161"/>
                  </a:lnTo>
                  <a:lnTo>
                    <a:pt x="188188" y="314667"/>
                  </a:lnTo>
                  <a:lnTo>
                    <a:pt x="135153" y="307733"/>
                  </a:lnTo>
                  <a:lnTo>
                    <a:pt x="87706" y="309079"/>
                  </a:lnTo>
                  <a:lnTo>
                    <a:pt x="48158" y="318427"/>
                  </a:lnTo>
                  <a:lnTo>
                    <a:pt x="18821" y="335495"/>
                  </a:lnTo>
                  <a:lnTo>
                    <a:pt x="2019" y="359994"/>
                  </a:lnTo>
                  <a:lnTo>
                    <a:pt x="0" y="389636"/>
                  </a:lnTo>
                  <a:lnTo>
                    <a:pt x="12420" y="421220"/>
                  </a:lnTo>
                  <a:lnTo>
                    <a:pt x="37630" y="453097"/>
                  </a:lnTo>
                  <a:lnTo>
                    <a:pt x="74002" y="483590"/>
                  </a:lnTo>
                  <a:lnTo>
                    <a:pt x="119900" y="511048"/>
                  </a:lnTo>
                  <a:lnTo>
                    <a:pt x="173685" y="533819"/>
                  </a:lnTo>
                  <a:lnTo>
                    <a:pt x="230009" y="549325"/>
                  </a:lnTo>
                  <a:lnTo>
                    <a:pt x="283044" y="556260"/>
                  </a:lnTo>
                  <a:lnTo>
                    <a:pt x="330492" y="554913"/>
                  </a:lnTo>
                  <a:lnTo>
                    <a:pt x="370039" y="545553"/>
                  </a:lnTo>
                  <a:lnTo>
                    <a:pt x="399364" y="528497"/>
                  </a:lnTo>
                  <a:lnTo>
                    <a:pt x="416179" y="503999"/>
                  </a:lnTo>
                  <a:lnTo>
                    <a:pt x="418185" y="474345"/>
                  </a:lnTo>
                  <a:close/>
                </a:path>
                <a:path w="1280159" h="800100">
                  <a:moveTo>
                    <a:pt x="437197" y="152476"/>
                  </a:moveTo>
                  <a:lnTo>
                    <a:pt x="418541" y="116293"/>
                  </a:lnTo>
                  <a:lnTo>
                    <a:pt x="383311" y="80619"/>
                  </a:lnTo>
                  <a:lnTo>
                    <a:pt x="334187" y="48171"/>
                  </a:lnTo>
                  <a:lnTo>
                    <a:pt x="273837" y="21678"/>
                  </a:lnTo>
                  <a:lnTo>
                    <a:pt x="210083" y="5029"/>
                  </a:lnTo>
                  <a:lnTo>
                    <a:pt x="151422" y="0"/>
                  </a:lnTo>
                  <a:lnTo>
                    <a:pt x="101663" y="6121"/>
                  </a:lnTo>
                  <a:lnTo>
                    <a:pt x="64579" y="22936"/>
                  </a:lnTo>
                  <a:lnTo>
                    <a:pt x="43954" y="49961"/>
                  </a:lnTo>
                  <a:lnTo>
                    <a:pt x="43357" y="83959"/>
                  </a:lnTo>
                  <a:lnTo>
                    <a:pt x="62014" y="120154"/>
                  </a:lnTo>
                  <a:lnTo>
                    <a:pt x="97243" y="155829"/>
                  </a:lnTo>
                  <a:lnTo>
                    <a:pt x="146367" y="188264"/>
                  </a:lnTo>
                  <a:lnTo>
                    <a:pt x="206717" y="214757"/>
                  </a:lnTo>
                  <a:lnTo>
                    <a:pt x="270471" y="231406"/>
                  </a:lnTo>
                  <a:lnTo>
                    <a:pt x="329133" y="236448"/>
                  </a:lnTo>
                  <a:lnTo>
                    <a:pt x="378891" y="230314"/>
                  </a:lnTo>
                  <a:lnTo>
                    <a:pt x="415975" y="213512"/>
                  </a:lnTo>
                  <a:lnTo>
                    <a:pt x="436600" y="186474"/>
                  </a:lnTo>
                  <a:lnTo>
                    <a:pt x="437197" y="152476"/>
                  </a:lnTo>
                  <a:close/>
                </a:path>
                <a:path w="1280159" h="800100">
                  <a:moveTo>
                    <a:pt x="878751" y="717854"/>
                  </a:moveTo>
                  <a:lnTo>
                    <a:pt x="841121" y="654392"/>
                  </a:lnTo>
                  <a:lnTo>
                    <a:pt x="804748" y="623900"/>
                  </a:lnTo>
                  <a:lnTo>
                    <a:pt x="758850" y="596442"/>
                  </a:lnTo>
                  <a:lnTo>
                    <a:pt x="705065" y="573659"/>
                  </a:lnTo>
                  <a:lnTo>
                    <a:pt x="648741" y="558165"/>
                  </a:lnTo>
                  <a:lnTo>
                    <a:pt x="595706" y="551230"/>
                  </a:lnTo>
                  <a:lnTo>
                    <a:pt x="548259" y="552577"/>
                  </a:lnTo>
                  <a:lnTo>
                    <a:pt x="508711" y="561924"/>
                  </a:lnTo>
                  <a:lnTo>
                    <a:pt x="479386" y="578993"/>
                  </a:lnTo>
                  <a:lnTo>
                    <a:pt x="462572" y="603491"/>
                  </a:lnTo>
                  <a:lnTo>
                    <a:pt x="460565" y="633133"/>
                  </a:lnTo>
                  <a:lnTo>
                    <a:pt x="472973" y="664718"/>
                  </a:lnTo>
                  <a:lnTo>
                    <a:pt x="498195" y="696582"/>
                  </a:lnTo>
                  <a:lnTo>
                    <a:pt x="534568" y="727075"/>
                  </a:lnTo>
                  <a:lnTo>
                    <a:pt x="580466" y="754545"/>
                  </a:lnTo>
                  <a:lnTo>
                    <a:pt x="634250" y="777328"/>
                  </a:lnTo>
                  <a:lnTo>
                    <a:pt x="690562" y="792822"/>
                  </a:lnTo>
                  <a:lnTo>
                    <a:pt x="743597" y="799757"/>
                  </a:lnTo>
                  <a:lnTo>
                    <a:pt x="791044" y="798410"/>
                  </a:lnTo>
                  <a:lnTo>
                    <a:pt x="830592" y="789051"/>
                  </a:lnTo>
                  <a:lnTo>
                    <a:pt x="859929" y="771994"/>
                  </a:lnTo>
                  <a:lnTo>
                    <a:pt x="876731" y="747496"/>
                  </a:lnTo>
                  <a:lnTo>
                    <a:pt x="878751" y="717854"/>
                  </a:lnTo>
                  <a:close/>
                </a:path>
                <a:path w="1280159" h="800100">
                  <a:moveTo>
                    <a:pt x="1012952" y="234759"/>
                  </a:moveTo>
                  <a:lnTo>
                    <a:pt x="982408" y="171030"/>
                  </a:lnTo>
                  <a:lnTo>
                    <a:pt x="951179" y="139407"/>
                  </a:lnTo>
                  <a:lnTo>
                    <a:pt x="910932" y="109588"/>
                  </a:lnTo>
                  <a:lnTo>
                    <a:pt x="862863" y="82791"/>
                  </a:lnTo>
                  <a:lnTo>
                    <a:pt x="808189" y="60248"/>
                  </a:lnTo>
                  <a:lnTo>
                    <a:pt x="751319" y="44018"/>
                  </a:lnTo>
                  <a:lnTo>
                    <a:pt x="696988" y="35217"/>
                  </a:lnTo>
                  <a:lnTo>
                    <a:pt x="646925" y="33629"/>
                  </a:lnTo>
                  <a:lnTo>
                    <a:pt x="602818" y="39052"/>
                  </a:lnTo>
                  <a:lnTo>
                    <a:pt x="566381" y="51282"/>
                  </a:lnTo>
                  <a:lnTo>
                    <a:pt x="539330" y="70091"/>
                  </a:lnTo>
                  <a:lnTo>
                    <a:pt x="523367" y="95288"/>
                  </a:lnTo>
                  <a:lnTo>
                    <a:pt x="520255" y="124942"/>
                  </a:lnTo>
                  <a:lnTo>
                    <a:pt x="529805" y="156476"/>
                  </a:lnTo>
                  <a:lnTo>
                    <a:pt x="550799" y="188671"/>
                  </a:lnTo>
                  <a:lnTo>
                    <a:pt x="582028" y="220294"/>
                  </a:lnTo>
                  <a:lnTo>
                    <a:pt x="622274" y="250113"/>
                  </a:lnTo>
                  <a:lnTo>
                    <a:pt x="670344" y="276910"/>
                  </a:lnTo>
                  <a:lnTo>
                    <a:pt x="725017" y="299466"/>
                  </a:lnTo>
                  <a:lnTo>
                    <a:pt x="781888" y="315696"/>
                  </a:lnTo>
                  <a:lnTo>
                    <a:pt x="836206" y="324497"/>
                  </a:lnTo>
                  <a:lnTo>
                    <a:pt x="886282" y="326085"/>
                  </a:lnTo>
                  <a:lnTo>
                    <a:pt x="930389" y="320649"/>
                  </a:lnTo>
                  <a:lnTo>
                    <a:pt x="966825" y="308432"/>
                  </a:lnTo>
                  <a:lnTo>
                    <a:pt x="993876" y="289610"/>
                  </a:lnTo>
                  <a:lnTo>
                    <a:pt x="1009840" y="264414"/>
                  </a:lnTo>
                  <a:lnTo>
                    <a:pt x="1012952" y="234759"/>
                  </a:lnTo>
                  <a:close/>
                </a:path>
                <a:path w="1280159" h="800100">
                  <a:moveTo>
                    <a:pt x="1280058" y="576656"/>
                  </a:moveTo>
                  <a:lnTo>
                    <a:pt x="1242428" y="513194"/>
                  </a:lnTo>
                  <a:lnTo>
                    <a:pt x="1206042" y="482701"/>
                  </a:lnTo>
                  <a:lnTo>
                    <a:pt x="1160145" y="455244"/>
                  </a:lnTo>
                  <a:lnTo>
                    <a:pt x="1106360" y="432460"/>
                  </a:lnTo>
                  <a:lnTo>
                    <a:pt x="1050048" y="416966"/>
                  </a:lnTo>
                  <a:lnTo>
                    <a:pt x="997013" y="410032"/>
                  </a:lnTo>
                  <a:lnTo>
                    <a:pt x="949566" y="411378"/>
                  </a:lnTo>
                  <a:lnTo>
                    <a:pt x="910018" y="420725"/>
                  </a:lnTo>
                  <a:lnTo>
                    <a:pt x="880681" y="437794"/>
                  </a:lnTo>
                  <a:lnTo>
                    <a:pt x="863879" y="462292"/>
                  </a:lnTo>
                  <a:lnTo>
                    <a:pt x="861860" y="491934"/>
                  </a:lnTo>
                  <a:lnTo>
                    <a:pt x="874280" y="523519"/>
                  </a:lnTo>
                  <a:lnTo>
                    <a:pt x="899502" y="555396"/>
                  </a:lnTo>
                  <a:lnTo>
                    <a:pt x="935875" y="585889"/>
                  </a:lnTo>
                  <a:lnTo>
                    <a:pt x="981773" y="613346"/>
                  </a:lnTo>
                  <a:lnTo>
                    <a:pt x="1035558" y="636130"/>
                  </a:lnTo>
                  <a:lnTo>
                    <a:pt x="1091869" y="651624"/>
                  </a:lnTo>
                  <a:lnTo>
                    <a:pt x="1144905" y="658558"/>
                  </a:lnTo>
                  <a:lnTo>
                    <a:pt x="1192352" y="657212"/>
                  </a:lnTo>
                  <a:lnTo>
                    <a:pt x="1231900" y="647852"/>
                  </a:lnTo>
                  <a:lnTo>
                    <a:pt x="1261224" y="630796"/>
                  </a:lnTo>
                  <a:lnTo>
                    <a:pt x="1278039" y="606298"/>
                  </a:lnTo>
                  <a:lnTo>
                    <a:pt x="1280058" y="576656"/>
                  </a:lnTo>
                  <a:close/>
                </a:path>
              </a:pathLst>
            </a:custGeom>
            <a:solidFill>
              <a:srgbClr val="046A38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293452" y="9032380"/>
              <a:ext cx="612140" cy="358140"/>
            </a:xfrm>
            <a:custGeom>
              <a:avLst/>
              <a:gdLst/>
              <a:ahLst/>
              <a:cxnLst/>
              <a:rect l="l" t="t" r="r" b="b"/>
              <a:pathLst>
                <a:path w="612139" h="358140">
                  <a:moveTo>
                    <a:pt x="592411" y="0"/>
                  </a:moveTo>
                  <a:lnTo>
                    <a:pt x="19151" y="0"/>
                  </a:lnTo>
                  <a:lnTo>
                    <a:pt x="11697" y="1505"/>
                  </a:lnTo>
                  <a:lnTo>
                    <a:pt x="5609" y="5609"/>
                  </a:lnTo>
                  <a:lnTo>
                    <a:pt x="1505" y="11697"/>
                  </a:lnTo>
                  <a:lnTo>
                    <a:pt x="0" y="19151"/>
                  </a:lnTo>
                  <a:lnTo>
                    <a:pt x="0" y="338628"/>
                  </a:lnTo>
                  <a:lnTo>
                    <a:pt x="1505" y="346082"/>
                  </a:lnTo>
                  <a:lnTo>
                    <a:pt x="5609" y="352169"/>
                  </a:lnTo>
                  <a:lnTo>
                    <a:pt x="11697" y="356274"/>
                  </a:lnTo>
                  <a:lnTo>
                    <a:pt x="19151" y="357779"/>
                  </a:lnTo>
                  <a:lnTo>
                    <a:pt x="592411" y="357779"/>
                  </a:lnTo>
                  <a:lnTo>
                    <a:pt x="599865" y="356274"/>
                  </a:lnTo>
                  <a:lnTo>
                    <a:pt x="605952" y="352169"/>
                  </a:lnTo>
                  <a:lnTo>
                    <a:pt x="610057" y="346082"/>
                  </a:lnTo>
                  <a:lnTo>
                    <a:pt x="611562" y="338628"/>
                  </a:lnTo>
                  <a:lnTo>
                    <a:pt x="611562" y="19140"/>
                  </a:lnTo>
                  <a:lnTo>
                    <a:pt x="610057" y="11688"/>
                  </a:lnTo>
                  <a:lnTo>
                    <a:pt x="605952" y="5604"/>
                  </a:lnTo>
                  <a:lnTo>
                    <a:pt x="599865" y="1503"/>
                  </a:lnTo>
                  <a:lnTo>
                    <a:pt x="59241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322404" y="7627339"/>
              <a:ext cx="213995" cy="414655"/>
            </a:xfrm>
            <a:custGeom>
              <a:avLst/>
              <a:gdLst/>
              <a:ahLst/>
              <a:cxnLst/>
              <a:rect l="l" t="t" r="r" b="b"/>
              <a:pathLst>
                <a:path w="213995" h="414654">
                  <a:moveTo>
                    <a:pt x="76625" y="78699"/>
                  </a:moveTo>
                  <a:lnTo>
                    <a:pt x="51984" y="78709"/>
                  </a:lnTo>
                  <a:lnTo>
                    <a:pt x="48574" y="80144"/>
                  </a:lnTo>
                  <a:lnTo>
                    <a:pt x="42982" y="85191"/>
                  </a:lnTo>
                  <a:lnTo>
                    <a:pt x="41087" y="89075"/>
                  </a:lnTo>
                  <a:lnTo>
                    <a:pt x="41087" y="126729"/>
                  </a:lnTo>
                  <a:lnTo>
                    <a:pt x="31863" y="128938"/>
                  </a:lnTo>
                  <a:lnTo>
                    <a:pt x="3895" y="154958"/>
                  </a:lnTo>
                  <a:lnTo>
                    <a:pt x="0" y="168340"/>
                  </a:lnTo>
                  <a:lnTo>
                    <a:pt x="0" y="409558"/>
                  </a:lnTo>
                  <a:lnTo>
                    <a:pt x="4753" y="414311"/>
                  </a:lnTo>
                  <a:lnTo>
                    <a:pt x="207166" y="414311"/>
                  </a:lnTo>
                  <a:lnTo>
                    <a:pt x="211920" y="409558"/>
                  </a:lnTo>
                  <a:lnTo>
                    <a:pt x="211920" y="173806"/>
                  </a:lnTo>
                  <a:lnTo>
                    <a:pt x="208763" y="156740"/>
                  </a:lnTo>
                  <a:lnTo>
                    <a:pt x="200077" y="142422"/>
                  </a:lnTo>
                  <a:lnTo>
                    <a:pt x="187041" y="132026"/>
                  </a:lnTo>
                  <a:lnTo>
                    <a:pt x="170832" y="126729"/>
                  </a:lnTo>
                  <a:lnTo>
                    <a:pt x="170727" y="85191"/>
                  </a:lnTo>
                  <a:lnTo>
                    <a:pt x="164256" y="78709"/>
                  </a:lnTo>
                  <a:lnTo>
                    <a:pt x="76563" y="78709"/>
                  </a:lnTo>
                  <a:close/>
                </a:path>
                <a:path w="213995" h="414654">
                  <a:moveTo>
                    <a:pt x="130184" y="39789"/>
                  </a:moveTo>
                  <a:lnTo>
                    <a:pt x="81746" y="39789"/>
                  </a:lnTo>
                  <a:lnTo>
                    <a:pt x="81746" y="78709"/>
                  </a:lnTo>
                  <a:lnTo>
                    <a:pt x="130184" y="78709"/>
                  </a:lnTo>
                  <a:lnTo>
                    <a:pt x="130184" y="39789"/>
                  </a:lnTo>
                  <a:close/>
                </a:path>
                <a:path w="213995" h="414654">
                  <a:moveTo>
                    <a:pt x="45988" y="0"/>
                  </a:moveTo>
                  <a:lnTo>
                    <a:pt x="43045" y="0"/>
                  </a:lnTo>
                  <a:lnTo>
                    <a:pt x="40658" y="2387"/>
                  </a:lnTo>
                  <a:lnTo>
                    <a:pt x="40658" y="35653"/>
                  </a:lnTo>
                  <a:lnTo>
                    <a:pt x="41056" y="36752"/>
                  </a:lnTo>
                  <a:lnTo>
                    <a:pt x="42700" y="38941"/>
                  </a:lnTo>
                  <a:lnTo>
                    <a:pt x="44239" y="39789"/>
                  </a:lnTo>
                  <a:lnTo>
                    <a:pt x="211260" y="39789"/>
                  </a:lnTo>
                  <a:lnTo>
                    <a:pt x="213647" y="37391"/>
                  </a:lnTo>
                  <a:lnTo>
                    <a:pt x="213647" y="11894"/>
                  </a:lnTo>
                  <a:lnTo>
                    <a:pt x="211260" y="9507"/>
                  </a:lnTo>
                  <a:lnTo>
                    <a:pt x="208318" y="9507"/>
                  </a:lnTo>
                  <a:lnTo>
                    <a:pt x="45988" y="0"/>
                  </a:lnTo>
                  <a:close/>
                </a:path>
              </a:pathLst>
            </a:custGeom>
            <a:solidFill>
              <a:srgbClr val="40AC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500395" y="7013619"/>
              <a:ext cx="700405" cy="2438400"/>
            </a:xfrm>
            <a:custGeom>
              <a:avLst/>
              <a:gdLst/>
              <a:ahLst/>
              <a:cxnLst/>
              <a:rect l="l" t="t" r="r" b="b"/>
              <a:pathLst>
                <a:path w="700404" h="2438400">
                  <a:moveTo>
                    <a:pt x="197662" y="183438"/>
                  </a:moveTo>
                  <a:lnTo>
                    <a:pt x="196253" y="166509"/>
                  </a:lnTo>
                  <a:lnTo>
                    <a:pt x="192112" y="150139"/>
                  </a:lnTo>
                  <a:lnTo>
                    <a:pt x="185331" y="134683"/>
                  </a:lnTo>
                  <a:lnTo>
                    <a:pt x="176034" y="120446"/>
                  </a:lnTo>
                  <a:lnTo>
                    <a:pt x="166751" y="106197"/>
                  </a:lnTo>
                  <a:lnTo>
                    <a:pt x="159969" y="90741"/>
                  </a:lnTo>
                  <a:lnTo>
                    <a:pt x="155829" y="74371"/>
                  </a:lnTo>
                  <a:lnTo>
                    <a:pt x="154419" y="57442"/>
                  </a:lnTo>
                  <a:lnTo>
                    <a:pt x="154419" y="49403"/>
                  </a:lnTo>
                  <a:lnTo>
                    <a:pt x="166776" y="49403"/>
                  </a:lnTo>
                  <a:lnTo>
                    <a:pt x="166776" y="5524"/>
                  </a:lnTo>
                  <a:lnTo>
                    <a:pt x="161239" y="0"/>
                  </a:lnTo>
                  <a:lnTo>
                    <a:pt x="36410" y="0"/>
                  </a:lnTo>
                  <a:lnTo>
                    <a:pt x="30886" y="5524"/>
                  </a:lnTo>
                  <a:lnTo>
                    <a:pt x="30886" y="49403"/>
                  </a:lnTo>
                  <a:lnTo>
                    <a:pt x="43230" y="49403"/>
                  </a:lnTo>
                  <a:lnTo>
                    <a:pt x="43230" y="57442"/>
                  </a:lnTo>
                  <a:lnTo>
                    <a:pt x="41833" y="74371"/>
                  </a:lnTo>
                  <a:lnTo>
                    <a:pt x="37680" y="90741"/>
                  </a:lnTo>
                  <a:lnTo>
                    <a:pt x="30911" y="106197"/>
                  </a:lnTo>
                  <a:lnTo>
                    <a:pt x="12331" y="134683"/>
                  </a:lnTo>
                  <a:lnTo>
                    <a:pt x="5549" y="150139"/>
                  </a:lnTo>
                  <a:lnTo>
                    <a:pt x="1409" y="166509"/>
                  </a:lnTo>
                  <a:lnTo>
                    <a:pt x="0" y="183438"/>
                  </a:lnTo>
                  <a:lnTo>
                    <a:pt x="0" y="339712"/>
                  </a:lnTo>
                  <a:lnTo>
                    <a:pt x="1460" y="346925"/>
                  </a:lnTo>
                  <a:lnTo>
                    <a:pt x="5422" y="352818"/>
                  </a:lnTo>
                  <a:lnTo>
                    <a:pt x="11315" y="356793"/>
                  </a:lnTo>
                  <a:lnTo>
                    <a:pt x="18542" y="358241"/>
                  </a:lnTo>
                  <a:lnTo>
                    <a:pt x="179133" y="358241"/>
                  </a:lnTo>
                  <a:lnTo>
                    <a:pt x="186334" y="356793"/>
                  </a:lnTo>
                  <a:lnTo>
                    <a:pt x="192227" y="352818"/>
                  </a:lnTo>
                  <a:lnTo>
                    <a:pt x="196202" y="346925"/>
                  </a:lnTo>
                  <a:lnTo>
                    <a:pt x="197662" y="339712"/>
                  </a:lnTo>
                  <a:lnTo>
                    <a:pt x="197662" y="183438"/>
                  </a:lnTo>
                  <a:close/>
                </a:path>
                <a:path w="700404" h="2438400">
                  <a:moveTo>
                    <a:pt x="700189" y="2082990"/>
                  </a:moveTo>
                  <a:lnTo>
                    <a:pt x="697763" y="2066150"/>
                  </a:lnTo>
                  <a:lnTo>
                    <a:pt x="691019" y="2052485"/>
                  </a:lnTo>
                  <a:lnTo>
                    <a:pt x="680796" y="2043315"/>
                  </a:lnTo>
                  <a:lnTo>
                    <a:pt x="667918" y="2039962"/>
                  </a:lnTo>
                  <a:lnTo>
                    <a:pt x="654304" y="2040013"/>
                  </a:lnTo>
                  <a:lnTo>
                    <a:pt x="651535" y="2038896"/>
                  </a:lnTo>
                  <a:lnTo>
                    <a:pt x="647471" y="2034832"/>
                  </a:lnTo>
                  <a:lnTo>
                    <a:pt x="646353" y="2032076"/>
                  </a:lnTo>
                  <a:lnTo>
                    <a:pt x="646404" y="2000364"/>
                  </a:lnTo>
                  <a:lnTo>
                    <a:pt x="652335" y="2000364"/>
                  </a:lnTo>
                  <a:lnTo>
                    <a:pt x="657174" y="1990737"/>
                  </a:lnTo>
                  <a:lnTo>
                    <a:pt x="657174" y="1966976"/>
                  </a:lnTo>
                  <a:lnTo>
                    <a:pt x="652335" y="1957336"/>
                  </a:lnTo>
                  <a:lnTo>
                    <a:pt x="532904" y="1957336"/>
                  </a:lnTo>
                  <a:lnTo>
                    <a:pt x="528078" y="1966976"/>
                  </a:lnTo>
                  <a:lnTo>
                    <a:pt x="528078" y="1990737"/>
                  </a:lnTo>
                  <a:lnTo>
                    <a:pt x="532904" y="2000364"/>
                  </a:lnTo>
                  <a:lnTo>
                    <a:pt x="538835" y="2000364"/>
                  </a:lnTo>
                  <a:lnTo>
                    <a:pt x="538886" y="2032076"/>
                  </a:lnTo>
                  <a:lnTo>
                    <a:pt x="537781" y="2034832"/>
                  </a:lnTo>
                  <a:lnTo>
                    <a:pt x="533704" y="2038896"/>
                  </a:lnTo>
                  <a:lnTo>
                    <a:pt x="530948" y="2040013"/>
                  </a:lnTo>
                  <a:lnTo>
                    <a:pt x="517321" y="2039962"/>
                  </a:lnTo>
                  <a:lnTo>
                    <a:pt x="504444" y="2043315"/>
                  </a:lnTo>
                  <a:lnTo>
                    <a:pt x="494220" y="2052485"/>
                  </a:lnTo>
                  <a:lnTo>
                    <a:pt x="487489" y="2066150"/>
                  </a:lnTo>
                  <a:lnTo>
                    <a:pt x="485063" y="2082990"/>
                  </a:lnTo>
                  <a:lnTo>
                    <a:pt x="485063" y="2416454"/>
                  </a:lnTo>
                  <a:lnTo>
                    <a:pt x="486752" y="2424836"/>
                  </a:lnTo>
                  <a:lnTo>
                    <a:pt x="491363" y="2431669"/>
                  </a:lnTo>
                  <a:lnTo>
                    <a:pt x="498195" y="2436279"/>
                  </a:lnTo>
                  <a:lnTo>
                    <a:pt x="506564" y="2437968"/>
                  </a:lnTo>
                  <a:lnTo>
                    <a:pt x="678675" y="2437968"/>
                  </a:lnTo>
                  <a:lnTo>
                    <a:pt x="687044" y="2436279"/>
                  </a:lnTo>
                  <a:lnTo>
                    <a:pt x="693889" y="2431669"/>
                  </a:lnTo>
                  <a:lnTo>
                    <a:pt x="698500" y="2424836"/>
                  </a:lnTo>
                  <a:lnTo>
                    <a:pt x="700189" y="2416454"/>
                  </a:lnTo>
                  <a:lnTo>
                    <a:pt x="700189" y="208299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221846" y="6965185"/>
              <a:ext cx="215265" cy="480695"/>
            </a:xfrm>
            <a:custGeom>
              <a:avLst/>
              <a:gdLst/>
              <a:ahLst/>
              <a:cxnLst/>
              <a:rect l="l" t="t" r="r" b="b"/>
              <a:pathLst>
                <a:path w="215264" h="480695">
                  <a:moveTo>
                    <a:pt x="167282" y="0"/>
                  </a:moveTo>
                  <a:lnTo>
                    <a:pt x="47851" y="0"/>
                  </a:lnTo>
                  <a:lnTo>
                    <a:pt x="43024" y="9633"/>
                  </a:lnTo>
                  <a:lnTo>
                    <a:pt x="43024" y="33402"/>
                  </a:lnTo>
                  <a:lnTo>
                    <a:pt x="47851" y="43035"/>
                  </a:lnTo>
                  <a:lnTo>
                    <a:pt x="53778" y="43035"/>
                  </a:lnTo>
                  <a:lnTo>
                    <a:pt x="53830" y="74741"/>
                  </a:lnTo>
                  <a:lnTo>
                    <a:pt x="52710" y="77495"/>
                  </a:lnTo>
                  <a:lnTo>
                    <a:pt x="48647" y="81557"/>
                  </a:lnTo>
                  <a:lnTo>
                    <a:pt x="45893" y="82678"/>
                  </a:lnTo>
                  <a:lnTo>
                    <a:pt x="32260" y="82625"/>
                  </a:lnTo>
                  <a:lnTo>
                    <a:pt x="19387" y="85974"/>
                  </a:lnTo>
                  <a:lnTo>
                    <a:pt x="9168" y="95142"/>
                  </a:lnTo>
                  <a:lnTo>
                    <a:pt x="2430" y="108807"/>
                  </a:lnTo>
                  <a:lnTo>
                    <a:pt x="0" y="125650"/>
                  </a:lnTo>
                  <a:lnTo>
                    <a:pt x="0" y="459116"/>
                  </a:lnTo>
                  <a:lnTo>
                    <a:pt x="1689" y="467492"/>
                  </a:lnTo>
                  <a:lnTo>
                    <a:pt x="6296" y="474332"/>
                  </a:lnTo>
                  <a:lnTo>
                    <a:pt x="13132" y="478943"/>
                  </a:lnTo>
                  <a:lnTo>
                    <a:pt x="21507" y="480634"/>
                  </a:lnTo>
                  <a:lnTo>
                    <a:pt x="193617" y="480634"/>
                  </a:lnTo>
                  <a:lnTo>
                    <a:pt x="201993" y="478943"/>
                  </a:lnTo>
                  <a:lnTo>
                    <a:pt x="208832" y="474332"/>
                  </a:lnTo>
                  <a:lnTo>
                    <a:pt x="213443" y="467492"/>
                  </a:lnTo>
                  <a:lnTo>
                    <a:pt x="215134" y="459116"/>
                  </a:lnTo>
                  <a:lnTo>
                    <a:pt x="215134" y="125650"/>
                  </a:lnTo>
                  <a:lnTo>
                    <a:pt x="212703" y="108807"/>
                  </a:lnTo>
                  <a:lnTo>
                    <a:pt x="205961" y="95142"/>
                  </a:lnTo>
                  <a:lnTo>
                    <a:pt x="195737" y="85974"/>
                  </a:lnTo>
                  <a:lnTo>
                    <a:pt x="182863" y="82625"/>
                  </a:lnTo>
                  <a:lnTo>
                    <a:pt x="169240" y="82678"/>
                  </a:lnTo>
                  <a:lnTo>
                    <a:pt x="166476" y="81557"/>
                  </a:lnTo>
                  <a:lnTo>
                    <a:pt x="162413" y="77495"/>
                  </a:lnTo>
                  <a:lnTo>
                    <a:pt x="161293" y="74741"/>
                  </a:lnTo>
                  <a:lnTo>
                    <a:pt x="161345" y="43035"/>
                  </a:lnTo>
                  <a:lnTo>
                    <a:pt x="167282" y="43035"/>
                  </a:lnTo>
                  <a:lnTo>
                    <a:pt x="172109" y="33402"/>
                  </a:lnTo>
                  <a:lnTo>
                    <a:pt x="172109" y="9633"/>
                  </a:lnTo>
                  <a:lnTo>
                    <a:pt x="16728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994708" y="7284030"/>
              <a:ext cx="112395" cy="2442210"/>
            </a:xfrm>
            <a:custGeom>
              <a:avLst/>
              <a:gdLst/>
              <a:ahLst/>
              <a:cxnLst/>
              <a:rect l="l" t="t" r="r" b="b"/>
              <a:pathLst>
                <a:path w="112395" h="2442209">
                  <a:moveTo>
                    <a:pt x="112331" y="0"/>
                  </a:moveTo>
                  <a:lnTo>
                    <a:pt x="4931" y="0"/>
                  </a:lnTo>
                  <a:lnTo>
                    <a:pt x="0" y="4921"/>
                  </a:lnTo>
                  <a:lnTo>
                    <a:pt x="0" y="2442072"/>
                  </a:lnTo>
                  <a:lnTo>
                    <a:pt x="112331" y="2442072"/>
                  </a:lnTo>
                  <a:lnTo>
                    <a:pt x="112331" y="0"/>
                  </a:lnTo>
                  <a:close/>
                </a:path>
              </a:pathLst>
            </a:custGeom>
            <a:solidFill>
              <a:srgbClr val="DCE6E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30486" y="9660573"/>
              <a:ext cx="244421" cy="81128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26851" y="9852470"/>
              <a:ext cx="248055" cy="248055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4974945" y="7283888"/>
              <a:ext cx="1426845" cy="2713990"/>
            </a:xfrm>
            <a:custGeom>
              <a:avLst/>
              <a:gdLst/>
              <a:ahLst/>
              <a:cxnLst/>
              <a:rect l="l" t="t" r="r" b="b"/>
              <a:pathLst>
                <a:path w="1426845" h="2713990">
                  <a:moveTo>
                    <a:pt x="150291" y="2448458"/>
                  </a:moveTo>
                  <a:lnTo>
                    <a:pt x="0" y="2448458"/>
                  </a:lnTo>
                  <a:lnTo>
                    <a:pt x="0" y="2638526"/>
                  </a:lnTo>
                  <a:lnTo>
                    <a:pt x="5905" y="2667774"/>
                  </a:lnTo>
                  <a:lnTo>
                    <a:pt x="22009" y="2691663"/>
                  </a:lnTo>
                  <a:lnTo>
                    <a:pt x="45897" y="2707767"/>
                  </a:lnTo>
                  <a:lnTo>
                    <a:pt x="75145" y="2713672"/>
                  </a:lnTo>
                  <a:lnTo>
                    <a:pt x="104394" y="2707767"/>
                  </a:lnTo>
                  <a:lnTo>
                    <a:pt x="128282" y="2691663"/>
                  </a:lnTo>
                  <a:lnTo>
                    <a:pt x="144386" y="2667774"/>
                  </a:lnTo>
                  <a:lnTo>
                    <a:pt x="150291" y="2638526"/>
                  </a:lnTo>
                  <a:lnTo>
                    <a:pt x="150291" y="2448458"/>
                  </a:lnTo>
                  <a:close/>
                </a:path>
                <a:path w="1426845" h="2713990">
                  <a:moveTo>
                    <a:pt x="1426718" y="5080"/>
                  </a:moveTo>
                  <a:lnTo>
                    <a:pt x="1424190" y="5080"/>
                  </a:lnTo>
                  <a:lnTo>
                    <a:pt x="1424190" y="0"/>
                  </a:lnTo>
                  <a:lnTo>
                    <a:pt x="1314386" y="0"/>
                  </a:lnTo>
                  <a:lnTo>
                    <a:pt x="1314386" y="5080"/>
                  </a:lnTo>
                  <a:lnTo>
                    <a:pt x="1314386" y="2442210"/>
                  </a:lnTo>
                  <a:lnTo>
                    <a:pt x="1426718" y="2442210"/>
                  </a:lnTo>
                  <a:lnTo>
                    <a:pt x="1426718" y="5080"/>
                  </a:lnTo>
                  <a:close/>
                </a:path>
              </a:pathLst>
            </a:custGeom>
            <a:solidFill>
              <a:srgbClr val="DCE6E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21473" y="9852463"/>
              <a:ext cx="248055" cy="248055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25108" y="9660568"/>
              <a:ext cx="244421" cy="81128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6269571" y="9732333"/>
              <a:ext cx="150495" cy="265430"/>
            </a:xfrm>
            <a:custGeom>
              <a:avLst/>
              <a:gdLst/>
              <a:ahLst/>
              <a:cxnLst/>
              <a:rect l="l" t="t" r="r" b="b"/>
              <a:pathLst>
                <a:path w="150495" h="265429">
                  <a:moveTo>
                    <a:pt x="150288" y="0"/>
                  </a:moveTo>
                  <a:lnTo>
                    <a:pt x="0" y="0"/>
                  </a:lnTo>
                  <a:lnTo>
                    <a:pt x="0" y="190077"/>
                  </a:lnTo>
                  <a:lnTo>
                    <a:pt x="5905" y="219324"/>
                  </a:lnTo>
                  <a:lnTo>
                    <a:pt x="22009" y="243208"/>
                  </a:lnTo>
                  <a:lnTo>
                    <a:pt x="45896" y="259311"/>
                  </a:lnTo>
                  <a:lnTo>
                    <a:pt x="75149" y="265217"/>
                  </a:lnTo>
                  <a:lnTo>
                    <a:pt x="104396" y="259311"/>
                  </a:lnTo>
                  <a:lnTo>
                    <a:pt x="128280" y="243208"/>
                  </a:lnTo>
                  <a:lnTo>
                    <a:pt x="144383" y="219324"/>
                  </a:lnTo>
                  <a:lnTo>
                    <a:pt x="150288" y="190077"/>
                  </a:lnTo>
                  <a:lnTo>
                    <a:pt x="150288" y="0"/>
                  </a:lnTo>
                  <a:close/>
                </a:path>
              </a:pathLst>
            </a:custGeom>
            <a:solidFill>
              <a:srgbClr val="DCE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060764" y="7214341"/>
              <a:ext cx="1275080" cy="394970"/>
            </a:xfrm>
            <a:custGeom>
              <a:avLst/>
              <a:gdLst/>
              <a:ahLst/>
              <a:cxnLst/>
              <a:rect l="l" t="t" r="r" b="b"/>
              <a:pathLst>
                <a:path w="1275079" h="394970">
                  <a:moveTo>
                    <a:pt x="1249375" y="0"/>
                  </a:moveTo>
                  <a:lnTo>
                    <a:pt x="25213" y="0"/>
                  </a:lnTo>
                  <a:lnTo>
                    <a:pt x="15399" y="1981"/>
                  </a:lnTo>
                  <a:lnTo>
                    <a:pt x="7384" y="7385"/>
                  </a:lnTo>
                  <a:lnTo>
                    <a:pt x="1981" y="15403"/>
                  </a:lnTo>
                  <a:lnTo>
                    <a:pt x="0" y="25224"/>
                  </a:lnTo>
                  <a:lnTo>
                    <a:pt x="0" y="98028"/>
                  </a:lnTo>
                  <a:lnTo>
                    <a:pt x="1981" y="107844"/>
                  </a:lnTo>
                  <a:lnTo>
                    <a:pt x="7384" y="115862"/>
                  </a:lnTo>
                  <a:lnTo>
                    <a:pt x="15399" y="121269"/>
                  </a:lnTo>
                  <a:lnTo>
                    <a:pt x="25213" y="123252"/>
                  </a:lnTo>
                  <a:lnTo>
                    <a:pt x="113881" y="123252"/>
                  </a:lnTo>
                  <a:lnTo>
                    <a:pt x="113881" y="326063"/>
                  </a:lnTo>
                  <a:lnTo>
                    <a:pt x="119275" y="352780"/>
                  </a:lnTo>
                  <a:lnTo>
                    <a:pt x="133986" y="374601"/>
                  </a:lnTo>
                  <a:lnTo>
                    <a:pt x="155806" y="389314"/>
                  </a:lnTo>
                  <a:lnTo>
                    <a:pt x="182528" y="394710"/>
                  </a:lnTo>
                  <a:lnTo>
                    <a:pt x="1092060" y="394710"/>
                  </a:lnTo>
                  <a:lnTo>
                    <a:pt x="1118782" y="389314"/>
                  </a:lnTo>
                  <a:lnTo>
                    <a:pt x="1140602" y="374601"/>
                  </a:lnTo>
                  <a:lnTo>
                    <a:pt x="1155313" y="352780"/>
                  </a:lnTo>
                  <a:lnTo>
                    <a:pt x="1160708" y="326063"/>
                  </a:lnTo>
                  <a:lnTo>
                    <a:pt x="1160708" y="123252"/>
                  </a:lnTo>
                  <a:lnTo>
                    <a:pt x="1249375" y="123252"/>
                  </a:lnTo>
                  <a:lnTo>
                    <a:pt x="1259192" y="121269"/>
                  </a:lnTo>
                  <a:lnTo>
                    <a:pt x="1267210" y="115862"/>
                  </a:lnTo>
                  <a:lnTo>
                    <a:pt x="1272617" y="107844"/>
                  </a:lnTo>
                  <a:lnTo>
                    <a:pt x="1274599" y="98028"/>
                  </a:lnTo>
                  <a:lnTo>
                    <a:pt x="1274599" y="25224"/>
                  </a:lnTo>
                  <a:lnTo>
                    <a:pt x="1272617" y="15403"/>
                  </a:lnTo>
                  <a:lnTo>
                    <a:pt x="1267210" y="7385"/>
                  </a:lnTo>
                  <a:lnTo>
                    <a:pt x="1259192" y="1981"/>
                  </a:lnTo>
                  <a:lnTo>
                    <a:pt x="124937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174648" y="7337598"/>
              <a:ext cx="1047115" cy="13335"/>
            </a:xfrm>
            <a:custGeom>
              <a:avLst/>
              <a:gdLst/>
              <a:ahLst/>
              <a:cxnLst/>
              <a:rect l="l" t="t" r="r" b="b"/>
              <a:pathLst>
                <a:path w="1047114" h="13334">
                  <a:moveTo>
                    <a:pt x="1046826" y="0"/>
                  </a:moveTo>
                  <a:lnTo>
                    <a:pt x="0" y="0"/>
                  </a:lnTo>
                  <a:lnTo>
                    <a:pt x="0" y="13256"/>
                  </a:lnTo>
                  <a:lnTo>
                    <a:pt x="1046826" y="13256"/>
                  </a:lnTo>
                  <a:lnTo>
                    <a:pt x="104682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060764" y="7892726"/>
              <a:ext cx="1275080" cy="394970"/>
            </a:xfrm>
            <a:custGeom>
              <a:avLst/>
              <a:gdLst/>
              <a:ahLst/>
              <a:cxnLst/>
              <a:rect l="l" t="t" r="r" b="b"/>
              <a:pathLst>
                <a:path w="1275079" h="394970">
                  <a:moveTo>
                    <a:pt x="1249375" y="0"/>
                  </a:moveTo>
                  <a:lnTo>
                    <a:pt x="25213" y="0"/>
                  </a:lnTo>
                  <a:lnTo>
                    <a:pt x="15399" y="1981"/>
                  </a:lnTo>
                  <a:lnTo>
                    <a:pt x="7384" y="7385"/>
                  </a:lnTo>
                  <a:lnTo>
                    <a:pt x="1981" y="15403"/>
                  </a:lnTo>
                  <a:lnTo>
                    <a:pt x="0" y="25224"/>
                  </a:lnTo>
                  <a:lnTo>
                    <a:pt x="0" y="98028"/>
                  </a:lnTo>
                  <a:lnTo>
                    <a:pt x="1981" y="107843"/>
                  </a:lnTo>
                  <a:lnTo>
                    <a:pt x="7384" y="115857"/>
                  </a:lnTo>
                  <a:lnTo>
                    <a:pt x="15399" y="121261"/>
                  </a:lnTo>
                  <a:lnTo>
                    <a:pt x="25213" y="123242"/>
                  </a:lnTo>
                  <a:lnTo>
                    <a:pt x="113881" y="123242"/>
                  </a:lnTo>
                  <a:lnTo>
                    <a:pt x="113881" y="326063"/>
                  </a:lnTo>
                  <a:lnTo>
                    <a:pt x="119275" y="352778"/>
                  </a:lnTo>
                  <a:lnTo>
                    <a:pt x="133986" y="374595"/>
                  </a:lnTo>
                  <a:lnTo>
                    <a:pt x="155806" y="389305"/>
                  </a:lnTo>
                  <a:lnTo>
                    <a:pt x="182528" y="394700"/>
                  </a:lnTo>
                  <a:lnTo>
                    <a:pt x="1092060" y="394700"/>
                  </a:lnTo>
                  <a:lnTo>
                    <a:pt x="1118782" y="389305"/>
                  </a:lnTo>
                  <a:lnTo>
                    <a:pt x="1140602" y="374595"/>
                  </a:lnTo>
                  <a:lnTo>
                    <a:pt x="1155313" y="352778"/>
                  </a:lnTo>
                  <a:lnTo>
                    <a:pt x="1160708" y="326063"/>
                  </a:lnTo>
                  <a:lnTo>
                    <a:pt x="1160708" y="123242"/>
                  </a:lnTo>
                  <a:lnTo>
                    <a:pt x="1249375" y="123242"/>
                  </a:lnTo>
                  <a:lnTo>
                    <a:pt x="1259192" y="121261"/>
                  </a:lnTo>
                  <a:lnTo>
                    <a:pt x="1267210" y="115857"/>
                  </a:lnTo>
                  <a:lnTo>
                    <a:pt x="1272617" y="107843"/>
                  </a:lnTo>
                  <a:lnTo>
                    <a:pt x="1274599" y="98028"/>
                  </a:lnTo>
                  <a:lnTo>
                    <a:pt x="1274599" y="25224"/>
                  </a:lnTo>
                  <a:lnTo>
                    <a:pt x="1272617" y="15403"/>
                  </a:lnTo>
                  <a:lnTo>
                    <a:pt x="1267210" y="7385"/>
                  </a:lnTo>
                  <a:lnTo>
                    <a:pt x="1259192" y="1981"/>
                  </a:lnTo>
                  <a:lnTo>
                    <a:pt x="124937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174648" y="8015975"/>
              <a:ext cx="1047115" cy="13335"/>
            </a:xfrm>
            <a:custGeom>
              <a:avLst/>
              <a:gdLst/>
              <a:ahLst/>
              <a:cxnLst/>
              <a:rect l="l" t="t" r="r" b="b"/>
              <a:pathLst>
                <a:path w="1047114" h="13334">
                  <a:moveTo>
                    <a:pt x="1046826" y="0"/>
                  </a:moveTo>
                  <a:lnTo>
                    <a:pt x="0" y="0"/>
                  </a:lnTo>
                  <a:lnTo>
                    <a:pt x="0" y="13256"/>
                  </a:lnTo>
                  <a:lnTo>
                    <a:pt x="1046826" y="13256"/>
                  </a:lnTo>
                  <a:lnTo>
                    <a:pt x="104682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081823" y="8534186"/>
              <a:ext cx="1275080" cy="394970"/>
            </a:xfrm>
            <a:custGeom>
              <a:avLst/>
              <a:gdLst/>
              <a:ahLst/>
              <a:cxnLst/>
              <a:rect l="l" t="t" r="r" b="b"/>
              <a:pathLst>
                <a:path w="1275079" h="394970">
                  <a:moveTo>
                    <a:pt x="1249375" y="0"/>
                  </a:moveTo>
                  <a:lnTo>
                    <a:pt x="25213" y="0"/>
                  </a:lnTo>
                  <a:lnTo>
                    <a:pt x="15399" y="1981"/>
                  </a:lnTo>
                  <a:lnTo>
                    <a:pt x="7384" y="7385"/>
                  </a:lnTo>
                  <a:lnTo>
                    <a:pt x="1981" y="15403"/>
                  </a:lnTo>
                  <a:lnTo>
                    <a:pt x="0" y="25224"/>
                  </a:lnTo>
                  <a:lnTo>
                    <a:pt x="0" y="98028"/>
                  </a:lnTo>
                  <a:lnTo>
                    <a:pt x="1981" y="107843"/>
                  </a:lnTo>
                  <a:lnTo>
                    <a:pt x="7384" y="115857"/>
                  </a:lnTo>
                  <a:lnTo>
                    <a:pt x="15399" y="121261"/>
                  </a:lnTo>
                  <a:lnTo>
                    <a:pt x="25213" y="123242"/>
                  </a:lnTo>
                  <a:lnTo>
                    <a:pt x="113881" y="123242"/>
                  </a:lnTo>
                  <a:lnTo>
                    <a:pt x="113881" y="326052"/>
                  </a:lnTo>
                  <a:lnTo>
                    <a:pt x="119275" y="352774"/>
                  </a:lnTo>
                  <a:lnTo>
                    <a:pt x="133986" y="374594"/>
                  </a:lnTo>
                  <a:lnTo>
                    <a:pt x="155806" y="389305"/>
                  </a:lnTo>
                  <a:lnTo>
                    <a:pt x="182528" y="394700"/>
                  </a:lnTo>
                  <a:lnTo>
                    <a:pt x="1092071" y="394700"/>
                  </a:lnTo>
                  <a:lnTo>
                    <a:pt x="1118786" y="389305"/>
                  </a:lnTo>
                  <a:lnTo>
                    <a:pt x="1140604" y="374594"/>
                  </a:lnTo>
                  <a:lnTo>
                    <a:pt x="1155313" y="352774"/>
                  </a:lnTo>
                  <a:lnTo>
                    <a:pt x="1160708" y="326052"/>
                  </a:lnTo>
                  <a:lnTo>
                    <a:pt x="1160708" y="123242"/>
                  </a:lnTo>
                  <a:lnTo>
                    <a:pt x="1249375" y="123242"/>
                  </a:lnTo>
                  <a:lnTo>
                    <a:pt x="1259192" y="121261"/>
                  </a:lnTo>
                  <a:lnTo>
                    <a:pt x="1267210" y="115857"/>
                  </a:lnTo>
                  <a:lnTo>
                    <a:pt x="1272617" y="107843"/>
                  </a:lnTo>
                  <a:lnTo>
                    <a:pt x="1274599" y="98028"/>
                  </a:lnTo>
                  <a:lnTo>
                    <a:pt x="1274599" y="25224"/>
                  </a:lnTo>
                  <a:lnTo>
                    <a:pt x="1272617" y="15403"/>
                  </a:lnTo>
                  <a:lnTo>
                    <a:pt x="1267210" y="7385"/>
                  </a:lnTo>
                  <a:lnTo>
                    <a:pt x="1259192" y="1981"/>
                  </a:lnTo>
                  <a:lnTo>
                    <a:pt x="124937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195705" y="8657432"/>
              <a:ext cx="1047115" cy="13335"/>
            </a:xfrm>
            <a:custGeom>
              <a:avLst/>
              <a:gdLst/>
              <a:ahLst/>
              <a:cxnLst/>
              <a:rect l="l" t="t" r="r" b="b"/>
              <a:pathLst>
                <a:path w="1047114" h="13334">
                  <a:moveTo>
                    <a:pt x="1046826" y="0"/>
                  </a:moveTo>
                  <a:lnTo>
                    <a:pt x="0" y="0"/>
                  </a:lnTo>
                  <a:lnTo>
                    <a:pt x="0" y="13266"/>
                  </a:lnTo>
                  <a:lnTo>
                    <a:pt x="1046826" y="13266"/>
                  </a:lnTo>
                  <a:lnTo>
                    <a:pt x="104682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5081823" y="9211269"/>
              <a:ext cx="1275080" cy="394970"/>
            </a:xfrm>
            <a:custGeom>
              <a:avLst/>
              <a:gdLst/>
              <a:ahLst/>
              <a:cxnLst/>
              <a:rect l="l" t="t" r="r" b="b"/>
              <a:pathLst>
                <a:path w="1275079" h="394970">
                  <a:moveTo>
                    <a:pt x="1249375" y="0"/>
                  </a:moveTo>
                  <a:lnTo>
                    <a:pt x="25213" y="0"/>
                  </a:lnTo>
                  <a:lnTo>
                    <a:pt x="15399" y="1981"/>
                  </a:lnTo>
                  <a:lnTo>
                    <a:pt x="7384" y="7385"/>
                  </a:lnTo>
                  <a:lnTo>
                    <a:pt x="1981" y="15403"/>
                  </a:lnTo>
                  <a:lnTo>
                    <a:pt x="0" y="25224"/>
                  </a:lnTo>
                  <a:lnTo>
                    <a:pt x="0" y="98028"/>
                  </a:lnTo>
                  <a:lnTo>
                    <a:pt x="1981" y="107843"/>
                  </a:lnTo>
                  <a:lnTo>
                    <a:pt x="7384" y="115857"/>
                  </a:lnTo>
                  <a:lnTo>
                    <a:pt x="15399" y="121261"/>
                  </a:lnTo>
                  <a:lnTo>
                    <a:pt x="25213" y="123242"/>
                  </a:lnTo>
                  <a:lnTo>
                    <a:pt x="113881" y="123242"/>
                  </a:lnTo>
                  <a:lnTo>
                    <a:pt x="113881" y="326063"/>
                  </a:lnTo>
                  <a:lnTo>
                    <a:pt x="119275" y="352778"/>
                  </a:lnTo>
                  <a:lnTo>
                    <a:pt x="133986" y="374595"/>
                  </a:lnTo>
                  <a:lnTo>
                    <a:pt x="155806" y="389305"/>
                  </a:lnTo>
                  <a:lnTo>
                    <a:pt x="182528" y="394700"/>
                  </a:lnTo>
                  <a:lnTo>
                    <a:pt x="1092071" y="394700"/>
                  </a:lnTo>
                  <a:lnTo>
                    <a:pt x="1118786" y="389305"/>
                  </a:lnTo>
                  <a:lnTo>
                    <a:pt x="1140604" y="374595"/>
                  </a:lnTo>
                  <a:lnTo>
                    <a:pt x="1155313" y="352778"/>
                  </a:lnTo>
                  <a:lnTo>
                    <a:pt x="1160708" y="326063"/>
                  </a:lnTo>
                  <a:lnTo>
                    <a:pt x="1160708" y="123242"/>
                  </a:lnTo>
                  <a:lnTo>
                    <a:pt x="1249375" y="123242"/>
                  </a:lnTo>
                  <a:lnTo>
                    <a:pt x="1259192" y="121261"/>
                  </a:lnTo>
                  <a:lnTo>
                    <a:pt x="1267210" y="115857"/>
                  </a:lnTo>
                  <a:lnTo>
                    <a:pt x="1272617" y="107843"/>
                  </a:lnTo>
                  <a:lnTo>
                    <a:pt x="1274599" y="98028"/>
                  </a:lnTo>
                  <a:lnTo>
                    <a:pt x="1274599" y="25224"/>
                  </a:lnTo>
                  <a:lnTo>
                    <a:pt x="1272617" y="15403"/>
                  </a:lnTo>
                  <a:lnTo>
                    <a:pt x="1267210" y="7385"/>
                  </a:lnTo>
                  <a:lnTo>
                    <a:pt x="1259192" y="1981"/>
                  </a:lnTo>
                  <a:lnTo>
                    <a:pt x="1249375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5195705" y="9334521"/>
              <a:ext cx="1047115" cy="13335"/>
            </a:xfrm>
            <a:custGeom>
              <a:avLst/>
              <a:gdLst/>
              <a:ahLst/>
              <a:cxnLst/>
              <a:rect l="l" t="t" r="r" b="b"/>
              <a:pathLst>
                <a:path w="1047114" h="13334">
                  <a:moveTo>
                    <a:pt x="1046826" y="0"/>
                  </a:moveTo>
                  <a:lnTo>
                    <a:pt x="0" y="0"/>
                  </a:lnTo>
                  <a:lnTo>
                    <a:pt x="0" y="13256"/>
                  </a:lnTo>
                  <a:lnTo>
                    <a:pt x="1046826" y="13256"/>
                  </a:lnTo>
                  <a:lnTo>
                    <a:pt x="104682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8039062" y="7254093"/>
              <a:ext cx="1160145" cy="2425065"/>
            </a:xfrm>
            <a:custGeom>
              <a:avLst/>
              <a:gdLst/>
              <a:ahLst/>
              <a:cxnLst/>
              <a:rect l="l" t="t" r="r" b="b"/>
              <a:pathLst>
                <a:path w="1160145" h="2425065">
                  <a:moveTo>
                    <a:pt x="1159586" y="2351430"/>
                  </a:moveTo>
                  <a:lnTo>
                    <a:pt x="1152766" y="2317775"/>
                  </a:lnTo>
                  <a:lnTo>
                    <a:pt x="1134224" y="2290292"/>
                  </a:lnTo>
                  <a:lnTo>
                    <a:pt x="1106741" y="2271750"/>
                  </a:lnTo>
                  <a:lnTo>
                    <a:pt x="1073073" y="2264930"/>
                  </a:lnTo>
                  <a:lnTo>
                    <a:pt x="669925" y="2264930"/>
                  </a:lnTo>
                  <a:lnTo>
                    <a:pt x="669925" y="36830"/>
                  </a:lnTo>
                  <a:lnTo>
                    <a:pt x="668934" y="22491"/>
                  </a:lnTo>
                  <a:lnTo>
                    <a:pt x="666203" y="10782"/>
                  </a:lnTo>
                  <a:lnTo>
                    <a:pt x="662178" y="2895"/>
                  </a:lnTo>
                  <a:lnTo>
                    <a:pt x="657237" y="0"/>
                  </a:lnTo>
                  <a:lnTo>
                    <a:pt x="513016" y="0"/>
                  </a:lnTo>
                  <a:lnTo>
                    <a:pt x="508076" y="2895"/>
                  </a:lnTo>
                  <a:lnTo>
                    <a:pt x="504037" y="10782"/>
                  </a:lnTo>
                  <a:lnTo>
                    <a:pt x="501319" y="22491"/>
                  </a:lnTo>
                  <a:lnTo>
                    <a:pt x="500316" y="36830"/>
                  </a:lnTo>
                  <a:lnTo>
                    <a:pt x="500316" y="2264930"/>
                  </a:lnTo>
                  <a:lnTo>
                    <a:pt x="86512" y="2264930"/>
                  </a:lnTo>
                  <a:lnTo>
                    <a:pt x="52857" y="2271750"/>
                  </a:lnTo>
                  <a:lnTo>
                    <a:pt x="25361" y="2290292"/>
                  </a:lnTo>
                  <a:lnTo>
                    <a:pt x="6819" y="2317775"/>
                  </a:lnTo>
                  <a:lnTo>
                    <a:pt x="0" y="2351430"/>
                  </a:lnTo>
                  <a:lnTo>
                    <a:pt x="0" y="2413139"/>
                  </a:lnTo>
                  <a:lnTo>
                    <a:pt x="0" y="2419642"/>
                  </a:lnTo>
                  <a:lnTo>
                    <a:pt x="5283" y="2424912"/>
                  </a:lnTo>
                  <a:lnTo>
                    <a:pt x="1154315" y="2424912"/>
                  </a:lnTo>
                  <a:lnTo>
                    <a:pt x="1159586" y="2419642"/>
                  </a:lnTo>
                  <a:lnTo>
                    <a:pt x="1159586" y="235143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8985738" y="9588474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39514" y="0"/>
                  </a:moveTo>
                  <a:lnTo>
                    <a:pt x="95419" y="7112"/>
                  </a:lnTo>
                  <a:lnTo>
                    <a:pt x="57121" y="26917"/>
                  </a:lnTo>
                  <a:lnTo>
                    <a:pt x="26920" y="57117"/>
                  </a:lnTo>
                  <a:lnTo>
                    <a:pt x="7113" y="95415"/>
                  </a:lnTo>
                  <a:lnTo>
                    <a:pt x="0" y="139514"/>
                  </a:lnTo>
                  <a:lnTo>
                    <a:pt x="7148" y="183593"/>
                  </a:lnTo>
                  <a:lnTo>
                    <a:pt x="26965" y="221876"/>
                  </a:lnTo>
                  <a:lnTo>
                    <a:pt x="57161" y="252072"/>
                  </a:lnTo>
                  <a:lnTo>
                    <a:pt x="95444" y="271890"/>
                  </a:lnTo>
                  <a:lnTo>
                    <a:pt x="139524" y="279038"/>
                  </a:lnTo>
                  <a:lnTo>
                    <a:pt x="183624" y="271925"/>
                  </a:lnTo>
                  <a:lnTo>
                    <a:pt x="221924" y="252117"/>
                  </a:lnTo>
                  <a:lnTo>
                    <a:pt x="252126" y="221914"/>
                  </a:lnTo>
                  <a:lnTo>
                    <a:pt x="271930" y="183613"/>
                  </a:lnTo>
                  <a:lnTo>
                    <a:pt x="279038" y="139514"/>
                  </a:lnTo>
                  <a:lnTo>
                    <a:pt x="271925" y="95414"/>
                  </a:lnTo>
                  <a:lnTo>
                    <a:pt x="252117" y="57114"/>
                  </a:lnTo>
                  <a:lnTo>
                    <a:pt x="221914" y="26912"/>
                  </a:lnTo>
                  <a:lnTo>
                    <a:pt x="183613" y="7108"/>
                  </a:lnTo>
                  <a:lnTo>
                    <a:pt x="139514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52707" y="9655435"/>
              <a:ext cx="145105" cy="145105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7972943" y="9588474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39524" y="0"/>
                  </a:moveTo>
                  <a:lnTo>
                    <a:pt x="95424" y="7108"/>
                  </a:lnTo>
                  <a:lnTo>
                    <a:pt x="57124" y="26912"/>
                  </a:lnTo>
                  <a:lnTo>
                    <a:pt x="26920" y="57114"/>
                  </a:lnTo>
                  <a:lnTo>
                    <a:pt x="7113" y="95414"/>
                  </a:lnTo>
                  <a:lnTo>
                    <a:pt x="0" y="139514"/>
                  </a:lnTo>
                  <a:lnTo>
                    <a:pt x="7148" y="183588"/>
                  </a:lnTo>
                  <a:lnTo>
                    <a:pt x="26965" y="221869"/>
                  </a:lnTo>
                  <a:lnTo>
                    <a:pt x="57159" y="252065"/>
                  </a:lnTo>
                  <a:lnTo>
                    <a:pt x="95439" y="271885"/>
                  </a:lnTo>
                  <a:lnTo>
                    <a:pt x="139514" y="279038"/>
                  </a:lnTo>
                  <a:lnTo>
                    <a:pt x="183613" y="271930"/>
                  </a:lnTo>
                  <a:lnTo>
                    <a:pt x="221914" y="252126"/>
                  </a:lnTo>
                  <a:lnTo>
                    <a:pt x="252117" y="221924"/>
                  </a:lnTo>
                  <a:lnTo>
                    <a:pt x="271925" y="183624"/>
                  </a:lnTo>
                  <a:lnTo>
                    <a:pt x="279038" y="139524"/>
                  </a:lnTo>
                  <a:lnTo>
                    <a:pt x="271930" y="95424"/>
                  </a:lnTo>
                  <a:lnTo>
                    <a:pt x="252126" y="57124"/>
                  </a:lnTo>
                  <a:lnTo>
                    <a:pt x="221924" y="26920"/>
                  </a:lnTo>
                  <a:lnTo>
                    <a:pt x="183624" y="7113"/>
                  </a:lnTo>
                  <a:lnTo>
                    <a:pt x="139524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39911" y="9655435"/>
              <a:ext cx="145105" cy="145105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7928736" y="6759637"/>
              <a:ext cx="1391285" cy="676910"/>
            </a:xfrm>
            <a:custGeom>
              <a:avLst/>
              <a:gdLst/>
              <a:ahLst/>
              <a:cxnLst/>
              <a:rect l="l" t="t" r="r" b="b"/>
              <a:pathLst>
                <a:path w="1391284" h="676909">
                  <a:moveTo>
                    <a:pt x="1390910" y="0"/>
                  </a:moveTo>
                  <a:lnTo>
                    <a:pt x="0" y="0"/>
                  </a:lnTo>
                  <a:lnTo>
                    <a:pt x="0" y="341110"/>
                  </a:lnTo>
                  <a:lnTo>
                    <a:pt x="3639" y="390719"/>
                  </a:lnTo>
                  <a:lnTo>
                    <a:pt x="14213" y="438068"/>
                  </a:lnTo>
                  <a:lnTo>
                    <a:pt x="31201" y="482638"/>
                  </a:lnTo>
                  <a:lnTo>
                    <a:pt x="54084" y="523910"/>
                  </a:lnTo>
                  <a:lnTo>
                    <a:pt x="82343" y="561363"/>
                  </a:lnTo>
                  <a:lnTo>
                    <a:pt x="115459" y="594480"/>
                  </a:lnTo>
                  <a:lnTo>
                    <a:pt x="152912" y="622740"/>
                  </a:lnTo>
                  <a:lnTo>
                    <a:pt x="194184" y="645624"/>
                  </a:lnTo>
                  <a:lnTo>
                    <a:pt x="238755" y="662613"/>
                  </a:lnTo>
                  <a:lnTo>
                    <a:pt x="286106" y="673187"/>
                  </a:lnTo>
                  <a:lnTo>
                    <a:pt x="335717" y="676827"/>
                  </a:lnTo>
                  <a:lnTo>
                    <a:pt x="1055193" y="676827"/>
                  </a:lnTo>
                  <a:lnTo>
                    <a:pt x="1104802" y="673187"/>
                  </a:lnTo>
                  <a:lnTo>
                    <a:pt x="1152151" y="662613"/>
                  </a:lnTo>
                  <a:lnTo>
                    <a:pt x="1196721" y="645624"/>
                  </a:lnTo>
                  <a:lnTo>
                    <a:pt x="1237993" y="622740"/>
                  </a:lnTo>
                  <a:lnTo>
                    <a:pt x="1275446" y="594480"/>
                  </a:lnTo>
                  <a:lnTo>
                    <a:pt x="1308563" y="561363"/>
                  </a:lnTo>
                  <a:lnTo>
                    <a:pt x="1336823" y="523910"/>
                  </a:lnTo>
                  <a:lnTo>
                    <a:pt x="1359707" y="482638"/>
                  </a:lnTo>
                  <a:lnTo>
                    <a:pt x="1376696" y="438068"/>
                  </a:lnTo>
                  <a:lnTo>
                    <a:pt x="1387270" y="390719"/>
                  </a:lnTo>
                  <a:lnTo>
                    <a:pt x="1390910" y="341110"/>
                  </a:lnTo>
                  <a:lnTo>
                    <a:pt x="1390910" y="0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7918512" y="6682785"/>
              <a:ext cx="1419225" cy="103505"/>
            </a:xfrm>
            <a:custGeom>
              <a:avLst/>
              <a:gdLst/>
              <a:ahLst/>
              <a:cxnLst/>
              <a:rect l="l" t="t" r="r" b="b"/>
              <a:pathLst>
                <a:path w="1419225" h="103504">
                  <a:moveTo>
                    <a:pt x="1416271" y="0"/>
                  </a:moveTo>
                  <a:lnTo>
                    <a:pt x="2659" y="0"/>
                  </a:lnTo>
                  <a:lnTo>
                    <a:pt x="0" y="2659"/>
                  </a:lnTo>
                  <a:lnTo>
                    <a:pt x="0" y="100311"/>
                  </a:lnTo>
                  <a:lnTo>
                    <a:pt x="2659" y="102970"/>
                  </a:lnTo>
                  <a:lnTo>
                    <a:pt x="5947" y="102970"/>
                  </a:lnTo>
                  <a:lnTo>
                    <a:pt x="1416271" y="102970"/>
                  </a:lnTo>
                  <a:lnTo>
                    <a:pt x="1418930" y="100311"/>
                  </a:lnTo>
                  <a:lnTo>
                    <a:pt x="1418930" y="2659"/>
                  </a:lnTo>
                  <a:lnTo>
                    <a:pt x="1416271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0835684" y="4402629"/>
              <a:ext cx="440055" cy="469265"/>
            </a:xfrm>
            <a:custGeom>
              <a:avLst/>
              <a:gdLst/>
              <a:ahLst/>
              <a:cxnLst/>
              <a:rect l="l" t="t" r="r" b="b"/>
              <a:pathLst>
                <a:path w="440054" h="469264">
                  <a:moveTo>
                    <a:pt x="28898" y="0"/>
                  </a:moveTo>
                  <a:lnTo>
                    <a:pt x="9558" y="17936"/>
                  </a:lnTo>
                  <a:lnTo>
                    <a:pt x="2613" y="27590"/>
                  </a:lnTo>
                  <a:lnTo>
                    <a:pt x="0" y="38773"/>
                  </a:lnTo>
                  <a:lnTo>
                    <a:pt x="1770" y="50121"/>
                  </a:lnTo>
                  <a:lnTo>
                    <a:pt x="7977" y="60270"/>
                  </a:lnTo>
                  <a:lnTo>
                    <a:pt x="378196" y="459158"/>
                  </a:lnTo>
                  <a:lnTo>
                    <a:pt x="387856" y="466104"/>
                  </a:lnTo>
                  <a:lnTo>
                    <a:pt x="399044" y="468717"/>
                  </a:lnTo>
                  <a:lnTo>
                    <a:pt x="410396" y="466946"/>
                  </a:lnTo>
                  <a:lnTo>
                    <a:pt x="420551" y="460739"/>
                  </a:lnTo>
                  <a:lnTo>
                    <a:pt x="439880" y="442803"/>
                  </a:lnTo>
                  <a:lnTo>
                    <a:pt x="28898" y="0"/>
                  </a:lnTo>
                  <a:close/>
                </a:path>
              </a:pathLst>
            </a:custGeom>
            <a:solidFill>
              <a:srgbClr val="40AC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1230419" y="3730021"/>
              <a:ext cx="3758565" cy="2326005"/>
            </a:xfrm>
            <a:custGeom>
              <a:avLst/>
              <a:gdLst/>
              <a:ahLst/>
              <a:cxnLst/>
              <a:rect l="l" t="t" r="r" b="b"/>
              <a:pathLst>
                <a:path w="3758565" h="2326004">
                  <a:moveTo>
                    <a:pt x="415937" y="539343"/>
                  </a:moveTo>
                  <a:lnTo>
                    <a:pt x="370865" y="472897"/>
                  </a:lnTo>
                  <a:lnTo>
                    <a:pt x="0" y="724458"/>
                  </a:lnTo>
                  <a:lnTo>
                    <a:pt x="45085" y="790917"/>
                  </a:lnTo>
                  <a:lnTo>
                    <a:pt x="415937" y="539343"/>
                  </a:lnTo>
                  <a:close/>
                </a:path>
                <a:path w="3758565" h="2326004">
                  <a:moveTo>
                    <a:pt x="854392" y="185381"/>
                  </a:moveTo>
                  <a:lnTo>
                    <a:pt x="777684" y="185381"/>
                  </a:lnTo>
                  <a:lnTo>
                    <a:pt x="777684" y="427482"/>
                  </a:lnTo>
                  <a:lnTo>
                    <a:pt x="774293" y="444284"/>
                  </a:lnTo>
                  <a:lnTo>
                    <a:pt x="765048" y="458000"/>
                  </a:lnTo>
                  <a:lnTo>
                    <a:pt x="751332" y="467245"/>
                  </a:lnTo>
                  <a:lnTo>
                    <a:pt x="734529" y="470636"/>
                  </a:lnTo>
                  <a:lnTo>
                    <a:pt x="480441" y="470636"/>
                  </a:lnTo>
                  <a:lnTo>
                    <a:pt x="480441" y="554532"/>
                  </a:lnTo>
                  <a:lnTo>
                    <a:pt x="811237" y="554532"/>
                  </a:lnTo>
                  <a:lnTo>
                    <a:pt x="828040" y="551141"/>
                  </a:lnTo>
                  <a:lnTo>
                    <a:pt x="841756" y="541896"/>
                  </a:lnTo>
                  <a:lnTo>
                    <a:pt x="851001" y="528180"/>
                  </a:lnTo>
                  <a:lnTo>
                    <a:pt x="854392" y="511390"/>
                  </a:lnTo>
                  <a:lnTo>
                    <a:pt x="854392" y="185381"/>
                  </a:lnTo>
                  <a:close/>
                </a:path>
                <a:path w="3758565" h="2326004">
                  <a:moveTo>
                    <a:pt x="3758069" y="2109444"/>
                  </a:moveTo>
                  <a:lnTo>
                    <a:pt x="1839201" y="2109444"/>
                  </a:lnTo>
                  <a:lnTo>
                    <a:pt x="1839201" y="1333195"/>
                  </a:lnTo>
                  <a:lnTo>
                    <a:pt x="2705747" y="1333195"/>
                  </a:lnTo>
                  <a:lnTo>
                    <a:pt x="2705747" y="1116647"/>
                  </a:lnTo>
                  <a:lnTo>
                    <a:pt x="1839201" y="1116647"/>
                  </a:lnTo>
                  <a:lnTo>
                    <a:pt x="1839201" y="184785"/>
                  </a:lnTo>
                  <a:lnTo>
                    <a:pt x="1832597" y="135661"/>
                  </a:lnTo>
                  <a:lnTo>
                    <a:pt x="1813966" y="91528"/>
                  </a:lnTo>
                  <a:lnTo>
                    <a:pt x="1785073" y="54127"/>
                  </a:lnTo>
                  <a:lnTo>
                    <a:pt x="1747685" y="25234"/>
                  </a:lnTo>
                  <a:lnTo>
                    <a:pt x="1703539" y="6604"/>
                  </a:lnTo>
                  <a:lnTo>
                    <a:pt x="1654416" y="0"/>
                  </a:lnTo>
                  <a:lnTo>
                    <a:pt x="862380" y="0"/>
                  </a:lnTo>
                  <a:lnTo>
                    <a:pt x="862380" y="216547"/>
                  </a:lnTo>
                  <a:lnTo>
                    <a:pt x="1583474" y="216547"/>
                  </a:lnTo>
                  <a:lnTo>
                    <a:pt x="1592821" y="218427"/>
                  </a:lnTo>
                  <a:lnTo>
                    <a:pt x="1600454" y="223570"/>
                  </a:lnTo>
                  <a:lnTo>
                    <a:pt x="1605597" y="231203"/>
                  </a:lnTo>
                  <a:lnTo>
                    <a:pt x="1607477" y="240538"/>
                  </a:lnTo>
                  <a:lnTo>
                    <a:pt x="1607477" y="2109444"/>
                  </a:lnTo>
                  <a:lnTo>
                    <a:pt x="1804441" y="2109444"/>
                  </a:lnTo>
                  <a:lnTo>
                    <a:pt x="1804441" y="2325992"/>
                  </a:lnTo>
                  <a:lnTo>
                    <a:pt x="3758069" y="2325992"/>
                  </a:lnTo>
                  <a:lnTo>
                    <a:pt x="3758069" y="2109444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2477536" y="7738765"/>
              <a:ext cx="592455" cy="584200"/>
            </a:xfrm>
            <a:custGeom>
              <a:avLst/>
              <a:gdLst/>
              <a:ahLst/>
              <a:cxnLst/>
              <a:rect l="l" t="t" r="r" b="b"/>
              <a:pathLst>
                <a:path w="592455" h="584200">
                  <a:moveTo>
                    <a:pt x="592086" y="0"/>
                  </a:moveTo>
                  <a:lnTo>
                    <a:pt x="360365" y="0"/>
                  </a:lnTo>
                  <a:lnTo>
                    <a:pt x="360365" y="232715"/>
                  </a:lnTo>
                  <a:lnTo>
                    <a:pt x="352799" y="279626"/>
                  </a:lnTo>
                  <a:lnTo>
                    <a:pt x="331729" y="320370"/>
                  </a:lnTo>
                  <a:lnTo>
                    <a:pt x="299600" y="352500"/>
                  </a:lnTo>
                  <a:lnTo>
                    <a:pt x="258856" y="373572"/>
                  </a:lnTo>
                  <a:lnTo>
                    <a:pt x="211941" y="381140"/>
                  </a:lnTo>
                  <a:lnTo>
                    <a:pt x="0" y="381140"/>
                  </a:lnTo>
                  <a:lnTo>
                    <a:pt x="0" y="584086"/>
                  </a:lnTo>
                  <a:lnTo>
                    <a:pt x="443661" y="584086"/>
                  </a:lnTo>
                  <a:lnTo>
                    <a:pt x="490577" y="576520"/>
                  </a:lnTo>
                  <a:lnTo>
                    <a:pt x="531321" y="555451"/>
                  </a:lnTo>
                  <a:lnTo>
                    <a:pt x="563450" y="523323"/>
                  </a:lnTo>
                  <a:lnTo>
                    <a:pt x="584520" y="482582"/>
                  </a:lnTo>
                  <a:lnTo>
                    <a:pt x="592086" y="435672"/>
                  </a:lnTo>
                  <a:lnTo>
                    <a:pt x="592086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2837902" y="6067993"/>
              <a:ext cx="231775" cy="1826260"/>
            </a:xfrm>
            <a:custGeom>
              <a:avLst/>
              <a:gdLst/>
              <a:ahLst/>
              <a:cxnLst/>
              <a:rect l="l" t="t" r="r" b="b"/>
              <a:pathLst>
                <a:path w="231775" h="1826259">
                  <a:moveTo>
                    <a:pt x="231720" y="0"/>
                  </a:moveTo>
                  <a:lnTo>
                    <a:pt x="0" y="0"/>
                  </a:lnTo>
                  <a:lnTo>
                    <a:pt x="0" y="1825787"/>
                  </a:lnTo>
                  <a:lnTo>
                    <a:pt x="231720" y="1825787"/>
                  </a:lnTo>
                  <a:lnTo>
                    <a:pt x="231720" y="0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8783145" y="5740367"/>
              <a:ext cx="5758180" cy="2957195"/>
            </a:xfrm>
            <a:custGeom>
              <a:avLst/>
              <a:gdLst/>
              <a:ahLst/>
              <a:cxnLst/>
              <a:rect l="l" t="t" r="r" b="b"/>
              <a:pathLst>
                <a:path w="5758180" h="2957195">
                  <a:moveTo>
                    <a:pt x="4479466" y="2038063"/>
                  </a:moveTo>
                  <a:lnTo>
                    <a:pt x="3684893" y="2038063"/>
                  </a:lnTo>
                  <a:lnTo>
                    <a:pt x="5503926" y="2939072"/>
                  </a:lnTo>
                  <a:lnTo>
                    <a:pt x="5548727" y="2954234"/>
                  </a:lnTo>
                  <a:lnTo>
                    <a:pt x="5594362" y="2957002"/>
                  </a:lnTo>
                  <a:lnTo>
                    <a:pt x="5638580" y="2948136"/>
                  </a:lnTo>
                  <a:lnTo>
                    <a:pt x="5679130" y="2928395"/>
                  </a:lnTo>
                  <a:lnTo>
                    <a:pt x="5713758" y="2898539"/>
                  </a:lnTo>
                  <a:lnTo>
                    <a:pt x="5740212" y="2859326"/>
                  </a:lnTo>
                  <a:lnTo>
                    <a:pt x="5755374" y="2814521"/>
                  </a:lnTo>
                  <a:lnTo>
                    <a:pt x="5758142" y="2768883"/>
                  </a:lnTo>
                  <a:lnTo>
                    <a:pt x="5749276" y="2724664"/>
                  </a:lnTo>
                  <a:lnTo>
                    <a:pt x="5729535" y="2684116"/>
                  </a:lnTo>
                  <a:lnTo>
                    <a:pt x="5699678" y="2649490"/>
                  </a:lnTo>
                  <a:lnTo>
                    <a:pt x="5660466" y="2623040"/>
                  </a:lnTo>
                  <a:lnTo>
                    <a:pt x="4479466" y="2038063"/>
                  </a:lnTo>
                  <a:close/>
                </a:path>
                <a:path w="5758180" h="2957195">
                  <a:moveTo>
                    <a:pt x="253051" y="0"/>
                  </a:moveTo>
                  <a:lnTo>
                    <a:pt x="207945" y="1190"/>
                  </a:lnTo>
                  <a:lnTo>
                    <a:pt x="163220" y="8137"/>
                  </a:lnTo>
                  <a:lnTo>
                    <a:pt x="119470" y="20863"/>
                  </a:lnTo>
                  <a:lnTo>
                    <a:pt x="77287" y="39389"/>
                  </a:lnTo>
                  <a:lnTo>
                    <a:pt x="37265" y="63739"/>
                  </a:lnTo>
                  <a:lnTo>
                    <a:pt x="0" y="93934"/>
                  </a:lnTo>
                  <a:lnTo>
                    <a:pt x="1808353" y="2042283"/>
                  </a:lnTo>
                  <a:lnTo>
                    <a:pt x="1812908" y="2038063"/>
                  </a:lnTo>
                  <a:lnTo>
                    <a:pt x="4479466" y="2038063"/>
                  </a:lnTo>
                  <a:lnTo>
                    <a:pt x="3862468" y="1732449"/>
                  </a:lnTo>
                  <a:lnTo>
                    <a:pt x="3814520" y="1712045"/>
                  </a:lnTo>
                  <a:lnTo>
                    <a:pt x="3764713" y="1697323"/>
                  </a:lnTo>
                  <a:lnTo>
                    <a:pt x="3713550" y="1688403"/>
                  </a:lnTo>
                  <a:lnTo>
                    <a:pt x="3661532" y="1685404"/>
                  </a:lnTo>
                  <a:lnTo>
                    <a:pt x="2045560" y="1685383"/>
                  </a:lnTo>
                  <a:lnTo>
                    <a:pt x="2004490" y="1681123"/>
                  </a:lnTo>
                  <a:lnTo>
                    <a:pt x="1965556" y="1668692"/>
                  </a:lnTo>
                  <a:lnTo>
                    <a:pt x="1929958" y="1648612"/>
                  </a:lnTo>
                  <a:lnTo>
                    <a:pt x="1898895" y="1621406"/>
                  </a:lnTo>
                  <a:lnTo>
                    <a:pt x="498414" y="112509"/>
                  </a:lnTo>
                  <a:lnTo>
                    <a:pt x="463497" y="79624"/>
                  </a:lnTo>
                  <a:lnTo>
                    <a:pt x="425398" y="52362"/>
                  </a:lnTo>
                  <a:lnTo>
                    <a:pt x="384710" y="30747"/>
                  </a:lnTo>
                  <a:lnTo>
                    <a:pt x="342027" y="14800"/>
                  </a:lnTo>
                  <a:lnTo>
                    <a:pt x="297942" y="4544"/>
                  </a:lnTo>
                  <a:lnTo>
                    <a:pt x="253051" y="0"/>
                  </a:lnTo>
                  <a:close/>
                </a:path>
              </a:pathLst>
            </a:custGeom>
            <a:solidFill>
              <a:srgbClr val="40AC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8668427" y="5830434"/>
              <a:ext cx="4018915" cy="2884170"/>
            </a:xfrm>
            <a:custGeom>
              <a:avLst/>
              <a:gdLst/>
              <a:ahLst/>
              <a:cxnLst/>
              <a:rect l="l" t="t" r="r" b="b"/>
              <a:pathLst>
                <a:path w="4018915" h="2884170">
                  <a:moveTo>
                    <a:pt x="118586" y="0"/>
                  </a:moveTo>
                  <a:lnTo>
                    <a:pt x="20547" y="90991"/>
                  </a:lnTo>
                  <a:lnTo>
                    <a:pt x="5615" y="111756"/>
                  </a:lnTo>
                  <a:lnTo>
                    <a:pt x="0" y="135800"/>
                  </a:lnTo>
                  <a:lnTo>
                    <a:pt x="3810" y="160196"/>
                  </a:lnTo>
                  <a:lnTo>
                    <a:pt x="17155" y="182015"/>
                  </a:lnTo>
                  <a:lnTo>
                    <a:pt x="1692277" y="1986798"/>
                  </a:lnTo>
                  <a:lnTo>
                    <a:pt x="1723583" y="2026075"/>
                  </a:lnTo>
                  <a:lnTo>
                    <a:pt x="1748466" y="2069228"/>
                  </a:lnTo>
                  <a:lnTo>
                    <a:pt x="1766619" y="2115474"/>
                  </a:lnTo>
                  <a:lnTo>
                    <a:pt x="1777736" y="2164032"/>
                  </a:lnTo>
                  <a:lnTo>
                    <a:pt x="1781509" y="2214121"/>
                  </a:lnTo>
                  <a:lnTo>
                    <a:pt x="1781509" y="2883943"/>
                  </a:lnTo>
                  <a:lnTo>
                    <a:pt x="2948804" y="2883943"/>
                  </a:lnTo>
                  <a:lnTo>
                    <a:pt x="2993110" y="2882753"/>
                  </a:lnTo>
                  <a:lnTo>
                    <a:pt x="3038046" y="2879231"/>
                  </a:lnTo>
                  <a:lnTo>
                    <a:pt x="3083488" y="2873449"/>
                  </a:lnTo>
                  <a:lnTo>
                    <a:pt x="3129313" y="2865479"/>
                  </a:lnTo>
                  <a:lnTo>
                    <a:pt x="3175397" y="2855392"/>
                  </a:lnTo>
                  <a:lnTo>
                    <a:pt x="3221616" y="2843262"/>
                  </a:lnTo>
                  <a:lnTo>
                    <a:pt x="3267847" y="2829158"/>
                  </a:lnTo>
                  <a:lnTo>
                    <a:pt x="3313965" y="2813155"/>
                  </a:lnTo>
                  <a:lnTo>
                    <a:pt x="3359848" y="2795322"/>
                  </a:lnTo>
                  <a:lnTo>
                    <a:pt x="3405371" y="2775733"/>
                  </a:lnTo>
                  <a:lnTo>
                    <a:pt x="3450411" y="2754459"/>
                  </a:lnTo>
                  <a:lnTo>
                    <a:pt x="3494845" y="2731573"/>
                  </a:lnTo>
                  <a:lnTo>
                    <a:pt x="3538548" y="2707145"/>
                  </a:lnTo>
                  <a:lnTo>
                    <a:pt x="3581396" y="2681248"/>
                  </a:lnTo>
                  <a:lnTo>
                    <a:pt x="3623267" y="2653954"/>
                  </a:lnTo>
                  <a:lnTo>
                    <a:pt x="3664036" y="2625335"/>
                  </a:lnTo>
                  <a:lnTo>
                    <a:pt x="3703580" y="2595463"/>
                  </a:lnTo>
                  <a:lnTo>
                    <a:pt x="3741775" y="2564409"/>
                  </a:lnTo>
                  <a:lnTo>
                    <a:pt x="3778498" y="2532245"/>
                  </a:lnTo>
                  <a:lnTo>
                    <a:pt x="3813624" y="2499044"/>
                  </a:lnTo>
                  <a:lnTo>
                    <a:pt x="3847030" y="2464878"/>
                  </a:lnTo>
                  <a:lnTo>
                    <a:pt x="3878593" y="2429817"/>
                  </a:lnTo>
                  <a:lnTo>
                    <a:pt x="3908189" y="2393935"/>
                  </a:lnTo>
                  <a:lnTo>
                    <a:pt x="3935693" y="2357303"/>
                  </a:lnTo>
                  <a:lnTo>
                    <a:pt x="3960983" y="2319993"/>
                  </a:lnTo>
                  <a:lnTo>
                    <a:pt x="3983934" y="2282066"/>
                  </a:lnTo>
                  <a:lnTo>
                    <a:pt x="4003155" y="2240282"/>
                  </a:lnTo>
                  <a:lnTo>
                    <a:pt x="4014487" y="2197364"/>
                  </a:lnTo>
                  <a:lnTo>
                    <a:pt x="4018337" y="2154169"/>
                  </a:lnTo>
                  <a:lnTo>
                    <a:pt x="4015109" y="2111556"/>
                  </a:lnTo>
                  <a:lnTo>
                    <a:pt x="4005212" y="2070382"/>
                  </a:lnTo>
                  <a:lnTo>
                    <a:pt x="3989050" y="2031506"/>
                  </a:lnTo>
                  <a:lnTo>
                    <a:pt x="3967029" y="1995785"/>
                  </a:lnTo>
                  <a:lnTo>
                    <a:pt x="3939556" y="1964079"/>
                  </a:lnTo>
                  <a:lnTo>
                    <a:pt x="3907036" y="1937244"/>
                  </a:lnTo>
                  <a:lnTo>
                    <a:pt x="3869876" y="1916138"/>
                  </a:lnTo>
                  <a:lnTo>
                    <a:pt x="3828482" y="1901621"/>
                  </a:lnTo>
                  <a:lnTo>
                    <a:pt x="3783260" y="1894549"/>
                  </a:lnTo>
                  <a:lnTo>
                    <a:pt x="3770978" y="1893942"/>
                  </a:lnTo>
                  <a:lnTo>
                    <a:pt x="1876449" y="1893942"/>
                  </a:lnTo>
                  <a:lnTo>
                    <a:pt x="118586" y="0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0385132" y="8599123"/>
              <a:ext cx="1885314" cy="941705"/>
            </a:xfrm>
            <a:custGeom>
              <a:avLst/>
              <a:gdLst/>
              <a:ahLst/>
              <a:cxnLst/>
              <a:rect l="l" t="t" r="r" b="b"/>
              <a:pathLst>
                <a:path w="1885315" h="941704">
                  <a:moveTo>
                    <a:pt x="159763" y="0"/>
                  </a:moveTo>
                  <a:lnTo>
                    <a:pt x="119117" y="11772"/>
                  </a:lnTo>
                  <a:lnTo>
                    <a:pt x="85851" y="37928"/>
                  </a:lnTo>
                  <a:lnTo>
                    <a:pt x="64434" y="76176"/>
                  </a:lnTo>
                  <a:lnTo>
                    <a:pt x="4907" y="261155"/>
                  </a:lnTo>
                  <a:lnTo>
                    <a:pt x="0" y="304716"/>
                  </a:lnTo>
                  <a:lnTo>
                    <a:pt x="11769" y="345363"/>
                  </a:lnTo>
                  <a:lnTo>
                    <a:pt x="37924" y="378630"/>
                  </a:lnTo>
                  <a:lnTo>
                    <a:pt x="76172" y="400051"/>
                  </a:lnTo>
                  <a:lnTo>
                    <a:pt x="1758037" y="941239"/>
                  </a:lnTo>
                  <a:lnTo>
                    <a:pt x="1885185" y="546099"/>
                  </a:lnTo>
                  <a:lnTo>
                    <a:pt x="203320" y="4901"/>
                  </a:lnTo>
                  <a:lnTo>
                    <a:pt x="159763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1098010" y="9138667"/>
              <a:ext cx="1558290" cy="714375"/>
            </a:xfrm>
            <a:custGeom>
              <a:avLst/>
              <a:gdLst/>
              <a:ahLst/>
              <a:cxnLst/>
              <a:rect l="l" t="t" r="r" b="b"/>
              <a:pathLst>
                <a:path w="1558290" h="714375">
                  <a:moveTo>
                    <a:pt x="1233302" y="0"/>
                  </a:moveTo>
                  <a:lnTo>
                    <a:pt x="863921" y="0"/>
                  </a:lnTo>
                  <a:lnTo>
                    <a:pt x="830361" y="2145"/>
                  </a:lnTo>
                  <a:lnTo>
                    <a:pt x="755929" y="18601"/>
                  </a:lnTo>
                  <a:lnTo>
                    <a:pt x="715692" y="32438"/>
                  </a:lnTo>
                  <a:lnTo>
                    <a:pt x="673866" y="49701"/>
                  </a:lnTo>
                  <a:lnTo>
                    <a:pt x="630768" y="70152"/>
                  </a:lnTo>
                  <a:lnTo>
                    <a:pt x="586717" y="93557"/>
                  </a:lnTo>
                  <a:lnTo>
                    <a:pt x="542029" y="119677"/>
                  </a:lnTo>
                  <a:lnTo>
                    <a:pt x="497024" y="148279"/>
                  </a:lnTo>
                  <a:lnTo>
                    <a:pt x="452019" y="179124"/>
                  </a:lnTo>
                  <a:lnTo>
                    <a:pt x="407332" y="211977"/>
                  </a:lnTo>
                  <a:lnTo>
                    <a:pt x="363280" y="246602"/>
                  </a:lnTo>
                  <a:lnTo>
                    <a:pt x="320183" y="282763"/>
                  </a:lnTo>
                  <a:lnTo>
                    <a:pt x="278357" y="320223"/>
                  </a:lnTo>
                  <a:lnTo>
                    <a:pt x="238122" y="358746"/>
                  </a:lnTo>
                  <a:lnTo>
                    <a:pt x="199794" y="398096"/>
                  </a:lnTo>
                  <a:lnTo>
                    <a:pt x="163691" y="438038"/>
                  </a:lnTo>
                  <a:lnTo>
                    <a:pt x="130132" y="478334"/>
                  </a:lnTo>
                  <a:lnTo>
                    <a:pt x="99435" y="518748"/>
                  </a:lnTo>
                  <a:lnTo>
                    <a:pt x="71917" y="559045"/>
                  </a:lnTo>
                  <a:lnTo>
                    <a:pt x="47897" y="598989"/>
                  </a:lnTo>
                  <a:lnTo>
                    <a:pt x="27692" y="638342"/>
                  </a:lnTo>
                  <a:lnTo>
                    <a:pt x="11620" y="676869"/>
                  </a:lnTo>
                  <a:lnTo>
                    <a:pt x="0" y="714334"/>
                  </a:lnTo>
                  <a:lnTo>
                    <a:pt x="1558109" y="714334"/>
                  </a:lnTo>
                  <a:lnTo>
                    <a:pt x="1558109" y="324806"/>
                  </a:lnTo>
                  <a:lnTo>
                    <a:pt x="1554587" y="276808"/>
                  </a:lnTo>
                  <a:lnTo>
                    <a:pt x="1544357" y="230997"/>
                  </a:lnTo>
                  <a:lnTo>
                    <a:pt x="1527921" y="187875"/>
                  </a:lnTo>
                  <a:lnTo>
                    <a:pt x="1505781" y="147945"/>
                  </a:lnTo>
                  <a:lnTo>
                    <a:pt x="1478440" y="111709"/>
                  </a:lnTo>
                  <a:lnTo>
                    <a:pt x="1446400" y="79669"/>
                  </a:lnTo>
                  <a:lnTo>
                    <a:pt x="1410164" y="52328"/>
                  </a:lnTo>
                  <a:lnTo>
                    <a:pt x="1370233" y="30188"/>
                  </a:lnTo>
                  <a:lnTo>
                    <a:pt x="1327111" y="13751"/>
                  </a:lnTo>
                  <a:lnTo>
                    <a:pt x="1281300" y="3521"/>
                  </a:lnTo>
                  <a:lnTo>
                    <a:pt x="1233302" y="0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9344934" y="9770697"/>
              <a:ext cx="3803650" cy="195580"/>
            </a:xfrm>
            <a:custGeom>
              <a:avLst/>
              <a:gdLst/>
              <a:ahLst/>
              <a:cxnLst/>
              <a:rect l="l" t="t" r="r" b="b"/>
              <a:pathLst>
                <a:path w="3803650" h="195579">
                  <a:moveTo>
                    <a:pt x="3699698" y="0"/>
                  </a:moveTo>
                  <a:lnTo>
                    <a:pt x="103693" y="0"/>
                  </a:lnTo>
                  <a:lnTo>
                    <a:pt x="63332" y="8149"/>
                  </a:lnTo>
                  <a:lnTo>
                    <a:pt x="30372" y="30372"/>
                  </a:lnTo>
                  <a:lnTo>
                    <a:pt x="8149" y="63332"/>
                  </a:lnTo>
                  <a:lnTo>
                    <a:pt x="0" y="103693"/>
                  </a:lnTo>
                  <a:lnTo>
                    <a:pt x="0" y="194967"/>
                  </a:lnTo>
                  <a:lnTo>
                    <a:pt x="3803392" y="194967"/>
                  </a:lnTo>
                  <a:lnTo>
                    <a:pt x="3803392" y="103693"/>
                  </a:lnTo>
                  <a:lnTo>
                    <a:pt x="3795242" y="63332"/>
                  </a:lnTo>
                  <a:lnTo>
                    <a:pt x="3773019" y="30372"/>
                  </a:lnTo>
                  <a:lnTo>
                    <a:pt x="3740059" y="8149"/>
                  </a:lnTo>
                  <a:lnTo>
                    <a:pt x="3699698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482701" y="8710835"/>
              <a:ext cx="227637" cy="227637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322925" y="7893775"/>
              <a:ext cx="174989" cy="174989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11916207" y="3703656"/>
              <a:ext cx="3329304" cy="2386965"/>
            </a:xfrm>
            <a:custGeom>
              <a:avLst/>
              <a:gdLst/>
              <a:ahLst/>
              <a:cxnLst/>
              <a:rect l="l" t="t" r="r" b="b"/>
              <a:pathLst>
                <a:path w="3329305" h="2386965">
                  <a:moveTo>
                    <a:pt x="265290" y="3797"/>
                  </a:moveTo>
                  <a:lnTo>
                    <a:pt x="261480" y="0"/>
                  </a:lnTo>
                  <a:lnTo>
                    <a:pt x="3822" y="0"/>
                  </a:lnTo>
                  <a:lnTo>
                    <a:pt x="0" y="3797"/>
                  </a:lnTo>
                  <a:lnTo>
                    <a:pt x="0" y="261480"/>
                  </a:lnTo>
                  <a:lnTo>
                    <a:pt x="3822" y="265277"/>
                  </a:lnTo>
                  <a:lnTo>
                    <a:pt x="8509" y="265277"/>
                  </a:lnTo>
                  <a:lnTo>
                    <a:pt x="261480" y="265277"/>
                  </a:lnTo>
                  <a:lnTo>
                    <a:pt x="265290" y="261480"/>
                  </a:lnTo>
                  <a:lnTo>
                    <a:pt x="265290" y="3797"/>
                  </a:lnTo>
                  <a:close/>
                </a:path>
                <a:path w="3329305" h="2386965">
                  <a:moveTo>
                    <a:pt x="1164196" y="1122451"/>
                  </a:moveTo>
                  <a:lnTo>
                    <a:pt x="1160399" y="1118641"/>
                  </a:lnTo>
                  <a:lnTo>
                    <a:pt x="902728" y="1118641"/>
                  </a:lnTo>
                  <a:lnTo>
                    <a:pt x="898918" y="1122451"/>
                  </a:lnTo>
                  <a:lnTo>
                    <a:pt x="898918" y="1380121"/>
                  </a:lnTo>
                  <a:lnTo>
                    <a:pt x="902728" y="1383919"/>
                  </a:lnTo>
                  <a:lnTo>
                    <a:pt x="907415" y="1383919"/>
                  </a:lnTo>
                  <a:lnTo>
                    <a:pt x="1160399" y="1383919"/>
                  </a:lnTo>
                  <a:lnTo>
                    <a:pt x="1164196" y="1380121"/>
                  </a:lnTo>
                  <a:lnTo>
                    <a:pt x="1164196" y="1122451"/>
                  </a:lnTo>
                  <a:close/>
                </a:path>
                <a:path w="3329305" h="2386965">
                  <a:moveTo>
                    <a:pt x="1170190" y="2125230"/>
                  </a:moveTo>
                  <a:lnTo>
                    <a:pt x="1166393" y="2121433"/>
                  </a:lnTo>
                  <a:lnTo>
                    <a:pt x="908723" y="2121433"/>
                  </a:lnTo>
                  <a:lnTo>
                    <a:pt x="904913" y="2125230"/>
                  </a:lnTo>
                  <a:lnTo>
                    <a:pt x="904913" y="2382913"/>
                  </a:lnTo>
                  <a:lnTo>
                    <a:pt x="908723" y="2386711"/>
                  </a:lnTo>
                  <a:lnTo>
                    <a:pt x="913409" y="2386711"/>
                  </a:lnTo>
                  <a:lnTo>
                    <a:pt x="1166393" y="2386711"/>
                  </a:lnTo>
                  <a:lnTo>
                    <a:pt x="1170190" y="2382913"/>
                  </a:lnTo>
                  <a:lnTo>
                    <a:pt x="1170190" y="2125230"/>
                  </a:lnTo>
                  <a:close/>
                </a:path>
                <a:path w="3329305" h="2386965">
                  <a:moveTo>
                    <a:pt x="3328771" y="839457"/>
                  </a:moveTo>
                  <a:lnTo>
                    <a:pt x="3324301" y="834986"/>
                  </a:lnTo>
                  <a:lnTo>
                    <a:pt x="2024430" y="834986"/>
                  </a:lnTo>
                  <a:lnTo>
                    <a:pt x="2019960" y="839457"/>
                  </a:lnTo>
                  <a:lnTo>
                    <a:pt x="2019960" y="1650326"/>
                  </a:lnTo>
                  <a:lnTo>
                    <a:pt x="2024430" y="1654797"/>
                  </a:lnTo>
                  <a:lnTo>
                    <a:pt x="2029942" y="1654797"/>
                  </a:lnTo>
                  <a:lnTo>
                    <a:pt x="3324301" y="1654797"/>
                  </a:lnTo>
                  <a:lnTo>
                    <a:pt x="3328771" y="1650326"/>
                  </a:lnTo>
                  <a:lnTo>
                    <a:pt x="3328771" y="839457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4011678" y="4602969"/>
              <a:ext cx="1145540" cy="687070"/>
            </a:xfrm>
            <a:custGeom>
              <a:avLst/>
              <a:gdLst/>
              <a:ahLst/>
              <a:cxnLst/>
              <a:rect l="l" t="t" r="r" b="b"/>
              <a:pathLst>
                <a:path w="1145540" h="687070">
                  <a:moveTo>
                    <a:pt x="1145410" y="0"/>
                  </a:moveTo>
                  <a:lnTo>
                    <a:pt x="0" y="0"/>
                  </a:lnTo>
                  <a:lnTo>
                    <a:pt x="0" y="686764"/>
                  </a:lnTo>
                  <a:lnTo>
                    <a:pt x="1145410" y="686764"/>
                  </a:lnTo>
                  <a:lnTo>
                    <a:pt x="1145410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4757574" y="5825081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29">
                  <a:moveTo>
                    <a:pt x="261478" y="0"/>
                  </a:moveTo>
                  <a:lnTo>
                    <a:pt x="3811" y="0"/>
                  </a:lnTo>
                  <a:lnTo>
                    <a:pt x="0" y="3800"/>
                  </a:lnTo>
                  <a:lnTo>
                    <a:pt x="0" y="261478"/>
                  </a:lnTo>
                  <a:lnTo>
                    <a:pt x="3811" y="265279"/>
                  </a:lnTo>
                  <a:lnTo>
                    <a:pt x="8502" y="265279"/>
                  </a:lnTo>
                  <a:lnTo>
                    <a:pt x="261478" y="265279"/>
                  </a:lnTo>
                  <a:lnTo>
                    <a:pt x="265279" y="261478"/>
                  </a:lnTo>
                  <a:lnTo>
                    <a:pt x="265279" y="3800"/>
                  </a:lnTo>
                  <a:lnTo>
                    <a:pt x="261478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4933365" y="5629715"/>
              <a:ext cx="1174750" cy="636270"/>
            </a:xfrm>
            <a:custGeom>
              <a:avLst/>
              <a:gdLst/>
              <a:ahLst/>
              <a:cxnLst/>
              <a:rect l="l" t="t" r="r" b="b"/>
              <a:pathLst>
                <a:path w="1174750" h="636270">
                  <a:moveTo>
                    <a:pt x="1167681" y="0"/>
                  </a:moveTo>
                  <a:lnTo>
                    <a:pt x="6900" y="0"/>
                  </a:lnTo>
                  <a:lnTo>
                    <a:pt x="0" y="6900"/>
                  </a:lnTo>
                  <a:lnTo>
                    <a:pt x="0" y="629132"/>
                  </a:lnTo>
                  <a:lnTo>
                    <a:pt x="6900" y="636032"/>
                  </a:lnTo>
                  <a:lnTo>
                    <a:pt x="15402" y="636032"/>
                  </a:lnTo>
                  <a:lnTo>
                    <a:pt x="1167681" y="636032"/>
                  </a:lnTo>
                  <a:lnTo>
                    <a:pt x="1174571" y="629132"/>
                  </a:lnTo>
                  <a:lnTo>
                    <a:pt x="1174571" y="6900"/>
                  </a:lnTo>
                  <a:lnTo>
                    <a:pt x="1167681" y="0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5094769" y="5795773"/>
              <a:ext cx="850265" cy="114300"/>
            </a:xfrm>
            <a:custGeom>
              <a:avLst/>
              <a:gdLst/>
              <a:ahLst/>
              <a:cxnLst/>
              <a:rect l="l" t="t" r="r" b="b"/>
              <a:pathLst>
                <a:path w="850265" h="114300">
                  <a:moveTo>
                    <a:pt x="843827" y="0"/>
                  </a:moveTo>
                  <a:lnTo>
                    <a:pt x="6345" y="0"/>
                  </a:lnTo>
                  <a:lnTo>
                    <a:pt x="0" y="6345"/>
                  </a:lnTo>
                  <a:lnTo>
                    <a:pt x="0" y="107661"/>
                  </a:lnTo>
                  <a:lnTo>
                    <a:pt x="6345" y="114006"/>
                  </a:lnTo>
                  <a:lnTo>
                    <a:pt x="14167" y="114006"/>
                  </a:lnTo>
                  <a:lnTo>
                    <a:pt x="843827" y="114006"/>
                  </a:lnTo>
                  <a:lnTo>
                    <a:pt x="850173" y="107661"/>
                  </a:lnTo>
                  <a:lnTo>
                    <a:pt x="850173" y="6345"/>
                  </a:lnTo>
                  <a:lnTo>
                    <a:pt x="843827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5705519" y="6161682"/>
              <a:ext cx="136525" cy="539115"/>
            </a:xfrm>
            <a:custGeom>
              <a:avLst/>
              <a:gdLst/>
              <a:ahLst/>
              <a:cxnLst/>
              <a:rect l="l" t="t" r="r" b="b"/>
              <a:pathLst>
                <a:path w="136525" h="539115">
                  <a:moveTo>
                    <a:pt x="136223" y="0"/>
                  </a:moveTo>
                  <a:lnTo>
                    <a:pt x="122883" y="31"/>
                  </a:lnTo>
                  <a:lnTo>
                    <a:pt x="119850" y="105796"/>
                  </a:lnTo>
                  <a:lnTo>
                    <a:pt x="118668" y="154439"/>
                  </a:lnTo>
                  <a:lnTo>
                    <a:pt x="118225" y="203064"/>
                  </a:lnTo>
                  <a:lnTo>
                    <a:pt x="118956" y="251636"/>
                  </a:lnTo>
                  <a:lnTo>
                    <a:pt x="122739" y="341829"/>
                  </a:lnTo>
                  <a:lnTo>
                    <a:pt x="123364" y="371915"/>
                  </a:lnTo>
                  <a:lnTo>
                    <a:pt x="122357" y="430045"/>
                  </a:lnTo>
                  <a:lnTo>
                    <a:pt x="111784" y="486896"/>
                  </a:lnTo>
                  <a:lnTo>
                    <a:pt x="78273" y="524567"/>
                  </a:lnTo>
                  <a:lnTo>
                    <a:pt x="60518" y="525565"/>
                  </a:lnTo>
                  <a:lnTo>
                    <a:pt x="45286" y="519650"/>
                  </a:lnTo>
                  <a:lnTo>
                    <a:pt x="18823" y="480131"/>
                  </a:lnTo>
                  <a:lnTo>
                    <a:pt x="12675" y="418875"/>
                  </a:lnTo>
                  <a:lnTo>
                    <a:pt x="14499" y="356795"/>
                  </a:lnTo>
                  <a:lnTo>
                    <a:pt x="14698" y="100646"/>
                  </a:lnTo>
                  <a:lnTo>
                    <a:pt x="1358" y="100667"/>
                  </a:lnTo>
                  <a:lnTo>
                    <a:pt x="1138" y="374480"/>
                  </a:lnTo>
                  <a:lnTo>
                    <a:pt x="0" y="416831"/>
                  </a:lnTo>
                  <a:lnTo>
                    <a:pt x="1731" y="463017"/>
                  </a:lnTo>
                  <a:lnTo>
                    <a:pt x="13979" y="504914"/>
                  </a:lnTo>
                  <a:lnTo>
                    <a:pt x="44393" y="534402"/>
                  </a:lnTo>
                  <a:lnTo>
                    <a:pt x="79191" y="539072"/>
                  </a:lnTo>
                  <a:lnTo>
                    <a:pt x="105361" y="521376"/>
                  </a:lnTo>
                  <a:lnTo>
                    <a:pt x="122871" y="491147"/>
                  </a:lnTo>
                  <a:lnTo>
                    <a:pt x="131689" y="458216"/>
                  </a:lnTo>
                  <a:lnTo>
                    <a:pt x="136356" y="403490"/>
                  </a:lnTo>
                  <a:lnTo>
                    <a:pt x="136314" y="348588"/>
                  </a:lnTo>
                  <a:lnTo>
                    <a:pt x="134030" y="293635"/>
                  </a:lnTo>
                  <a:lnTo>
                    <a:pt x="131971" y="238757"/>
                  </a:lnTo>
                  <a:lnTo>
                    <a:pt x="131618" y="192748"/>
                  </a:lnTo>
                  <a:lnTo>
                    <a:pt x="132204" y="146702"/>
                  </a:lnTo>
                  <a:lnTo>
                    <a:pt x="133371" y="100646"/>
                  </a:lnTo>
                  <a:lnTo>
                    <a:pt x="136024" y="8607"/>
                  </a:lnTo>
                  <a:lnTo>
                    <a:pt x="136223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5690669" y="5851421"/>
              <a:ext cx="94615" cy="17145"/>
            </a:xfrm>
            <a:custGeom>
              <a:avLst/>
              <a:gdLst/>
              <a:ahLst/>
              <a:cxnLst/>
              <a:rect l="l" t="t" r="r" b="b"/>
              <a:pathLst>
                <a:path w="94615" h="17145">
                  <a:moveTo>
                    <a:pt x="90206" y="0"/>
                  </a:moveTo>
                  <a:lnTo>
                    <a:pt x="3811" y="0"/>
                  </a:lnTo>
                  <a:lnTo>
                    <a:pt x="0" y="3811"/>
                  </a:lnTo>
                  <a:lnTo>
                    <a:pt x="0" y="13266"/>
                  </a:lnTo>
                  <a:lnTo>
                    <a:pt x="3811" y="17088"/>
                  </a:lnTo>
                  <a:lnTo>
                    <a:pt x="8544" y="17088"/>
                  </a:lnTo>
                  <a:lnTo>
                    <a:pt x="90206" y="17088"/>
                  </a:lnTo>
                  <a:lnTo>
                    <a:pt x="94028" y="13266"/>
                  </a:lnTo>
                  <a:lnTo>
                    <a:pt x="94028" y="3811"/>
                  </a:lnTo>
                  <a:lnTo>
                    <a:pt x="90206" y="0"/>
                  </a:lnTo>
                  <a:close/>
                </a:path>
              </a:pathLst>
            </a:custGeom>
            <a:solidFill>
              <a:srgbClr val="40AC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5699206" y="5834322"/>
              <a:ext cx="120014" cy="51435"/>
            </a:xfrm>
            <a:custGeom>
              <a:avLst/>
              <a:gdLst/>
              <a:ahLst/>
              <a:cxnLst/>
              <a:rect l="l" t="t" r="r" b="b"/>
              <a:pathLst>
                <a:path w="120015" h="51435">
                  <a:moveTo>
                    <a:pt x="17094" y="12915"/>
                  </a:moveTo>
                  <a:lnTo>
                    <a:pt x="13284" y="9093"/>
                  </a:lnTo>
                  <a:lnTo>
                    <a:pt x="3822" y="9093"/>
                  </a:lnTo>
                  <a:lnTo>
                    <a:pt x="0" y="12915"/>
                  </a:lnTo>
                  <a:lnTo>
                    <a:pt x="0" y="38925"/>
                  </a:lnTo>
                  <a:lnTo>
                    <a:pt x="3822" y="42748"/>
                  </a:lnTo>
                  <a:lnTo>
                    <a:pt x="8547" y="42748"/>
                  </a:lnTo>
                  <a:lnTo>
                    <a:pt x="13284" y="42748"/>
                  </a:lnTo>
                  <a:lnTo>
                    <a:pt x="17094" y="38925"/>
                  </a:lnTo>
                  <a:lnTo>
                    <a:pt x="17094" y="12915"/>
                  </a:lnTo>
                  <a:close/>
                </a:path>
                <a:path w="120015" h="51435">
                  <a:moveTo>
                    <a:pt x="42748" y="12915"/>
                  </a:moveTo>
                  <a:lnTo>
                    <a:pt x="38925" y="9093"/>
                  </a:lnTo>
                  <a:lnTo>
                    <a:pt x="29476" y="9093"/>
                  </a:lnTo>
                  <a:lnTo>
                    <a:pt x="25654" y="12915"/>
                  </a:lnTo>
                  <a:lnTo>
                    <a:pt x="25654" y="38925"/>
                  </a:lnTo>
                  <a:lnTo>
                    <a:pt x="29476" y="42748"/>
                  </a:lnTo>
                  <a:lnTo>
                    <a:pt x="34201" y="42748"/>
                  </a:lnTo>
                  <a:lnTo>
                    <a:pt x="38925" y="42748"/>
                  </a:lnTo>
                  <a:lnTo>
                    <a:pt x="42748" y="38925"/>
                  </a:lnTo>
                  <a:lnTo>
                    <a:pt x="42748" y="12915"/>
                  </a:lnTo>
                  <a:close/>
                </a:path>
                <a:path w="120015" h="51435">
                  <a:moveTo>
                    <a:pt x="119672" y="3848"/>
                  </a:moveTo>
                  <a:lnTo>
                    <a:pt x="115824" y="0"/>
                  </a:lnTo>
                  <a:lnTo>
                    <a:pt x="80759" y="0"/>
                  </a:lnTo>
                  <a:lnTo>
                    <a:pt x="76923" y="3848"/>
                  </a:lnTo>
                  <a:lnTo>
                    <a:pt x="76923" y="42748"/>
                  </a:lnTo>
                  <a:lnTo>
                    <a:pt x="76923" y="47447"/>
                  </a:lnTo>
                  <a:lnTo>
                    <a:pt x="80759" y="51282"/>
                  </a:lnTo>
                  <a:lnTo>
                    <a:pt x="115824" y="51282"/>
                  </a:lnTo>
                  <a:lnTo>
                    <a:pt x="119672" y="47447"/>
                  </a:lnTo>
                  <a:lnTo>
                    <a:pt x="119672" y="3848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01775" y="6073654"/>
              <a:ext cx="68385" cy="102572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15801775" y="5808685"/>
              <a:ext cx="68580" cy="265430"/>
            </a:xfrm>
            <a:custGeom>
              <a:avLst/>
              <a:gdLst/>
              <a:ahLst/>
              <a:cxnLst/>
              <a:rect l="l" t="t" r="r" b="b"/>
              <a:pathLst>
                <a:path w="68580" h="265429">
                  <a:moveTo>
                    <a:pt x="51286" y="0"/>
                  </a:moveTo>
                  <a:lnTo>
                    <a:pt x="17098" y="0"/>
                  </a:lnTo>
                  <a:lnTo>
                    <a:pt x="10460" y="2199"/>
                  </a:lnTo>
                  <a:lnTo>
                    <a:pt x="5023" y="8189"/>
                  </a:lnTo>
                  <a:lnTo>
                    <a:pt x="1349" y="17055"/>
                  </a:lnTo>
                  <a:lnTo>
                    <a:pt x="0" y="27883"/>
                  </a:lnTo>
                  <a:lnTo>
                    <a:pt x="0" y="125483"/>
                  </a:lnTo>
                  <a:lnTo>
                    <a:pt x="0" y="265059"/>
                  </a:lnTo>
                  <a:lnTo>
                    <a:pt x="68385" y="265059"/>
                  </a:lnTo>
                  <a:lnTo>
                    <a:pt x="68385" y="27883"/>
                  </a:lnTo>
                  <a:lnTo>
                    <a:pt x="67037" y="17055"/>
                  </a:lnTo>
                  <a:lnTo>
                    <a:pt x="63365" y="8189"/>
                  </a:lnTo>
                  <a:lnTo>
                    <a:pt x="57929" y="2199"/>
                  </a:lnTo>
                  <a:lnTo>
                    <a:pt x="51286" y="0"/>
                  </a:lnTo>
                  <a:close/>
                </a:path>
              </a:pathLst>
            </a:custGeom>
            <a:solidFill>
              <a:srgbClr val="40AC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5458109" y="5962630"/>
              <a:ext cx="412115" cy="740410"/>
            </a:xfrm>
            <a:custGeom>
              <a:avLst/>
              <a:gdLst/>
              <a:ahLst/>
              <a:cxnLst/>
              <a:rect l="l" t="t" r="r" b="b"/>
              <a:pathLst>
                <a:path w="412115" h="740409">
                  <a:moveTo>
                    <a:pt x="136258" y="603542"/>
                  </a:moveTo>
                  <a:lnTo>
                    <a:pt x="136207" y="548881"/>
                  </a:lnTo>
                  <a:lnTo>
                    <a:pt x="131864" y="439381"/>
                  </a:lnTo>
                  <a:lnTo>
                    <a:pt x="131495" y="393382"/>
                  </a:lnTo>
                  <a:lnTo>
                    <a:pt x="132080" y="347332"/>
                  </a:lnTo>
                  <a:lnTo>
                    <a:pt x="133248" y="301282"/>
                  </a:lnTo>
                  <a:lnTo>
                    <a:pt x="135915" y="209245"/>
                  </a:lnTo>
                  <a:lnTo>
                    <a:pt x="136118" y="200634"/>
                  </a:lnTo>
                  <a:lnTo>
                    <a:pt x="122783" y="200672"/>
                  </a:lnTo>
                  <a:lnTo>
                    <a:pt x="119646" y="308102"/>
                  </a:lnTo>
                  <a:lnTo>
                    <a:pt x="118465" y="357581"/>
                  </a:lnTo>
                  <a:lnTo>
                    <a:pt x="118084" y="407047"/>
                  </a:lnTo>
                  <a:lnTo>
                    <a:pt x="119011" y="456438"/>
                  </a:lnTo>
                  <a:lnTo>
                    <a:pt x="123825" y="549313"/>
                  </a:lnTo>
                  <a:lnTo>
                    <a:pt x="124485" y="596214"/>
                  </a:lnTo>
                  <a:lnTo>
                    <a:pt x="121361" y="642658"/>
                  </a:lnTo>
                  <a:lnTo>
                    <a:pt x="112496" y="688022"/>
                  </a:lnTo>
                  <a:lnTo>
                    <a:pt x="75285" y="726389"/>
                  </a:lnTo>
                  <a:lnTo>
                    <a:pt x="55346" y="724636"/>
                  </a:lnTo>
                  <a:lnTo>
                    <a:pt x="23863" y="694893"/>
                  </a:lnTo>
                  <a:lnTo>
                    <a:pt x="13614" y="650963"/>
                  </a:lnTo>
                  <a:lnTo>
                    <a:pt x="12611" y="619506"/>
                  </a:lnTo>
                  <a:lnTo>
                    <a:pt x="14389" y="557441"/>
                  </a:lnTo>
                  <a:lnTo>
                    <a:pt x="14592" y="301294"/>
                  </a:lnTo>
                  <a:lnTo>
                    <a:pt x="1257" y="301307"/>
                  </a:lnTo>
                  <a:lnTo>
                    <a:pt x="1028" y="579539"/>
                  </a:lnTo>
                  <a:lnTo>
                    <a:pt x="0" y="620776"/>
                  </a:lnTo>
                  <a:lnTo>
                    <a:pt x="1943" y="666064"/>
                  </a:lnTo>
                  <a:lnTo>
                    <a:pt x="14376" y="706907"/>
                  </a:lnTo>
                  <a:lnTo>
                    <a:pt x="44767" y="734834"/>
                  </a:lnTo>
                  <a:lnTo>
                    <a:pt x="75260" y="739800"/>
                  </a:lnTo>
                  <a:lnTo>
                    <a:pt x="90004" y="735977"/>
                  </a:lnTo>
                  <a:lnTo>
                    <a:pt x="124079" y="696087"/>
                  </a:lnTo>
                  <a:lnTo>
                    <a:pt x="131648" y="658190"/>
                  </a:lnTo>
                  <a:lnTo>
                    <a:pt x="136258" y="603542"/>
                  </a:lnTo>
                  <a:close/>
                </a:path>
                <a:path w="412115" h="740409">
                  <a:moveTo>
                    <a:pt x="412038" y="102565"/>
                  </a:moveTo>
                  <a:lnTo>
                    <a:pt x="343649" y="102565"/>
                  </a:lnTo>
                  <a:lnTo>
                    <a:pt x="343649" y="111112"/>
                  </a:lnTo>
                  <a:lnTo>
                    <a:pt x="412038" y="111112"/>
                  </a:lnTo>
                  <a:lnTo>
                    <a:pt x="412038" y="102565"/>
                  </a:lnTo>
                  <a:close/>
                </a:path>
                <a:path w="412115" h="740409">
                  <a:moveTo>
                    <a:pt x="412038" y="68376"/>
                  </a:moveTo>
                  <a:lnTo>
                    <a:pt x="343649" y="68376"/>
                  </a:lnTo>
                  <a:lnTo>
                    <a:pt x="343649" y="76923"/>
                  </a:lnTo>
                  <a:lnTo>
                    <a:pt x="412038" y="76923"/>
                  </a:lnTo>
                  <a:lnTo>
                    <a:pt x="412038" y="68376"/>
                  </a:lnTo>
                  <a:close/>
                </a:path>
                <a:path w="412115" h="740409">
                  <a:moveTo>
                    <a:pt x="412038" y="34188"/>
                  </a:moveTo>
                  <a:lnTo>
                    <a:pt x="343649" y="34188"/>
                  </a:lnTo>
                  <a:lnTo>
                    <a:pt x="343649" y="42735"/>
                  </a:lnTo>
                  <a:lnTo>
                    <a:pt x="412038" y="42735"/>
                  </a:lnTo>
                  <a:lnTo>
                    <a:pt x="412038" y="34188"/>
                  </a:lnTo>
                  <a:close/>
                </a:path>
                <a:path w="412115" h="740409">
                  <a:moveTo>
                    <a:pt x="412038" y="0"/>
                  </a:moveTo>
                  <a:lnTo>
                    <a:pt x="343649" y="0"/>
                  </a:lnTo>
                  <a:lnTo>
                    <a:pt x="343649" y="8547"/>
                  </a:lnTo>
                  <a:lnTo>
                    <a:pt x="412038" y="8547"/>
                  </a:lnTo>
                  <a:lnTo>
                    <a:pt x="412038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5442771" y="5855772"/>
              <a:ext cx="94615" cy="17145"/>
            </a:xfrm>
            <a:custGeom>
              <a:avLst/>
              <a:gdLst/>
              <a:ahLst/>
              <a:cxnLst/>
              <a:rect l="l" t="t" r="r" b="b"/>
              <a:pathLst>
                <a:path w="94615" h="17145">
                  <a:moveTo>
                    <a:pt x="90206" y="0"/>
                  </a:moveTo>
                  <a:lnTo>
                    <a:pt x="3821" y="0"/>
                  </a:lnTo>
                  <a:lnTo>
                    <a:pt x="0" y="3821"/>
                  </a:lnTo>
                  <a:lnTo>
                    <a:pt x="0" y="13277"/>
                  </a:lnTo>
                  <a:lnTo>
                    <a:pt x="3821" y="17098"/>
                  </a:lnTo>
                  <a:lnTo>
                    <a:pt x="8544" y="17098"/>
                  </a:lnTo>
                  <a:lnTo>
                    <a:pt x="90206" y="17098"/>
                  </a:lnTo>
                  <a:lnTo>
                    <a:pt x="94028" y="13277"/>
                  </a:lnTo>
                  <a:lnTo>
                    <a:pt x="94028" y="3821"/>
                  </a:lnTo>
                  <a:lnTo>
                    <a:pt x="90206" y="0"/>
                  </a:lnTo>
                  <a:close/>
                </a:path>
              </a:pathLst>
            </a:custGeom>
            <a:solidFill>
              <a:srgbClr val="40AC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5528235" y="5838676"/>
              <a:ext cx="43180" cy="51435"/>
            </a:xfrm>
            <a:custGeom>
              <a:avLst/>
              <a:gdLst/>
              <a:ahLst/>
              <a:cxnLst/>
              <a:rect l="l" t="t" r="r" b="b"/>
              <a:pathLst>
                <a:path w="43180" h="51435">
                  <a:moveTo>
                    <a:pt x="38909" y="0"/>
                  </a:moveTo>
                  <a:lnTo>
                    <a:pt x="3842" y="0"/>
                  </a:lnTo>
                  <a:lnTo>
                    <a:pt x="0" y="3853"/>
                  </a:lnTo>
                  <a:lnTo>
                    <a:pt x="0" y="42742"/>
                  </a:lnTo>
                  <a:lnTo>
                    <a:pt x="0" y="47443"/>
                  </a:lnTo>
                  <a:lnTo>
                    <a:pt x="3842" y="51286"/>
                  </a:lnTo>
                  <a:lnTo>
                    <a:pt x="38909" y="51286"/>
                  </a:lnTo>
                  <a:lnTo>
                    <a:pt x="42752" y="47443"/>
                  </a:lnTo>
                  <a:lnTo>
                    <a:pt x="42752" y="3853"/>
                  </a:lnTo>
                  <a:lnTo>
                    <a:pt x="38909" y="0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553879" y="6078015"/>
              <a:ext cx="68385" cy="102572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15553879" y="5813034"/>
              <a:ext cx="68580" cy="265430"/>
            </a:xfrm>
            <a:custGeom>
              <a:avLst/>
              <a:gdLst/>
              <a:ahLst/>
              <a:cxnLst/>
              <a:rect l="l" t="t" r="r" b="b"/>
              <a:pathLst>
                <a:path w="68580" h="265429">
                  <a:moveTo>
                    <a:pt x="51286" y="0"/>
                  </a:moveTo>
                  <a:lnTo>
                    <a:pt x="17098" y="0"/>
                  </a:lnTo>
                  <a:lnTo>
                    <a:pt x="10460" y="2201"/>
                  </a:lnTo>
                  <a:lnTo>
                    <a:pt x="5023" y="8194"/>
                  </a:lnTo>
                  <a:lnTo>
                    <a:pt x="1349" y="17064"/>
                  </a:lnTo>
                  <a:lnTo>
                    <a:pt x="0" y="27894"/>
                  </a:lnTo>
                  <a:lnTo>
                    <a:pt x="0" y="125493"/>
                  </a:lnTo>
                  <a:lnTo>
                    <a:pt x="0" y="265059"/>
                  </a:lnTo>
                  <a:lnTo>
                    <a:pt x="68385" y="265059"/>
                  </a:lnTo>
                  <a:lnTo>
                    <a:pt x="68385" y="27894"/>
                  </a:lnTo>
                  <a:lnTo>
                    <a:pt x="67037" y="17064"/>
                  </a:lnTo>
                  <a:lnTo>
                    <a:pt x="63365" y="8194"/>
                  </a:lnTo>
                  <a:lnTo>
                    <a:pt x="57929" y="2201"/>
                  </a:lnTo>
                  <a:lnTo>
                    <a:pt x="51286" y="0"/>
                  </a:lnTo>
                  <a:close/>
                </a:path>
              </a:pathLst>
            </a:custGeom>
            <a:solidFill>
              <a:srgbClr val="40AC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5187016" y="5966986"/>
              <a:ext cx="435609" cy="735965"/>
            </a:xfrm>
            <a:custGeom>
              <a:avLst/>
              <a:gdLst/>
              <a:ahLst/>
              <a:cxnLst/>
              <a:rect l="l" t="t" r="r" b="b"/>
              <a:pathLst>
                <a:path w="435609" h="735965">
                  <a:moveTo>
                    <a:pt x="136258" y="599313"/>
                  </a:moveTo>
                  <a:lnTo>
                    <a:pt x="136207" y="544652"/>
                  </a:lnTo>
                  <a:lnTo>
                    <a:pt x="131864" y="435165"/>
                  </a:lnTo>
                  <a:lnTo>
                    <a:pt x="131495" y="389153"/>
                  </a:lnTo>
                  <a:lnTo>
                    <a:pt x="132080" y="343115"/>
                  </a:lnTo>
                  <a:lnTo>
                    <a:pt x="133248" y="297053"/>
                  </a:lnTo>
                  <a:lnTo>
                    <a:pt x="135915" y="205028"/>
                  </a:lnTo>
                  <a:lnTo>
                    <a:pt x="136118" y="196418"/>
                  </a:lnTo>
                  <a:lnTo>
                    <a:pt x="122783" y="196443"/>
                  </a:lnTo>
                  <a:lnTo>
                    <a:pt x="119659" y="303885"/>
                  </a:lnTo>
                  <a:lnTo>
                    <a:pt x="118465" y="353364"/>
                  </a:lnTo>
                  <a:lnTo>
                    <a:pt x="118084" y="402818"/>
                  </a:lnTo>
                  <a:lnTo>
                    <a:pt x="119011" y="452221"/>
                  </a:lnTo>
                  <a:lnTo>
                    <a:pt x="123825" y="545084"/>
                  </a:lnTo>
                  <a:lnTo>
                    <a:pt x="124485" y="591997"/>
                  </a:lnTo>
                  <a:lnTo>
                    <a:pt x="121361" y="638429"/>
                  </a:lnTo>
                  <a:lnTo>
                    <a:pt x="112496" y="683793"/>
                  </a:lnTo>
                  <a:lnTo>
                    <a:pt x="75285" y="722160"/>
                  </a:lnTo>
                  <a:lnTo>
                    <a:pt x="55346" y="720420"/>
                  </a:lnTo>
                  <a:lnTo>
                    <a:pt x="23863" y="690676"/>
                  </a:lnTo>
                  <a:lnTo>
                    <a:pt x="13614" y="646747"/>
                  </a:lnTo>
                  <a:lnTo>
                    <a:pt x="12611" y="615289"/>
                  </a:lnTo>
                  <a:lnTo>
                    <a:pt x="14389" y="553212"/>
                  </a:lnTo>
                  <a:lnTo>
                    <a:pt x="14592" y="297065"/>
                  </a:lnTo>
                  <a:lnTo>
                    <a:pt x="1257" y="297078"/>
                  </a:lnTo>
                  <a:lnTo>
                    <a:pt x="1028" y="575322"/>
                  </a:lnTo>
                  <a:lnTo>
                    <a:pt x="0" y="616559"/>
                  </a:lnTo>
                  <a:lnTo>
                    <a:pt x="1943" y="661847"/>
                  </a:lnTo>
                  <a:lnTo>
                    <a:pt x="14376" y="702691"/>
                  </a:lnTo>
                  <a:lnTo>
                    <a:pt x="44767" y="730605"/>
                  </a:lnTo>
                  <a:lnTo>
                    <a:pt x="75260" y="735584"/>
                  </a:lnTo>
                  <a:lnTo>
                    <a:pt x="90004" y="731761"/>
                  </a:lnTo>
                  <a:lnTo>
                    <a:pt x="124079" y="691870"/>
                  </a:lnTo>
                  <a:lnTo>
                    <a:pt x="131648" y="653973"/>
                  </a:lnTo>
                  <a:lnTo>
                    <a:pt x="136258" y="599313"/>
                  </a:lnTo>
                  <a:close/>
                </a:path>
                <a:path w="435609" h="735965">
                  <a:moveTo>
                    <a:pt x="435241" y="102577"/>
                  </a:moveTo>
                  <a:lnTo>
                    <a:pt x="366852" y="102577"/>
                  </a:lnTo>
                  <a:lnTo>
                    <a:pt x="366852" y="111112"/>
                  </a:lnTo>
                  <a:lnTo>
                    <a:pt x="435241" y="111112"/>
                  </a:lnTo>
                  <a:lnTo>
                    <a:pt x="435241" y="102577"/>
                  </a:lnTo>
                  <a:close/>
                </a:path>
                <a:path w="435609" h="735965">
                  <a:moveTo>
                    <a:pt x="435241" y="68389"/>
                  </a:moveTo>
                  <a:lnTo>
                    <a:pt x="366852" y="68389"/>
                  </a:lnTo>
                  <a:lnTo>
                    <a:pt x="366852" y="76923"/>
                  </a:lnTo>
                  <a:lnTo>
                    <a:pt x="435241" y="76923"/>
                  </a:lnTo>
                  <a:lnTo>
                    <a:pt x="435241" y="68389"/>
                  </a:lnTo>
                  <a:close/>
                </a:path>
                <a:path w="435609" h="735965">
                  <a:moveTo>
                    <a:pt x="435241" y="34188"/>
                  </a:moveTo>
                  <a:lnTo>
                    <a:pt x="366852" y="34188"/>
                  </a:lnTo>
                  <a:lnTo>
                    <a:pt x="366852" y="42735"/>
                  </a:lnTo>
                  <a:lnTo>
                    <a:pt x="435241" y="42735"/>
                  </a:lnTo>
                  <a:lnTo>
                    <a:pt x="435241" y="34188"/>
                  </a:lnTo>
                  <a:close/>
                </a:path>
                <a:path w="435609" h="735965">
                  <a:moveTo>
                    <a:pt x="435241" y="0"/>
                  </a:moveTo>
                  <a:lnTo>
                    <a:pt x="366852" y="0"/>
                  </a:lnTo>
                  <a:lnTo>
                    <a:pt x="366852" y="8547"/>
                  </a:lnTo>
                  <a:lnTo>
                    <a:pt x="435241" y="8547"/>
                  </a:lnTo>
                  <a:lnTo>
                    <a:pt x="435241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5171240" y="5860045"/>
              <a:ext cx="94615" cy="17145"/>
            </a:xfrm>
            <a:custGeom>
              <a:avLst/>
              <a:gdLst/>
              <a:ahLst/>
              <a:cxnLst/>
              <a:rect l="l" t="t" r="r" b="b"/>
              <a:pathLst>
                <a:path w="94615" h="17145">
                  <a:moveTo>
                    <a:pt x="90206" y="0"/>
                  </a:moveTo>
                  <a:lnTo>
                    <a:pt x="3811" y="0"/>
                  </a:lnTo>
                  <a:lnTo>
                    <a:pt x="0" y="3821"/>
                  </a:lnTo>
                  <a:lnTo>
                    <a:pt x="0" y="13277"/>
                  </a:lnTo>
                  <a:lnTo>
                    <a:pt x="3811" y="17098"/>
                  </a:lnTo>
                  <a:lnTo>
                    <a:pt x="8544" y="17098"/>
                  </a:lnTo>
                  <a:lnTo>
                    <a:pt x="90206" y="17098"/>
                  </a:lnTo>
                  <a:lnTo>
                    <a:pt x="94028" y="13277"/>
                  </a:lnTo>
                  <a:lnTo>
                    <a:pt x="94028" y="3821"/>
                  </a:lnTo>
                  <a:lnTo>
                    <a:pt x="90206" y="0"/>
                  </a:lnTo>
                  <a:close/>
                </a:path>
              </a:pathLst>
            </a:custGeom>
            <a:solidFill>
              <a:srgbClr val="40AC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5179777" y="5842958"/>
              <a:ext cx="120014" cy="51435"/>
            </a:xfrm>
            <a:custGeom>
              <a:avLst/>
              <a:gdLst/>
              <a:ahLst/>
              <a:cxnLst/>
              <a:rect l="l" t="t" r="r" b="b"/>
              <a:pathLst>
                <a:path w="120015" h="51435">
                  <a:moveTo>
                    <a:pt x="17094" y="12903"/>
                  </a:moveTo>
                  <a:lnTo>
                    <a:pt x="13284" y="9093"/>
                  </a:lnTo>
                  <a:lnTo>
                    <a:pt x="3822" y="9093"/>
                  </a:lnTo>
                  <a:lnTo>
                    <a:pt x="0" y="12903"/>
                  </a:lnTo>
                  <a:lnTo>
                    <a:pt x="0" y="38912"/>
                  </a:lnTo>
                  <a:lnTo>
                    <a:pt x="3822" y="42735"/>
                  </a:lnTo>
                  <a:lnTo>
                    <a:pt x="8547" y="42735"/>
                  </a:lnTo>
                  <a:lnTo>
                    <a:pt x="13284" y="42735"/>
                  </a:lnTo>
                  <a:lnTo>
                    <a:pt x="17094" y="38912"/>
                  </a:lnTo>
                  <a:lnTo>
                    <a:pt x="17094" y="12903"/>
                  </a:lnTo>
                  <a:close/>
                </a:path>
                <a:path w="120015" h="51435">
                  <a:moveTo>
                    <a:pt x="42748" y="12903"/>
                  </a:moveTo>
                  <a:lnTo>
                    <a:pt x="38925" y="9093"/>
                  </a:lnTo>
                  <a:lnTo>
                    <a:pt x="29476" y="9093"/>
                  </a:lnTo>
                  <a:lnTo>
                    <a:pt x="25654" y="12903"/>
                  </a:lnTo>
                  <a:lnTo>
                    <a:pt x="25654" y="38912"/>
                  </a:lnTo>
                  <a:lnTo>
                    <a:pt x="29476" y="42735"/>
                  </a:lnTo>
                  <a:lnTo>
                    <a:pt x="34201" y="42735"/>
                  </a:lnTo>
                  <a:lnTo>
                    <a:pt x="38925" y="42735"/>
                  </a:lnTo>
                  <a:lnTo>
                    <a:pt x="42748" y="38912"/>
                  </a:lnTo>
                  <a:lnTo>
                    <a:pt x="42748" y="12903"/>
                  </a:lnTo>
                  <a:close/>
                </a:path>
                <a:path w="120015" h="51435">
                  <a:moveTo>
                    <a:pt x="119672" y="3848"/>
                  </a:moveTo>
                  <a:lnTo>
                    <a:pt x="115824" y="0"/>
                  </a:lnTo>
                  <a:lnTo>
                    <a:pt x="80772" y="0"/>
                  </a:lnTo>
                  <a:lnTo>
                    <a:pt x="76923" y="3848"/>
                  </a:lnTo>
                  <a:lnTo>
                    <a:pt x="76923" y="42735"/>
                  </a:lnTo>
                  <a:lnTo>
                    <a:pt x="76923" y="47447"/>
                  </a:lnTo>
                  <a:lnTo>
                    <a:pt x="80772" y="51282"/>
                  </a:lnTo>
                  <a:lnTo>
                    <a:pt x="115824" y="51282"/>
                  </a:lnTo>
                  <a:lnTo>
                    <a:pt x="119672" y="47447"/>
                  </a:lnTo>
                  <a:lnTo>
                    <a:pt x="119672" y="3848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282346" y="6082286"/>
              <a:ext cx="68385" cy="102572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15282346" y="5817308"/>
              <a:ext cx="68580" cy="265430"/>
            </a:xfrm>
            <a:custGeom>
              <a:avLst/>
              <a:gdLst/>
              <a:ahLst/>
              <a:cxnLst/>
              <a:rect l="l" t="t" r="r" b="b"/>
              <a:pathLst>
                <a:path w="68580" h="265429">
                  <a:moveTo>
                    <a:pt x="51286" y="0"/>
                  </a:moveTo>
                  <a:lnTo>
                    <a:pt x="17098" y="0"/>
                  </a:lnTo>
                  <a:lnTo>
                    <a:pt x="10455" y="2201"/>
                  </a:lnTo>
                  <a:lnTo>
                    <a:pt x="5019" y="8194"/>
                  </a:lnTo>
                  <a:lnTo>
                    <a:pt x="1347" y="17064"/>
                  </a:lnTo>
                  <a:lnTo>
                    <a:pt x="0" y="27894"/>
                  </a:lnTo>
                  <a:lnTo>
                    <a:pt x="0" y="125493"/>
                  </a:lnTo>
                  <a:lnTo>
                    <a:pt x="0" y="265059"/>
                  </a:lnTo>
                  <a:lnTo>
                    <a:pt x="68385" y="265059"/>
                  </a:lnTo>
                  <a:lnTo>
                    <a:pt x="68385" y="27894"/>
                  </a:lnTo>
                  <a:lnTo>
                    <a:pt x="67037" y="17064"/>
                  </a:lnTo>
                  <a:lnTo>
                    <a:pt x="63365" y="8194"/>
                  </a:lnTo>
                  <a:lnTo>
                    <a:pt x="57929" y="2201"/>
                  </a:lnTo>
                  <a:lnTo>
                    <a:pt x="51286" y="0"/>
                  </a:lnTo>
                  <a:close/>
                </a:path>
              </a:pathLst>
            </a:custGeom>
            <a:solidFill>
              <a:srgbClr val="40AC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5282329" y="5971253"/>
              <a:ext cx="68580" cy="111125"/>
            </a:xfrm>
            <a:custGeom>
              <a:avLst/>
              <a:gdLst/>
              <a:ahLst/>
              <a:cxnLst/>
              <a:rect l="l" t="t" r="r" b="b"/>
              <a:pathLst>
                <a:path w="68580" h="111125">
                  <a:moveTo>
                    <a:pt x="68389" y="102577"/>
                  </a:moveTo>
                  <a:lnTo>
                    <a:pt x="0" y="102577"/>
                  </a:lnTo>
                  <a:lnTo>
                    <a:pt x="0" y="111125"/>
                  </a:lnTo>
                  <a:lnTo>
                    <a:pt x="68389" y="111125"/>
                  </a:lnTo>
                  <a:lnTo>
                    <a:pt x="68389" y="102577"/>
                  </a:lnTo>
                  <a:close/>
                </a:path>
                <a:path w="68580" h="111125">
                  <a:moveTo>
                    <a:pt x="68389" y="68389"/>
                  </a:moveTo>
                  <a:lnTo>
                    <a:pt x="0" y="68389"/>
                  </a:lnTo>
                  <a:lnTo>
                    <a:pt x="0" y="76936"/>
                  </a:lnTo>
                  <a:lnTo>
                    <a:pt x="68389" y="76936"/>
                  </a:lnTo>
                  <a:lnTo>
                    <a:pt x="68389" y="68389"/>
                  </a:lnTo>
                  <a:close/>
                </a:path>
                <a:path w="68580" h="111125">
                  <a:moveTo>
                    <a:pt x="68389" y="34201"/>
                  </a:moveTo>
                  <a:lnTo>
                    <a:pt x="0" y="34201"/>
                  </a:lnTo>
                  <a:lnTo>
                    <a:pt x="0" y="42748"/>
                  </a:lnTo>
                  <a:lnTo>
                    <a:pt x="68389" y="42748"/>
                  </a:lnTo>
                  <a:lnTo>
                    <a:pt x="68389" y="34201"/>
                  </a:lnTo>
                  <a:close/>
                </a:path>
                <a:path w="68580" h="111125">
                  <a:moveTo>
                    <a:pt x="68389" y="0"/>
                  </a:moveTo>
                  <a:lnTo>
                    <a:pt x="0" y="0"/>
                  </a:lnTo>
                  <a:lnTo>
                    <a:pt x="0" y="8547"/>
                  </a:lnTo>
                  <a:lnTo>
                    <a:pt x="68389" y="8547"/>
                  </a:lnTo>
                  <a:lnTo>
                    <a:pt x="68389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599152" y="4183720"/>
              <a:ext cx="120404" cy="120404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187085" y="4403856"/>
              <a:ext cx="150948" cy="150948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8081036" y="4317294"/>
              <a:ext cx="3375660" cy="2350770"/>
            </a:xfrm>
            <a:custGeom>
              <a:avLst/>
              <a:gdLst/>
              <a:ahLst/>
              <a:cxnLst/>
              <a:rect l="l" t="t" r="r" b="b"/>
              <a:pathLst>
                <a:path w="3375659" h="2350770">
                  <a:moveTo>
                    <a:pt x="251091" y="2010130"/>
                  </a:moveTo>
                  <a:lnTo>
                    <a:pt x="247688" y="2006600"/>
                  </a:lnTo>
                  <a:lnTo>
                    <a:pt x="243459" y="2006600"/>
                  </a:lnTo>
                  <a:lnTo>
                    <a:pt x="3403" y="2006600"/>
                  </a:lnTo>
                  <a:lnTo>
                    <a:pt x="0" y="2010130"/>
                  </a:lnTo>
                  <a:lnTo>
                    <a:pt x="2171" y="2061464"/>
                  </a:lnTo>
                  <a:lnTo>
                    <a:pt x="4914" y="2108022"/>
                  </a:lnTo>
                  <a:lnTo>
                    <a:pt x="8521" y="2154567"/>
                  </a:lnTo>
                  <a:lnTo>
                    <a:pt x="13119" y="2201583"/>
                  </a:lnTo>
                  <a:lnTo>
                    <a:pt x="18846" y="2249614"/>
                  </a:lnTo>
                  <a:lnTo>
                    <a:pt x="25869" y="2299144"/>
                  </a:lnTo>
                  <a:lnTo>
                    <a:pt x="34328" y="2350706"/>
                  </a:lnTo>
                  <a:lnTo>
                    <a:pt x="216763" y="2350706"/>
                  </a:lnTo>
                  <a:lnTo>
                    <a:pt x="225196" y="2299309"/>
                  </a:lnTo>
                  <a:lnTo>
                    <a:pt x="232206" y="2249881"/>
                  </a:lnTo>
                  <a:lnTo>
                    <a:pt x="237947" y="2201926"/>
                  </a:lnTo>
                  <a:lnTo>
                    <a:pt x="242544" y="2154910"/>
                  </a:lnTo>
                  <a:lnTo>
                    <a:pt x="246151" y="2108327"/>
                  </a:lnTo>
                  <a:lnTo>
                    <a:pt x="248907" y="2061641"/>
                  </a:lnTo>
                  <a:lnTo>
                    <a:pt x="251091" y="2010130"/>
                  </a:lnTo>
                  <a:close/>
                </a:path>
                <a:path w="3375659" h="2350770">
                  <a:moveTo>
                    <a:pt x="3375050" y="434746"/>
                  </a:moveTo>
                  <a:lnTo>
                    <a:pt x="3372281" y="389369"/>
                  </a:lnTo>
                  <a:lnTo>
                    <a:pt x="3362731" y="344805"/>
                  </a:lnTo>
                  <a:lnTo>
                    <a:pt x="3346462" y="301879"/>
                  </a:lnTo>
                  <a:lnTo>
                    <a:pt x="3323501" y="261404"/>
                  </a:lnTo>
                  <a:lnTo>
                    <a:pt x="3293935" y="224180"/>
                  </a:lnTo>
                  <a:lnTo>
                    <a:pt x="3174530" y="95897"/>
                  </a:lnTo>
                  <a:lnTo>
                    <a:pt x="3139795" y="63944"/>
                  </a:lnTo>
                  <a:lnTo>
                    <a:pt x="3101378" y="38265"/>
                  </a:lnTo>
                  <a:lnTo>
                    <a:pt x="3060052" y="18973"/>
                  </a:lnTo>
                  <a:lnTo>
                    <a:pt x="3016631" y="6184"/>
                  </a:lnTo>
                  <a:lnTo>
                    <a:pt x="2971889" y="0"/>
                  </a:lnTo>
                  <a:lnTo>
                    <a:pt x="2926626" y="533"/>
                  </a:lnTo>
                  <a:lnTo>
                    <a:pt x="2881617" y="7886"/>
                  </a:lnTo>
                  <a:lnTo>
                    <a:pt x="2837675" y="22174"/>
                  </a:lnTo>
                  <a:lnTo>
                    <a:pt x="2795562" y="43510"/>
                  </a:lnTo>
                  <a:lnTo>
                    <a:pt x="2793123" y="44996"/>
                  </a:lnTo>
                  <a:lnTo>
                    <a:pt x="3317379" y="608241"/>
                  </a:lnTo>
                  <a:lnTo>
                    <a:pt x="3342208" y="567702"/>
                  </a:lnTo>
                  <a:lnTo>
                    <a:pt x="3360064" y="524725"/>
                  </a:lnTo>
                  <a:lnTo>
                    <a:pt x="3370986" y="480148"/>
                  </a:lnTo>
                  <a:lnTo>
                    <a:pt x="3375050" y="434746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8114563" y="6667988"/>
              <a:ext cx="183515" cy="27940"/>
            </a:xfrm>
            <a:custGeom>
              <a:avLst/>
              <a:gdLst/>
              <a:ahLst/>
              <a:cxnLst/>
              <a:rect l="l" t="t" r="r" b="b"/>
              <a:pathLst>
                <a:path w="183515" h="27940">
                  <a:moveTo>
                    <a:pt x="183235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2019" y="22860"/>
                  </a:lnTo>
                  <a:lnTo>
                    <a:pt x="2019" y="27940"/>
                  </a:lnTo>
                  <a:lnTo>
                    <a:pt x="181216" y="27940"/>
                  </a:lnTo>
                  <a:lnTo>
                    <a:pt x="181216" y="22860"/>
                  </a:lnTo>
                  <a:lnTo>
                    <a:pt x="183235" y="22860"/>
                  </a:lnTo>
                  <a:lnTo>
                    <a:pt x="183235" y="0"/>
                  </a:lnTo>
                  <a:close/>
                </a:path>
              </a:pathLst>
            </a:custGeom>
            <a:solidFill>
              <a:srgbClr val="EDF2F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09146" y="6434082"/>
              <a:ext cx="194884" cy="211417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11028446" y="8406906"/>
              <a:ext cx="422909" cy="410209"/>
            </a:xfrm>
            <a:custGeom>
              <a:avLst/>
              <a:gdLst/>
              <a:ahLst/>
              <a:cxnLst/>
              <a:rect l="l" t="t" r="r" b="b"/>
              <a:pathLst>
                <a:path w="422909" h="410209">
                  <a:moveTo>
                    <a:pt x="387768" y="0"/>
                  </a:moveTo>
                  <a:lnTo>
                    <a:pt x="0" y="380543"/>
                  </a:lnTo>
                  <a:lnTo>
                    <a:pt x="30752" y="409715"/>
                  </a:lnTo>
                  <a:lnTo>
                    <a:pt x="422782" y="36135"/>
                  </a:lnTo>
                  <a:lnTo>
                    <a:pt x="387768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965452" y="8734288"/>
              <a:ext cx="147592" cy="147834"/>
            </a:xfrm>
            <a:prstGeom prst="rect">
              <a:avLst/>
            </a:prstGeom>
          </p:spPr>
        </p:pic>
        <p:sp>
          <p:nvSpPr>
            <p:cNvPr id="115" name="object 115" descr=""/>
            <p:cNvSpPr/>
            <p:nvPr/>
          </p:nvSpPr>
          <p:spPr>
            <a:xfrm>
              <a:off x="10861938" y="9775168"/>
              <a:ext cx="1450340" cy="200660"/>
            </a:xfrm>
            <a:custGeom>
              <a:avLst/>
              <a:gdLst/>
              <a:ahLst/>
              <a:cxnLst/>
              <a:rect l="l" t="t" r="r" b="b"/>
              <a:pathLst>
                <a:path w="1450340" h="200659">
                  <a:moveTo>
                    <a:pt x="1341770" y="0"/>
                  </a:moveTo>
                  <a:lnTo>
                    <a:pt x="108174" y="0"/>
                  </a:lnTo>
                  <a:lnTo>
                    <a:pt x="66088" y="8529"/>
                  </a:lnTo>
                  <a:lnTo>
                    <a:pt x="31717" y="31712"/>
                  </a:lnTo>
                  <a:lnTo>
                    <a:pt x="8531" y="66079"/>
                  </a:lnTo>
                  <a:lnTo>
                    <a:pt x="0" y="108164"/>
                  </a:lnTo>
                  <a:lnTo>
                    <a:pt x="0" y="185313"/>
                  </a:lnTo>
                  <a:lnTo>
                    <a:pt x="0" y="193449"/>
                  </a:lnTo>
                  <a:lnTo>
                    <a:pt x="6596" y="200046"/>
                  </a:lnTo>
                  <a:lnTo>
                    <a:pt x="1443348" y="200046"/>
                  </a:lnTo>
                  <a:lnTo>
                    <a:pt x="1449945" y="193449"/>
                  </a:lnTo>
                  <a:lnTo>
                    <a:pt x="1449945" y="108164"/>
                  </a:lnTo>
                  <a:lnTo>
                    <a:pt x="1441414" y="66079"/>
                  </a:lnTo>
                  <a:lnTo>
                    <a:pt x="1418227" y="31712"/>
                  </a:lnTo>
                  <a:lnTo>
                    <a:pt x="1383856" y="8529"/>
                  </a:lnTo>
                  <a:lnTo>
                    <a:pt x="1341770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1509021" y="8694573"/>
              <a:ext cx="167640" cy="1080770"/>
            </a:xfrm>
            <a:custGeom>
              <a:avLst/>
              <a:gdLst/>
              <a:ahLst/>
              <a:cxnLst/>
              <a:rect l="l" t="t" r="r" b="b"/>
              <a:pathLst>
                <a:path w="167640" h="1080770">
                  <a:moveTo>
                    <a:pt x="161429" y="0"/>
                  </a:moveTo>
                  <a:lnTo>
                    <a:pt x="5591" y="0"/>
                  </a:lnTo>
                  <a:lnTo>
                    <a:pt x="0" y="7371"/>
                  </a:lnTo>
                  <a:lnTo>
                    <a:pt x="0" y="1080595"/>
                  </a:lnTo>
                  <a:lnTo>
                    <a:pt x="167021" y="1080595"/>
                  </a:lnTo>
                  <a:lnTo>
                    <a:pt x="167021" y="7371"/>
                  </a:lnTo>
                  <a:lnTo>
                    <a:pt x="16142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1441682" y="8459810"/>
              <a:ext cx="290830" cy="451484"/>
            </a:xfrm>
            <a:custGeom>
              <a:avLst/>
              <a:gdLst/>
              <a:ahLst/>
              <a:cxnLst/>
              <a:rect l="l" t="t" r="r" b="b"/>
              <a:pathLst>
                <a:path w="290829" h="451484">
                  <a:moveTo>
                    <a:pt x="284242" y="0"/>
                  </a:moveTo>
                  <a:lnTo>
                    <a:pt x="6209" y="0"/>
                  </a:lnTo>
                  <a:lnTo>
                    <a:pt x="0" y="5507"/>
                  </a:lnTo>
                  <a:lnTo>
                    <a:pt x="0" y="423610"/>
                  </a:lnTo>
                  <a:lnTo>
                    <a:pt x="2476" y="434429"/>
                  </a:lnTo>
                  <a:lnTo>
                    <a:pt x="9203" y="443267"/>
                  </a:lnTo>
                  <a:lnTo>
                    <a:pt x="19174" y="449229"/>
                  </a:lnTo>
                  <a:lnTo>
                    <a:pt x="31381" y="451420"/>
                  </a:lnTo>
                  <a:lnTo>
                    <a:pt x="259081" y="451420"/>
                  </a:lnTo>
                  <a:lnTo>
                    <a:pt x="271287" y="449229"/>
                  </a:lnTo>
                  <a:lnTo>
                    <a:pt x="281257" y="443267"/>
                  </a:lnTo>
                  <a:lnTo>
                    <a:pt x="287981" y="434429"/>
                  </a:lnTo>
                  <a:lnTo>
                    <a:pt x="290451" y="423610"/>
                  </a:lnTo>
                  <a:lnTo>
                    <a:pt x="290451" y="5507"/>
                  </a:lnTo>
                  <a:lnTo>
                    <a:pt x="284242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0783511" y="8151852"/>
              <a:ext cx="1618615" cy="332105"/>
            </a:xfrm>
            <a:custGeom>
              <a:avLst/>
              <a:gdLst/>
              <a:ahLst/>
              <a:cxnLst/>
              <a:rect l="l" t="t" r="r" b="b"/>
              <a:pathLst>
                <a:path w="1618615" h="332104">
                  <a:moveTo>
                    <a:pt x="1452123" y="0"/>
                  </a:moveTo>
                  <a:lnTo>
                    <a:pt x="165921" y="0"/>
                  </a:lnTo>
                  <a:lnTo>
                    <a:pt x="121814" y="5926"/>
                  </a:lnTo>
                  <a:lnTo>
                    <a:pt x="82180" y="22652"/>
                  </a:lnTo>
                  <a:lnTo>
                    <a:pt x="48599" y="48595"/>
                  </a:lnTo>
                  <a:lnTo>
                    <a:pt x="22654" y="82175"/>
                  </a:lnTo>
                  <a:lnTo>
                    <a:pt x="5927" y="121811"/>
                  </a:lnTo>
                  <a:lnTo>
                    <a:pt x="0" y="165921"/>
                  </a:lnTo>
                  <a:lnTo>
                    <a:pt x="5927" y="210031"/>
                  </a:lnTo>
                  <a:lnTo>
                    <a:pt x="22654" y="249667"/>
                  </a:lnTo>
                  <a:lnTo>
                    <a:pt x="48599" y="283247"/>
                  </a:lnTo>
                  <a:lnTo>
                    <a:pt x="82180" y="309191"/>
                  </a:lnTo>
                  <a:lnTo>
                    <a:pt x="121814" y="325916"/>
                  </a:lnTo>
                  <a:lnTo>
                    <a:pt x="165921" y="331843"/>
                  </a:lnTo>
                  <a:lnTo>
                    <a:pt x="1452123" y="331843"/>
                  </a:lnTo>
                  <a:lnTo>
                    <a:pt x="1496230" y="325916"/>
                  </a:lnTo>
                  <a:lnTo>
                    <a:pt x="1535864" y="309191"/>
                  </a:lnTo>
                  <a:lnTo>
                    <a:pt x="1569445" y="283247"/>
                  </a:lnTo>
                  <a:lnTo>
                    <a:pt x="1595390" y="249667"/>
                  </a:lnTo>
                  <a:lnTo>
                    <a:pt x="1612117" y="210031"/>
                  </a:lnTo>
                  <a:lnTo>
                    <a:pt x="1618044" y="165921"/>
                  </a:lnTo>
                  <a:lnTo>
                    <a:pt x="1612117" y="121811"/>
                  </a:lnTo>
                  <a:lnTo>
                    <a:pt x="1595390" y="82175"/>
                  </a:lnTo>
                  <a:lnTo>
                    <a:pt x="1569445" y="48595"/>
                  </a:lnTo>
                  <a:lnTo>
                    <a:pt x="1535864" y="22652"/>
                  </a:lnTo>
                  <a:lnTo>
                    <a:pt x="1496230" y="5926"/>
                  </a:lnTo>
                  <a:lnTo>
                    <a:pt x="145212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2045652" y="9862007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174444" y="0"/>
                  </a:moveTo>
                  <a:lnTo>
                    <a:pt x="128070" y="6235"/>
                  </a:lnTo>
                  <a:lnTo>
                    <a:pt x="86399" y="23824"/>
                  </a:lnTo>
                  <a:lnTo>
                    <a:pt x="51093" y="51103"/>
                  </a:lnTo>
                  <a:lnTo>
                    <a:pt x="23816" y="86409"/>
                  </a:lnTo>
                  <a:lnTo>
                    <a:pt x="6231" y="128081"/>
                  </a:lnTo>
                  <a:lnTo>
                    <a:pt x="0" y="174455"/>
                  </a:lnTo>
                  <a:lnTo>
                    <a:pt x="6271" y="220812"/>
                  </a:lnTo>
                  <a:lnTo>
                    <a:pt x="23875" y="262469"/>
                  </a:lnTo>
                  <a:lnTo>
                    <a:pt x="51155" y="297765"/>
                  </a:lnTo>
                  <a:lnTo>
                    <a:pt x="86452" y="325045"/>
                  </a:lnTo>
                  <a:lnTo>
                    <a:pt x="128108" y="342649"/>
                  </a:lnTo>
                  <a:lnTo>
                    <a:pt x="174465" y="348921"/>
                  </a:lnTo>
                  <a:lnTo>
                    <a:pt x="220840" y="342685"/>
                  </a:lnTo>
                  <a:lnTo>
                    <a:pt x="262513" y="325096"/>
                  </a:lnTo>
                  <a:lnTo>
                    <a:pt x="297820" y="297816"/>
                  </a:lnTo>
                  <a:lnTo>
                    <a:pt x="325098" y="262508"/>
                  </a:lnTo>
                  <a:lnTo>
                    <a:pt x="342683" y="220834"/>
                  </a:lnTo>
                  <a:lnTo>
                    <a:pt x="348910" y="174455"/>
                  </a:lnTo>
                  <a:lnTo>
                    <a:pt x="342678" y="128076"/>
                  </a:lnTo>
                  <a:lnTo>
                    <a:pt x="325090" y="86402"/>
                  </a:lnTo>
                  <a:lnTo>
                    <a:pt x="297810" y="51095"/>
                  </a:lnTo>
                  <a:lnTo>
                    <a:pt x="262500" y="23817"/>
                  </a:lnTo>
                  <a:lnTo>
                    <a:pt x="220824" y="6231"/>
                  </a:lnTo>
                  <a:lnTo>
                    <a:pt x="174444" y="0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129385" y="9945753"/>
              <a:ext cx="181439" cy="181439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10779255" y="9862007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174465" y="0"/>
                  </a:moveTo>
                  <a:lnTo>
                    <a:pt x="128086" y="6231"/>
                  </a:lnTo>
                  <a:lnTo>
                    <a:pt x="86410" y="23817"/>
                  </a:lnTo>
                  <a:lnTo>
                    <a:pt x="51100" y="51095"/>
                  </a:lnTo>
                  <a:lnTo>
                    <a:pt x="23820" y="86402"/>
                  </a:lnTo>
                  <a:lnTo>
                    <a:pt x="6232" y="128076"/>
                  </a:lnTo>
                  <a:lnTo>
                    <a:pt x="0" y="174455"/>
                  </a:lnTo>
                  <a:lnTo>
                    <a:pt x="6274" y="220808"/>
                  </a:lnTo>
                  <a:lnTo>
                    <a:pt x="23877" y="262462"/>
                  </a:lnTo>
                  <a:lnTo>
                    <a:pt x="51152" y="297757"/>
                  </a:lnTo>
                  <a:lnTo>
                    <a:pt x="86443" y="325038"/>
                  </a:lnTo>
                  <a:lnTo>
                    <a:pt x="128093" y="342645"/>
                  </a:lnTo>
                  <a:lnTo>
                    <a:pt x="174444" y="348921"/>
                  </a:lnTo>
                  <a:lnTo>
                    <a:pt x="220824" y="342689"/>
                  </a:lnTo>
                  <a:lnTo>
                    <a:pt x="262500" y="325103"/>
                  </a:lnTo>
                  <a:lnTo>
                    <a:pt x="297810" y="297826"/>
                  </a:lnTo>
                  <a:lnTo>
                    <a:pt x="325090" y="262518"/>
                  </a:lnTo>
                  <a:lnTo>
                    <a:pt x="342678" y="220844"/>
                  </a:lnTo>
                  <a:lnTo>
                    <a:pt x="348910" y="174465"/>
                  </a:lnTo>
                  <a:lnTo>
                    <a:pt x="342683" y="128090"/>
                  </a:lnTo>
                  <a:lnTo>
                    <a:pt x="325100" y="86417"/>
                  </a:lnTo>
                  <a:lnTo>
                    <a:pt x="297824" y="51108"/>
                  </a:lnTo>
                  <a:lnTo>
                    <a:pt x="262518" y="23827"/>
                  </a:lnTo>
                  <a:lnTo>
                    <a:pt x="220844" y="6236"/>
                  </a:lnTo>
                  <a:lnTo>
                    <a:pt x="174465" y="0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862992" y="9945753"/>
              <a:ext cx="181439" cy="181439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11492309" y="9862008"/>
              <a:ext cx="189230" cy="349250"/>
            </a:xfrm>
            <a:custGeom>
              <a:avLst/>
              <a:gdLst/>
              <a:ahLst/>
              <a:cxnLst/>
              <a:rect l="l" t="t" r="r" b="b"/>
              <a:pathLst>
                <a:path w="189229" h="349250">
                  <a:moveTo>
                    <a:pt x="130278" y="0"/>
                  </a:moveTo>
                  <a:lnTo>
                    <a:pt x="58930" y="0"/>
                  </a:lnTo>
                  <a:lnTo>
                    <a:pt x="36001" y="4652"/>
                  </a:lnTo>
                  <a:lnTo>
                    <a:pt x="17276" y="17284"/>
                  </a:lnTo>
                  <a:lnTo>
                    <a:pt x="4646" y="36007"/>
                  </a:lnTo>
                  <a:lnTo>
                    <a:pt x="0" y="58930"/>
                  </a:lnTo>
                  <a:lnTo>
                    <a:pt x="0" y="289991"/>
                  </a:lnTo>
                  <a:lnTo>
                    <a:pt x="4646" y="312917"/>
                  </a:lnTo>
                  <a:lnTo>
                    <a:pt x="17276" y="331640"/>
                  </a:lnTo>
                  <a:lnTo>
                    <a:pt x="36001" y="344270"/>
                  </a:lnTo>
                  <a:lnTo>
                    <a:pt x="58930" y="348921"/>
                  </a:lnTo>
                  <a:lnTo>
                    <a:pt x="130278" y="348921"/>
                  </a:lnTo>
                  <a:lnTo>
                    <a:pt x="153200" y="344270"/>
                  </a:lnTo>
                  <a:lnTo>
                    <a:pt x="171922" y="331640"/>
                  </a:lnTo>
                  <a:lnTo>
                    <a:pt x="184552" y="312917"/>
                  </a:lnTo>
                  <a:lnTo>
                    <a:pt x="189198" y="289991"/>
                  </a:lnTo>
                  <a:lnTo>
                    <a:pt x="189198" y="58930"/>
                  </a:lnTo>
                  <a:lnTo>
                    <a:pt x="184552" y="36007"/>
                  </a:lnTo>
                  <a:lnTo>
                    <a:pt x="171922" y="17284"/>
                  </a:lnTo>
                  <a:lnTo>
                    <a:pt x="153200" y="4652"/>
                  </a:lnTo>
                  <a:lnTo>
                    <a:pt x="130278" y="0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4" name="object 124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20104100" cy="11283315"/>
            <a:chOff x="0" y="0"/>
            <a:chExt cx="20104100" cy="11283315"/>
          </a:xfrm>
        </p:grpSpPr>
        <p:sp>
          <p:nvSpPr>
            <p:cNvPr id="3" name="object 3" descr=""/>
            <p:cNvSpPr/>
            <p:nvPr/>
          </p:nvSpPr>
          <p:spPr>
            <a:xfrm>
              <a:off x="35286" y="8445397"/>
              <a:ext cx="20069175" cy="2837815"/>
            </a:xfrm>
            <a:custGeom>
              <a:avLst/>
              <a:gdLst/>
              <a:ahLst/>
              <a:cxnLst/>
              <a:rect l="l" t="t" r="r" b="b"/>
              <a:pathLst>
                <a:path w="20069175" h="2837815">
                  <a:moveTo>
                    <a:pt x="20068813" y="0"/>
                  </a:moveTo>
                  <a:lnTo>
                    <a:pt x="0" y="0"/>
                  </a:lnTo>
                  <a:lnTo>
                    <a:pt x="0" y="2837578"/>
                  </a:lnTo>
                  <a:lnTo>
                    <a:pt x="20068813" y="2837578"/>
                  </a:lnTo>
                  <a:lnTo>
                    <a:pt x="20068813" y="0"/>
                  </a:lnTo>
                  <a:close/>
                </a:path>
              </a:pathLst>
            </a:custGeom>
            <a:solidFill>
              <a:srgbClr val="E7F0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5282" y="8445396"/>
              <a:ext cx="20069175" cy="2837815"/>
            </a:xfrm>
            <a:custGeom>
              <a:avLst/>
              <a:gdLst/>
              <a:ahLst/>
              <a:cxnLst/>
              <a:rect l="l" t="t" r="r" b="b"/>
              <a:pathLst>
                <a:path w="20069175" h="2837815">
                  <a:moveTo>
                    <a:pt x="2693131" y="2296766"/>
                  </a:moveTo>
                  <a:lnTo>
                    <a:pt x="2679352" y="2296766"/>
                  </a:lnTo>
                  <a:lnTo>
                    <a:pt x="2439151" y="2837584"/>
                  </a:lnTo>
                  <a:lnTo>
                    <a:pt x="2452920" y="2837584"/>
                  </a:lnTo>
                  <a:lnTo>
                    <a:pt x="2693131" y="2296766"/>
                  </a:lnTo>
                  <a:close/>
                </a:path>
                <a:path w="20069175" h="2837815">
                  <a:moveTo>
                    <a:pt x="5895892" y="2296766"/>
                  </a:moveTo>
                  <a:lnTo>
                    <a:pt x="5882291" y="2296766"/>
                  </a:lnTo>
                  <a:lnTo>
                    <a:pt x="5651137" y="2837584"/>
                  </a:lnTo>
                  <a:lnTo>
                    <a:pt x="5664739" y="2837584"/>
                  </a:lnTo>
                  <a:lnTo>
                    <a:pt x="5895892" y="2296766"/>
                  </a:lnTo>
                  <a:close/>
                </a:path>
                <a:path w="20069175" h="2837815">
                  <a:moveTo>
                    <a:pt x="12430563" y="2296766"/>
                  </a:moveTo>
                  <a:lnTo>
                    <a:pt x="12416783" y="2296766"/>
                  </a:lnTo>
                  <a:lnTo>
                    <a:pt x="12176572" y="2837584"/>
                  </a:lnTo>
                  <a:lnTo>
                    <a:pt x="12190352" y="2837584"/>
                  </a:lnTo>
                  <a:lnTo>
                    <a:pt x="12430563" y="2296766"/>
                  </a:lnTo>
                  <a:close/>
                </a:path>
                <a:path w="20069175" h="2837815">
                  <a:moveTo>
                    <a:pt x="15633324" y="2296766"/>
                  </a:moveTo>
                  <a:lnTo>
                    <a:pt x="15619722" y="2296766"/>
                  </a:lnTo>
                  <a:lnTo>
                    <a:pt x="15388568" y="2837584"/>
                  </a:lnTo>
                  <a:lnTo>
                    <a:pt x="15402170" y="2837584"/>
                  </a:lnTo>
                  <a:lnTo>
                    <a:pt x="15633324" y="2296766"/>
                  </a:lnTo>
                  <a:close/>
                </a:path>
                <a:path w="20069175" h="2837815">
                  <a:moveTo>
                    <a:pt x="20068817" y="2278453"/>
                  </a:moveTo>
                  <a:lnTo>
                    <a:pt x="0" y="2278453"/>
                  </a:lnTo>
                  <a:lnTo>
                    <a:pt x="0" y="2296766"/>
                  </a:lnTo>
                  <a:lnTo>
                    <a:pt x="20068817" y="2296766"/>
                  </a:lnTo>
                  <a:lnTo>
                    <a:pt x="20068817" y="2278453"/>
                  </a:lnTo>
                  <a:close/>
                </a:path>
                <a:path w="20069175" h="2837815">
                  <a:moveTo>
                    <a:pt x="5890720" y="2277060"/>
                  </a:moveTo>
                  <a:lnTo>
                    <a:pt x="5890113" y="2278453"/>
                  </a:lnTo>
                  <a:lnTo>
                    <a:pt x="5891924" y="2278453"/>
                  </a:lnTo>
                  <a:lnTo>
                    <a:pt x="5890720" y="2277060"/>
                  </a:lnTo>
                  <a:close/>
                </a:path>
                <a:path w="20069175" h="2837815">
                  <a:moveTo>
                    <a:pt x="9576346" y="1727150"/>
                  </a:moveTo>
                  <a:lnTo>
                    <a:pt x="9562744" y="1727150"/>
                  </a:lnTo>
                  <a:lnTo>
                    <a:pt x="9327107" y="2278453"/>
                  </a:lnTo>
                  <a:lnTo>
                    <a:pt x="9340709" y="2278453"/>
                  </a:lnTo>
                  <a:lnTo>
                    <a:pt x="9576346" y="1727150"/>
                  </a:lnTo>
                  <a:close/>
                </a:path>
                <a:path w="20069175" h="2837815">
                  <a:moveTo>
                    <a:pt x="15628141" y="2277060"/>
                  </a:moveTo>
                  <a:lnTo>
                    <a:pt x="15627544" y="2278453"/>
                  </a:lnTo>
                  <a:lnTo>
                    <a:pt x="15629355" y="2278453"/>
                  </a:lnTo>
                  <a:lnTo>
                    <a:pt x="15628141" y="2277060"/>
                  </a:lnTo>
                  <a:close/>
                </a:path>
                <a:path w="20069175" h="2837815">
                  <a:moveTo>
                    <a:pt x="19313777" y="1727150"/>
                  </a:moveTo>
                  <a:lnTo>
                    <a:pt x="19300175" y="1727150"/>
                  </a:lnTo>
                  <a:lnTo>
                    <a:pt x="19064539" y="2278453"/>
                  </a:lnTo>
                  <a:lnTo>
                    <a:pt x="19078140" y="2278453"/>
                  </a:lnTo>
                  <a:lnTo>
                    <a:pt x="19313777" y="1727150"/>
                  </a:lnTo>
                  <a:close/>
                </a:path>
                <a:path w="20069175" h="2837815">
                  <a:moveTo>
                    <a:pt x="20068817" y="1708847"/>
                  </a:moveTo>
                  <a:lnTo>
                    <a:pt x="0" y="1708847"/>
                  </a:lnTo>
                  <a:lnTo>
                    <a:pt x="0" y="1727150"/>
                  </a:lnTo>
                  <a:lnTo>
                    <a:pt x="20068817" y="1727150"/>
                  </a:lnTo>
                  <a:lnTo>
                    <a:pt x="20068817" y="1708847"/>
                  </a:lnTo>
                  <a:close/>
                </a:path>
                <a:path w="20069175" h="2837815">
                  <a:moveTo>
                    <a:pt x="6734401" y="1157534"/>
                  </a:moveTo>
                  <a:lnTo>
                    <a:pt x="6720621" y="1157534"/>
                  </a:lnTo>
                  <a:lnTo>
                    <a:pt x="6475749" y="1708847"/>
                  </a:lnTo>
                  <a:lnTo>
                    <a:pt x="6489529" y="1708847"/>
                  </a:lnTo>
                  <a:lnTo>
                    <a:pt x="6734401" y="1157534"/>
                  </a:lnTo>
                  <a:close/>
                </a:path>
                <a:path w="20069175" h="2837815">
                  <a:moveTo>
                    <a:pt x="16471822" y="1157534"/>
                  </a:moveTo>
                  <a:lnTo>
                    <a:pt x="16458053" y="1157534"/>
                  </a:lnTo>
                  <a:lnTo>
                    <a:pt x="16213180" y="1708847"/>
                  </a:lnTo>
                  <a:lnTo>
                    <a:pt x="16226960" y="1708847"/>
                  </a:lnTo>
                  <a:lnTo>
                    <a:pt x="16471822" y="1157534"/>
                  </a:lnTo>
                  <a:close/>
                </a:path>
                <a:path w="20069175" h="2837815">
                  <a:moveTo>
                    <a:pt x="20068817" y="1139231"/>
                  </a:moveTo>
                  <a:lnTo>
                    <a:pt x="0" y="1139231"/>
                  </a:lnTo>
                  <a:lnTo>
                    <a:pt x="0" y="1157534"/>
                  </a:lnTo>
                  <a:lnTo>
                    <a:pt x="20068817" y="1157534"/>
                  </a:lnTo>
                  <a:lnTo>
                    <a:pt x="20068817" y="1139231"/>
                  </a:lnTo>
                  <a:close/>
                </a:path>
                <a:path w="20069175" h="2837815">
                  <a:moveTo>
                    <a:pt x="4388148" y="587918"/>
                  </a:moveTo>
                  <a:lnTo>
                    <a:pt x="4374368" y="587918"/>
                  </a:lnTo>
                  <a:lnTo>
                    <a:pt x="4129496" y="1139231"/>
                  </a:lnTo>
                  <a:lnTo>
                    <a:pt x="4143276" y="1139231"/>
                  </a:lnTo>
                  <a:lnTo>
                    <a:pt x="4388148" y="587918"/>
                  </a:lnTo>
                  <a:close/>
                </a:path>
                <a:path w="20069175" h="2837815">
                  <a:moveTo>
                    <a:pt x="6728946" y="1138791"/>
                  </a:moveTo>
                  <a:lnTo>
                    <a:pt x="6728747" y="1139231"/>
                  </a:lnTo>
                  <a:lnTo>
                    <a:pt x="6729312" y="1139231"/>
                  </a:lnTo>
                  <a:lnTo>
                    <a:pt x="6728946" y="1138791"/>
                  </a:lnTo>
                  <a:close/>
                </a:path>
                <a:path w="20069175" h="2837815">
                  <a:moveTo>
                    <a:pt x="14125569" y="587918"/>
                  </a:moveTo>
                  <a:lnTo>
                    <a:pt x="14111799" y="587918"/>
                  </a:lnTo>
                  <a:lnTo>
                    <a:pt x="13866927" y="1139231"/>
                  </a:lnTo>
                  <a:lnTo>
                    <a:pt x="13880707" y="1139231"/>
                  </a:lnTo>
                  <a:lnTo>
                    <a:pt x="14125569" y="587918"/>
                  </a:lnTo>
                  <a:close/>
                </a:path>
                <a:path w="20069175" h="2837815">
                  <a:moveTo>
                    <a:pt x="16466377" y="1138791"/>
                  </a:moveTo>
                  <a:lnTo>
                    <a:pt x="16466178" y="1139231"/>
                  </a:lnTo>
                  <a:lnTo>
                    <a:pt x="16466743" y="1139231"/>
                  </a:lnTo>
                  <a:lnTo>
                    <a:pt x="16466377" y="1138791"/>
                  </a:lnTo>
                  <a:close/>
                </a:path>
                <a:path w="20069175" h="2837815">
                  <a:moveTo>
                    <a:pt x="20068817" y="569615"/>
                  </a:moveTo>
                  <a:lnTo>
                    <a:pt x="0" y="569615"/>
                  </a:lnTo>
                  <a:lnTo>
                    <a:pt x="0" y="587918"/>
                  </a:lnTo>
                  <a:lnTo>
                    <a:pt x="20068817" y="587918"/>
                  </a:lnTo>
                  <a:lnTo>
                    <a:pt x="20068817" y="569615"/>
                  </a:lnTo>
                  <a:close/>
                </a:path>
                <a:path w="20069175" h="2837815">
                  <a:moveTo>
                    <a:pt x="957237" y="18302"/>
                  </a:moveTo>
                  <a:lnTo>
                    <a:pt x="943457" y="18302"/>
                  </a:lnTo>
                  <a:lnTo>
                    <a:pt x="698595" y="569615"/>
                  </a:lnTo>
                  <a:lnTo>
                    <a:pt x="712364" y="569615"/>
                  </a:lnTo>
                  <a:lnTo>
                    <a:pt x="957237" y="18302"/>
                  </a:lnTo>
                  <a:close/>
                </a:path>
                <a:path w="20069175" h="2837815">
                  <a:moveTo>
                    <a:pt x="9447680" y="18302"/>
                  </a:moveTo>
                  <a:lnTo>
                    <a:pt x="9433910" y="18302"/>
                  </a:lnTo>
                  <a:lnTo>
                    <a:pt x="9189038" y="569615"/>
                  </a:lnTo>
                  <a:lnTo>
                    <a:pt x="9202818" y="569615"/>
                  </a:lnTo>
                  <a:lnTo>
                    <a:pt x="9447680" y="18302"/>
                  </a:lnTo>
                  <a:close/>
                </a:path>
                <a:path w="20069175" h="2837815">
                  <a:moveTo>
                    <a:pt x="10694668" y="18302"/>
                  </a:moveTo>
                  <a:lnTo>
                    <a:pt x="10680888" y="18302"/>
                  </a:lnTo>
                  <a:lnTo>
                    <a:pt x="10436016" y="569615"/>
                  </a:lnTo>
                  <a:lnTo>
                    <a:pt x="10449796" y="569615"/>
                  </a:lnTo>
                  <a:lnTo>
                    <a:pt x="10694668" y="18302"/>
                  </a:lnTo>
                  <a:close/>
                </a:path>
                <a:path w="20069175" h="2837815">
                  <a:moveTo>
                    <a:pt x="19185111" y="18302"/>
                  </a:moveTo>
                  <a:lnTo>
                    <a:pt x="19171342" y="18302"/>
                  </a:lnTo>
                  <a:lnTo>
                    <a:pt x="18926470" y="569615"/>
                  </a:lnTo>
                  <a:lnTo>
                    <a:pt x="18940249" y="569615"/>
                  </a:lnTo>
                  <a:lnTo>
                    <a:pt x="19185111" y="18302"/>
                  </a:lnTo>
                  <a:close/>
                </a:path>
                <a:path w="20069175" h="2837815">
                  <a:moveTo>
                    <a:pt x="20068817" y="0"/>
                  </a:moveTo>
                  <a:lnTo>
                    <a:pt x="0" y="0"/>
                  </a:lnTo>
                  <a:lnTo>
                    <a:pt x="0" y="18302"/>
                  </a:lnTo>
                  <a:lnTo>
                    <a:pt x="20068817" y="18302"/>
                  </a:lnTo>
                  <a:lnTo>
                    <a:pt x="20068817" y="0"/>
                  </a:lnTo>
                  <a:close/>
                </a:path>
              </a:pathLst>
            </a:custGeom>
            <a:solidFill>
              <a:srgbClr val="E7F0D5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20104100" cy="8445500"/>
            </a:xfrm>
            <a:custGeom>
              <a:avLst/>
              <a:gdLst/>
              <a:ahLst/>
              <a:cxnLst/>
              <a:rect l="l" t="t" r="r" b="b"/>
              <a:pathLst>
                <a:path w="20104100" h="8445500">
                  <a:moveTo>
                    <a:pt x="20104099" y="0"/>
                  </a:moveTo>
                  <a:lnTo>
                    <a:pt x="0" y="0"/>
                  </a:lnTo>
                  <a:lnTo>
                    <a:pt x="0" y="8445313"/>
                  </a:lnTo>
                  <a:lnTo>
                    <a:pt x="20104099" y="844531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5370" y="1862152"/>
              <a:ext cx="3735070" cy="6583680"/>
            </a:xfrm>
            <a:custGeom>
              <a:avLst/>
              <a:gdLst/>
              <a:ahLst/>
              <a:cxnLst/>
              <a:rect l="l" t="t" r="r" b="b"/>
              <a:pathLst>
                <a:path w="3735070" h="6583680">
                  <a:moveTo>
                    <a:pt x="3734577" y="0"/>
                  </a:moveTo>
                  <a:lnTo>
                    <a:pt x="0" y="0"/>
                  </a:lnTo>
                  <a:lnTo>
                    <a:pt x="0" y="6583244"/>
                  </a:lnTo>
                  <a:lnTo>
                    <a:pt x="3734577" y="6583244"/>
                  </a:lnTo>
                  <a:lnTo>
                    <a:pt x="37345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5280" y="1968442"/>
              <a:ext cx="3630295" cy="6383020"/>
            </a:xfrm>
            <a:custGeom>
              <a:avLst/>
              <a:gdLst/>
              <a:ahLst/>
              <a:cxnLst/>
              <a:rect l="l" t="t" r="r" b="b"/>
              <a:pathLst>
                <a:path w="3630295" h="6383020">
                  <a:moveTo>
                    <a:pt x="1020953" y="0"/>
                  </a:moveTo>
                  <a:lnTo>
                    <a:pt x="0" y="0"/>
                  </a:lnTo>
                  <a:lnTo>
                    <a:pt x="0" y="6382461"/>
                  </a:lnTo>
                  <a:lnTo>
                    <a:pt x="1020953" y="6382461"/>
                  </a:lnTo>
                  <a:lnTo>
                    <a:pt x="1020953" y="0"/>
                  </a:lnTo>
                  <a:close/>
                </a:path>
                <a:path w="3630295" h="6383020">
                  <a:moveTo>
                    <a:pt x="3630231" y="0"/>
                  </a:moveTo>
                  <a:lnTo>
                    <a:pt x="1093139" y="0"/>
                  </a:lnTo>
                  <a:lnTo>
                    <a:pt x="1093139" y="6382461"/>
                  </a:lnTo>
                  <a:lnTo>
                    <a:pt x="3630231" y="6382461"/>
                  </a:lnTo>
                  <a:lnTo>
                    <a:pt x="3630231" y="0"/>
                  </a:lnTo>
                  <a:close/>
                </a:path>
              </a:pathLst>
            </a:custGeom>
            <a:solidFill>
              <a:srgbClr val="81D3F9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5376" y="1862151"/>
              <a:ext cx="3798570" cy="1080135"/>
            </a:xfrm>
            <a:custGeom>
              <a:avLst/>
              <a:gdLst/>
              <a:ahLst/>
              <a:cxnLst/>
              <a:rect l="l" t="t" r="r" b="b"/>
              <a:pathLst>
                <a:path w="3798570" h="1080135">
                  <a:moveTo>
                    <a:pt x="3798418" y="0"/>
                  </a:moveTo>
                  <a:lnTo>
                    <a:pt x="0" y="0"/>
                  </a:lnTo>
                  <a:lnTo>
                    <a:pt x="0" y="1079684"/>
                  </a:lnTo>
                  <a:lnTo>
                    <a:pt x="3738503" y="1079684"/>
                  </a:lnTo>
                  <a:lnTo>
                    <a:pt x="3761824" y="1074975"/>
                  </a:lnTo>
                  <a:lnTo>
                    <a:pt x="3780869" y="1062133"/>
                  </a:lnTo>
                  <a:lnTo>
                    <a:pt x="3793709" y="1043086"/>
                  </a:lnTo>
                  <a:lnTo>
                    <a:pt x="3798418" y="1019759"/>
                  </a:lnTo>
                  <a:lnTo>
                    <a:pt x="3798418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5369" y="2421984"/>
              <a:ext cx="3798570" cy="379730"/>
            </a:xfrm>
            <a:custGeom>
              <a:avLst/>
              <a:gdLst/>
              <a:ahLst/>
              <a:cxnLst/>
              <a:rect l="l" t="t" r="r" b="b"/>
              <a:pathLst>
                <a:path w="3798570" h="379730">
                  <a:moveTo>
                    <a:pt x="3798417" y="331114"/>
                  </a:moveTo>
                  <a:lnTo>
                    <a:pt x="0" y="331114"/>
                  </a:lnTo>
                  <a:lnTo>
                    <a:pt x="0" y="379450"/>
                  </a:lnTo>
                  <a:lnTo>
                    <a:pt x="3798417" y="379450"/>
                  </a:lnTo>
                  <a:lnTo>
                    <a:pt x="3798417" y="331114"/>
                  </a:lnTo>
                  <a:close/>
                </a:path>
                <a:path w="3798570" h="379730">
                  <a:moveTo>
                    <a:pt x="3798417" y="165557"/>
                  </a:moveTo>
                  <a:lnTo>
                    <a:pt x="0" y="165557"/>
                  </a:lnTo>
                  <a:lnTo>
                    <a:pt x="0" y="213893"/>
                  </a:lnTo>
                  <a:lnTo>
                    <a:pt x="3798417" y="213893"/>
                  </a:lnTo>
                  <a:lnTo>
                    <a:pt x="3798417" y="165557"/>
                  </a:lnTo>
                  <a:close/>
                </a:path>
                <a:path w="3798570" h="379730">
                  <a:moveTo>
                    <a:pt x="3798417" y="0"/>
                  </a:moveTo>
                  <a:lnTo>
                    <a:pt x="0" y="0"/>
                  </a:lnTo>
                  <a:lnTo>
                    <a:pt x="0" y="48348"/>
                  </a:lnTo>
                  <a:lnTo>
                    <a:pt x="3798417" y="48348"/>
                  </a:lnTo>
                  <a:lnTo>
                    <a:pt x="3798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341615" y="2941837"/>
              <a:ext cx="28575" cy="1963420"/>
            </a:xfrm>
            <a:custGeom>
              <a:avLst/>
              <a:gdLst/>
              <a:ahLst/>
              <a:cxnLst/>
              <a:rect l="l" t="t" r="r" b="b"/>
              <a:pathLst>
                <a:path w="28575" h="1963420">
                  <a:moveTo>
                    <a:pt x="28386" y="0"/>
                  </a:moveTo>
                  <a:lnTo>
                    <a:pt x="0" y="0"/>
                  </a:lnTo>
                  <a:lnTo>
                    <a:pt x="0" y="1963081"/>
                  </a:lnTo>
                  <a:lnTo>
                    <a:pt x="28386" y="1963081"/>
                  </a:lnTo>
                  <a:lnTo>
                    <a:pt x="28386" y="0"/>
                  </a:lnTo>
                  <a:close/>
                </a:path>
              </a:pathLst>
            </a:custGeom>
            <a:solidFill>
              <a:srgbClr val="FDF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5369" y="2062828"/>
              <a:ext cx="3798570" cy="2897505"/>
            </a:xfrm>
            <a:custGeom>
              <a:avLst/>
              <a:gdLst/>
              <a:ahLst/>
              <a:cxnLst/>
              <a:rect l="l" t="t" r="r" b="b"/>
              <a:pathLst>
                <a:path w="3798570" h="2897504">
                  <a:moveTo>
                    <a:pt x="3343846" y="2841333"/>
                  </a:moveTo>
                  <a:lnTo>
                    <a:pt x="3342005" y="2832214"/>
                  </a:lnTo>
                  <a:lnTo>
                    <a:pt x="3336988" y="2824784"/>
                  </a:lnTo>
                  <a:lnTo>
                    <a:pt x="3329546" y="2819768"/>
                  </a:lnTo>
                  <a:lnTo>
                    <a:pt x="3320440" y="2817926"/>
                  </a:lnTo>
                  <a:lnTo>
                    <a:pt x="3311334" y="2819768"/>
                  </a:lnTo>
                  <a:lnTo>
                    <a:pt x="3303892" y="2824784"/>
                  </a:lnTo>
                  <a:lnTo>
                    <a:pt x="3298875" y="2832214"/>
                  </a:lnTo>
                  <a:lnTo>
                    <a:pt x="3297034" y="2841333"/>
                  </a:lnTo>
                  <a:lnTo>
                    <a:pt x="3297034" y="2895015"/>
                  </a:lnTo>
                  <a:lnTo>
                    <a:pt x="3299206" y="2897187"/>
                  </a:lnTo>
                  <a:lnTo>
                    <a:pt x="3301885" y="2897187"/>
                  </a:lnTo>
                  <a:lnTo>
                    <a:pt x="3341662" y="2897187"/>
                  </a:lnTo>
                  <a:lnTo>
                    <a:pt x="3343846" y="2895015"/>
                  </a:lnTo>
                  <a:lnTo>
                    <a:pt x="3343846" y="2841333"/>
                  </a:lnTo>
                  <a:close/>
                </a:path>
                <a:path w="3798570" h="2897504">
                  <a:moveTo>
                    <a:pt x="3798417" y="165557"/>
                  </a:moveTo>
                  <a:lnTo>
                    <a:pt x="0" y="165557"/>
                  </a:lnTo>
                  <a:lnTo>
                    <a:pt x="0" y="213906"/>
                  </a:lnTo>
                  <a:lnTo>
                    <a:pt x="3798417" y="213906"/>
                  </a:lnTo>
                  <a:lnTo>
                    <a:pt x="3798417" y="165557"/>
                  </a:lnTo>
                  <a:close/>
                </a:path>
                <a:path w="3798570" h="2897504">
                  <a:moveTo>
                    <a:pt x="3798417" y="0"/>
                  </a:moveTo>
                  <a:lnTo>
                    <a:pt x="0" y="0"/>
                  </a:lnTo>
                  <a:lnTo>
                    <a:pt x="0" y="48348"/>
                  </a:lnTo>
                  <a:lnTo>
                    <a:pt x="3798417" y="48348"/>
                  </a:lnTo>
                  <a:lnTo>
                    <a:pt x="3798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89178" y="2713969"/>
              <a:ext cx="1497965" cy="1913255"/>
            </a:xfrm>
            <a:custGeom>
              <a:avLst/>
              <a:gdLst/>
              <a:ahLst/>
              <a:cxnLst/>
              <a:rect l="l" t="t" r="r" b="b"/>
              <a:pathLst>
                <a:path w="1497965" h="1913254">
                  <a:moveTo>
                    <a:pt x="1497493" y="0"/>
                  </a:moveTo>
                  <a:lnTo>
                    <a:pt x="0" y="0"/>
                  </a:lnTo>
                  <a:lnTo>
                    <a:pt x="0" y="1913062"/>
                  </a:lnTo>
                  <a:lnTo>
                    <a:pt x="1497493" y="1913062"/>
                  </a:lnTo>
                  <a:lnTo>
                    <a:pt x="1497493" y="0"/>
                  </a:lnTo>
                  <a:close/>
                </a:path>
              </a:pathLst>
            </a:custGeom>
            <a:solidFill>
              <a:srgbClr val="81D3F9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564983" y="2902489"/>
              <a:ext cx="1130935" cy="1527175"/>
            </a:xfrm>
            <a:custGeom>
              <a:avLst/>
              <a:gdLst/>
              <a:ahLst/>
              <a:cxnLst/>
              <a:rect l="l" t="t" r="r" b="b"/>
              <a:pathLst>
                <a:path w="1130934" h="1527175">
                  <a:moveTo>
                    <a:pt x="823366" y="175221"/>
                  </a:moveTo>
                  <a:lnTo>
                    <a:pt x="818184" y="128130"/>
                  </a:lnTo>
                  <a:lnTo>
                    <a:pt x="803503" y="86131"/>
                  </a:lnTo>
                  <a:lnTo>
                    <a:pt x="780618" y="50761"/>
                  </a:lnTo>
                  <a:lnTo>
                    <a:pt x="750849" y="23596"/>
                  </a:lnTo>
                  <a:lnTo>
                    <a:pt x="715479" y="6159"/>
                  </a:lnTo>
                  <a:lnTo>
                    <a:pt x="675830" y="0"/>
                  </a:lnTo>
                  <a:lnTo>
                    <a:pt x="652145" y="2120"/>
                  </a:lnTo>
                  <a:lnTo>
                    <a:pt x="629208" y="7848"/>
                  </a:lnTo>
                  <a:lnTo>
                    <a:pt x="607441" y="17043"/>
                  </a:lnTo>
                  <a:lnTo>
                    <a:pt x="587235" y="29578"/>
                  </a:lnTo>
                  <a:lnTo>
                    <a:pt x="576554" y="34455"/>
                  </a:lnTo>
                  <a:lnTo>
                    <a:pt x="565162" y="36080"/>
                  </a:lnTo>
                  <a:lnTo>
                    <a:pt x="553770" y="34455"/>
                  </a:lnTo>
                  <a:lnTo>
                    <a:pt x="543102" y="29578"/>
                  </a:lnTo>
                  <a:lnTo>
                    <a:pt x="522884" y="17043"/>
                  </a:lnTo>
                  <a:lnTo>
                    <a:pt x="501103" y="7848"/>
                  </a:lnTo>
                  <a:lnTo>
                    <a:pt x="478180" y="2120"/>
                  </a:lnTo>
                  <a:lnTo>
                    <a:pt x="454507" y="0"/>
                  </a:lnTo>
                  <a:lnTo>
                    <a:pt x="414845" y="6159"/>
                  </a:lnTo>
                  <a:lnTo>
                    <a:pt x="379476" y="23596"/>
                  </a:lnTo>
                  <a:lnTo>
                    <a:pt x="349694" y="50761"/>
                  </a:lnTo>
                  <a:lnTo>
                    <a:pt x="326821" y="86131"/>
                  </a:lnTo>
                  <a:lnTo>
                    <a:pt x="312127" y="128130"/>
                  </a:lnTo>
                  <a:lnTo>
                    <a:pt x="306946" y="175221"/>
                  </a:lnTo>
                  <a:lnTo>
                    <a:pt x="310095" y="205041"/>
                  </a:lnTo>
                  <a:lnTo>
                    <a:pt x="318236" y="233070"/>
                  </a:lnTo>
                  <a:lnTo>
                    <a:pt x="329438" y="259384"/>
                  </a:lnTo>
                  <a:lnTo>
                    <a:pt x="344843" y="290080"/>
                  </a:lnTo>
                  <a:lnTo>
                    <a:pt x="363435" y="327837"/>
                  </a:lnTo>
                  <a:lnTo>
                    <a:pt x="379882" y="363372"/>
                  </a:lnTo>
                  <a:lnTo>
                    <a:pt x="394385" y="396278"/>
                  </a:lnTo>
                  <a:lnTo>
                    <a:pt x="407200" y="426161"/>
                  </a:lnTo>
                  <a:lnTo>
                    <a:pt x="430555" y="479475"/>
                  </a:lnTo>
                  <a:lnTo>
                    <a:pt x="451891" y="519468"/>
                  </a:lnTo>
                  <a:lnTo>
                    <a:pt x="474243" y="544601"/>
                  </a:lnTo>
                  <a:lnTo>
                    <a:pt x="500608" y="553313"/>
                  </a:lnTo>
                  <a:lnTo>
                    <a:pt x="525348" y="547166"/>
                  </a:lnTo>
                  <a:lnTo>
                    <a:pt x="539254" y="528447"/>
                  </a:lnTo>
                  <a:lnTo>
                    <a:pt x="545363" y="496811"/>
                  </a:lnTo>
                  <a:lnTo>
                    <a:pt x="548182" y="401485"/>
                  </a:lnTo>
                  <a:lnTo>
                    <a:pt x="552157" y="373786"/>
                  </a:lnTo>
                  <a:lnTo>
                    <a:pt x="558025" y="362077"/>
                  </a:lnTo>
                  <a:lnTo>
                    <a:pt x="565162" y="359664"/>
                  </a:lnTo>
                  <a:lnTo>
                    <a:pt x="572300" y="362077"/>
                  </a:lnTo>
                  <a:lnTo>
                    <a:pt x="578154" y="373786"/>
                  </a:lnTo>
                  <a:lnTo>
                    <a:pt x="582129" y="401485"/>
                  </a:lnTo>
                  <a:lnTo>
                    <a:pt x="584962" y="496811"/>
                  </a:lnTo>
                  <a:lnTo>
                    <a:pt x="591070" y="528447"/>
                  </a:lnTo>
                  <a:lnTo>
                    <a:pt x="604977" y="547166"/>
                  </a:lnTo>
                  <a:lnTo>
                    <a:pt x="629716" y="553313"/>
                  </a:lnTo>
                  <a:lnTo>
                    <a:pt x="656082" y="544601"/>
                  </a:lnTo>
                  <a:lnTo>
                    <a:pt x="678434" y="519468"/>
                  </a:lnTo>
                  <a:lnTo>
                    <a:pt x="699770" y="479475"/>
                  </a:lnTo>
                  <a:lnTo>
                    <a:pt x="723125" y="426161"/>
                  </a:lnTo>
                  <a:lnTo>
                    <a:pt x="735926" y="396278"/>
                  </a:lnTo>
                  <a:lnTo>
                    <a:pt x="750443" y="363359"/>
                  </a:lnTo>
                  <a:lnTo>
                    <a:pt x="766876" y="327825"/>
                  </a:lnTo>
                  <a:lnTo>
                    <a:pt x="800912" y="259384"/>
                  </a:lnTo>
                  <a:lnTo>
                    <a:pt x="812101" y="233070"/>
                  </a:lnTo>
                  <a:lnTo>
                    <a:pt x="820229" y="205041"/>
                  </a:lnTo>
                  <a:lnTo>
                    <a:pt x="823366" y="175221"/>
                  </a:lnTo>
                  <a:close/>
                </a:path>
                <a:path w="1130934" h="1527175">
                  <a:moveTo>
                    <a:pt x="1130312" y="1493253"/>
                  </a:moveTo>
                  <a:lnTo>
                    <a:pt x="1126070" y="1488998"/>
                  </a:lnTo>
                  <a:lnTo>
                    <a:pt x="4254" y="1488998"/>
                  </a:lnTo>
                  <a:lnTo>
                    <a:pt x="0" y="1493253"/>
                  </a:lnTo>
                  <a:lnTo>
                    <a:pt x="0" y="1522844"/>
                  </a:lnTo>
                  <a:lnTo>
                    <a:pt x="4254" y="1527086"/>
                  </a:lnTo>
                  <a:lnTo>
                    <a:pt x="1120825" y="1527086"/>
                  </a:lnTo>
                  <a:lnTo>
                    <a:pt x="1126070" y="1527086"/>
                  </a:lnTo>
                  <a:lnTo>
                    <a:pt x="1130312" y="1522844"/>
                  </a:lnTo>
                  <a:lnTo>
                    <a:pt x="1130312" y="1493253"/>
                  </a:lnTo>
                  <a:close/>
                </a:path>
                <a:path w="1130934" h="1527175">
                  <a:moveTo>
                    <a:pt x="1130312" y="1288135"/>
                  </a:moveTo>
                  <a:lnTo>
                    <a:pt x="1126058" y="1283893"/>
                  </a:lnTo>
                  <a:lnTo>
                    <a:pt x="4254" y="1283893"/>
                  </a:lnTo>
                  <a:lnTo>
                    <a:pt x="0" y="1288135"/>
                  </a:lnTo>
                  <a:lnTo>
                    <a:pt x="0" y="1317726"/>
                  </a:lnTo>
                  <a:lnTo>
                    <a:pt x="4254" y="1321981"/>
                  </a:lnTo>
                  <a:lnTo>
                    <a:pt x="1120825" y="1321981"/>
                  </a:lnTo>
                  <a:lnTo>
                    <a:pt x="1126058" y="1321981"/>
                  </a:lnTo>
                  <a:lnTo>
                    <a:pt x="1130312" y="1317726"/>
                  </a:lnTo>
                  <a:lnTo>
                    <a:pt x="1130312" y="1288135"/>
                  </a:lnTo>
                  <a:close/>
                </a:path>
                <a:path w="1130934" h="1527175">
                  <a:moveTo>
                    <a:pt x="1130312" y="1106830"/>
                  </a:moveTo>
                  <a:lnTo>
                    <a:pt x="1126058" y="1102588"/>
                  </a:lnTo>
                  <a:lnTo>
                    <a:pt x="4254" y="1102588"/>
                  </a:lnTo>
                  <a:lnTo>
                    <a:pt x="0" y="1106830"/>
                  </a:lnTo>
                  <a:lnTo>
                    <a:pt x="0" y="1136421"/>
                  </a:lnTo>
                  <a:lnTo>
                    <a:pt x="4254" y="1140675"/>
                  </a:lnTo>
                  <a:lnTo>
                    <a:pt x="1120825" y="1140675"/>
                  </a:lnTo>
                  <a:lnTo>
                    <a:pt x="1126058" y="1140675"/>
                  </a:lnTo>
                  <a:lnTo>
                    <a:pt x="1130312" y="1136421"/>
                  </a:lnTo>
                  <a:lnTo>
                    <a:pt x="1130312" y="1106830"/>
                  </a:lnTo>
                  <a:close/>
                </a:path>
                <a:path w="1130934" h="1527175">
                  <a:moveTo>
                    <a:pt x="1130312" y="920038"/>
                  </a:moveTo>
                  <a:lnTo>
                    <a:pt x="1126058" y="915784"/>
                  </a:lnTo>
                  <a:lnTo>
                    <a:pt x="4254" y="915784"/>
                  </a:lnTo>
                  <a:lnTo>
                    <a:pt x="0" y="920038"/>
                  </a:lnTo>
                  <a:lnTo>
                    <a:pt x="0" y="949629"/>
                  </a:lnTo>
                  <a:lnTo>
                    <a:pt x="4254" y="953884"/>
                  </a:lnTo>
                  <a:lnTo>
                    <a:pt x="1120825" y="953884"/>
                  </a:lnTo>
                  <a:lnTo>
                    <a:pt x="1126058" y="953884"/>
                  </a:lnTo>
                  <a:lnTo>
                    <a:pt x="1130312" y="949629"/>
                  </a:lnTo>
                  <a:lnTo>
                    <a:pt x="1130312" y="920038"/>
                  </a:lnTo>
                  <a:close/>
                </a:path>
                <a:path w="1130934" h="1527175">
                  <a:moveTo>
                    <a:pt x="1130312" y="738733"/>
                  </a:moveTo>
                  <a:lnTo>
                    <a:pt x="1126058" y="734479"/>
                  </a:lnTo>
                  <a:lnTo>
                    <a:pt x="4254" y="734479"/>
                  </a:lnTo>
                  <a:lnTo>
                    <a:pt x="0" y="738733"/>
                  </a:lnTo>
                  <a:lnTo>
                    <a:pt x="0" y="768324"/>
                  </a:lnTo>
                  <a:lnTo>
                    <a:pt x="4254" y="772579"/>
                  </a:lnTo>
                  <a:lnTo>
                    <a:pt x="1120825" y="772579"/>
                  </a:lnTo>
                  <a:lnTo>
                    <a:pt x="1126058" y="772579"/>
                  </a:lnTo>
                  <a:lnTo>
                    <a:pt x="1130312" y="768324"/>
                  </a:lnTo>
                  <a:lnTo>
                    <a:pt x="1130312" y="738733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955489" y="2939357"/>
              <a:ext cx="3395979" cy="2249805"/>
            </a:xfrm>
            <a:custGeom>
              <a:avLst/>
              <a:gdLst/>
              <a:ahLst/>
              <a:cxnLst/>
              <a:rect l="l" t="t" r="r" b="b"/>
              <a:pathLst>
                <a:path w="3395979" h="2249804">
                  <a:moveTo>
                    <a:pt x="1740522" y="1220571"/>
                  </a:moveTo>
                  <a:lnTo>
                    <a:pt x="0" y="1220571"/>
                  </a:lnTo>
                  <a:lnTo>
                    <a:pt x="0" y="2249754"/>
                  </a:lnTo>
                  <a:lnTo>
                    <a:pt x="1740522" y="2249754"/>
                  </a:lnTo>
                  <a:lnTo>
                    <a:pt x="1740522" y="1220571"/>
                  </a:lnTo>
                  <a:close/>
                </a:path>
                <a:path w="3395979" h="2249804">
                  <a:moveTo>
                    <a:pt x="2971774" y="160921"/>
                  </a:moveTo>
                  <a:lnTo>
                    <a:pt x="2967647" y="156794"/>
                  </a:lnTo>
                  <a:lnTo>
                    <a:pt x="2962554" y="156794"/>
                  </a:lnTo>
                  <a:lnTo>
                    <a:pt x="2957461" y="156794"/>
                  </a:lnTo>
                  <a:lnTo>
                    <a:pt x="2953321" y="160921"/>
                  </a:lnTo>
                  <a:lnTo>
                    <a:pt x="2953321" y="171107"/>
                  </a:lnTo>
                  <a:lnTo>
                    <a:pt x="2957461" y="175234"/>
                  </a:lnTo>
                  <a:lnTo>
                    <a:pt x="2967647" y="175234"/>
                  </a:lnTo>
                  <a:lnTo>
                    <a:pt x="2971774" y="171107"/>
                  </a:lnTo>
                  <a:lnTo>
                    <a:pt x="2971774" y="160921"/>
                  </a:lnTo>
                  <a:close/>
                </a:path>
                <a:path w="3395979" h="2249804">
                  <a:moveTo>
                    <a:pt x="3073209" y="4343"/>
                  </a:moveTo>
                  <a:lnTo>
                    <a:pt x="3068332" y="0"/>
                  </a:lnTo>
                  <a:lnTo>
                    <a:pt x="3062782" y="685"/>
                  </a:lnTo>
                  <a:lnTo>
                    <a:pt x="3031045" y="9601"/>
                  </a:lnTo>
                  <a:lnTo>
                    <a:pt x="2997949" y="31597"/>
                  </a:lnTo>
                  <a:lnTo>
                    <a:pt x="2970123" y="70002"/>
                  </a:lnTo>
                  <a:lnTo>
                    <a:pt x="2954197" y="128168"/>
                  </a:lnTo>
                  <a:lnTo>
                    <a:pt x="2953613" y="133362"/>
                  </a:lnTo>
                  <a:lnTo>
                    <a:pt x="2957525" y="137998"/>
                  </a:lnTo>
                  <a:lnTo>
                    <a:pt x="2967698" y="138709"/>
                  </a:lnTo>
                  <a:lnTo>
                    <a:pt x="2972028" y="135064"/>
                  </a:lnTo>
                  <a:lnTo>
                    <a:pt x="2972574" y="130111"/>
                  </a:lnTo>
                  <a:lnTo>
                    <a:pt x="2988183" y="74714"/>
                  </a:lnTo>
                  <a:lnTo>
                    <a:pt x="3014319" y="41567"/>
                  </a:lnTo>
                  <a:lnTo>
                    <a:pt x="3042729" y="24942"/>
                  </a:lnTo>
                  <a:lnTo>
                    <a:pt x="3065145" y="19151"/>
                  </a:lnTo>
                  <a:lnTo>
                    <a:pt x="3069755" y="18503"/>
                  </a:lnTo>
                  <a:lnTo>
                    <a:pt x="3073209" y="14592"/>
                  </a:lnTo>
                  <a:lnTo>
                    <a:pt x="3073209" y="9918"/>
                  </a:lnTo>
                  <a:lnTo>
                    <a:pt x="3073209" y="4343"/>
                  </a:lnTo>
                  <a:close/>
                </a:path>
                <a:path w="3395979" h="2249804">
                  <a:moveTo>
                    <a:pt x="3395827" y="143319"/>
                  </a:moveTo>
                  <a:lnTo>
                    <a:pt x="3391497" y="138353"/>
                  </a:lnTo>
                  <a:lnTo>
                    <a:pt x="3385883" y="138353"/>
                  </a:lnTo>
                  <a:lnTo>
                    <a:pt x="3381286" y="138353"/>
                  </a:lnTo>
                  <a:lnTo>
                    <a:pt x="3377400" y="141719"/>
                  </a:lnTo>
                  <a:lnTo>
                    <a:pt x="3376739" y="146278"/>
                  </a:lnTo>
                  <a:lnTo>
                    <a:pt x="3373844" y="160502"/>
                  </a:lnTo>
                  <a:lnTo>
                    <a:pt x="3367405" y="180860"/>
                  </a:lnTo>
                  <a:lnTo>
                    <a:pt x="3356013" y="206438"/>
                  </a:lnTo>
                  <a:lnTo>
                    <a:pt x="3338258" y="236334"/>
                  </a:lnTo>
                  <a:lnTo>
                    <a:pt x="3335451" y="240461"/>
                  </a:lnTo>
                  <a:lnTo>
                    <a:pt x="3336480" y="246075"/>
                  </a:lnTo>
                  <a:lnTo>
                    <a:pt x="3344761" y="251993"/>
                  </a:lnTo>
                  <a:lnTo>
                    <a:pt x="3350653" y="250926"/>
                  </a:lnTo>
                  <a:lnTo>
                    <a:pt x="3353549" y="246621"/>
                  </a:lnTo>
                  <a:lnTo>
                    <a:pt x="3372548" y="214642"/>
                  </a:lnTo>
                  <a:lnTo>
                    <a:pt x="3384816" y="187121"/>
                  </a:lnTo>
                  <a:lnTo>
                    <a:pt x="3391814" y="164896"/>
                  </a:lnTo>
                  <a:lnTo>
                    <a:pt x="3395040" y="148882"/>
                  </a:lnTo>
                  <a:lnTo>
                    <a:pt x="3395827" y="143319"/>
                  </a:lnTo>
                  <a:close/>
                </a:path>
              </a:pathLst>
            </a:custGeom>
            <a:solidFill>
              <a:srgbClr val="81D3F9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132375" y="4291933"/>
              <a:ext cx="1397000" cy="793750"/>
            </a:xfrm>
            <a:custGeom>
              <a:avLst/>
              <a:gdLst/>
              <a:ahLst/>
              <a:cxnLst/>
              <a:rect l="l" t="t" r="r" b="b"/>
              <a:pathLst>
                <a:path w="1397000" h="793750">
                  <a:moveTo>
                    <a:pt x="388150" y="560197"/>
                  </a:moveTo>
                  <a:lnTo>
                    <a:pt x="382054" y="554113"/>
                  </a:lnTo>
                  <a:lnTo>
                    <a:pt x="15862" y="554113"/>
                  </a:lnTo>
                  <a:lnTo>
                    <a:pt x="9779" y="560209"/>
                  </a:lnTo>
                  <a:lnTo>
                    <a:pt x="9779" y="787666"/>
                  </a:lnTo>
                  <a:lnTo>
                    <a:pt x="15862" y="793750"/>
                  </a:lnTo>
                  <a:lnTo>
                    <a:pt x="374548" y="793750"/>
                  </a:lnTo>
                  <a:lnTo>
                    <a:pt x="382054" y="793750"/>
                  </a:lnTo>
                  <a:lnTo>
                    <a:pt x="388150" y="787666"/>
                  </a:lnTo>
                  <a:lnTo>
                    <a:pt x="388150" y="560197"/>
                  </a:lnTo>
                  <a:close/>
                </a:path>
                <a:path w="1397000" h="793750">
                  <a:moveTo>
                    <a:pt x="552107" y="42773"/>
                  </a:moveTo>
                  <a:lnTo>
                    <a:pt x="544766" y="35433"/>
                  </a:lnTo>
                  <a:lnTo>
                    <a:pt x="7340" y="35433"/>
                  </a:lnTo>
                  <a:lnTo>
                    <a:pt x="0" y="42773"/>
                  </a:lnTo>
                  <a:lnTo>
                    <a:pt x="0" y="60883"/>
                  </a:lnTo>
                  <a:lnTo>
                    <a:pt x="7340" y="68224"/>
                  </a:lnTo>
                  <a:lnTo>
                    <a:pt x="535711" y="68224"/>
                  </a:lnTo>
                  <a:lnTo>
                    <a:pt x="544766" y="68224"/>
                  </a:lnTo>
                  <a:lnTo>
                    <a:pt x="552107" y="60883"/>
                  </a:lnTo>
                  <a:lnTo>
                    <a:pt x="552107" y="42773"/>
                  </a:lnTo>
                  <a:close/>
                </a:path>
                <a:path w="1397000" h="793750">
                  <a:moveTo>
                    <a:pt x="693369" y="359651"/>
                  </a:moveTo>
                  <a:lnTo>
                    <a:pt x="686028" y="352310"/>
                  </a:lnTo>
                  <a:lnTo>
                    <a:pt x="7340" y="352310"/>
                  </a:lnTo>
                  <a:lnTo>
                    <a:pt x="0" y="359651"/>
                  </a:lnTo>
                  <a:lnTo>
                    <a:pt x="0" y="377774"/>
                  </a:lnTo>
                  <a:lnTo>
                    <a:pt x="7340" y="385114"/>
                  </a:lnTo>
                  <a:lnTo>
                    <a:pt x="676973" y="385114"/>
                  </a:lnTo>
                  <a:lnTo>
                    <a:pt x="686028" y="385114"/>
                  </a:lnTo>
                  <a:lnTo>
                    <a:pt x="693369" y="377774"/>
                  </a:lnTo>
                  <a:lnTo>
                    <a:pt x="693369" y="359651"/>
                  </a:lnTo>
                  <a:close/>
                </a:path>
                <a:path w="1397000" h="793750">
                  <a:moveTo>
                    <a:pt x="693369" y="198843"/>
                  </a:moveTo>
                  <a:lnTo>
                    <a:pt x="686028" y="191503"/>
                  </a:lnTo>
                  <a:lnTo>
                    <a:pt x="7340" y="191503"/>
                  </a:lnTo>
                  <a:lnTo>
                    <a:pt x="0" y="198843"/>
                  </a:lnTo>
                  <a:lnTo>
                    <a:pt x="0" y="216954"/>
                  </a:lnTo>
                  <a:lnTo>
                    <a:pt x="7340" y="224294"/>
                  </a:lnTo>
                  <a:lnTo>
                    <a:pt x="676973" y="224294"/>
                  </a:lnTo>
                  <a:lnTo>
                    <a:pt x="686028" y="224294"/>
                  </a:lnTo>
                  <a:lnTo>
                    <a:pt x="693369" y="216954"/>
                  </a:lnTo>
                  <a:lnTo>
                    <a:pt x="693369" y="198843"/>
                  </a:lnTo>
                  <a:close/>
                </a:path>
                <a:path w="1397000" h="793750">
                  <a:moveTo>
                    <a:pt x="1343583" y="150850"/>
                  </a:moveTo>
                  <a:lnTo>
                    <a:pt x="1337208" y="102679"/>
                  </a:lnTo>
                  <a:lnTo>
                    <a:pt x="1319390" y="61214"/>
                  </a:lnTo>
                  <a:lnTo>
                    <a:pt x="1292047" y="28740"/>
                  </a:lnTo>
                  <a:lnTo>
                    <a:pt x="1257122" y="7569"/>
                  </a:lnTo>
                  <a:lnTo>
                    <a:pt x="1216558" y="0"/>
                  </a:lnTo>
                  <a:lnTo>
                    <a:pt x="1196174" y="1828"/>
                  </a:lnTo>
                  <a:lnTo>
                    <a:pt x="1176439" y="6756"/>
                  </a:lnTo>
                  <a:lnTo>
                    <a:pt x="1157693" y="14681"/>
                  </a:lnTo>
                  <a:lnTo>
                    <a:pt x="1140294" y="25463"/>
                  </a:lnTo>
                  <a:lnTo>
                    <a:pt x="1131100" y="29667"/>
                  </a:lnTo>
                  <a:lnTo>
                    <a:pt x="1121295" y="31064"/>
                  </a:lnTo>
                  <a:lnTo>
                    <a:pt x="1111491" y="29667"/>
                  </a:lnTo>
                  <a:lnTo>
                    <a:pt x="1102296" y="25463"/>
                  </a:lnTo>
                  <a:lnTo>
                    <a:pt x="1084897" y="14681"/>
                  </a:lnTo>
                  <a:lnTo>
                    <a:pt x="1066165" y="6756"/>
                  </a:lnTo>
                  <a:lnTo>
                    <a:pt x="1046416" y="1828"/>
                  </a:lnTo>
                  <a:lnTo>
                    <a:pt x="1026033" y="0"/>
                  </a:lnTo>
                  <a:lnTo>
                    <a:pt x="985469" y="7569"/>
                  </a:lnTo>
                  <a:lnTo>
                    <a:pt x="950544" y="28740"/>
                  </a:lnTo>
                  <a:lnTo>
                    <a:pt x="923213" y="61214"/>
                  </a:lnTo>
                  <a:lnTo>
                    <a:pt x="905383" y="102679"/>
                  </a:lnTo>
                  <a:lnTo>
                    <a:pt x="899007" y="150850"/>
                  </a:lnTo>
                  <a:lnTo>
                    <a:pt x="901712" y="176517"/>
                  </a:lnTo>
                  <a:lnTo>
                    <a:pt x="908723" y="200647"/>
                  </a:lnTo>
                  <a:lnTo>
                    <a:pt x="918362" y="223304"/>
                  </a:lnTo>
                  <a:lnTo>
                    <a:pt x="931633" y="249732"/>
                  </a:lnTo>
                  <a:lnTo>
                    <a:pt x="947635" y="282232"/>
                  </a:lnTo>
                  <a:lnTo>
                    <a:pt x="961796" y="312826"/>
                  </a:lnTo>
                  <a:lnTo>
                    <a:pt x="974280" y="341160"/>
                  </a:lnTo>
                  <a:lnTo>
                    <a:pt x="985316" y="366877"/>
                  </a:lnTo>
                  <a:lnTo>
                    <a:pt x="1005408" y="412775"/>
                  </a:lnTo>
                  <a:lnTo>
                    <a:pt x="1023785" y="447205"/>
                  </a:lnTo>
                  <a:lnTo>
                    <a:pt x="1043025" y="468833"/>
                  </a:lnTo>
                  <a:lnTo>
                    <a:pt x="1065733" y="476338"/>
                  </a:lnTo>
                  <a:lnTo>
                    <a:pt x="1087018" y="471043"/>
                  </a:lnTo>
                  <a:lnTo>
                    <a:pt x="1098994" y="454939"/>
                  </a:lnTo>
                  <a:lnTo>
                    <a:pt x="1104239" y="427697"/>
                  </a:lnTo>
                  <a:lnTo>
                    <a:pt x="1106678" y="345630"/>
                  </a:lnTo>
                  <a:lnTo>
                    <a:pt x="1110094" y="321792"/>
                  </a:lnTo>
                  <a:lnTo>
                    <a:pt x="1115148" y="311708"/>
                  </a:lnTo>
                  <a:lnTo>
                    <a:pt x="1121295" y="309626"/>
                  </a:lnTo>
                  <a:lnTo>
                    <a:pt x="1127442" y="311708"/>
                  </a:lnTo>
                  <a:lnTo>
                    <a:pt x="1132484" y="321792"/>
                  </a:lnTo>
                  <a:lnTo>
                    <a:pt x="1135913" y="345630"/>
                  </a:lnTo>
                  <a:lnTo>
                    <a:pt x="1138339" y="427697"/>
                  </a:lnTo>
                  <a:lnTo>
                    <a:pt x="1143596" y="454939"/>
                  </a:lnTo>
                  <a:lnTo>
                    <a:pt x="1155573" y="471043"/>
                  </a:lnTo>
                  <a:lnTo>
                    <a:pt x="1176870" y="476338"/>
                  </a:lnTo>
                  <a:lnTo>
                    <a:pt x="1199565" y="468833"/>
                  </a:lnTo>
                  <a:lnTo>
                    <a:pt x="1218806" y="447205"/>
                  </a:lnTo>
                  <a:lnTo>
                    <a:pt x="1237183" y="412775"/>
                  </a:lnTo>
                  <a:lnTo>
                    <a:pt x="1257287" y="366877"/>
                  </a:lnTo>
                  <a:lnTo>
                    <a:pt x="1268310" y="341147"/>
                  </a:lnTo>
                  <a:lnTo>
                    <a:pt x="1280795" y="312813"/>
                  </a:lnTo>
                  <a:lnTo>
                    <a:pt x="1294955" y="282219"/>
                  </a:lnTo>
                  <a:lnTo>
                    <a:pt x="1324254" y="223304"/>
                  </a:lnTo>
                  <a:lnTo>
                    <a:pt x="1333893" y="200647"/>
                  </a:lnTo>
                  <a:lnTo>
                    <a:pt x="1340878" y="176517"/>
                  </a:lnTo>
                  <a:lnTo>
                    <a:pt x="1343583" y="150850"/>
                  </a:lnTo>
                  <a:close/>
                </a:path>
                <a:path w="1397000" h="793750">
                  <a:moveTo>
                    <a:pt x="1396517" y="722261"/>
                  </a:moveTo>
                  <a:lnTo>
                    <a:pt x="1389176" y="714921"/>
                  </a:lnTo>
                  <a:lnTo>
                    <a:pt x="710488" y="714921"/>
                  </a:lnTo>
                  <a:lnTo>
                    <a:pt x="703148" y="722261"/>
                  </a:lnTo>
                  <a:lnTo>
                    <a:pt x="703148" y="740384"/>
                  </a:lnTo>
                  <a:lnTo>
                    <a:pt x="710488" y="747712"/>
                  </a:lnTo>
                  <a:lnTo>
                    <a:pt x="1380121" y="747712"/>
                  </a:lnTo>
                  <a:lnTo>
                    <a:pt x="1389176" y="747712"/>
                  </a:lnTo>
                  <a:lnTo>
                    <a:pt x="1396517" y="740384"/>
                  </a:lnTo>
                  <a:lnTo>
                    <a:pt x="1396517" y="722261"/>
                  </a:lnTo>
                  <a:close/>
                </a:path>
                <a:path w="1397000" h="793750">
                  <a:moveTo>
                    <a:pt x="1396517" y="561454"/>
                  </a:moveTo>
                  <a:lnTo>
                    <a:pt x="1389176" y="554113"/>
                  </a:lnTo>
                  <a:lnTo>
                    <a:pt x="464553" y="554113"/>
                  </a:lnTo>
                  <a:lnTo>
                    <a:pt x="457212" y="561454"/>
                  </a:lnTo>
                  <a:lnTo>
                    <a:pt x="457212" y="579577"/>
                  </a:lnTo>
                  <a:lnTo>
                    <a:pt x="464553" y="586905"/>
                  </a:lnTo>
                  <a:lnTo>
                    <a:pt x="1380121" y="586905"/>
                  </a:lnTo>
                  <a:lnTo>
                    <a:pt x="1389176" y="586905"/>
                  </a:lnTo>
                  <a:lnTo>
                    <a:pt x="1396517" y="579577"/>
                  </a:lnTo>
                  <a:lnTo>
                    <a:pt x="1396517" y="561454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063132" y="4323683"/>
              <a:ext cx="381000" cy="217170"/>
            </a:xfrm>
            <a:custGeom>
              <a:avLst/>
              <a:gdLst/>
              <a:ahLst/>
              <a:cxnLst/>
              <a:rect l="l" t="t" r="r" b="b"/>
              <a:pathLst>
                <a:path w="381000" h="217170">
                  <a:moveTo>
                    <a:pt x="15887" y="138531"/>
                  </a:moveTo>
                  <a:lnTo>
                    <a:pt x="12319" y="134975"/>
                  </a:lnTo>
                  <a:lnTo>
                    <a:pt x="7950" y="134975"/>
                  </a:lnTo>
                  <a:lnTo>
                    <a:pt x="3556" y="134975"/>
                  </a:lnTo>
                  <a:lnTo>
                    <a:pt x="0" y="138531"/>
                  </a:lnTo>
                  <a:lnTo>
                    <a:pt x="0" y="147294"/>
                  </a:lnTo>
                  <a:lnTo>
                    <a:pt x="3556" y="150850"/>
                  </a:lnTo>
                  <a:lnTo>
                    <a:pt x="12319" y="150850"/>
                  </a:lnTo>
                  <a:lnTo>
                    <a:pt x="15887" y="147294"/>
                  </a:lnTo>
                  <a:lnTo>
                    <a:pt x="15887" y="138531"/>
                  </a:lnTo>
                  <a:close/>
                </a:path>
                <a:path w="381000" h="217170">
                  <a:moveTo>
                    <a:pt x="103212" y="3721"/>
                  </a:moveTo>
                  <a:lnTo>
                    <a:pt x="99009" y="0"/>
                  </a:lnTo>
                  <a:lnTo>
                    <a:pt x="94234" y="571"/>
                  </a:lnTo>
                  <a:lnTo>
                    <a:pt x="66916" y="8255"/>
                  </a:lnTo>
                  <a:lnTo>
                    <a:pt x="38417" y="27190"/>
                  </a:lnTo>
                  <a:lnTo>
                    <a:pt x="14452" y="60261"/>
                  </a:lnTo>
                  <a:lnTo>
                    <a:pt x="749" y="110324"/>
                  </a:lnTo>
                  <a:lnTo>
                    <a:pt x="254" y="114795"/>
                  </a:lnTo>
                  <a:lnTo>
                    <a:pt x="3619" y="118795"/>
                  </a:lnTo>
                  <a:lnTo>
                    <a:pt x="12382" y="119405"/>
                  </a:lnTo>
                  <a:lnTo>
                    <a:pt x="16103" y="116268"/>
                  </a:lnTo>
                  <a:lnTo>
                    <a:pt x="16573" y="112001"/>
                  </a:lnTo>
                  <a:lnTo>
                    <a:pt x="30010" y="64312"/>
                  </a:lnTo>
                  <a:lnTo>
                    <a:pt x="52514" y="35775"/>
                  </a:lnTo>
                  <a:lnTo>
                    <a:pt x="76974" y="21463"/>
                  </a:lnTo>
                  <a:lnTo>
                    <a:pt x="96266" y="16471"/>
                  </a:lnTo>
                  <a:lnTo>
                    <a:pt x="100241" y="15925"/>
                  </a:lnTo>
                  <a:lnTo>
                    <a:pt x="103212" y="12547"/>
                  </a:lnTo>
                  <a:lnTo>
                    <a:pt x="103212" y="8534"/>
                  </a:lnTo>
                  <a:lnTo>
                    <a:pt x="103212" y="3721"/>
                  </a:lnTo>
                  <a:close/>
                </a:path>
                <a:path w="381000" h="217170">
                  <a:moveTo>
                    <a:pt x="380949" y="123367"/>
                  </a:moveTo>
                  <a:lnTo>
                    <a:pt x="377215" y="119100"/>
                  </a:lnTo>
                  <a:lnTo>
                    <a:pt x="372376" y="119100"/>
                  </a:lnTo>
                  <a:lnTo>
                    <a:pt x="368427" y="119100"/>
                  </a:lnTo>
                  <a:lnTo>
                    <a:pt x="365086" y="122008"/>
                  </a:lnTo>
                  <a:lnTo>
                    <a:pt x="364502" y="125920"/>
                  </a:lnTo>
                  <a:lnTo>
                    <a:pt x="362013" y="138163"/>
                  </a:lnTo>
                  <a:lnTo>
                    <a:pt x="356476" y="155689"/>
                  </a:lnTo>
                  <a:lnTo>
                    <a:pt x="346659" y="177711"/>
                  </a:lnTo>
                  <a:lnTo>
                    <a:pt x="331381" y="203454"/>
                  </a:lnTo>
                  <a:lnTo>
                    <a:pt x="328968" y="207010"/>
                  </a:lnTo>
                  <a:lnTo>
                    <a:pt x="329857" y="211836"/>
                  </a:lnTo>
                  <a:lnTo>
                    <a:pt x="336981" y="216928"/>
                  </a:lnTo>
                  <a:lnTo>
                    <a:pt x="342061" y="216001"/>
                  </a:lnTo>
                  <a:lnTo>
                    <a:pt x="344551" y="212305"/>
                  </a:lnTo>
                  <a:lnTo>
                    <a:pt x="360908" y="184785"/>
                  </a:lnTo>
                  <a:lnTo>
                    <a:pt x="371462" y="161074"/>
                  </a:lnTo>
                  <a:lnTo>
                    <a:pt x="377494" y="141947"/>
                  </a:lnTo>
                  <a:lnTo>
                    <a:pt x="380250" y="128155"/>
                  </a:lnTo>
                  <a:lnTo>
                    <a:pt x="380949" y="123367"/>
                  </a:lnTo>
                  <a:close/>
                </a:path>
              </a:pathLst>
            </a:custGeom>
            <a:solidFill>
              <a:srgbClr val="81D3F9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919293" y="2650024"/>
              <a:ext cx="3308985" cy="2144395"/>
            </a:xfrm>
            <a:custGeom>
              <a:avLst/>
              <a:gdLst/>
              <a:ahLst/>
              <a:cxnLst/>
              <a:rect l="l" t="t" r="r" b="b"/>
              <a:pathLst>
                <a:path w="3308984" h="2144395">
                  <a:moveTo>
                    <a:pt x="3308475" y="0"/>
                  </a:moveTo>
                  <a:lnTo>
                    <a:pt x="0" y="0"/>
                  </a:lnTo>
                  <a:lnTo>
                    <a:pt x="0" y="2143892"/>
                  </a:lnTo>
                  <a:lnTo>
                    <a:pt x="3308475" y="2143892"/>
                  </a:lnTo>
                  <a:lnTo>
                    <a:pt x="3308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153089" y="2881064"/>
              <a:ext cx="370840" cy="516255"/>
            </a:xfrm>
            <a:custGeom>
              <a:avLst/>
              <a:gdLst/>
              <a:ahLst/>
              <a:cxnLst/>
              <a:rect l="l" t="t" r="r" b="b"/>
              <a:pathLst>
                <a:path w="370840" h="516254">
                  <a:moveTo>
                    <a:pt x="370554" y="0"/>
                  </a:moveTo>
                  <a:lnTo>
                    <a:pt x="0" y="0"/>
                  </a:lnTo>
                  <a:lnTo>
                    <a:pt x="0" y="516120"/>
                  </a:lnTo>
                  <a:lnTo>
                    <a:pt x="370554" y="516120"/>
                  </a:lnTo>
                  <a:lnTo>
                    <a:pt x="370554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702297" y="2881064"/>
              <a:ext cx="370840" cy="516255"/>
            </a:xfrm>
            <a:custGeom>
              <a:avLst/>
              <a:gdLst/>
              <a:ahLst/>
              <a:cxnLst/>
              <a:rect l="l" t="t" r="r" b="b"/>
              <a:pathLst>
                <a:path w="370840" h="516254">
                  <a:moveTo>
                    <a:pt x="370554" y="0"/>
                  </a:moveTo>
                  <a:lnTo>
                    <a:pt x="0" y="0"/>
                  </a:lnTo>
                  <a:lnTo>
                    <a:pt x="0" y="516120"/>
                  </a:lnTo>
                  <a:lnTo>
                    <a:pt x="370554" y="516120"/>
                  </a:lnTo>
                  <a:lnTo>
                    <a:pt x="370554" y="0"/>
                  </a:lnTo>
                  <a:close/>
                </a:path>
              </a:pathLst>
            </a:custGeom>
            <a:solidFill>
              <a:srgbClr val="CEE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316441" y="2901397"/>
              <a:ext cx="583565" cy="29845"/>
            </a:xfrm>
            <a:custGeom>
              <a:avLst/>
              <a:gdLst/>
              <a:ahLst/>
              <a:cxnLst/>
              <a:rect l="l" t="t" r="r" b="b"/>
              <a:pathLst>
                <a:path w="583565" h="29844">
                  <a:moveTo>
                    <a:pt x="28117" y="7467"/>
                  </a:moveTo>
                  <a:lnTo>
                    <a:pt x="21831" y="1181"/>
                  </a:lnTo>
                  <a:lnTo>
                    <a:pt x="6286" y="1181"/>
                  </a:lnTo>
                  <a:lnTo>
                    <a:pt x="0" y="7467"/>
                  </a:lnTo>
                  <a:lnTo>
                    <a:pt x="0" y="23012"/>
                  </a:lnTo>
                  <a:lnTo>
                    <a:pt x="6286" y="29298"/>
                  </a:lnTo>
                  <a:lnTo>
                    <a:pt x="21831" y="29298"/>
                  </a:lnTo>
                  <a:lnTo>
                    <a:pt x="28117" y="23012"/>
                  </a:lnTo>
                  <a:lnTo>
                    <a:pt x="28117" y="15240"/>
                  </a:lnTo>
                  <a:lnTo>
                    <a:pt x="28117" y="7467"/>
                  </a:lnTo>
                  <a:close/>
                </a:path>
                <a:path w="583565" h="29844">
                  <a:moveTo>
                    <a:pt x="583539" y="6286"/>
                  </a:moveTo>
                  <a:lnTo>
                    <a:pt x="577240" y="0"/>
                  </a:lnTo>
                  <a:lnTo>
                    <a:pt x="561708" y="0"/>
                  </a:lnTo>
                  <a:lnTo>
                    <a:pt x="555409" y="6286"/>
                  </a:lnTo>
                  <a:lnTo>
                    <a:pt x="555409" y="21831"/>
                  </a:lnTo>
                  <a:lnTo>
                    <a:pt x="561708" y="28117"/>
                  </a:lnTo>
                  <a:lnTo>
                    <a:pt x="577240" y="28117"/>
                  </a:lnTo>
                  <a:lnTo>
                    <a:pt x="583539" y="21831"/>
                  </a:lnTo>
                  <a:lnTo>
                    <a:pt x="583539" y="14058"/>
                  </a:lnTo>
                  <a:lnTo>
                    <a:pt x="583539" y="6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317670" y="2881064"/>
              <a:ext cx="370840" cy="516255"/>
            </a:xfrm>
            <a:custGeom>
              <a:avLst/>
              <a:gdLst/>
              <a:ahLst/>
              <a:cxnLst/>
              <a:rect l="l" t="t" r="r" b="b"/>
              <a:pathLst>
                <a:path w="370840" h="516254">
                  <a:moveTo>
                    <a:pt x="370554" y="0"/>
                  </a:moveTo>
                  <a:lnTo>
                    <a:pt x="0" y="0"/>
                  </a:lnTo>
                  <a:lnTo>
                    <a:pt x="0" y="516120"/>
                  </a:lnTo>
                  <a:lnTo>
                    <a:pt x="370554" y="516120"/>
                  </a:lnTo>
                  <a:lnTo>
                    <a:pt x="370554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6492610" y="2912917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1831" y="0"/>
                  </a:moveTo>
                  <a:lnTo>
                    <a:pt x="6303" y="0"/>
                  </a:lnTo>
                  <a:lnTo>
                    <a:pt x="0" y="6282"/>
                  </a:lnTo>
                  <a:lnTo>
                    <a:pt x="0" y="21821"/>
                  </a:lnTo>
                  <a:lnTo>
                    <a:pt x="6303" y="28114"/>
                  </a:lnTo>
                  <a:lnTo>
                    <a:pt x="21831" y="28114"/>
                  </a:lnTo>
                  <a:lnTo>
                    <a:pt x="28124" y="21821"/>
                  </a:lnTo>
                  <a:lnTo>
                    <a:pt x="28124" y="14051"/>
                  </a:lnTo>
                  <a:lnTo>
                    <a:pt x="28124" y="6282"/>
                  </a:lnTo>
                  <a:lnTo>
                    <a:pt x="218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415561" y="3568132"/>
              <a:ext cx="370840" cy="516255"/>
            </a:xfrm>
            <a:custGeom>
              <a:avLst/>
              <a:gdLst/>
              <a:ahLst/>
              <a:cxnLst/>
              <a:rect l="l" t="t" r="r" b="b"/>
              <a:pathLst>
                <a:path w="370840" h="516254">
                  <a:moveTo>
                    <a:pt x="370554" y="0"/>
                  </a:moveTo>
                  <a:lnTo>
                    <a:pt x="0" y="0"/>
                  </a:lnTo>
                  <a:lnTo>
                    <a:pt x="0" y="516120"/>
                  </a:lnTo>
                  <a:lnTo>
                    <a:pt x="370554" y="516120"/>
                  </a:lnTo>
                  <a:lnTo>
                    <a:pt x="370554" y="0"/>
                  </a:lnTo>
                  <a:close/>
                </a:path>
              </a:pathLst>
            </a:custGeom>
            <a:solidFill>
              <a:srgbClr val="CEE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590499" y="3599969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1831" y="0"/>
                  </a:moveTo>
                  <a:lnTo>
                    <a:pt x="6303" y="0"/>
                  </a:lnTo>
                  <a:lnTo>
                    <a:pt x="0" y="6293"/>
                  </a:lnTo>
                  <a:lnTo>
                    <a:pt x="0" y="21831"/>
                  </a:lnTo>
                  <a:lnTo>
                    <a:pt x="6303" y="28124"/>
                  </a:lnTo>
                  <a:lnTo>
                    <a:pt x="21831" y="28124"/>
                  </a:lnTo>
                  <a:lnTo>
                    <a:pt x="28124" y="21831"/>
                  </a:lnTo>
                  <a:lnTo>
                    <a:pt x="28124" y="14062"/>
                  </a:lnTo>
                  <a:lnTo>
                    <a:pt x="28124" y="6293"/>
                  </a:lnTo>
                  <a:lnTo>
                    <a:pt x="218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7472327" y="3933168"/>
              <a:ext cx="370840" cy="516255"/>
            </a:xfrm>
            <a:custGeom>
              <a:avLst/>
              <a:gdLst/>
              <a:ahLst/>
              <a:cxnLst/>
              <a:rect l="l" t="t" r="r" b="b"/>
              <a:pathLst>
                <a:path w="370840" h="516254">
                  <a:moveTo>
                    <a:pt x="370554" y="0"/>
                  </a:moveTo>
                  <a:lnTo>
                    <a:pt x="0" y="0"/>
                  </a:lnTo>
                  <a:lnTo>
                    <a:pt x="0" y="516120"/>
                  </a:lnTo>
                  <a:lnTo>
                    <a:pt x="370554" y="516120"/>
                  </a:lnTo>
                  <a:lnTo>
                    <a:pt x="370554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7647268" y="3965004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1831" y="0"/>
                  </a:moveTo>
                  <a:lnTo>
                    <a:pt x="6293" y="0"/>
                  </a:lnTo>
                  <a:lnTo>
                    <a:pt x="0" y="6293"/>
                  </a:lnTo>
                  <a:lnTo>
                    <a:pt x="0" y="21831"/>
                  </a:lnTo>
                  <a:lnTo>
                    <a:pt x="6293" y="28124"/>
                  </a:lnTo>
                  <a:lnTo>
                    <a:pt x="21831" y="28124"/>
                  </a:lnTo>
                  <a:lnTo>
                    <a:pt x="28124" y="21831"/>
                  </a:lnTo>
                  <a:lnTo>
                    <a:pt x="28124" y="14062"/>
                  </a:lnTo>
                  <a:lnTo>
                    <a:pt x="28124" y="6293"/>
                  </a:lnTo>
                  <a:lnTo>
                    <a:pt x="218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7579308" y="3310066"/>
              <a:ext cx="370840" cy="516255"/>
            </a:xfrm>
            <a:custGeom>
              <a:avLst/>
              <a:gdLst/>
              <a:ahLst/>
              <a:cxnLst/>
              <a:rect l="l" t="t" r="r" b="b"/>
              <a:pathLst>
                <a:path w="370840" h="516254">
                  <a:moveTo>
                    <a:pt x="370554" y="0"/>
                  </a:moveTo>
                  <a:lnTo>
                    <a:pt x="0" y="0"/>
                  </a:lnTo>
                  <a:lnTo>
                    <a:pt x="0" y="516120"/>
                  </a:lnTo>
                  <a:lnTo>
                    <a:pt x="370554" y="516120"/>
                  </a:lnTo>
                  <a:lnTo>
                    <a:pt x="370554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229126" y="2650026"/>
              <a:ext cx="7553325" cy="2144395"/>
            </a:xfrm>
            <a:custGeom>
              <a:avLst/>
              <a:gdLst/>
              <a:ahLst/>
              <a:cxnLst/>
              <a:rect l="l" t="t" r="r" b="b"/>
              <a:pathLst>
                <a:path w="7553325" h="2144395">
                  <a:moveTo>
                    <a:pt x="2876943" y="0"/>
                  </a:moveTo>
                  <a:lnTo>
                    <a:pt x="0" y="0"/>
                  </a:lnTo>
                  <a:lnTo>
                    <a:pt x="0" y="2143899"/>
                  </a:lnTo>
                  <a:lnTo>
                    <a:pt x="2876943" y="2143899"/>
                  </a:lnTo>
                  <a:lnTo>
                    <a:pt x="2876943" y="0"/>
                  </a:lnTo>
                  <a:close/>
                </a:path>
                <a:path w="7553325" h="2144395">
                  <a:moveTo>
                    <a:pt x="7553236" y="698182"/>
                  </a:moveTo>
                  <a:lnTo>
                    <a:pt x="7546937" y="691883"/>
                  </a:lnTo>
                  <a:lnTo>
                    <a:pt x="7531405" y="691883"/>
                  </a:lnTo>
                  <a:lnTo>
                    <a:pt x="7525105" y="698182"/>
                  </a:lnTo>
                  <a:lnTo>
                    <a:pt x="7525105" y="713714"/>
                  </a:lnTo>
                  <a:lnTo>
                    <a:pt x="7531405" y="720013"/>
                  </a:lnTo>
                  <a:lnTo>
                    <a:pt x="7546937" y="720013"/>
                  </a:lnTo>
                  <a:lnTo>
                    <a:pt x="7553236" y="713714"/>
                  </a:lnTo>
                  <a:lnTo>
                    <a:pt x="7553236" y="705954"/>
                  </a:lnTo>
                  <a:lnTo>
                    <a:pt x="7553236" y="6981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388562" y="2765824"/>
              <a:ext cx="2578735" cy="1913889"/>
            </a:xfrm>
            <a:custGeom>
              <a:avLst/>
              <a:gdLst/>
              <a:ahLst/>
              <a:cxnLst/>
              <a:rect l="l" t="t" r="r" b="b"/>
              <a:pathLst>
                <a:path w="2578734" h="1913889">
                  <a:moveTo>
                    <a:pt x="564235" y="1345590"/>
                  </a:moveTo>
                  <a:lnTo>
                    <a:pt x="0" y="1345590"/>
                  </a:lnTo>
                  <a:lnTo>
                    <a:pt x="0" y="1909826"/>
                  </a:lnTo>
                  <a:lnTo>
                    <a:pt x="564235" y="1909826"/>
                  </a:lnTo>
                  <a:lnTo>
                    <a:pt x="564235" y="1345590"/>
                  </a:lnTo>
                  <a:close/>
                </a:path>
                <a:path w="2578734" h="1913889">
                  <a:moveTo>
                    <a:pt x="564235" y="669455"/>
                  </a:moveTo>
                  <a:lnTo>
                    <a:pt x="0" y="669455"/>
                  </a:lnTo>
                  <a:lnTo>
                    <a:pt x="0" y="1233690"/>
                  </a:lnTo>
                  <a:lnTo>
                    <a:pt x="564235" y="1233690"/>
                  </a:lnTo>
                  <a:lnTo>
                    <a:pt x="564235" y="669455"/>
                  </a:lnTo>
                  <a:close/>
                </a:path>
                <a:path w="2578734" h="1913889">
                  <a:moveTo>
                    <a:pt x="564235" y="0"/>
                  </a:moveTo>
                  <a:lnTo>
                    <a:pt x="0" y="0"/>
                  </a:lnTo>
                  <a:lnTo>
                    <a:pt x="0" y="564235"/>
                  </a:lnTo>
                  <a:lnTo>
                    <a:pt x="564235" y="564235"/>
                  </a:lnTo>
                  <a:lnTo>
                    <a:pt x="564235" y="0"/>
                  </a:lnTo>
                  <a:close/>
                </a:path>
                <a:path w="2578734" h="1913889">
                  <a:moveTo>
                    <a:pt x="1233678" y="1349590"/>
                  </a:moveTo>
                  <a:lnTo>
                    <a:pt x="669442" y="1349590"/>
                  </a:lnTo>
                  <a:lnTo>
                    <a:pt x="669442" y="1913813"/>
                  </a:lnTo>
                  <a:lnTo>
                    <a:pt x="1233678" y="1913813"/>
                  </a:lnTo>
                  <a:lnTo>
                    <a:pt x="1233678" y="1349590"/>
                  </a:lnTo>
                  <a:close/>
                </a:path>
                <a:path w="2578734" h="1913889">
                  <a:moveTo>
                    <a:pt x="1233678" y="673442"/>
                  </a:moveTo>
                  <a:lnTo>
                    <a:pt x="669442" y="673442"/>
                  </a:lnTo>
                  <a:lnTo>
                    <a:pt x="669442" y="1237678"/>
                  </a:lnTo>
                  <a:lnTo>
                    <a:pt x="1233678" y="1237678"/>
                  </a:lnTo>
                  <a:lnTo>
                    <a:pt x="1233678" y="673442"/>
                  </a:lnTo>
                  <a:close/>
                </a:path>
                <a:path w="2578734" h="1913889">
                  <a:moveTo>
                    <a:pt x="1233678" y="3987"/>
                  </a:moveTo>
                  <a:lnTo>
                    <a:pt x="669442" y="3987"/>
                  </a:lnTo>
                  <a:lnTo>
                    <a:pt x="669442" y="568223"/>
                  </a:lnTo>
                  <a:lnTo>
                    <a:pt x="1233678" y="568223"/>
                  </a:lnTo>
                  <a:lnTo>
                    <a:pt x="1233678" y="3987"/>
                  </a:lnTo>
                  <a:close/>
                </a:path>
                <a:path w="2578734" h="1913889">
                  <a:moveTo>
                    <a:pt x="1902371" y="1349590"/>
                  </a:moveTo>
                  <a:lnTo>
                    <a:pt x="1338148" y="1349590"/>
                  </a:lnTo>
                  <a:lnTo>
                    <a:pt x="1338148" y="1913813"/>
                  </a:lnTo>
                  <a:lnTo>
                    <a:pt x="1902371" y="1913813"/>
                  </a:lnTo>
                  <a:lnTo>
                    <a:pt x="1902371" y="1349590"/>
                  </a:lnTo>
                  <a:close/>
                </a:path>
                <a:path w="2578734" h="1913889">
                  <a:moveTo>
                    <a:pt x="1902371" y="673442"/>
                  </a:moveTo>
                  <a:lnTo>
                    <a:pt x="1338148" y="673442"/>
                  </a:lnTo>
                  <a:lnTo>
                    <a:pt x="1338148" y="1237678"/>
                  </a:lnTo>
                  <a:lnTo>
                    <a:pt x="1902371" y="1237678"/>
                  </a:lnTo>
                  <a:lnTo>
                    <a:pt x="1902371" y="673442"/>
                  </a:lnTo>
                  <a:close/>
                </a:path>
                <a:path w="2578734" h="1913889">
                  <a:moveTo>
                    <a:pt x="1902371" y="3987"/>
                  </a:moveTo>
                  <a:lnTo>
                    <a:pt x="1338148" y="3987"/>
                  </a:lnTo>
                  <a:lnTo>
                    <a:pt x="1338148" y="568223"/>
                  </a:lnTo>
                  <a:lnTo>
                    <a:pt x="1902371" y="568223"/>
                  </a:lnTo>
                  <a:lnTo>
                    <a:pt x="1902371" y="3987"/>
                  </a:lnTo>
                  <a:close/>
                </a:path>
                <a:path w="2578734" h="1913889">
                  <a:moveTo>
                    <a:pt x="2578214" y="1349590"/>
                  </a:moveTo>
                  <a:lnTo>
                    <a:pt x="2013978" y="1349590"/>
                  </a:lnTo>
                  <a:lnTo>
                    <a:pt x="2013978" y="1913813"/>
                  </a:lnTo>
                  <a:lnTo>
                    <a:pt x="2578214" y="1913813"/>
                  </a:lnTo>
                  <a:lnTo>
                    <a:pt x="2578214" y="1349590"/>
                  </a:lnTo>
                  <a:close/>
                </a:path>
                <a:path w="2578734" h="1913889">
                  <a:moveTo>
                    <a:pt x="2578214" y="673442"/>
                  </a:moveTo>
                  <a:lnTo>
                    <a:pt x="2013978" y="673442"/>
                  </a:lnTo>
                  <a:lnTo>
                    <a:pt x="2013978" y="1237678"/>
                  </a:lnTo>
                  <a:lnTo>
                    <a:pt x="2578214" y="1237678"/>
                  </a:lnTo>
                  <a:lnTo>
                    <a:pt x="2578214" y="673442"/>
                  </a:lnTo>
                  <a:close/>
                </a:path>
                <a:path w="2578734" h="1913889">
                  <a:moveTo>
                    <a:pt x="2578214" y="3987"/>
                  </a:moveTo>
                  <a:lnTo>
                    <a:pt x="2013978" y="3987"/>
                  </a:lnTo>
                  <a:lnTo>
                    <a:pt x="2013978" y="568223"/>
                  </a:lnTo>
                  <a:lnTo>
                    <a:pt x="2578214" y="568223"/>
                  </a:lnTo>
                  <a:lnTo>
                    <a:pt x="2578214" y="3987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768304" y="2789217"/>
              <a:ext cx="2199005" cy="1891030"/>
            </a:xfrm>
            <a:custGeom>
              <a:avLst/>
              <a:gdLst/>
              <a:ahLst/>
              <a:cxnLst/>
              <a:rect l="l" t="t" r="r" b="b"/>
              <a:pathLst>
                <a:path w="2199004" h="1891029">
                  <a:moveTo>
                    <a:pt x="184492" y="683298"/>
                  </a:moveTo>
                  <a:lnTo>
                    <a:pt x="123558" y="668997"/>
                  </a:lnTo>
                  <a:lnTo>
                    <a:pt x="0" y="1196009"/>
                  </a:lnTo>
                  <a:lnTo>
                    <a:pt x="60947" y="1210297"/>
                  </a:lnTo>
                  <a:lnTo>
                    <a:pt x="184492" y="683298"/>
                  </a:lnTo>
                  <a:close/>
                </a:path>
                <a:path w="2199004" h="1891029">
                  <a:moveTo>
                    <a:pt x="1150150" y="1874443"/>
                  </a:moveTo>
                  <a:lnTo>
                    <a:pt x="1026604" y="1347444"/>
                  </a:lnTo>
                  <a:lnTo>
                    <a:pt x="958405" y="1363433"/>
                  </a:lnTo>
                  <a:lnTo>
                    <a:pt x="1081951" y="1890433"/>
                  </a:lnTo>
                  <a:lnTo>
                    <a:pt x="1150150" y="1874443"/>
                  </a:lnTo>
                  <a:close/>
                </a:path>
                <a:path w="2199004" h="1891029">
                  <a:moveTo>
                    <a:pt x="2198459" y="17830"/>
                  </a:moveTo>
                  <a:lnTo>
                    <a:pt x="2122411" y="0"/>
                  </a:lnTo>
                  <a:lnTo>
                    <a:pt x="1998853" y="526999"/>
                  </a:lnTo>
                  <a:lnTo>
                    <a:pt x="2074913" y="544830"/>
                  </a:lnTo>
                  <a:lnTo>
                    <a:pt x="2198459" y="17830"/>
                  </a:lnTo>
                  <a:close/>
                </a:path>
              </a:pathLst>
            </a:custGeom>
            <a:solidFill>
              <a:srgbClr val="D6E8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704191" y="3458216"/>
              <a:ext cx="184785" cy="541655"/>
            </a:xfrm>
            <a:custGeom>
              <a:avLst/>
              <a:gdLst/>
              <a:ahLst/>
              <a:cxnLst/>
              <a:rect l="l" t="t" r="r" b="b"/>
              <a:pathLst>
                <a:path w="184784" h="541654">
                  <a:moveTo>
                    <a:pt x="123545" y="0"/>
                  </a:moveTo>
                  <a:lnTo>
                    <a:pt x="0" y="526999"/>
                  </a:lnTo>
                  <a:lnTo>
                    <a:pt x="60940" y="541292"/>
                  </a:lnTo>
                  <a:lnTo>
                    <a:pt x="184486" y="14292"/>
                  </a:lnTo>
                  <a:lnTo>
                    <a:pt x="123545" y="0"/>
                  </a:lnTo>
                  <a:close/>
                </a:path>
              </a:pathLst>
            </a:custGeom>
            <a:solidFill>
              <a:srgbClr val="EEBA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388575" y="2798336"/>
              <a:ext cx="1902460" cy="1880235"/>
            </a:xfrm>
            <a:custGeom>
              <a:avLst/>
              <a:gdLst/>
              <a:ahLst/>
              <a:cxnLst/>
              <a:rect l="l" t="t" r="r" b="b"/>
              <a:pathLst>
                <a:path w="1902459" h="1880235">
                  <a:moveTo>
                    <a:pt x="211188" y="1180630"/>
                  </a:moveTo>
                  <a:lnTo>
                    <a:pt x="87630" y="653630"/>
                  </a:lnTo>
                  <a:lnTo>
                    <a:pt x="0" y="674179"/>
                  </a:lnTo>
                  <a:lnTo>
                    <a:pt x="123545" y="1201178"/>
                  </a:lnTo>
                  <a:lnTo>
                    <a:pt x="211188" y="1180630"/>
                  </a:lnTo>
                  <a:close/>
                </a:path>
                <a:path w="1902459" h="1880235">
                  <a:moveTo>
                    <a:pt x="1233652" y="25781"/>
                  </a:moveTo>
                  <a:lnTo>
                    <a:pt x="1161237" y="0"/>
                  </a:lnTo>
                  <a:lnTo>
                    <a:pt x="979690" y="509943"/>
                  </a:lnTo>
                  <a:lnTo>
                    <a:pt x="1052118" y="535711"/>
                  </a:lnTo>
                  <a:lnTo>
                    <a:pt x="1233652" y="25781"/>
                  </a:lnTo>
                  <a:close/>
                </a:path>
                <a:path w="1902459" h="1880235">
                  <a:moveTo>
                    <a:pt x="1902358" y="1369949"/>
                  </a:moveTo>
                  <a:lnTo>
                    <a:pt x="1829943" y="1344155"/>
                  </a:lnTo>
                  <a:lnTo>
                    <a:pt x="1648396" y="1854085"/>
                  </a:lnTo>
                  <a:lnTo>
                    <a:pt x="1720824" y="1879879"/>
                  </a:lnTo>
                  <a:lnTo>
                    <a:pt x="1902358" y="1369949"/>
                  </a:lnTo>
                  <a:close/>
                </a:path>
                <a:path w="1902459" h="1880235">
                  <a:moveTo>
                    <a:pt x="1902358" y="695223"/>
                  </a:moveTo>
                  <a:lnTo>
                    <a:pt x="1817560" y="665035"/>
                  </a:lnTo>
                  <a:lnTo>
                    <a:pt x="1636026" y="1174978"/>
                  </a:lnTo>
                  <a:lnTo>
                    <a:pt x="1720824" y="1205166"/>
                  </a:lnTo>
                  <a:lnTo>
                    <a:pt x="1902358" y="695223"/>
                  </a:lnTo>
                  <a:close/>
                </a:path>
              </a:pathLst>
            </a:custGeom>
            <a:solidFill>
              <a:srgbClr val="D6E8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388562" y="2791745"/>
              <a:ext cx="2299335" cy="1884045"/>
            </a:xfrm>
            <a:custGeom>
              <a:avLst/>
              <a:gdLst/>
              <a:ahLst/>
              <a:cxnLst/>
              <a:rect l="l" t="t" r="r" b="b"/>
              <a:pathLst>
                <a:path w="2299334" h="1884045">
                  <a:moveTo>
                    <a:pt x="284657" y="1846859"/>
                  </a:moveTo>
                  <a:lnTo>
                    <a:pt x="103797" y="1338834"/>
                  </a:lnTo>
                  <a:lnTo>
                    <a:pt x="0" y="1375778"/>
                  </a:lnTo>
                  <a:lnTo>
                    <a:pt x="180860" y="1883803"/>
                  </a:lnTo>
                  <a:lnTo>
                    <a:pt x="284657" y="1846859"/>
                  </a:lnTo>
                  <a:close/>
                </a:path>
                <a:path w="2299334" h="1884045">
                  <a:moveTo>
                    <a:pt x="1154277" y="32372"/>
                  </a:moveTo>
                  <a:lnTo>
                    <a:pt x="1063332" y="0"/>
                  </a:lnTo>
                  <a:lnTo>
                    <a:pt x="881786" y="509930"/>
                  </a:lnTo>
                  <a:lnTo>
                    <a:pt x="972731" y="542302"/>
                  </a:lnTo>
                  <a:lnTo>
                    <a:pt x="1154277" y="32372"/>
                  </a:lnTo>
                  <a:close/>
                </a:path>
                <a:path w="2299334" h="1884045">
                  <a:moveTo>
                    <a:pt x="2299309" y="1175905"/>
                  </a:moveTo>
                  <a:lnTo>
                    <a:pt x="2117763" y="665962"/>
                  </a:lnTo>
                  <a:lnTo>
                    <a:pt x="2013966" y="702906"/>
                  </a:lnTo>
                  <a:lnTo>
                    <a:pt x="2195512" y="1212850"/>
                  </a:lnTo>
                  <a:lnTo>
                    <a:pt x="2299309" y="1175905"/>
                  </a:lnTo>
                  <a:close/>
                </a:path>
              </a:pathLst>
            </a:custGeom>
            <a:solidFill>
              <a:srgbClr val="EEBA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504239" y="4144450"/>
              <a:ext cx="241300" cy="531495"/>
            </a:xfrm>
            <a:custGeom>
              <a:avLst/>
              <a:gdLst/>
              <a:ahLst/>
              <a:cxnLst/>
              <a:rect l="l" t="t" r="r" b="b"/>
              <a:pathLst>
                <a:path w="241300" h="531495">
                  <a:moveTo>
                    <a:pt x="59736" y="0"/>
                  </a:moveTo>
                  <a:lnTo>
                    <a:pt x="0" y="21266"/>
                  </a:lnTo>
                  <a:lnTo>
                    <a:pt x="181544" y="531198"/>
                  </a:lnTo>
                  <a:lnTo>
                    <a:pt x="241270" y="509932"/>
                  </a:lnTo>
                  <a:lnTo>
                    <a:pt x="59736" y="0"/>
                  </a:lnTo>
                  <a:close/>
                </a:path>
              </a:pathLst>
            </a:custGeom>
            <a:solidFill>
              <a:srgbClr val="D6E8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920929" y="7708362"/>
              <a:ext cx="2049780" cy="271145"/>
            </a:xfrm>
            <a:custGeom>
              <a:avLst/>
              <a:gdLst/>
              <a:ahLst/>
              <a:cxnLst/>
              <a:rect l="l" t="t" r="r" b="b"/>
              <a:pathLst>
                <a:path w="2049779" h="271145">
                  <a:moveTo>
                    <a:pt x="2049738" y="0"/>
                  </a:moveTo>
                  <a:lnTo>
                    <a:pt x="0" y="0"/>
                  </a:lnTo>
                  <a:lnTo>
                    <a:pt x="0" y="270546"/>
                  </a:lnTo>
                  <a:lnTo>
                    <a:pt x="2049738" y="270546"/>
                  </a:lnTo>
                  <a:lnTo>
                    <a:pt x="2049738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792813" y="7031996"/>
              <a:ext cx="2306320" cy="1758950"/>
            </a:xfrm>
            <a:custGeom>
              <a:avLst/>
              <a:gdLst/>
              <a:ahLst/>
              <a:cxnLst/>
              <a:rect l="l" t="t" r="r" b="b"/>
              <a:pathLst>
                <a:path w="2306320" h="1758950">
                  <a:moveTo>
                    <a:pt x="341528" y="42087"/>
                  </a:moveTo>
                  <a:lnTo>
                    <a:pt x="337223" y="25412"/>
                  </a:lnTo>
                  <a:lnTo>
                    <a:pt x="327469" y="12065"/>
                  </a:lnTo>
                  <a:lnTo>
                    <a:pt x="313728" y="3213"/>
                  </a:lnTo>
                  <a:lnTo>
                    <a:pt x="297459" y="0"/>
                  </a:lnTo>
                  <a:lnTo>
                    <a:pt x="84086" y="0"/>
                  </a:lnTo>
                  <a:lnTo>
                    <a:pt x="52844" y="13601"/>
                  </a:lnTo>
                  <a:lnTo>
                    <a:pt x="41376" y="43764"/>
                  </a:lnTo>
                  <a:lnTo>
                    <a:pt x="50330" y="74561"/>
                  </a:lnTo>
                  <a:lnTo>
                    <a:pt x="80378" y="90030"/>
                  </a:lnTo>
                  <a:lnTo>
                    <a:pt x="85394" y="90195"/>
                  </a:lnTo>
                  <a:lnTo>
                    <a:pt x="0" y="1758569"/>
                  </a:lnTo>
                  <a:lnTo>
                    <a:pt x="85407" y="1758569"/>
                  </a:lnTo>
                  <a:lnTo>
                    <a:pt x="186969" y="766546"/>
                  </a:lnTo>
                  <a:lnTo>
                    <a:pt x="298919" y="766546"/>
                  </a:lnTo>
                  <a:lnTo>
                    <a:pt x="298919" y="90195"/>
                  </a:lnTo>
                  <a:lnTo>
                    <a:pt x="316153" y="86372"/>
                  </a:lnTo>
                  <a:lnTo>
                    <a:pt x="330022" y="75996"/>
                  </a:lnTo>
                  <a:lnTo>
                    <a:pt x="339001" y="60693"/>
                  </a:lnTo>
                  <a:lnTo>
                    <a:pt x="341528" y="42100"/>
                  </a:lnTo>
                  <a:close/>
                </a:path>
                <a:path w="2306320" h="1758950">
                  <a:moveTo>
                    <a:pt x="2305951" y="1758556"/>
                  </a:moveTo>
                  <a:lnTo>
                    <a:pt x="2220544" y="90182"/>
                  </a:lnTo>
                  <a:lnTo>
                    <a:pt x="2225560" y="90030"/>
                  </a:lnTo>
                  <a:lnTo>
                    <a:pt x="2255621" y="74561"/>
                  </a:lnTo>
                  <a:lnTo>
                    <a:pt x="2264575" y="43776"/>
                  </a:lnTo>
                  <a:lnTo>
                    <a:pt x="2253107" y="13601"/>
                  </a:lnTo>
                  <a:lnTo>
                    <a:pt x="2221865" y="0"/>
                  </a:lnTo>
                  <a:lnTo>
                    <a:pt x="2008492" y="0"/>
                  </a:lnTo>
                  <a:lnTo>
                    <a:pt x="1992223" y="3213"/>
                  </a:lnTo>
                  <a:lnTo>
                    <a:pt x="1978482" y="12065"/>
                  </a:lnTo>
                  <a:lnTo>
                    <a:pt x="1968728" y="25400"/>
                  </a:lnTo>
                  <a:lnTo>
                    <a:pt x="1964423" y="42087"/>
                  </a:lnTo>
                  <a:lnTo>
                    <a:pt x="1966950" y="60693"/>
                  </a:lnTo>
                  <a:lnTo>
                    <a:pt x="1975929" y="75996"/>
                  </a:lnTo>
                  <a:lnTo>
                    <a:pt x="1989810" y="86372"/>
                  </a:lnTo>
                  <a:lnTo>
                    <a:pt x="2007031" y="90195"/>
                  </a:lnTo>
                  <a:lnTo>
                    <a:pt x="2007031" y="766559"/>
                  </a:lnTo>
                  <a:lnTo>
                    <a:pt x="2118982" y="766559"/>
                  </a:lnTo>
                  <a:lnTo>
                    <a:pt x="2220544" y="1758556"/>
                  </a:lnTo>
                  <a:lnTo>
                    <a:pt x="2305951" y="1758556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101052" y="6355627"/>
              <a:ext cx="1691639" cy="1410335"/>
            </a:xfrm>
            <a:custGeom>
              <a:avLst/>
              <a:gdLst/>
              <a:ahLst/>
              <a:cxnLst/>
              <a:rect l="l" t="t" r="r" b="b"/>
              <a:pathLst>
                <a:path w="1691640" h="1410334">
                  <a:moveTo>
                    <a:pt x="1302881" y="0"/>
                  </a:moveTo>
                  <a:lnTo>
                    <a:pt x="388647" y="0"/>
                  </a:lnTo>
                  <a:lnTo>
                    <a:pt x="341685" y="4533"/>
                  </a:lnTo>
                  <a:lnTo>
                    <a:pt x="297256" y="17911"/>
                  </a:lnTo>
                  <a:lnTo>
                    <a:pt x="256294" y="39397"/>
                  </a:lnTo>
                  <a:lnTo>
                    <a:pt x="219732" y="68255"/>
                  </a:lnTo>
                  <a:lnTo>
                    <a:pt x="188502" y="103748"/>
                  </a:lnTo>
                  <a:lnTo>
                    <a:pt x="163539" y="145138"/>
                  </a:lnTo>
                  <a:lnTo>
                    <a:pt x="145775" y="191690"/>
                  </a:lnTo>
                  <a:lnTo>
                    <a:pt x="133053" y="238481"/>
                  </a:lnTo>
                  <a:lnTo>
                    <a:pt x="117107" y="300020"/>
                  </a:lnTo>
                  <a:lnTo>
                    <a:pt x="100929" y="367182"/>
                  </a:lnTo>
                  <a:lnTo>
                    <a:pt x="84854" y="440617"/>
                  </a:lnTo>
                  <a:lnTo>
                    <a:pt x="76961" y="479891"/>
                  </a:lnTo>
                  <a:lnTo>
                    <a:pt x="69220" y="520976"/>
                  </a:lnTo>
                  <a:lnTo>
                    <a:pt x="61674" y="563955"/>
                  </a:lnTo>
                  <a:lnTo>
                    <a:pt x="54364" y="608909"/>
                  </a:lnTo>
                  <a:lnTo>
                    <a:pt x="47332" y="655919"/>
                  </a:lnTo>
                  <a:lnTo>
                    <a:pt x="40621" y="705067"/>
                  </a:lnTo>
                  <a:lnTo>
                    <a:pt x="34272" y="756433"/>
                  </a:lnTo>
                  <a:lnTo>
                    <a:pt x="28329" y="810100"/>
                  </a:lnTo>
                  <a:lnTo>
                    <a:pt x="22832" y="866148"/>
                  </a:lnTo>
                  <a:lnTo>
                    <a:pt x="17825" y="924658"/>
                  </a:lnTo>
                  <a:lnTo>
                    <a:pt x="13348" y="985713"/>
                  </a:lnTo>
                  <a:lnTo>
                    <a:pt x="9445" y="1049393"/>
                  </a:lnTo>
                  <a:lnTo>
                    <a:pt x="6157" y="1115780"/>
                  </a:lnTo>
                  <a:lnTo>
                    <a:pt x="3526" y="1184954"/>
                  </a:lnTo>
                  <a:lnTo>
                    <a:pt x="1595" y="1256998"/>
                  </a:lnTo>
                  <a:lnTo>
                    <a:pt x="405" y="1331993"/>
                  </a:lnTo>
                  <a:lnTo>
                    <a:pt x="0" y="1410019"/>
                  </a:lnTo>
                  <a:lnTo>
                    <a:pt x="1691529" y="1409978"/>
                  </a:lnTo>
                  <a:lnTo>
                    <a:pt x="1691123" y="1331951"/>
                  </a:lnTo>
                  <a:lnTo>
                    <a:pt x="1689934" y="1256957"/>
                  </a:lnTo>
                  <a:lnTo>
                    <a:pt x="1688003" y="1184914"/>
                  </a:lnTo>
                  <a:lnTo>
                    <a:pt x="1685372" y="1115741"/>
                  </a:lnTo>
                  <a:lnTo>
                    <a:pt x="1682084" y="1049356"/>
                  </a:lnTo>
                  <a:lnTo>
                    <a:pt x="1678181" y="985678"/>
                  </a:lnTo>
                  <a:lnTo>
                    <a:pt x="1673704" y="924625"/>
                  </a:lnTo>
                  <a:lnTo>
                    <a:pt x="1668696" y="866117"/>
                  </a:lnTo>
                  <a:lnTo>
                    <a:pt x="1663200" y="810071"/>
                  </a:lnTo>
                  <a:lnTo>
                    <a:pt x="1657256" y="756407"/>
                  </a:lnTo>
                  <a:lnTo>
                    <a:pt x="1650908" y="705043"/>
                  </a:lnTo>
                  <a:lnTo>
                    <a:pt x="1644197" y="655898"/>
                  </a:lnTo>
                  <a:lnTo>
                    <a:pt x="1637165" y="608891"/>
                  </a:lnTo>
                  <a:lnTo>
                    <a:pt x="1629855" y="563940"/>
                  </a:lnTo>
                  <a:lnTo>
                    <a:pt x="1622308" y="520963"/>
                  </a:lnTo>
                  <a:lnTo>
                    <a:pt x="1614567" y="479880"/>
                  </a:lnTo>
                  <a:lnTo>
                    <a:pt x="1606674" y="440609"/>
                  </a:lnTo>
                  <a:lnTo>
                    <a:pt x="1598671" y="403068"/>
                  </a:lnTo>
                  <a:lnTo>
                    <a:pt x="1582502" y="332854"/>
                  </a:lnTo>
                  <a:lnTo>
                    <a:pt x="1566398" y="268587"/>
                  </a:lnTo>
                  <a:lnTo>
                    <a:pt x="1545753" y="191690"/>
                  </a:lnTo>
                  <a:lnTo>
                    <a:pt x="1527990" y="145138"/>
                  </a:lnTo>
                  <a:lnTo>
                    <a:pt x="1503026" y="103748"/>
                  </a:lnTo>
                  <a:lnTo>
                    <a:pt x="1471797" y="68255"/>
                  </a:lnTo>
                  <a:lnTo>
                    <a:pt x="1435235" y="39397"/>
                  </a:lnTo>
                  <a:lnTo>
                    <a:pt x="1394272" y="17911"/>
                  </a:lnTo>
                  <a:lnTo>
                    <a:pt x="1349843" y="4533"/>
                  </a:lnTo>
                  <a:lnTo>
                    <a:pt x="1302881" y="0"/>
                  </a:lnTo>
                  <a:close/>
                </a:path>
              </a:pathLst>
            </a:custGeom>
            <a:solidFill>
              <a:srgbClr val="FC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920929" y="7437811"/>
              <a:ext cx="2049780" cy="361315"/>
            </a:xfrm>
            <a:custGeom>
              <a:avLst/>
              <a:gdLst/>
              <a:ahLst/>
              <a:cxnLst/>
              <a:rect l="l" t="t" r="r" b="b"/>
              <a:pathLst>
                <a:path w="2049779" h="361315">
                  <a:moveTo>
                    <a:pt x="1024869" y="0"/>
                  </a:moveTo>
                  <a:lnTo>
                    <a:pt x="937323" y="360"/>
                  </a:lnTo>
                  <a:lnTo>
                    <a:pt x="854562" y="1406"/>
                  </a:lnTo>
                  <a:lnTo>
                    <a:pt x="776470" y="3081"/>
                  </a:lnTo>
                  <a:lnTo>
                    <a:pt x="702929" y="5332"/>
                  </a:lnTo>
                  <a:lnTo>
                    <a:pt x="633825" y="8104"/>
                  </a:lnTo>
                  <a:lnTo>
                    <a:pt x="569040" y="11342"/>
                  </a:lnTo>
                  <a:lnTo>
                    <a:pt x="508457" y="14991"/>
                  </a:lnTo>
                  <a:lnTo>
                    <a:pt x="451961" y="18997"/>
                  </a:lnTo>
                  <a:lnTo>
                    <a:pt x="399434" y="23305"/>
                  </a:lnTo>
                  <a:lnTo>
                    <a:pt x="350761" y="27860"/>
                  </a:lnTo>
                  <a:lnTo>
                    <a:pt x="305824" y="32608"/>
                  </a:lnTo>
                  <a:lnTo>
                    <a:pt x="264508" y="37495"/>
                  </a:lnTo>
                  <a:lnTo>
                    <a:pt x="226695" y="42464"/>
                  </a:lnTo>
                  <a:lnTo>
                    <a:pt x="161116" y="52435"/>
                  </a:lnTo>
                  <a:lnTo>
                    <a:pt x="108154" y="62083"/>
                  </a:lnTo>
                  <a:lnTo>
                    <a:pt x="66877" y="70971"/>
                  </a:lnTo>
                  <a:lnTo>
                    <a:pt x="18737" y="102559"/>
                  </a:lnTo>
                  <a:lnTo>
                    <a:pt x="0" y="159042"/>
                  </a:lnTo>
                  <a:lnTo>
                    <a:pt x="0" y="270546"/>
                  </a:lnTo>
                  <a:lnTo>
                    <a:pt x="6710" y="305651"/>
                  </a:lnTo>
                  <a:lnTo>
                    <a:pt x="25011" y="334318"/>
                  </a:lnTo>
                  <a:lnTo>
                    <a:pt x="52156" y="353645"/>
                  </a:lnTo>
                  <a:lnTo>
                    <a:pt x="85400" y="360732"/>
                  </a:lnTo>
                  <a:lnTo>
                    <a:pt x="1964327" y="360732"/>
                  </a:lnTo>
                  <a:lnTo>
                    <a:pt x="1997571" y="353645"/>
                  </a:lnTo>
                  <a:lnTo>
                    <a:pt x="2024717" y="334318"/>
                  </a:lnTo>
                  <a:lnTo>
                    <a:pt x="2043017" y="305651"/>
                  </a:lnTo>
                  <a:lnTo>
                    <a:pt x="2049728" y="270546"/>
                  </a:lnTo>
                  <a:lnTo>
                    <a:pt x="2049728" y="159042"/>
                  </a:lnTo>
                  <a:lnTo>
                    <a:pt x="2030990" y="102559"/>
                  </a:lnTo>
                  <a:lnTo>
                    <a:pt x="1982850" y="70971"/>
                  </a:lnTo>
                  <a:lnTo>
                    <a:pt x="1941574" y="62083"/>
                  </a:lnTo>
                  <a:lnTo>
                    <a:pt x="1888612" y="52435"/>
                  </a:lnTo>
                  <a:lnTo>
                    <a:pt x="1823032" y="42464"/>
                  </a:lnTo>
                  <a:lnTo>
                    <a:pt x="1785220" y="37495"/>
                  </a:lnTo>
                  <a:lnTo>
                    <a:pt x="1743904" y="32608"/>
                  </a:lnTo>
                  <a:lnTo>
                    <a:pt x="1698968" y="27860"/>
                  </a:lnTo>
                  <a:lnTo>
                    <a:pt x="1650295" y="23305"/>
                  </a:lnTo>
                  <a:lnTo>
                    <a:pt x="1597769" y="18997"/>
                  </a:lnTo>
                  <a:lnTo>
                    <a:pt x="1541273" y="14991"/>
                  </a:lnTo>
                  <a:lnTo>
                    <a:pt x="1480691" y="11342"/>
                  </a:lnTo>
                  <a:lnTo>
                    <a:pt x="1415906" y="8104"/>
                  </a:lnTo>
                  <a:lnTo>
                    <a:pt x="1346803" y="5332"/>
                  </a:lnTo>
                  <a:lnTo>
                    <a:pt x="1273264" y="3081"/>
                  </a:lnTo>
                  <a:lnTo>
                    <a:pt x="1195173" y="1406"/>
                  </a:lnTo>
                  <a:lnTo>
                    <a:pt x="1112413" y="360"/>
                  </a:lnTo>
                  <a:lnTo>
                    <a:pt x="1024869" y="0"/>
                  </a:lnTo>
                  <a:close/>
                </a:path>
              </a:pathLst>
            </a:custGeom>
            <a:solidFill>
              <a:srgbClr val="F9E7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354336" y="7122178"/>
              <a:ext cx="4660900" cy="857250"/>
            </a:xfrm>
            <a:custGeom>
              <a:avLst/>
              <a:gdLst/>
              <a:ahLst/>
              <a:cxnLst/>
              <a:rect l="l" t="t" r="r" b="b"/>
              <a:pathLst>
                <a:path w="4660900" h="857250">
                  <a:moveTo>
                    <a:pt x="2049729" y="586193"/>
                  </a:moveTo>
                  <a:lnTo>
                    <a:pt x="0" y="586193"/>
                  </a:lnTo>
                  <a:lnTo>
                    <a:pt x="0" y="856742"/>
                  </a:lnTo>
                  <a:lnTo>
                    <a:pt x="2049729" y="856742"/>
                  </a:lnTo>
                  <a:lnTo>
                    <a:pt x="2049729" y="586193"/>
                  </a:lnTo>
                  <a:close/>
                </a:path>
                <a:path w="4660900" h="857250">
                  <a:moveTo>
                    <a:pt x="2737396" y="0"/>
                  </a:moveTo>
                  <a:lnTo>
                    <a:pt x="2523883" y="0"/>
                  </a:lnTo>
                  <a:lnTo>
                    <a:pt x="2522359" y="29540"/>
                  </a:lnTo>
                  <a:lnTo>
                    <a:pt x="2737396" y="29540"/>
                  </a:lnTo>
                  <a:lnTo>
                    <a:pt x="2737396" y="0"/>
                  </a:lnTo>
                  <a:close/>
                </a:path>
                <a:path w="4660900" h="857250">
                  <a:moveTo>
                    <a:pt x="4660531" y="29540"/>
                  </a:moveTo>
                  <a:lnTo>
                    <a:pt x="4659020" y="0"/>
                  </a:lnTo>
                  <a:lnTo>
                    <a:pt x="4445508" y="0"/>
                  </a:lnTo>
                  <a:lnTo>
                    <a:pt x="4445508" y="29540"/>
                  </a:lnTo>
                  <a:lnTo>
                    <a:pt x="4660531" y="2954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226219" y="7031996"/>
              <a:ext cx="2306320" cy="1758950"/>
            </a:xfrm>
            <a:custGeom>
              <a:avLst/>
              <a:gdLst/>
              <a:ahLst/>
              <a:cxnLst/>
              <a:rect l="l" t="t" r="r" b="b"/>
              <a:pathLst>
                <a:path w="2306320" h="1758950">
                  <a:moveTo>
                    <a:pt x="341541" y="42087"/>
                  </a:moveTo>
                  <a:lnTo>
                    <a:pt x="340423" y="37782"/>
                  </a:lnTo>
                  <a:lnTo>
                    <a:pt x="337235" y="25412"/>
                  </a:lnTo>
                  <a:lnTo>
                    <a:pt x="334594" y="21805"/>
                  </a:lnTo>
                  <a:lnTo>
                    <a:pt x="327482" y="12065"/>
                  </a:lnTo>
                  <a:lnTo>
                    <a:pt x="313740" y="3213"/>
                  </a:lnTo>
                  <a:lnTo>
                    <a:pt x="297459" y="0"/>
                  </a:lnTo>
                  <a:lnTo>
                    <a:pt x="84086" y="0"/>
                  </a:lnTo>
                  <a:lnTo>
                    <a:pt x="52857" y="13601"/>
                  </a:lnTo>
                  <a:lnTo>
                    <a:pt x="41376" y="43764"/>
                  </a:lnTo>
                  <a:lnTo>
                    <a:pt x="50330" y="74561"/>
                  </a:lnTo>
                  <a:lnTo>
                    <a:pt x="80391" y="90030"/>
                  </a:lnTo>
                  <a:lnTo>
                    <a:pt x="85394" y="90195"/>
                  </a:lnTo>
                  <a:lnTo>
                    <a:pt x="0" y="1758569"/>
                  </a:lnTo>
                  <a:lnTo>
                    <a:pt x="85407" y="1758569"/>
                  </a:lnTo>
                  <a:lnTo>
                    <a:pt x="186969" y="766546"/>
                  </a:lnTo>
                  <a:lnTo>
                    <a:pt x="298932" y="766546"/>
                  </a:lnTo>
                  <a:lnTo>
                    <a:pt x="298932" y="90195"/>
                  </a:lnTo>
                  <a:lnTo>
                    <a:pt x="316153" y="86372"/>
                  </a:lnTo>
                  <a:lnTo>
                    <a:pt x="330034" y="75996"/>
                  </a:lnTo>
                  <a:lnTo>
                    <a:pt x="339013" y="60693"/>
                  </a:lnTo>
                  <a:lnTo>
                    <a:pt x="341541" y="42100"/>
                  </a:lnTo>
                  <a:close/>
                </a:path>
                <a:path w="2306320" h="1758950">
                  <a:moveTo>
                    <a:pt x="2305951" y="1758556"/>
                  </a:moveTo>
                  <a:lnTo>
                    <a:pt x="2220544" y="90182"/>
                  </a:lnTo>
                  <a:lnTo>
                    <a:pt x="2225573" y="90030"/>
                  </a:lnTo>
                  <a:lnTo>
                    <a:pt x="2255621" y="74561"/>
                  </a:lnTo>
                  <a:lnTo>
                    <a:pt x="2264587" y="43776"/>
                  </a:lnTo>
                  <a:lnTo>
                    <a:pt x="2253107" y="13601"/>
                  </a:lnTo>
                  <a:lnTo>
                    <a:pt x="2221865" y="0"/>
                  </a:lnTo>
                  <a:lnTo>
                    <a:pt x="2008505" y="0"/>
                  </a:lnTo>
                  <a:lnTo>
                    <a:pt x="1992223" y="3213"/>
                  </a:lnTo>
                  <a:lnTo>
                    <a:pt x="1978482" y="12065"/>
                  </a:lnTo>
                  <a:lnTo>
                    <a:pt x="1968728" y="25400"/>
                  </a:lnTo>
                  <a:lnTo>
                    <a:pt x="1964423" y="42087"/>
                  </a:lnTo>
                  <a:lnTo>
                    <a:pt x="1989810" y="86372"/>
                  </a:lnTo>
                  <a:lnTo>
                    <a:pt x="2007031" y="90195"/>
                  </a:lnTo>
                  <a:lnTo>
                    <a:pt x="2007031" y="766559"/>
                  </a:lnTo>
                  <a:lnTo>
                    <a:pt x="2118995" y="766559"/>
                  </a:lnTo>
                  <a:lnTo>
                    <a:pt x="2220544" y="1758556"/>
                  </a:lnTo>
                  <a:lnTo>
                    <a:pt x="2305951" y="1758556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534462" y="6355627"/>
              <a:ext cx="1691639" cy="1410335"/>
            </a:xfrm>
            <a:custGeom>
              <a:avLst/>
              <a:gdLst/>
              <a:ahLst/>
              <a:cxnLst/>
              <a:rect l="l" t="t" r="r" b="b"/>
              <a:pathLst>
                <a:path w="1691639" h="1410334">
                  <a:moveTo>
                    <a:pt x="1302881" y="0"/>
                  </a:moveTo>
                  <a:lnTo>
                    <a:pt x="388647" y="0"/>
                  </a:lnTo>
                  <a:lnTo>
                    <a:pt x="341685" y="4533"/>
                  </a:lnTo>
                  <a:lnTo>
                    <a:pt x="297256" y="17911"/>
                  </a:lnTo>
                  <a:lnTo>
                    <a:pt x="256294" y="39397"/>
                  </a:lnTo>
                  <a:lnTo>
                    <a:pt x="219732" y="68255"/>
                  </a:lnTo>
                  <a:lnTo>
                    <a:pt x="188502" y="103748"/>
                  </a:lnTo>
                  <a:lnTo>
                    <a:pt x="163539" y="145138"/>
                  </a:lnTo>
                  <a:lnTo>
                    <a:pt x="145775" y="191690"/>
                  </a:lnTo>
                  <a:lnTo>
                    <a:pt x="133053" y="238481"/>
                  </a:lnTo>
                  <a:lnTo>
                    <a:pt x="117107" y="300020"/>
                  </a:lnTo>
                  <a:lnTo>
                    <a:pt x="100929" y="367182"/>
                  </a:lnTo>
                  <a:lnTo>
                    <a:pt x="84854" y="440617"/>
                  </a:lnTo>
                  <a:lnTo>
                    <a:pt x="76961" y="479891"/>
                  </a:lnTo>
                  <a:lnTo>
                    <a:pt x="69220" y="520976"/>
                  </a:lnTo>
                  <a:lnTo>
                    <a:pt x="61674" y="563955"/>
                  </a:lnTo>
                  <a:lnTo>
                    <a:pt x="54364" y="608909"/>
                  </a:lnTo>
                  <a:lnTo>
                    <a:pt x="47332" y="655919"/>
                  </a:lnTo>
                  <a:lnTo>
                    <a:pt x="40621" y="705067"/>
                  </a:lnTo>
                  <a:lnTo>
                    <a:pt x="34272" y="756433"/>
                  </a:lnTo>
                  <a:lnTo>
                    <a:pt x="28329" y="810100"/>
                  </a:lnTo>
                  <a:lnTo>
                    <a:pt x="22832" y="866148"/>
                  </a:lnTo>
                  <a:lnTo>
                    <a:pt x="17825" y="924658"/>
                  </a:lnTo>
                  <a:lnTo>
                    <a:pt x="13348" y="985713"/>
                  </a:lnTo>
                  <a:lnTo>
                    <a:pt x="9445" y="1049393"/>
                  </a:lnTo>
                  <a:lnTo>
                    <a:pt x="6157" y="1115780"/>
                  </a:lnTo>
                  <a:lnTo>
                    <a:pt x="3526" y="1184954"/>
                  </a:lnTo>
                  <a:lnTo>
                    <a:pt x="1595" y="1256998"/>
                  </a:lnTo>
                  <a:lnTo>
                    <a:pt x="405" y="1331993"/>
                  </a:lnTo>
                  <a:lnTo>
                    <a:pt x="0" y="1410019"/>
                  </a:lnTo>
                  <a:lnTo>
                    <a:pt x="1691529" y="1409978"/>
                  </a:lnTo>
                  <a:lnTo>
                    <a:pt x="1691123" y="1331951"/>
                  </a:lnTo>
                  <a:lnTo>
                    <a:pt x="1689934" y="1256957"/>
                  </a:lnTo>
                  <a:lnTo>
                    <a:pt x="1688003" y="1184914"/>
                  </a:lnTo>
                  <a:lnTo>
                    <a:pt x="1685372" y="1115741"/>
                  </a:lnTo>
                  <a:lnTo>
                    <a:pt x="1682084" y="1049356"/>
                  </a:lnTo>
                  <a:lnTo>
                    <a:pt x="1678181" y="985678"/>
                  </a:lnTo>
                  <a:lnTo>
                    <a:pt x="1673704" y="924625"/>
                  </a:lnTo>
                  <a:lnTo>
                    <a:pt x="1668696" y="866117"/>
                  </a:lnTo>
                  <a:lnTo>
                    <a:pt x="1663200" y="810071"/>
                  </a:lnTo>
                  <a:lnTo>
                    <a:pt x="1657256" y="756407"/>
                  </a:lnTo>
                  <a:lnTo>
                    <a:pt x="1650908" y="705043"/>
                  </a:lnTo>
                  <a:lnTo>
                    <a:pt x="1644197" y="655898"/>
                  </a:lnTo>
                  <a:lnTo>
                    <a:pt x="1637165" y="608891"/>
                  </a:lnTo>
                  <a:lnTo>
                    <a:pt x="1629855" y="563940"/>
                  </a:lnTo>
                  <a:lnTo>
                    <a:pt x="1622308" y="520963"/>
                  </a:lnTo>
                  <a:lnTo>
                    <a:pt x="1614567" y="479880"/>
                  </a:lnTo>
                  <a:lnTo>
                    <a:pt x="1606674" y="440609"/>
                  </a:lnTo>
                  <a:lnTo>
                    <a:pt x="1598671" y="403068"/>
                  </a:lnTo>
                  <a:lnTo>
                    <a:pt x="1582502" y="332854"/>
                  </a:lnTo>
                  <a:lnTo>
                    <a:pt x="1566398" y="268587"/>
                  </a:lnTo>
                  <a:lnTo>
                    <a:pt x="1545753" y="191690"/>
                  </a:lnTo>
                  <a:lnTo>
                    <a:pt x="1527990" y="145138"/>
                  </a:lnTo>
                  <a:lnTo>
                    <a:pt x="1503026" y="103748"/>
                  </a:lnTo>
                  <a:lnTo>
                    <a:pt x="1471797" y="68255"/>
                  </a:lnTo>
                  <a:lnTo>
                    <a:pt x="1435235" y="39397"/>
                  </a:lnTo>
                  <a:lnTo>
                    <a:pt x="1394272" y="17911"/>
                  </a:lnTo>
                  <a:lnTo>
                    <a:pt x="1349843" y="4533"/>
                  </a:lnTo>
                  <a:lnTo>
                    <a:pt x="1302881" y="0"/>
                  </a:lnTo>
                  <a:close/>
                </a:path>
              </a:pathLst>
            </a:custGeom>
            <a:solidFill>
              <a:srgbClr val="FCF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354340" y="7437811"/>
              <a:ext cx="2049780" cy="361315"/>
            </a:xfrm>
            <a:custGeom>
              <a:avLst/>
              <a:gdLst/>
              <a:ahLst/>
              <a:cxnLst/>
              <a:rect l="l" t="t" r="r" b="b"/>
              <a:pathLst>
                <a:path w="2049779" h="361315">
                  <a:moveTo>
                    <a:pt x="1024869" y="0"/>
                  </a:moveTo>
                  <a:lnTo>
                    <a:pt x="937323" y="360"/>
                  </a:lnTo>
                  <a:lnTo>
                    <a:pt x="854562" y="1406"/>
                  </a:lnTo>
                  <a:lnTo>
                    <a:pt x="776470" y="3081"/>
                  </a:lnTo>
                  <a:lnTo>
                    <a:pt x="702929" y="5332"/>
                  </a:lnTo>
                  <a:lnTo>
                    <a:pt x="633825" y="8104"/>
                  </a:lnTo>
                  <a:lnTo>
                    <a:pt x="569040" y="11342"/>
                  </a:lnTo>
                  <a:lnTo>
                    <a:pt x="508457" y="14991"/>
                  </a:lnTo>
                  <a:lnTo>
                    <a:pt x="451961" y="18997"/>
                  </a:lnTo>
                  <a:lnTo>
                    <a:pt x="399434" y="23305"/>
                  </a:lnTo>
                  <a:lnTo>
                    <a:pt x="350761" y="27860"/>
                  </a:lnTo>
                  <a:lnTo>
                    <a:pt x="305824" y="32608"/>
                  </a:lnTo>
                  <a:lnTo>
                    <a:pt x="264508" y="37495"/>
                  </a:lnTo>
                  <a:lnTo>
                    <a:pt x="226695" y="42464"/>
                  </a:lnTo>
                  <a:lnTo>
                    <a:pt x="161116" y="52435"/>
                  </a:lnTo>
                  <a:lnTo>
                    <a:pt x="108154" y="62083"/>
                  </a:lnTo>
                  <a:lnTo>
                    <a:pt x="66877" y="70971"/>
                  </a:lnTo>
                  <a:lnTo>
                    <a:pt x="18737" y="102559"/>
                  </a:lnTo>
                  <a:lnTo>
                    <a:pt x="0" y="159042"/>
                  </a:lnTo>
                  <a:lnTo>
                    <a:pt x="0" y="270546"/>
                  </a:lnTo>
                  <a:lnTo>
                    <a:pt x="6711" y="305651"/>
                  </a:lnTo>
                  <a:lnTo>
                    <a:pt x="25014" y="334318"/>
                  </a:lnTo>
                  <a:lnTo>
                    <a:pt x="52160" y="353645"/>
                  </a:lnTo>
                  <a:lnTo>
                    <a:pt x="85400" y="360732"/>
                  </a:lnTo>
                  <a:lnTo>
                    <a:pt x="1964327" y="360732"/>
                  </a:lnTo>
                  <a:lnTo>
                    <a:pt x="1997573" y="353645"/>
                  </a:lnTo>
                  <a:lnTo>
                    <a:pt x="2024722" y="334318"/>
                  </a:lnTo>
                  <a:lnTo>
                    <a:pt x="2043026" y="305651"/>
                  </a:lnTo>
                  <a:lnTo>
                    <a:pt x="2049738" y="270546"/>
                  </a:lnTo>
                  <a:lnTo>
                    <a:pt x="2049738" y="159042"/>
                  </a:lnTo>
                  <a:lnTo>
                    <a:pt x="2030995" y="102559"/>
                  </a:lnTo>
                  <a:lnTo>
                    <a:pt x="1982850" y="70971"/>
                  </a:lnTo>
                  <a:lnTo>
                    <a:pt x="1941574" y="62083"/>
                  </a:lnTo>
                  <a:lnTo>
                    <a:pt x="1888613" y="52435"/>
                  </a:lnTo>
                  <a:lnTo>
                    <a:pt x="1823035" y="42464"/>
                  </a:lnTo>
                  <a:lnTo>
                    <a:pt x="1785223" y="37495"/>
                  </a:lnTo>
                  <a:lnTo>
                    <a:pt x="1743907" y="32608"/>
                  </a:lnTo>
                  <a:lnTo>
                    <a:pt x="1698971" y="27860"/>
                  </a:lnTo>
                  <a:lnTo>
                    <a:pt x="1650299" y="23305"/>
                  </a:lnTo>
                  <a:lnTo>
                    <a:pt x="1597773" y="18997"/>
                  </a:lnTo>
                  <a:lnTo>
                    <a:pt x="1541277" y="14991"/>
                  </a:lnTo>
                  <a:lnTo>
                    <a:pt x="1480696" y="11342"/>
                  </a:lnTo>
                  <a:lnTo>
                    <a:pt x="1415911" y="8104"/>
                  </a:lnTo>
                  <a:lnTo>
                    <a:pt x="1346807" y="5332"/>
                  </a:lnTo>
                  <a:lnTo>
                    <a:pt x="1273267" y="3081"/>
                  </a:lnTo>
                  <a:lnTo>
                    <a:pt x="1195175" y="1406"/>
                  </a:lnTo>
                  <a:lnTo>
                    <a:pt x="1112415" y="360"/>
                  </a:lnTo>
                  <a:lnTo>
                    <a:pt x="1024869" y="0"/>
                  </a:lnTo>
                  <a:close/>
                </a:path>
              </a:pathLst>
            </a:custGeom>
            <a:solidFill>
              <a:srgbClr val="F9E7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310128" y="7122178"/>
              <a:ext cx="2138680" cy="29845"/>
            </a:xfrm>
            <a:custGeom>
              <a:avLst/>
              <a:gdLst/>
              <a:ahLst/>
              <a:cxnLst/>
              <a:rect l="l" t="t" r="r" b="b"/>
              <a:pathLst>
                <a:path w="2138679" h="29845">
                  <a:moveTo>
                    <a:pt x="215011" y="0"/>
                  </a:moveTo>
                  <a:lnTo>
                    <a:pt x="1498" y="0"/>
                  </a:lnTo>
                  <a:lnTo>
                    <a:pt x="0" y="29540"/>
                  </a:lnTo>
                  <a:lnTo>
                    <a:pt x="215011" y="29540"/>
                  </a:lnTo>
                  <a:lnTo>
                    <a:pt x="215011" y="0"/>
                  </a:lnTo>
                  <a:close/>
                </a:path>
                <a:path w="2138679" h="29845">
                  <a:moveTo>
                    <a:pt x="2138159" y="29540"/>
                  </a:moveTo>
                  <a:lnTo>
                    <a:pt x="2136635" y="0"/>
                  </a:lnTo>
                  <a:lnTo>
                    <a:pt x="1923135" y="0"/>
                  </a:lnTo>
                  <a:lnTo>
                    <a:pt x="1923135" y="29540"/>
                  </a:lnTo>
                  <a:lnTo>
                    <a:pt x="2138159" y="2954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5004" y="8562814"/>
              <a:ext cx="172298" cy="210171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5713" y="8562814"/>
              <a:ext cx="172298" cy="210171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510068" y="5537206"/>
              <a:ext cx="973455" cy="1614170"/>
            </a:xfrm>
            <a:custGeom>
              <a:avLst/>
              <a:gdLst/>
              <a:ahLst/>
              <a:cxnLst/>
              <a:rect l="l" t="t" r="r" b="b"/>
              <a:pathLst>
                <a:path w="973455" h="1614170">
                  <a:moveTo>
                    <a:pt x="972858" y="1245679"/>
                  </a:moveTo>
                  <a:lnTo>
                    <a:pt x="483184" y="1160741"/>
                  </a:lnTo>
                  <a:lnTo>
                    <a:pt x="12" y="1245679"/>
                  </a:lnTo>
                  <a:lnTo>
                    <a:pt x="162153" y="1528775"/>
                  </a:lnTo>
                  <a:lnTo>
                    <a:pt x="486435" y="1613700"/>
                  </a:lnTo>
                  <a:lnTo>
                    <a:pt x="810717" y="1528775"/>
                  </a:lnTo>
                  <a:lnTo>
                    <a:pt x="972858" y="1245679"/>
                  </a:lnTo>
                  <a:close/>
                </a:path>
                <a:path w="973455" h="1614170">
                  <a:moveTo>
                    <a:pt x="972858" y="396354"/>
                  </a:moveTo>
                  <a:lnTo>
                    <a:pt x="0" y="396354"/>
                  </a:lnTo>
                  <a:lnTo>
                    <a:pt x="0" y="1075817"/>
                  </a:lnTo>
                  <a:lnTo>
                    <a:pt x="972858" y="1075817"/>
                  </a:lnTo>
                  <a:lnTo>
                    <a:pt x="972858" y="396354"/>
                  </a:lnTo>
                  <a:close/>
                </a:path>
                <a:path w="973455" h="1614170">
                  <a:moveTo>
                    <a:pt x="972858" y="0"/>
                  </a:moveTo>
                  <a:lnTo>
                    <a:pt x="0" y="0"/>
                  </a:lnTo>
                  <a:lnTo>
                    <a:pt x="0" y="226491"/>
                  </a:lnTo>
                  <a:lnTo>
                    <a:pt x="972858" y="226491"/>
                  </a:lnTo>
                  <a:lnTo>
                    <a:pt x="97285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401986" y="7065975"/>
              <a:ext cx="1189355" cy="1585595"/>
            </a:xfrm>
            <a:custGeom>
              <a:avLst/>
              <a:gdLst/>
              <a:ahLst/>
              <a:cxnLst/>
              <a:rect l="l" t="t" r="r" b="b"/>
              <a:pathLst>
                <a:path w="1189355" h="1585595">
                  <a:moveTo>
                    <a:pt x="1026900" y="0"/>
                  </a:moveTo>
                  <a:lnTo>
                    <a:pt x="162141" y="0"/>
                  </a:lnTo>
                  <a:lnTo>
                    <a:pt x="119125" y="6603"/>
                  </a:lnTo>
                  <a:lnTo>
                    <a:pt x="82726" y="25091"/>
                  </a:lnTo>
                  <a:lnTo>
                    <a:pt x="52945" y="53484"/>
                  </a:lnTo>
                  <a:lnTo>
                    <a:pt x="29782" y="89801"/>
                  </a:lnTo>
                  <a:lnTo>
                    <a:pt x="13236" y="132061"/>
                  </a:lnTo>
                  <a:lnTo>
                    <a:pt x="3309" y="178282"/>
                  </a:lnTo>
                  <a:lnTo>
                    <a:pt x="0" y="226485"/>
                  </a:lnTo>
                  <a:lnTo>
                    <a:pt x="0" y="1472143"/>
                  </a:lnTo>
                  <a:lnTo>
                    <a:pt x="8494" y="1516222"/>
                  </a:lnTo>
                  <a:lnTo>
                    <a:pt x="31660" y="1552218"/>
                  </a:lnTo>
                  <a:lnTo>
                    <a:pt x="66018" y="1576487"/>
                  </a:lnTo>
                  <a:lnTo>
                    <a:pt x="108090" y="1585386"/>
                  </a:lnTo>
                  <a:lnTo>
                    <a:pt x="1080940" y="1585386"/>
                  </a:lnTo>
                  <a:lnTo>
                    <a:pt x="1123019" y="1576487"/>
                  </a:lnTo>
                  <a:lnTo>
                    <a:pt x="1157380" y="1552218"/>
                  </a:lnTo>
                  <a:lnTo>
                    <a:pt x="1180547" y="1516222"/>
                  </a:lnTo>
                  <a:lnTo>
                    <a:pt x="1189042" y="1472143"/>
                  </a:lnTo>
                  <a:lnTo>
                    <a:pt x="1188749" y="226485"/>
                  </a:lnTo>
                  <a:lnTo>
                    <a:pt x="1189042" y="226485"/>
                  </a:lnTo>
                  <a:lnTo>
                    <a:pt x="1182518" y="159404"/>
                  </a:lnTo>
                  <a:lnTo>
                    <a:pt x="1167993" y="109437"/>
                  </a:lnTo>
                  <a:lnTo>
                    <a:pt x="1145170" y="65730"/>
                  </a:lnTo>
                  <a:lnTo>
                    <a:pt x="1114049" y="31068"/>
                  </a:lnTo>
                  <a:lnTo>
                    <a:pt x="1074626" y="8230"/>
                  </a:lnTo>
                  <a:lnTo>
                    <a:pt x="102690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456029" y="5367356"/>
              <a:ext cx="1081405" cy="2661285"/>
            </a:xfrm>
            <a:custGeom>
              <a:avLst/>
              <a:gdLst/>
              <a:ahLst/>
              <a:cxnLst/>
              <a:rect l="l" t="t" r="r" b="b"/>
              <a:pathLst>
                <a:path w="1081405" h="2661284">
                  <a:moveTo>
                    <a:pt x="432371" y="2378075"/>
                  </a:moveTo>
                  <a:lnTo>
                    <a:pt x="216179" y="2378075"/>
                  </a:lnTo>
                  <a:lnTo>
                    <a:pt x="216179" y="2661183"/>
                  </a:lnTo>
                  <a:lnTo>
                    <a:pt x="432371" y="2661183"/>
                  </a:lnTo>
                  <a:lnTo>
                    <a:pt x="432371" y="2378075"/>
                  </a:lnTo>
                  <a:close/>
                </a:path>
                <a:path w="1081405" h="2661284">
                  <a:moveTo>
                    <a:pt x="864755" y="2378075"/>
                  </a:moveTo>
                  <a:lnTo>
                    <a:pt x="648563" y="2378075"/>
                  </a:lnTo>
                  <a:lnTo>
                    <a:pt x="648563" y="2661183"/>
                  </a:lnTo>
                  <a:lnTo>
                    <a:pt x="864755" y="2661183"/>
                  </a:lnTo>
                  <a:lnTo>
                    <a:pt x="864755" y="2378075"/>
                  </a:lnTo>
                  <a:close/>
                </a:path>
                <a:path w="1081405" h="2661284">
                  <a:moveTo>
                    <a:pt x="1080947" y="1302270"/>
                  </a:moveTo>
                  <a:lnTo>
                    <a:pt x="1076706" y="1280236"/>
                  </a:lnTo>
                  <a:lnTo>
                    <a:pt x="1065110" y="1262240"/>
                  </a:lnTo>
                  <a:lnTo>
                    <a:pt x="1047940" y="1250111"/>
                  </a:lnTo>
                  <a:lnTo>
                    <a:pt x="1026896" y="1245654"/>
                  </a:lnTo>
                  <a:lnTo>
                    <a:pt x="54051" y="1245654"/>
                  </a:lnTo>
                  <a:lnTo>
                    <a:pt x="33007" y="1250111"/>
                  </a:lnTo>
                  <a:lnTo>
                    <a:pt x="15824" y="1262240"/>
                  </a:lnTo>
                  <a:lnTo>
                    <a:pt x="4241" y="1280236"/>
                  </a:lnTo>
                  <a:lnTo>
                    <a:pt x="0" y="1302270"/>
                  </a:lnTo>
                  <a:lnTo>
                    <a:pt x="0" y="1358900"/>
                  </a:lnTo>
                  <a:lnTo>
                    <a:pt x="4241" y="1380934"/>
                  </a:lnTo>
                  <a:lnTo>
                    <a:pt x="15824" y="1398930"/>
                  </a:lnTo>
                  <a:lnTo>
                    <a:pt x="33007" y="1411071"/>
                  </a:lnTo>
                  <a:lnTo>
                    <a:pt x="54051" y="1415516"/>
                  </a:lnTo>
                  <a:lnTo>
                    <a:pt x="1026896" y="1415516"/>
                  </a:lnTo>
                  <a:lnTo>
                    <a:pt x="1047940" y="1411071"/>
                  </a:lnTo>
                  <a:lnTo>
                    <a:pt x="1065110" y="1398930"/>
                  </a:lnTo>
                  <a:lnTo>
                    <a:pt x="1076706" y="1380934"/>
                  </a:lnTo>
                  <a:lnTo>
                    <a:pt x="1080947" y="1358900"/>
                  </a:lnTo>
                  <a:lnTo>
                    <a:pt x="1080947" y="1302270"/>
                  </a:lnTo>
                  <a:close/>
                </a:path>
                <a:path w="1081405" h="2661284">
                  <a:moveTo>
                    <a:pt x="1080947" y="452958"/>
                  </a:moveTo>
                  <a:lnTo>
                    <a:pt x="1076706" y="430923"/>
                  </a:lnTo>
                  <a:lnTo>
                    <a:pt x="1065110" y="412927"/>
                  </a:lnTo>
                  <a:lnTo>
                    <a:pt x="1047940" y="400786"/>
                  </a:lnTo>
                  <a:lnTo>
                    <a:pt x="1026896" y="396341"/>
                  </a:lnTo>
                  <a:lnTo>
                    <a:pt x="54051" y="396341"/>
                  </a:lnTo>
                  <a:lnTo>
                    <a:pt x="33007" y="400786"/>
                  </a:lnTo>
                  <a:lnTo>
                    <a:pt x="15824" y="412927"/>
                  </a:lnTo>
                  <a:lnTo>
                    <a:pt x="4241" y="430923"/>
                  </a:lnTo>
                  <a:lnTo>
                    <a:pt x="0" y="452958"/>
                  </a:lnTo>
                  <a:lnTo>
                    <a:pt x="0" y="509587"/>
                  </a:lnTo>
                  <a:lnTo>
                    <a:pt x="4241" y="531622"/>
                  </a:lnTo>
                  <a:lnTo>
                    <a:pt x="15824" y="549617"/>
                  </a:lnTo>
                  <a:lnTo>
                    <a:pt x="33007" y="561746"/>
                  </a:lnTo>
                  <a:lnTo>
                    <a:pt x="54051" y="566204"/>
                  </a:lnTo>
                  <a:lnTo>
                    <a:pt x="1026896" y="566204"/>
                  </a:lnTo>
                  <a:lnTo>
                    <a:pt x="1047940" y="561746"/>
                  </a:lnTo>
                  <a:lnTo>
                    <a:pt x="1065110" y="549617"/>
                  </a:lnTo>
                  <a:lnTo>
                    <a:pt x="1076706" y="531622"/>
                  </a:lnTo>
                  <a:lnTo>
                    <a:pt x="1080947" y="509587"/>
                  </a:lnTo>
                  <a:lnTo>
                    <a:pt x="1080947" y="452958"/>
                  </a:lnTo>
                  <a:close/>
                </a:path>
                <a:path w="1081405" h="2661284">
                  <a:moveTo>
                    <a:pt x="1080947" y="56616"/>
                  </a:moveTo>
                  <a:lnTo>
                    <a:pt x="1076706" y="34582"/>
                  </a:lnTo>
                  <a:lnTo>
                    <a:pt x="1065110" y="16586"/>
                  </a:lnTo>
                  <a:lnTo>
                    <a:pt x="1047940" y="4445"/>
                  </a:lnTo>
                  <a:lnTo>
                    <a:pt x="1026896" y="0"/>
                  </a:lnTo>
                  <a:lnTo>
                    <a:pt x="54051" y="0"/>
                  </a:lnTo>
                  <a:lnTo>
                    <a:pt x="33007" y="4445"/>
                  </a:lnTo>
                  <a:lnTo>
                    <a:pt x="15824" y="16586"/>
                  </a:lnTo>
                  <a:lnTo>
                    <a:pt x="4241" y="34582"/>
                  </a:lnTo>
                  <a:lnTo>
                    <a:pt x="0" y="56616"/>
                  </a:lnTo>
                  <a:lnTo>
                    <a:pt x="0" y="113233"/>
                  </a:lnTo>
                  <a:lnTo>
                    <a:pt x="4241" y="135280"/>
                  </a:lnTo>
                  <a:lnTo>
                    <a:pt x="15824" y="153276"/>
                  </a:lnTo>
                  <a:lnTo>
                    <a:pt x="33007" y="165404"/>
                  </a:lnTo>
                  <a:lnTo>
                    <a:pt x="54051" y="169849"/>
                  </a:lnTo>
                  <a:lnTo>
                    <a:pt x="1026896" y="169849"/>
                  </a:lnTo>
                  <a:lnTo>
                    <a:pt x="1047940" y="165404"/>
                  </a:lnTo>
                  <a:lnTo>
                    <a:pt x="1065110" y="153276"/>
                  </a:lnTo>
                  <a:lnTo>
                    <a:pt x="1076706" y="135280"/>
                  </a:lnTo>
                  <a:lnTo>
                    <a:pt x="1080947" y="113233"/>
                  </a:lnTo>
                  <a:lnTo>
                    <a:pt x="1080947" y="56616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510347" y="5533929"/>
              <a:ext cx="972819" cy="1252855"/>
            </a:xfrm>
            <a:custGeom>
              <a:avLst/>
              <a:gdLst/>
              <a:ahLst/>
              <a:cxnLst/>
              <a:rect l="l" t="t" r="r" b="b"/>
              <a:pathLst>
                <a:path w="972819" h="1252854">
                  <a:moveTo>
                    <a:pt x="970191" y="1247140"/>
                  </a:moveTo>
                  <a:lnTo>
                    <a:pt x="968717" y="1245654"/>
                  </a:lnTo>
                  <a:lnTo>
                    <a:pt x="2616" y="1245654"/>
                  </a:lnTo>
                  <a:lnTo>
                    <a:pt x="1130" y="1247140"/>
                  </a:lnTo>
                  <a:lnTo>
                    <a:pt x="1130" y="1250759"/>
                  </a:lnTo>
                  <a:lnTo>
                    <a:pt x="2616" y="1252232"/>
                  </a:lnTo>
                  <a:lnTo>
                    <a:pt x="4419" y="1252232"/>
                  </a:lnTo>
                  <a:lnTo>
                    <a:pt x="968717" y="1252232"/>
                  </a:lnTo>
                  <a:lnTo>
                    <a:pt x="970191" y="1250759"/>
                  </a:lnTo>
                  <a:lnTo>
                    <a:pt x="970191" y="1247140"/>
                  </a:lnTo>
                  <a:close/>
                </a:path>
                <a:path w="972819" h="1252854">
                  <a:moveTo>
                    <a:pt x="971626" y="227952"/>
                  </a:moveTo>
                  <a:lnTo>
                    <a:pt x="970153" y="226479"/>
                  </a:lnTo>
                  <a:lnTo>
                    <a:pt x="1473" y="226479"/>
                  </a:lnTo>
                  <a:lnTo>
                    <a:pt x="0" y="227952"/>
                  </a:lnTo>
                  <a:lnTo>
                    <a:pt x="0" y="231584"/>
                  </a:lnTo>
                  <a:lnTo>
                    <a:pt x="1473" y="233057"/>
                  </a:lnTo>
                  <a:lnTo>
                    <a:pt x="3289" y="233057"/>
                  </a:lnTo>
                  <a:lnTo>
                    <a:pt x="970153" y="233057"/>
                  </a:lnTo>
                  <a:lnTo>
                    <a:pt x="971626" y="231584"/>
                  </a:lnTo>
                  <a:lnTo>
                    <a:pt x="971626" y="227952"/>
                  </a:lnTo>
                  <a:close/>
                </a:path>
                <a:path w="972819" h="1252854">
                  <a:moveTo>
                    <a:pt x="971791" y="397814"/>
                  </a:moveTo>
                  <a:lnTo>
                    <a:pt x="970330" y="396341"/>
                  </a:lnTo>
                  <a:lnTo>
                    <a:pt x="1638" y="396341"/>
                  </a:lnTo>
                  <a:lnTo>
                    <a:pt x="165" y="397814"/>
                  </a:lnTo>
                  <a:lnTo>
                    <a:pt x="165" y="401447"/>
                  </a:lnTo>
                  <a:lnTo>
                    <a:pt x="1638" y="402920"/>
                  </a:lnTo>
                  <a:lnTo>
                    <a:pt x="3454" y="402920"/>
                  </a:lnTo>
                  <a:lnTo>
                    <a:pt x="970330" y="402920"/>
                  </a:lnTo>
                  <a:lnTo>
                    <a:pt x="971791" y="401447"/>
                  </a:lnTo>
                  <a:lnTo>
                    <a:pt x="971791" y="397814"/>
                  </a:lnTo>
                  <a:close/>
                </a:path>
                <a:path w="972819" h="1252854">
                  <a:moveTo>
                    <a:pt x="971829" y="1473"/>
                  </a:moveTo>
                  <a:lnTo>
                    <a:pt x="970368" y="0"/>
                  </a:lnTo>
                  <a:lnTo>
                    <a:pt x="1689" y="0"/>
                  </a:lnTo>
                  <a:lnTo>
                    <a:pt x="203" y="1473"/>
                  </a:lnTo>
                  <a:lnTo>
                    <a:pt x="203" y="5092"/>
                  </a:lnTo>
                  <a:lnTo>
                    <a:pt x="1689" y="6578"/>
                  </a:lnTo>
                  <a:lnTo>
                    <a:pt x="3492" y="6578"/>
                  </a:lnTo>
                  <a:lnTo>
                    <a:pt x="970368" y="6578"/>
                  </a:lnTo>
                  <a:lnTo>
                    <a:pt x="971829" y="5092"/>
                  </a:lnTo>
                  <a:lnTo>
                    <a:pt x="971829" y="1473"/>
                  </a:lnTo>
                  <a:close/>
                </a:path>
                <a:path w="972819" h="1252854">
                  <a:moveTo>
                    <a:pt x="972197" y="1077277"/>
                  </a:moveTo>
                  <a:lnTo>
                    <a:pt x="970724" y="1075791"/>
                  </a:lnTo>
                  <a:lnTo>
                    <a:pt x="2044" y="1075791"/>
                  </a:lnTo>
                  <a:lnTo>
                    <a:pt x="571" y="1077277"/>
                  </a:lnTo>
                  <a:lnTo>
                    <a:pt x="571" y="1080897"/>
                  </a:lnTo>
                  <a:lnTo>
                    <a:pt x="2044" y="1082370"/>
                  </a:lnTo>
                  <a:lnTo>
                    <a:pt x="3860" y="1082370"/>
                  </a:lnTo>
                  <a:lnTo>
                    <a:pt x="970724" y="1082370"/>
                  </a:lnTo>
                  <a:lnTo>
                    <a:pt x="972197" y="1080897"/>
                  </a:lnTo>
                  <a:lnTo>
                    <a:pt x="972197" y="1077277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402473" y="8412356"/>
              <a:ext cx="1187450" cy="6985"/>
            </a:xfrm>
            <a:custGeom>
              <a:avLst/>
              <a:gdLst/>
              <a:ahLst/>
              <a:cxnLst/>
              <a:rect l="l" t="t" r="r" b="b"/>
              <a:pathLst>
                <a:path w="1187450" h="6984">
                  <a:moveTo>
                    <a:pt x="1185471" y="0"/>
                  </a:moveTo>
                  <a:lnTo>
                    <a:pt x="1476" y="0"/>
                  </a:lnTo>
                  <a:lnTo>
                    <a:pt x="0" y="1465"/>
                  </a:lnTo>
                  <a:lnTo>
                    <a:pt x="0" y="5099"/>
                  </a:lnTo>
                  <a:lnTo>
                    <a:pt x="1476" y="6575"/>
                  </a:lnTo>
                  <a:lnTo>
                    <a:pt x="3287" y="6575"/>
                  </a:lnTo>
                  <a:lnTo>
                    <a:pt x="1185471" y="6575"/>
                  </a:lnTo>
                  <a:lnTo>
                    <a:pt x="1186937" y="5099"/>
                  </a:lnTo>
                  <a:lnTo>
                    <a:pt x="1186937" y="1476"/>
                  </a:lnTo>
                  <a:lnTo>
                    <a:pt x="1185471" y="0"/>
                  </a:lnTo>
                  <a:close/>
                </a:path>
              </a:pathLst>
            </a:custGeom>
            <a:solidFill>
              <a:srgbClr val="C9D1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7586" y="7867499"/>
              <a:ext cx="110311" cy="161031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5207" y="7867499"/>
              <a:ext cx="110311" cy="161031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402507" y="7322222"/>
              <a:ext cx="1187450" cy="6985"/>
            </a:xfrm>
            <a:custGeom>
              <a:avLst/>
              <a:gdLst/>
              <a:ahLst/>
              <a:cxnLst/>
              <a:rect l="l" t="t" r="r" b="b"/>
              <a:pathLst>
                <a:path w="1187450" h="6984">
                  <a:moveTo>
                    <a:pt x="1185471" y="0"/>
                  </a:moveTo>
                  <a:lnTo>
                    <a:pt x="1476" y="0"/>
                  </a:lnTo>
                  <a:lnTo>
                    <a:pt x="0" y="1476"/>
                  </a:lnTo>
                  <a:lnTo>
                    <a:pt x="0" y="5109"/>
                  </a:lnTo>
                  <a:lnTo>
                    <a:pt x="1476" y="6575"/>
                  </a:lnTo>
                  <a:lnTo>
                    <a:pt x="3287" y="6575"/>
                  </a:lnTo>
                  <a:lnTo>
                    <a:pt x="1185471" y="6575"/>
                  </a:lnTo>
                  <a:lnTo>
                    <a:pt x="1186937" y="5109"/>
                  </a:lnTo>
                  <a:lnTo>
                    <a:pt x="1186937" y="1476"/>
                  </a:lnTo>
                  <a:lnTo>
                    <a:pt x="1185471" y="0"/>
                  </a:lnTo>
                  <a:close/>
                </a:path>
              </a:pathLst>
            </a:custGeom>
            <a:solidFill>
              <a:srgbClr val="C9D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269813" y="6035554"/>
              <a:ext cx="0" cy="249554"/>
            </a:xfrm>
            <a:custGeom>
              <a:avLst/>
              <a:gdLst/>
              <a:ahLst/>
              <a:cxnLst/>
              <a:rect l="l" t="t" r="r" b="b"/>
              <a:pathLst>
                <a:path w="0" h="249554">
                  <a:moveTo>
                    <a:pt x="0" y="0"/>
                  </a:moveTo>
                  <a:lnTo>
                    <a:pt x="0" y="248945"/>
                  </a:lnTo>
                </a:path>
              </a:pathLst>
            </a:custGeom>
            <a:ln w="8717">
              <a:solidFill>
                <a:srgbClr val="F7F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262346" y="6340116"/>
              <a:ext cx="11430" cy="99695"/>
            </a:xfrm>
            <a:custGeom>
              <a:avLst/>
              <a:gdLst/>
              <a:ahLst/>
              <a:cxnLst/>
              <a:rect l="l" t="t" r="r" b="b"/>
              <a:pathLst>
                <a:path w="11430" h="99695">
                  <a:moveTo>
                    <a:pt x="10924" y="0"/>
                  </a:moveTo>
                  <a:lnTo>
                    <a:pt x="3636" y="52"/>
                  </a:lnTo>
                  <a:lnTo>
                    <a:pt x="1452" y="27096"/>
                  </a:lnTo>
                  <a:lnTo>
                    <a:pt x="382" y="49557"/>
                  </a:lnTo>
                  <a:lnTo>
                    <a:pt x="0" y="72039"/>
                  </a:lnTo>
                  <a:lnTo>
                    <a:pt x="442" y="99211"/>
                  </a:lnTo>
                  <a:lnTo>
                    <a:pt x="7709" y="99222"/>
                  </a:lnTo>
                  <a:lnTo>
                    <a:pt x="7277" y="72039"/>
                  </a:lnTo>
                  <a:lnTo>
                    <a:pt x="7659" y="49557"/>
                  </a:lnTo>
                  <a:lnTo>
                    <a:pt x="8729" y="27096"/>
                  </a:lnTo>
                  <a:lnTo>
                    <a:pt x="10484" y="4670"/>
                  </a:lnTo>
                  <a:lnTo>
                    <a:pt x="10924" y="0"/>
                  </a:lnTo>
                  <a:close/>
                </a:path>
              </a:pathLst>
            </a:custGeom>
            <a:solidFill>
              <a:srgbClr val="F7F7F7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1400" y="6854652"/>
              <a:ext cx="71840" cy="144330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62393" y="3845576"/>
              <a:ext cx="3768055" cy="5121580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17208847" y="5873339"/>
              <a:ext cx="1019175" cy="234315"/>
            </a:xfrm>
            <a:custGeom>
              <a:avLst/>
              <a:gdLst/>
              <a:ahLst/>
              <a:cxnLst/>
              <a:rect l="l" t="t" r="r" b="b"/>
              <a:pathLst>
                <a:path w="1019175" h="234314">
                  <a:moveTo>
                    <a:pt x="1018921" y="0"/>
                  </a:moveTo>
                  <a:lnTo>
                    <a:pt x="0" y="0"/>
                  </a:lnTo>
                  <a:lnTo>
                    <a:pt x="0" y="233961"/>
                  </a:lnTo>
                  <a:lnTo>
                    <a:pt x="1018921" y="233961"/>
                  </a:lnTo>
                  <a:lnTo>
                    <a:pt x="1018921" y="0"/>
                  </a:lnTo>
                  <a:close/>
                </a:path>
              </a:pathLst>
            </a:custGeom>
            <a:solidFill>
              <a:srgbClr val="CEEB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23842" y="5922036"/>
              <a:ext cx="136571" cy="136571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7163057" y="5639377"/>
              <a:ext cx="1019175" cy="234315"/>
            </a:xfrm>
            <a:custGeom>
              <a:avLst/>
              <a:gdLst/>
              <a:ahLst/>
              <a:cxnLst/>
              <a:rect l="l" t="t" r="r" b="b"/>
              <a:pathLst>
                <a:path w="1019175" h="234314">
                  <a:moveTo>
                    <a:pt x="1018921" y="0"/>
                  </a:moveTo>
                  <a:lnTo>
                    <a:pt x="0" y="0"/>
                  </a:lnTo>
                  <a:lnTo>
                    <a:pt x="0" y="233961"/>
                  </a:lnTo>
                  <a:lnTo>
                    <a:pt x="1018921" y="233961"/>
                  </a:lnTo>
                  <a:lnTo>
                    <a:pt x="10189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78054" y="5688081"/>
              <a:ext cx="136571" cy="136571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9840455" y="6107626"/>
              <a:ext cx="9422765" cy="2672715"/>
            </a:xfrm>
            <a:custGeom>
              <a:avLst/>
              <a:gdLst/>
              <a:ahLst/>
              <a:cxnLst/>
              <a:rect l="l" t="t" r="r" b="b"/>
              <a:pathLst>
                <a:path w="9422765" h="2672715">
                  <a:moveTo>
                    <a:pt x="9422549" y="1842185"/>
                  </a:moveTo>
                  <a:lnTo>
                    <a:pt x="0" y="1842185"/>
                  </a:lnTo>
                  <a:lnTo>
                    <a:pt x="0" y="2672461"/>
                  </a:lnTo>
                  <a:lnTo>
                    <a:pt x="9422549" y="2672461"/>
                  </a:lnTo>
                  <a:lnTo>
                    <a:pt x="9422549" y="1842185"/>
                  </a:lnTo>
                  <a:close/>
                </a:path>
                <a:path w="9422765" h="2672715">
                  <a:moveTo>
                    <a:pt x="9422549" y="908443"/>
                  </a:moveTo>
                  <a:lnTo>
                    <a:pt x="0" y="908443"/>
                  </a:lnTo>
                  <a:lnTo>
                    <a:pt x="0" y="1787245"/>
                  </a:lnTo>
                  <a:lnTo>
                    <a:pt x="9422549" y="1787245"/>
                  </a:lnTo>
                  <a:lnTo>
                    <a:pt x="9422549" y="908443"/>
                  </a:lnTo>
                  <a:close/>
                </a:path>
                <a:path w="9422765" h="2672715">
                  <a:moveTo>
                    <a:pt x="9422549" y="0"/>
                  </a:moveTo>
                  <a:lnTo>
                    <a:pt x="0" y="0"/>
                  </a:lnTo>
                  <a:lnTo>
                    <a:pt x="0" y="853503"/>
                  </a:lnTo>
                  <a:lnTo>
                    <a:pt x="9422549" y="853503"/>
                  </a:lnTo>
                  <a:lnTo>
                    <a:pt x="94225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9840455" y="6961130"/>
              <a:ext cx="9422765" cy="2216150"/>
            </a:xfrm>
            <a:custGeom>
              <a:avLst/>
              <a:gdLst/>
              <a:ahLst/>
              <a:cxnLst/>
              <a:rect l="l" t="t" r="r" b="b"/>
              <a:pathLst>
                <a:path w="9422765" h="2216150">
                  <a:moveTo>
                    <a:pt x="9286354" y="1818957"/>
                  </a:moveTo>
                  <a:lnTo>
                    <a:pt x="125183" y="1818957"/>
                  </a:lnTo>
                  <a:lnTo>
                    <a:pt x="125183" y="2215972"/>
                  </a:lnTo>
                  <a:lnTo>
                    <a:pt x="9286354" y="2215972"/>
                  </a:lnTo>
                  <a:lnTo>
                    <a:pt x="9286354" y="1818957"/>
                  </a:lnTo>
                  <a:close/>
                </a:path>
                <a:path w="9422765" h="2216150">
                  <a:moveTo>
                    <a:pt x="9422549" y="933742"/>
                  </a:moveTo>
                  <a:lnTo>
                    <a:pt x="0" y="933742"/>
                  </a:lnTo>
                  <a:lnTo>
                    <a:pt x="0" y="988682"/>
                  </a:lnTo>
                  <a:lnTo>
                    <a:pt x="9422549" y="988682"/>
                  </a:lnTo>
                  <a:lnTo>
                    <a:pt x="9422549" y="933742"/>
                  </a:lnTo>
                  <a:close/>
                </a:path>
                <a:path w="9422765" h="2216150">
                  <a:moveTo>
                    <a:pt x="9422549" y="0"/>
                  </a:moveTo>
                  <a:lnTo>
                    <a:pt x="0" y="0"/>
                  </a:lnTo>
                  <a:lnTo>
                    <a:pt x="0" y="54940"/>
                  </a:lnTo>
                  <a:lnTo>
                    <a:pt x="9422549" y="54940"/>
                  </a:lnTo>
                  <a:lnTo>
                    <a:pt x="9422549" y="0"/>
                  </a:lnTo>
                  <a:close/>
                </a:path>
              </a:pathLst>
            </a:custGeom>
            <a:solidFill>
              <a:srgbClr val="CEE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912513" y="5301367"/>
              <a:ext cx="783590" cy="708660"/>
            </a:xfrm>
            <a:custGeom>
              <a:avLst/>
              <a:gdLst/>
              <a:ahLst/>
              <a:cxnLst/>
              <a:rect l="l" t="t" r="r" b="b"/>
              <a:pathLst>
                <a:path w="783590" h="708660">
                  <a:moveTo>
                    <a:pt x="782993" y="538581"/>
                  </a:moveTo>
                  <a:lnTo>
                    <a:pt x="0" y="538581"/>
                  </a:lnTo>
                  <a:lnTo>
                    <a:pt x="0" y="708418"/>
                  </a:lnTo>
                  <a:lnTo>
                    <a:pt x="782993" y="708418"/>
                  </a:lnTo>
                  <a:lnTo>
                    <a:pt x="782993" y="538581"/>
                  </a:lnTo>
                  <a:close/>
                </a:path>
                <a:path w="783590" h="708660">
                  <a:moveTo>
                    <a:pt x="782993" y="0"/>
                  </a:moveTo>
                  <a:lnTo>
                    <a:pt x="0" y="0"/>
                  </a:lnTo>
                  <a:lnTo>
                    <a:pt x="0" y="169849"/>
                  </a:lnTo>
                  <a:lnTo>
                    <a:pt x="782993" y="169849"/>
                  </a:lnTo>
                  <a:lnTo>
                    <a:pt x="7829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0825668" y="5386287"/>
              <a:ext cx="956944" cy="721360"/>
            </a:xfrm>
            <a:custGeom>
              <a:avLst/>
              <a:gdLst/>
              <a:ahLst/>
              <a:cxnLst/>
              <a:rect l="l" t="t" r="r" b="b"/>
              <a:pathLst>
                <a:path w="956945" h="721360">
                  <a:moveTo>
                    <a:pt x="318440" y="0"/>
                  </a:moveTo>
                  <a:lnTo>
                    <a:pt x="0" y="0"/>
                  </a:lnTo>
                  <a:lnTo>
                    <a:pt x="0" y="721328"/>
                  </a:lnTo>
                  <a:lnTo>
                    <a:pt x="956693" y="721328"/>
                  </a:lnTo>
                  <a:lnTo>
                    <a:pt x="956693" y="606955"/>
                  </a:lnTo>
                  <a:lnTo>
                    <a:pt x="351245" y="606955"/>
                  </a:lnTo>
                  <a:lnTo>
                    <a:pt x="318440" y="552915"/>
                  </a:lnTo>
                  <a:lnTo>
                    <a:pt x="31433" y="552915"/>
                  </a:lnTo>
                  <a:lnTo>
                    <a:pt x="31433" y="168424"/>
                  </a:lnTo>
                  <a:lnTo>
                    <a:pt x="956693" y="168424"/>
                  </a:lnTo>
                  <a:lnTo>
                    <a:pt x="956693" y="54040"/>
                  </a:lnTo>
                  <a:lnTo>
                    <a:pt x="351245" y="54040"/>
                  </a:lnTo>
                  <a:lnTo>
                    <a:pt x="318440" y="0"/>
                  </a:lnTo>
                  <a:close/>
                </a:path>
                <a:path w="956945" h="721360">
                  <a:moveTo>
                    <a:pt x="956693" y="168424"/>
                  </a:moveTo>
                  <a:lnTo>
                    <a:pt x="923060" y="168424"/>
                  </a:lnTo>
                  <a:lnTo>
                    <a:pt x="923060" y="552915"/>
                  </a:lnTo>
                  <a:lnTo>
                    <a:pt x="634127" y="552915"/>
                  </a:lnTo>
                  <a:lnTo>
                    <a:pt x="601311" y="606955"/>
                  </a:lnTo>
                  <a:lnTo>
                    <a:pt x="956693" y="606955"/>
                  </a:lnTo>
                  <a:lnTo>
                    <a:pt x="956693" y="168424"/>
                  </a:lnTo>
                  <a:close/>
                </a:path>
                <a:path w="956945" h="721360">
                  <a:moveTo>
                    <a:pt x="956693" y="0"/>
                  </a:moveTo>
                  <a:lnTo>
                    <a:pt x="634127" y="0"/>
                  </a:lnTo>
                  <a:lnTo>
                    <a:pt x="601311" y="54040"/>
                  </a:lnTo>
                  <a:lnTo>
                    <a:pt x="956693" y="54040"/>
                  </a:lnTo>
                  <a:lnTo>
                    <a:pt x="95669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20104100" cy="7686675"/>
            </a:xfrm>
            <a:custGeom>
              <a:avLst/>
              <a:gdLst/>
              <a:ahLst/>
              <a:cxnLst/>
              <a:rect l="l" t="t" r="r" b="b"/>
              <a:pathLst>
                <a:path w="20104100" h="7686675">
                  <a:moveTo>
                    <a:pt x="0" y="7686090"/>
                  </a:moveTo>
                  <a:lnTo>
                    <a:pt x="20104099" y="7686090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768609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468858" y="5606572"/>
              <a:ext cx="15635605" cy="2079625"/>
            </a:xfrm>
            <a:custGeom>
              <a:avLst/>
              <a:gdLst/>
              <a:ahLst/>
              <a:cxnLst/>
              <a:rect l="l" t="t" r="r" b="b"/>
              <a:pathLst>
                <a:path w="15635605" h="2079625">
                  <a:moveTo>
                    <a:pt x="0" y="2079517"/>
                  </a:moveTo>
                  <a:lnTo>
                    <a:pt x="15635241" y="2079517"/>
                  </a:lnTo>
                  <a:lnTo>
                    <a:pt x="15635241" y="0"/>
                  </a:lnTo>
                  <a:lnTo>
                    <a:pt x="0" y="0"/>
                  </a:lnTo>
                  <a:lnTo>
                    <a:pt x="0" y="2079517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7686090"/>
              <a:ext cx="20104100" cy="3622675"/>
            </a:xfrm>
            <a:custGeom>
              <a:avLst/>
              <a:gdLst/>
              <a:ahLst/>
              <a:cxnLst/>
              <a:rect l="l" t="t" r="r" b="b"/>
              <a:pathLst>
                <a:path w="20104100" h="3622675">
                  <a:moveTo>
                    <a:pt x="20104099" y="0"/>
                  </a:moveTo>
                  <a:lnTo>
                    <a:pt x="0" y="0"/>
                  </a:lnTo>
                  <a:lnTo>
                    <a:pt x="0" y="3622465"/>
                  </a:lnTo>
                  <a:lnTo>
                    <a:pt x="20104099" y="3622465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2386856"/>
              <a:ext cx="20104100" cy="8921750"/>
            </a:xfrm>
            <a:custGeom>
              <a:avLst/>
              <a:gdLst/>
              <a:ahLst/>
              <a:cxnLst/>
              <a:rect l="l" t="t" r="r" b="b"/>
              <a:pathLst>
                <a:path w="20104100" h="8921750">
                  <a:moveTo>
                    <a:pt x="7733081" y="463969"/>
                  </a:moveTo>
                  <a:lnTo>
                    <a:pt x="7730706" y="416521"/>
                  </a:lnTo>
                  <a:lnTo>
                    <a:pt x="7723708" y="370459"/>
                  </a:lnTo>
                  <a:lnTo>
                    <a:pt x="7712342" y="325996"/>
                  </a:lnTo>
                  <a:lnTo>
                    <a:pt x="7696835" y="283362"/>
                  </a:lnTo>
                  <a:lnTo>
                    <a:pt x="7677417" y="242811"/>
                  </a:lnTo>
                  <a:lnTo>
                    <a:pt x="7654303" y="204558"/>
                  </a:lnTo>
                  <a:lnTo>
                    <a:pt x="7627747" y="168833"/>
                  </a:lnTo>
                  <a:lnTo>
                    <a:pt x="7597978" y="135890"/>
                  </a:lnTo>
                  <a:lnTo>
                    <a:pt x="7565225" y="105943"/>
                  </a:lnTo>
                  <a:lnTo>
                    <a:pt x="7529716" y="79235"/>
                  </a:lnTo>
                  <a:lnTo>
                    <a:pt x="7491679" y="55994"/>
                  </a:lnTo>
                  <a:lnTo>
                    <a:pt x="7451369" y="36461"/>
                  </a:lnTo>
                  <a:lnTo>
                    <a:pt x="7408989" y="20853"/>
                  </a:lnTo>
                  <a:lnTo>
                    <a:pt x="7364781" y="9423"/>
                  </a:lnTo>
                  <a:lnTo>
                    <a:pt x="7318984" y="2400"/>
                  </a:lnTo>
                  <a:lnTo>
                    <a:pt x="7271817" y="0"/>
                  </a:lnTo>
                  <a:lnTo>
                    <a:pt x="7224662" y="2400"/>
                  </a:lnTo>
                  <a:lnTo>
                    <a:pt x="7178865" y="9423"/>
                  </a:lnTo>
                  <a:lnTo>
                    <a:pt x="7134657" y="20853"/>
                  </a:lnTo>
                  <a:lnTo>
                    <a:pt x="7092277" y="36461"/>
                  </a:lnTo>
                  <a:lnTo>
                    <a:pt x="7051954" y="55994"/>
                  </a:lnTo>
                  <a:lnTo>
                    <a:pt x="7013930" y="79235"/>
                  </a:lnTo>
                  <a:lnTo>
                    <a:pt x="6978421" y="105943"/>
                  </a:lnTo>
                  <a:lnTo>
                    <a:pt x="6945655" y="135890"/>
                  </a:lnTo>
                  <a:lnTo>
                    <a:pt x="6915886" y="168833"/>
                  </a:lnTo>
                  <a:lnTo>
                    <a:pt x="6889331" y="204558"/>
                  </a:lnTo>
                  <a:lnTo>
                    <a:pt x="6866229" y="242811"/>
                  </a:lnTo>
                  <a:lnTo>
                    <a:pt x="6846811" y="283362"/>
                  </a:lnTo>
                  <a:lnTo>
                    <a:pt x="6831292" y="325996"/>
                  </a:lnTo>
                  <a:lnTo>
                    <a:pt x="6819925" y="370459"/>
                  </a:lnTo>
                  <a:lnTo>
                    <a:pt x="6812940" y="416521"/>
                  </a:lnTo>
                  <a:lnTo>
                    <a:pt x="6810553" y="463969"/>
                  </a:lnTo>
                  <a:lnTo>
                    <a:pt x="6812940" y="511403"/>
                  </a:lnTo>
                  <a:lnTo>
                    <a:pt x="6819925" y="557466"/>
                  </a:lnTo>
                  <a:lnTo>
                    <a:pt x="6831292" y="601929"/>
                  </a:lnTo>
                  <a:lnTo>
                    <a:pt x="6846811" y="644563"/>
                  </a:lnTo>
                  <a:lnTo>
                    <a:pt x="6866229" y="685114"/>
                  </a:lnTo>
                  <a:lnTo>
                    <a:pt x="6889331" y="723379"/>
                  </a:lnTo>
                  <a:lnTo>
                    <a:pt x="6915886" y="759091"/>
                  </a:lnTo>
                  <a:lnTo>
                    <a:pt x="6945655" y="792035"/>
                  </a:lnTo>
                  <a:lnTo>
                    <a:pt x="6978421" y="821982"/>
                  </a:lnTo>
                  <a:lnTo>
                    <a:pt x="7013930" y="848690"/>
                  </a:lnTo>
                  <a:lnTo>
                    <a:pt x="7051954" y="871931"/>
                  </a:lnTo>
                  <a:lnTo>
                    <a:pt x="7092277" y="891463"/>
                  </a:lnTo>
                  <a:lnTo>
                    <a:pt x="7134657" y="907072"/>
                  </a:lnTo>
                  <a:lnTo>
                    <a:pt x="7178865" y="918502"/>
                  </a:lnTo>
                  <a:lnTo>
                    <a:pt x="7224662" y="925537"/>
                  </a:lnTo>
                  <a:lnTo>
                    <a:pt x="7271817" y="927925"/>
                  </a:lnTo>
                  <a:lnTo>
                    <a:pt x="7318984" y="925537"/>
                  </a:lnTo>
                  <a:lnTo>
                    <a:pt x="7364781" y="918502"/>
                  </a:lnTo>
                  <a:lnTo>
                    <a:pt x="7408989" y="907072"/>
                  </a:lnTo>
                  <a:lnTo>
                    <a:pt x="7451369" y="891463"/>
                  </a:lnTo>
                  <a:lnTo>
                    <a:pt x="7491679" y="871931"/>
                  </a:lnTo>
                  <a:lnTo>
                    <a:pt x="7529716" y="848690"/>
                  </a:lnTo>
                  <a:lnTo>
                    <a:pt x="7565225" y="821982"/>
                  </a:lnTo>
                  <a:lnTo>
                    <a:pt x="7597978" y="792035"/>
                  </a:lnTo>
                  <a:lnTo>
                    <a:pt x="7627747" y="759091"/>
                  </a:lnTo>
                  <a:lnTo>
                    <a:pt x="7654303" y="723379"/>
                  </a:lnTo>
                  <a:lnTo>
                    <a:pt x="7677417" y="685114"/>
                  </a:lnTo>
                  <a:lnTo>
                    <a:pt x="7696835" y="644563"/>
                  </a:lnTo>
                  <a:lnTo>
                    <a:pt x="7712342" y="601929"/>
                  </a:lnTo>
                  <a:lnTo>
                    <a:pt x="7723708" y="557466"/>
                  </a:lnTo>
                  <a:lnTo>
                    <a:pt x="7730706" y="511403"/>
                  </a:lnTo>
                  <a:lnTo>
                    <a:pt x="7733081" y="463969"/>
                  </a:lnTo>
                  <a:close/>
                </a:path>
                <a:path w="20104100" h="8921750">
                  <a:moveTo>
                    <a:pt x="20104100" y="5719584"/>
                  </a:moveTo>
                  <a:lnTo>
                    <a:pt x="19565659" y="5719584"/>
                  </a:lnTo>
                  <a:lnTo>
                    <a:pt x="19565659" y="5737885"/>
                  </a:lnTo>
                  <a:lnTo>
                    <a:pt x="19347625" y="6289141"/>
                  </a:lnTo>
                  <a:lnTo>
                    <a:pt x="15293582" y="6289141"/>
                  </a:lnTo>
                  <a:lnTo>
                    <a:pt x="15511615" y="5737885"/>
                  </a:lnTo>
                  <a:lnTo>
                    <a:pt x="19565659" y="5737885"/>
                  </a:lnTo>
                  <a:lnTo>
                    <a:pt x="19565659" y="5719584"/>
                  </a:lnTo>
                  <a:lnTo>
                    <a:pt x="15499347" y="5719584"/>
                  </a:lnTo>
                  <a:lnTo>
                    <a:pt x="15499347" y="5737885"/>
                  </a:lnTo>
                  <a:lnTo>
                    <a:pt x="15281326" y="6289141"/>
                  </a:lnTo>
                  <a:lnTo>
                    <a:pt x="15060613" y="6289141"/>
                  </a:lnTo>
                  <a:lnTo>
                    <a:pt x="15060613" y="6307442"/>
                  </a:lnTo>
                  <a:lnTo>
                    <a:pt x="14842579" y="6858686"/>
                  </a:lnTo>
                  <a:lnTo>
                    <a:pt x="13091173" y="6858686"/>
                  </a:lnTo>
                  <a:lnTo>
                    <a:pt x="13090843" y="6858254"/>
                  </a:lnTo>
                  <a:lnTo>
                    <a:pt x="13090665" y="6858686"/>
                  </a:lnTo>
                  <a:lnTo>
                    <a:pt x="13083439" y="6858686"/>
                  </a:lnTo>
                  <a:lnTo>
                    <a:pt x="13083439" y="6876986"/>
                  </a:lnTo>
                  <a:lnTo>
                    <a:pt x="12865392" y="7428230"/>
                  </a:lnTo>
                  <a:lnTo>
                    <a:pt x="5400395" y="7428230"/>
                  </a:lnTo>
                  <a:lnTo>
                    <a:pt x="5618429" y="6876986"/>
                  </a:lnTo>
                  <a:lnTo>
                    <a:pt x="13083439" y="6876986"/>
                  </a:lnTo>
                  <a:lnTo>
                    <a:pt x="13083439" y="6858686"/>
                  </a:lnTo>
                  <a:lnTo>
                    <a:pt x="10778922" y="6858686"/>
                  </a:lnTo>
                  <a:lnTo>
                    <a:pt x="10865180" y="6307442"/>
                  </a:lnTo>
                  <a:lnTo>
                    <a:pt x="15060613" y="6307442"/>
                  </a:lnTo>
                  <a:lnTo>
                    <a:pt x="15060613" y="6289141"/>
                  </a:lnTo>
                  <a:lnTo>
                    <a:pt x="11799951" y="6289141"/>
                  </a:lnTo>
                  <a:lnTo>
                    <a:pt x="12017985" y="5737885"/>
                  </a:lnTo>
                  <a:lnTo>
                    <a:pt x="15499347" y="5737885"/>
                  </a:lnTo>
                  <a:lnTo>
                    <a:pt x="15499347" y="5719584"/>
                  </a:lnTo>
                  <a:lnTo>
                    <a:pt x="12005716" y="5719584"/>
                  </a:lnTo>
                  <a:lnTo>
                    <a:pt x="12005716" y="5737885"/>
                  </a:lnTo>
                  <a:lnTo>
                    <a:pt x="11787683" y="6289141"/>
                  </a:lnTo>
                  <a:lnTo>
                    <a:pt x="10847527" y="6289141"/>
                  </a:lnTo>
                  <a:lnTo>
                    <a:pt x="10847527" y="6307442"/>
                  </a:lnTo>
                  <a:lnTo>
                    <a:pt x="10776293" y="6858686"/>
                  </a:lnTo>
                  <a:lnTo>
                    <a:pt x="5613895" y="6858686"/>
                  </a:lnTo>
                  <a:lnTo>
                    <a:pt x="5613578" y="6858254"/>
                  </a:lnTo>
                  <a:lnTo>
                    <a:pt x="5613400" y="6858686"/>
                  </a:lnTo>
                  <a:lnTo>
                    <a:pt x="3311283" y="6858686"/>
                  </a:lnTo>
                  <a:lnTo>
                    <a:pt x="3529317" y="6307442"/>
                  </a:lnTo>
                  <a:lnTo>
                    <a:pt x="10847527" y="6307442"/>
                  </a:lnTo>
                  <a:lnTo>
                    <a:pt x="10847527" y="6289141"/>
                  </a:lnTo>
                  <a:lnTo>
                    <a:pt x="7816329" y="6289141"/>
                  </a:lnTo>
                  <a:lnTo>
                    <a:pt x="8034350" y="5737885"/>
                  </a:lnTo>
                  <a:lnTo>
                    <a:pt x="12005716" y="5737885"/>
                  </a:lnTo>
                  <a:lnTo>
                    <a:pt x="12005716" y="5719584"/>
                  </a:lnTo>
                  <a:lnTo>
                    <a:pt x="8018513" y="5719584"/>
                  </a:lnTo>
                  <a:lnTo>
                    <a:pt x="8018513" y="5737885"/>
                  </a:lnTo>
                  <a:lnTo>
                    <a:pt x="7800492" y="6289141"/>
                  </a:lnTo>
                  <a:lnTo>
                    <a:pt x="256387" y="6289141"/>
                  </a:lnTo>
                  <a:lnTo>
                    <a:pt x="474408" y="5737885"/>
                  </a:lnTo>
                  <a:lnTo>
                    <a:pt x="8018513" y="5737885"/>
                  </a:lnTo>
                  <a:lnTo>
                    <a:pt x="8018513" y="5719584"/>
                  </a:lnTo>
                  <a:lnTo>
                    <a:pt x="0" y="5719584"/>
                  </a:lnTo>
                  <a:lnTo>
                    <a:pt x="0" y="5737885"/>
                  </a:lnTo>
                  <a:lnTo>
                    <a:pt x="462153" y="5737885"/>
                  </a:lnTo>
                  <a:lnTo>
                    <a:pt x="244119" y="6289141"/>
                  </a:lnTo>
                  <a:lnTo>
                    <a:pt x="0" y="6289141"/>
                  </a:lnTo>
                  <a:lnTo>
                    <a:pt x="0" y="6307442"/>
                  </a:lnTo>
                  <a:lnTo>
                    <a:pt x="3517049" y="6307442"/>
                  </a:lnTo>
                  <a:lnTo>
                    <a:pt x="3299015" y="6858686"/>
                  </a:lnTo>
                  <a:lnTo>
                    <a:pt x="0" y="6858686"/>
                  </a:lnTo>
                  <a:lnTo>
                    <a:pt x="0" y="6876986"/>
                  </a:lnTo>
                  <a:lnTo>
                    <a:pt x="5606161" y="6876986"/>
                  </a:lnTo>
                  <a:lnTo>
                    <a:pt x="5388127" y="7428230"/>
                  </a:lnTo>
                  <a:lnTo>
                    <a:pt x="0" y="7428230"/>
                  </a:lnTo>
                  <a:lnTo>
                    <a:pt x="0" y="7446531"/>
                  </a:lnTo>
                  <a:lnTo>
                    <a:pt x="8136814" y="7446531"/>
                  </a:lnTo>
                  <a:lnTo>
                    <a:pt x="7926997" y="7997787"/>
                  </a:lnTo>
                  <a:lnTo>
                    <a:pt x="4868291" y="7997787"/>
                  </a:lnTo>
                  <a:lnTo>
                    <a:pt x="4867211" y="7996377"/>
                  </a:lnTo>
                  <a:lnTo>
                    <a:pt x="4866678" y="7997787"/>
                  </a:lnTo>
                  <a:lnTo>
                    <a:pt x="4859718" y="7997787"/>
                  </a:lnTo>
                  <a:lnTo>
                    <a:pt x="4859718" y="8016087"/>
                  </a:lnTo>
                  <a:lnTo>
                    <a:pt x="4649902" y="8567344"/>
                  </a:lnTo>
                  <a:lnTo>
                    <a:pt x="1802041" y="8567344"/>
                  </a:lnTo>
                  <a:lnTo>
                    <a:pt x="2020062" y="8016087"/>
                  </a:lnTo>
                  <a:lnTo>
                    <a:pt x="4859718" y="8016087"/>
                  </a:lnTo>
                  <a:lnTo>
                    <a:pt x="4859718" y="7997787"/>
                  </a:lnTo>
                  <a:lnTo>
                    <a:pt x="0" y="7997787"/>
                  </a:lnTo>
                  <a:lnTo>
                    <a:pt x="0" y="8016087"/>
                  </a:lnTo>
                  <a:lnTo>
                    <a:pt x="2007806" y="8016087"/>
                  </a:lnTo>
                  <a:lnTo>
                    <a:pt x="1789760" y="8567344"/>
                  </a:lnTo>
                  <a:lnTo>
                    <a:pt x="0" y="8567344"/>
                  </a:lnTo>
                  <a:lnTo>
                    <a:pt x="0" y="8585632"/>
                  </a:lnTo>
                  <a:lnTo>
                    <a:pt x="6822021" y="8585632"/>
                  </a:lnTo>
                  <a:lnTo>
                    <a:pt x="6689090" y="8921699"/>
                  </a:lnTo>
                  <a:lnTo>
                    <a:pt x="6701358" y="8921699"/>
                  </a:lnTo>
                  <a:lnTo>
                    <a:pt x="6834276" y="8585632"/>
                  </a:lnTo>
                  <a:lnTo>
                    <a:pt x="14299286" y="8585632"/>
                  </a:lnTo>
                  <a:lnTo>
                    <a:pt x="14166368" y="8921699"/>
                  </a:lnTo>
                  <a:lnTo>
                    <a:pt x="14178623" y="8921699"/>
                  </a:lnTo>
                  <a:lnTo>
                    <a:pt x="14311554" y="8585632"/>
                  </a:lnTo>
                  <a:lnTo>
                    <a:pt x="18365572" y="8585632"/>
                  </a:lnTo>
                  <a:lnTo>
                    <a:pt x="18232654" y="8921699"/>
                  </a:lnTo>
                  <a:lnTo>
                    <a:pt x="18244922" y="8921699"/>
                  </a:lnTo>
                  <a:lnTo>
                    <a:pt x="18377853" y="8585632"/>
                  </a:lnTo>
                  <a:lnTo>
                    <a:pt x="20104100" y="8585632"/>
                  </a:lnTo>
                  <a:lnTo>
                    <a:pt x="20104100" y="8567344"/>
                  </a:lnTo>
                  <a:lnTo>
                    <a:pt x="16205569" y="8567344"/>
                  </a:lnTo>
                  <a:lnTo>
                    <a:pt x="16415385" y="8016087"/>
                  </a:lnTo>
                  <a:lnTo>
                    <a:pt x="20104100" y="8016087"/>
                  </a:lnTo>
                  <a:lnTo>
                    <a:pt x="20104100" y="7997787"/>
                  </a:lnTo>
                  <a:lnTo>
                    <a:pt x="19482664" y="7997787"/>
                  </a:lnTo>
                  <a:lnTo>
                    <a:pt x="19692481" y="7446531"/>
                  </a:lnTo>
                  <a:lnTo>
                    <a:pt x="20104100" y="7446531"/>
                  </a:lnTo>
                  <a:lnTo>
                    <a:pt x="20104100" y="7428230"/>
                  </a:lnTo>
                  <a:lnTo>
                    <a:pt x="19680365" y="7428230"/>
                  </a:lnTo>
                  <a:lnTo>
                    <a:pt x="19680365" y="7446531"/>
                  </a:lnTo>
                  <a:lnTo>
                    <a:pt x="19470561" y="7997787"/>
                  </a:lnTo>
                  <a:lnTo>
                    <a:pt x="16411855" y="7997787"/>
                  </a:lnTo>
                  <a:lnTo>
                    <a:pt x="16410775" y="7996377"/>
                  </a:lnTo>
                  <a:lnTo>
                    <a:pt x="16410242" y="7997787"/>
                  </a:lnTo>
                  <a:lnTo>
                    <a:pt x="16403282" y="7997787"/>
                  </a:lnTo>
                  <a:lnTo>
                    <a:pt x="16403282" y="8016087"/>
                  </a:lnTo>
                  <a:lnTo>
                    <a:pt x="16193465" y="8567344"/>
                  </a:lnTo>
                  <a:lnTo>
                    <a:pt x="13345605" y="8567344"/>
                  </a:lnTo>
                  <a:lnTo>
                    <a:pt x="13563626" y="8016087"/>
                  </a:lnTo>
                  <a:lnTo>
                    <a:pt x="16403282" y="8016087"/>
                  </a:lnTo>
                  <a:lnTo>
                    <a:pt x="16403282" y="7997787"/>
                  </a:lnTo>
                  <a:lnTo>
                    <a:pt x="15416365" y="7997787"/>
                  </a:lnTo>
                  <a:lnTo>
                    <a:pt x="15626182" y="7446531"/>
                  </a:lnTo>
                  <a:lnTo>
                    <a:pt x="19680365" y="7446531"/>
                  </a:lnTo>
                  <a:lnTo>
                    <a:pt x="19680365" y="7428230"/>
                  </a:lnTo>
                  <a:lnTo>
                    <a:pt x="16943959" y="7428230"/>
                  </a:lnTo>
                  <a:lnTo>
                    <a:pt x="17161993" y="6876986"/>
                  </a:lnTo>
                  <a:lnTo>
                    <a:pt x="20104100" y="6876986"/>
                  </a:lnTo>
                  <a:lnTo>
                    <a:pt x="20104100" y="6858686"/>
                  </a:lnTo>
                  <a:lnTo>
                    <a:pt x="17157472" y="6858686"/>
                  </a:lnTo>
                  <a:lnTo>
                    <a:pt x="17157129" y="6858254"/>
                  </a:lnTo>
                  <a:lnTo>
                    <a:pt x="17156964" y="6858686"/>
                  </a:lnTo>
                  <a:lnTo>
                    <a:pt x="17149712" y="6858686"/>
                  </a:lnTo>
                  <a:lnTo>
                    <a:pt x="17149712" y="6876986"/>
                  </a:lnTo>
                  <a:lnTo>
                    <a:pt x="16931691" y="7428230"/>
                  </a:lnTo>
                  <a:lnTo>
                    <a:pt x="15614079" y="7428230"/>
                  </a:lnTo>
                  <a:lnTo>
                    <a:pt x="15614079" y="7446531"/>
                  </a:lnTo>
                  <a:lnTo>
                    <a:pt x="15404249" y="7997787"/>
                  </a:lnTo>
                  <a:lnTo>
                    <a:pt x="13551370" y="7997787"/>
                  </a:lnTo>
                  <a:lnTo>
                    <a:pt x="13551370" y="8016087"/>
                  </a:lnTo>
                  <a:lnTo>
                    <a:pt x="13333336" y="8567344"/>
                  </a:lnTo>
                  <a:lnTo>
                    <a:pt x="12139270" y="8567344"/>
                  </a:lnTo>
                  <a:lnTo>
                    <a:pt x="12349086" y="8016087"/>
                  </a:lnTo>
                  <a:lnTo>
                    <a:pt x="13551370" y="8016087"/>
                  </a:lnTo>
                  <a:lnTo>
                    <a:pt x="13551370" y="7997787"/>
                  </a:lnTo>
                  <a:lnTo>
                    <a:pt x="12345556" y="7997787"/>
                  </a:lnTo>
                  <a:lnTo>
                    <a:pt x="12344476" y="7996377"/>
                  </a:lnTo>
                  <a:lnTo>
                    <a:pt x="12343943" y="7997787"/>
                  </a:lnTo>
                  <a:lnTo>
                    <a:pt x="12336983" y="7997787"/>
                  </a:lnTo>
                  <a:lnTo>
                    <a:pt x="12336983" y="8016087"/>
                  </a:lnTo>
                  <a:lnTo>
                    <a:pt x="12127167" y="8567344"/>
                  </a:lnTo>
                  <a:lnTo>
                    <a:pt x="9279306" y="8567344"/>
                  </a:lnTo>
                  <a:lnTo>
                    <a:pt x="9497327" y="8016087"/>
                  </a:lnTo>
                  <a:lnTo>
                    <a:pt x="12336983" y="8016087"/>
                  </a:lnTo>
                  <a:lnTo>
                    <a:pt x="12336983" y="7997787"/>
                  </a:lnTo>
                  <a:lnTo>
                    <a:pt x="9485071" y="7997787"/>
                  </a:lnTo>
                  <a:lnTo>
                    <a:pt x="9485071" y="8016087"/>
                  </a:lnTo>
                  <a:lnTo>
                    <a:pt x="9267038" y="8567344"/>
                  </a:lnTo>
                  <a:lnTo>
                    <a:pt x="4662005" y="8567344"/>
                  </a:lnTo>
                  <a:lnTo>
                    <a:pt x="4871821" y="8016087"/>
                  </a:lnTo>
                  <a:lnTo>
                    <a:pt x="9485071" y="8016087"/>
                  </a:lnTo>
                  <a:lnTo>
                    <a:pt x="9485071" y="7997787"/>
                  </a:lnTo>
                  <a:lnTo>
                    <a:pt x="7939100" y="7997787"/>
                  </a:lnTo>
                  <a:lnTo>
                    <a:pt x="8148917" y="7446531"/>
                  </a:lnTo>
                  <a:lnTo>
                    <a:pt x="15614079" y="7446531"/>
                  </a:lnTo>
                  <a:lnTo>
                    <a:pt x="15614079" y="7428230"/>
                  </a:lnTo>
                  <a:lnTo>
                    <a:pt x="12877673" y="7428230"/>
                  </a:lnTo>
                  <a:lnTo>
                    <a:pt x="13095694" y="6876986"/>
                  </a:lnTo>
                  <a:lnTo>
                    <a:pt x="17149712" y="6876986"/>
                  </a:lnTo>
                  <a:lnTo>
                    <a:pt x="17149712" y="6858686"/>
                  </a:lnTo>
                  <a:lnTo>
                    <a:pt x="14854847" y="6858686"/>
                  </a:lnTo>
                  <a:lnTo>
                    <a:pt x="15072881" y="6307442"/>
                  </a:lnTo>
                  <a:lnTo>
                    <a:pt x="20104100" y="6307442"/>
                  </a:lnTo>
                  <a:lnTo>
                    <a:pt x="20104100" y="6289141"/>
                  </a:lnTo>
                  <a:lnTo>
                    <a:pt x="19359880" y="6289141"/>
                  </a:lnTo>
                  <a:lnTo>
                    <a:pt x="19577914" y="5737885"/>
                  </a:lnTo>
                  <a:lnTo>
                    <a:pt x="20104100" y="5737885"/>
                  </a:lnTo>
                  <a:lnTo>
                    <a:pt x="20104100" y="5719584"/>
                  </a:lnTo>
                  <a:close/>
                </a:path>
              </a:pathLst>
            </a:custGeom>
            <a:solidFill>
              <a:srgbClr val="D3F1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810563" y="2386850"/>
              <a:ext cx="922655" cy="928369"/>
            </a:xfrm>
            <a:custGeom>
              <a:avLst/>
              <a:gdLst/>
              <a:ahLst/>
              <a:cxnLst/>
              <a:rect l="l" t="t" r="r" b="b"/>
              <a:pathLst>
                <a:path w="922654" h="928370">
                  <a:moveTo>
                    <a:pt x="461263" y="0"/>
                  </a:moveTo>
                  <a:lnTo>
                    <a:pt x="414102" y="2395"/>
                  </a:lnTo>
                  <a:lnTo>
                    <a:pt x="368303" y="9426"/>
                  </a:lnTo>
                  <a:lnTo>
                    <a:pt x="324098" y="20859"/>
                  </a:lnTo>
                  <a:lnTo>
                    <a:pt x="281719" y="36461"/>
                  </a:lnTo>
                  <a:lnTo>
                    <a:pt x="241399" y="55999"/>
                  </a:lnTo>
                  <a:lnTo>
                    <a:pt x="203367" y="79239"/>
                  </a:lnTo>
                  <a:lnTo>
                    <a:pt x="167858" y="105949"/>
                  </a:lnTo>
                  <a:lnTo>
                    <a:pt x="135101" y="135895"/>
                  </a:lnTo>
                  <a:lnTo>
                    <a:pt x="105330" y="168843"/>
                  </a:lnTo>
                  <a:lnTo>
                    <a:pt x="78777" y="204561"/>
                  </a:lnTo>
                  <a:lnTo>
                    <a:pt x="55672" y="242815"/>
                  </a:lnTo>
                  <a:lnTo>
                    <a:pt x="36248" y="283372"/>
                  </a:lnTo>
                  <a:lnTo>
                    <a:pt x="20737" y="325998"/>
                  </a:lnTo>
                  <a:lnTo>
                    <a:pt x="9371" y="370462"/>
                  </a:lnTo>
                  <a:lnTo>
                    <a:pt x="2381" y="416528"/>
                  </a:lnTo>
                  <a:lnTo>
                    <a:pt x="0" y="463964"/>
                  </a:lnTo>
                  <a:lnTo>
                    <a:pt x="2381" y="511401"/>
                  </a:lnTo>
                  <a:lnTo>
                    <a:pt x="9371" y="557467"/>
                  </a:lnTo>
                  <a:lnTo>
                    <a:pt x="20737" y="601931"/>
                  </a:lnTo>
                  <a:lnTo>
                    <a:pt x="36248" y="644557"/>
                  </a:lnTo>
                  <a:lnTo>
                    <a:pt x="55672" y="685114"/>
                  </a:lnTo>
                  <a:lnTo>
                    <a:pt x="78777" y="723368"/>
                  </a:lnTo>
                  <a:lnTo>
                    <a:pt x="105330" y="759086"/>
                  </a:lnTo>
                  <a:lnTo>
                    <a:pt x="135101" y="792034"/>
                  </a:lnTo>
                  <a:lnTo>
                    <a:pt x="167858" y="821980"/>
                  </a:lnTo>
                  <a:lnTo>
                    <a:pt x="203367" y="848689"/>
                  </a:lnTo>
                  <a:lnTo>
                    <a:pt x="241399" y="871930"/>
                  </a:lnTo>
                  <a:lnTo>
                    <a:pt x="281719" y="891468"/>
                  </a:lnTo>
                  <a:lnTo>
                    <a:pt x="324098" y="907070"/>
                  </a:lnTo>
                  <a:lnTo>
                    <a:pt x="368303" y="918503"/>
                  </a:lnTo>
                  <a:lnTo>
                    <a:pt x="414102" y="925534"/>
                  </a:lnTo>
                  <a:lnTo>
                    <a:pt x="461263" y="927929"/>
                  </a:lnTo>
                  <a:lnTo>
                    <a:pt x="508424" y="925534"/>
                  </a:lnTo>
                  <a:lnTo>
                    <a:pt x="554223" y="918503"/>
                  </a:lnTo>
                  <a:lnTo>
                    <a:pt x="598428" y="907070"/>
                  </a:lnTo>
                  <a:lnTo>
                    <a:pt x="640806" y="891468"/>
                  </a:lnTo>
                  <a:lnTo>
                    <a:pt x="681127" y="871930"/>
                  </a:lnTo>
                  <a:lnTo>
                    <a:pt x="694216" y="863931"/>
                  </a:lnTo>
                  <a:lnTo>
                    <a:pt x="461263" y="863931"/>
                  </a:lnTo>
                  <a:lnTo>
                    <a:pt x="414954" y="861235"/>
                  </a:lnTo>
                  <a:lnTo>
                    <a:pt x="370198" y="853349"/>
                  </a:lnTo>
                  <a:lnTo>
                    <a:pt x="327294" y="840575"/>
                  </a:lnTo>
                  <a:lnTo>
                    <a:pt x="286544" y="823216"/>
                  </a:lnTo>
                  <a:lnTo>
                    <a:pt x="248247" y="801573"/>
                  </a:lnTo>
                  <a:lnTo>
                    <a:pt x="212705" y="775950"/>
                  </a:lnTo>
                  <a:lnTo>
                    <a:pt x="180219" y="746650"/>
                  </a:lnTo>
                  <a:lnTo>
                    <a:pt x="151089" y="713973"/>
                  </a:lnTo>
                  <a:lnTo>
                    <a:pt x="125615" y="678224"/>
                  </a:lnTo>
                  <a:lnTo>
                    <a:pt x="104099" y="639703"/>
                  </a:lnTo>
                  <a:lnTo>
                    <a:pt x="86841" y="598715"/>
                  </a:lnTo>
                  <a:lnTo>
                    <a:pt x="74141" y="555560"/>
                  </a:lnTo>
                  <a:lnTo>
                    <a:pt x="66301" y="510543"/>
                  </a:lnTo>
                  <a:lnTo>
                    <a:pt x="63621" y="463964"/>
                  </a:lnTo>
                  <a:lnTo>
                    <a:pt x="66301" y="417384"/>
                  </a:lnTo>
                  <a:lnTo>
                    <a:pt x="74141" y="372365"/>
                  </a:lnTo>
                  <a:lnTo>
                    <a:pt x="86841" y="329210"/>
                  </a:lnTo>
                  <a:lnTo>
                    <a:pt x="104099" y="288221"/>
                  </a:lnTo>
                  <a:lnTo>
                    <a:pt x="125615" y="249701"/>
                  </a:lnTo>
                  <a:lnTo>
                    <a:pt x="151089" y="213951"/>
                  </a:lnTo>
                  <a:lnTo>
                    <a:pt x="180219" y="181275"/>
                  </a:lnTo>
                  <a:lnTo>
                    <a:pt x="212705" y="151975"/>
                  </a:lnTo>
                  <a:lnTo>
                    <a:pt x="248247" y="126353"/>
                  </a:lnTo>
                  <a:lnTo>
                    <a:pt x="286544" y="104711"/>
                  </a:lnTo>
                  <a:lnTo>
                    <a:pt x="327294" y="87353"/>
                  </a:lnTo>
                  <a:lnTo>
                    <a:pt x="370198" y="74579"/>
                  </a:lnTo>
                  <a:lnTo>
                    <a:pt x="414954" y="66693"/>
                  </a:lnTo>
                  <a:lnTo>
                    <a:pt x="461263" y="63998"/>
                  </a:lnTo>
                  <a:lnTo>
                    <a:pt x="694216" y="63998"/>
                  </a:lnTo>
                  <a:lnTo>
                    <a:pt x="681127" y="55999"/>
                  </a:lnTo>
                  <a:lnTo>
                    <a:pt x="640806" y="36461"/>
                  </a:lnTo>
                  <a:lnTo>
                    <a:pt x="598428" y="20859"/>
                  </a:lnTo>
                  <a:lnTo>
                    <a:pt x="554223" y="9426"/>
                  </a:lnTo>
                  <a:lnTo>
                    <a:pt x="508424" y="2395"/>
                  </a:lnTo>
                  <a:lnTo>
                    <a:pt x="461263" y="0"/>
                  </a:lnTo>
                  <a:close/>
                </a:path>
                <a:path w="922654" h="928370">
                  <a:moveTo>
                    <a:pt x="694216" y="63998"/>
                  </a:moveTo>
                  <a:lnTo>
                    <a:pt x="461263" y="63998"/>
                  </a:lnTo>
                  <a:lnTo>
                    <a:pt x="507572" y="66693"/>
                  </a:lnTo>
                  <a:lnTo>
                    <a:pt x="552328" y="74579"/>
                  </a:lnTo>
                  <a:lnTo>
                    <a:pt x="595232" y="87353"/>
                  </a:lnTo>
                  <a:lnTo>
                    <a:pt x="635982" y="104711"/>
                  </a:lnTo>
                  <a:lnTo>
                    <a:pt x="674279" y="126353"/>
                  </a:lnTo>
                  <a:lnTo>
                    <a:pt x="709820" y="151975"/>
                  </a:lnTo>
                  <a:lnTo>
                    <a:pt x="742307" y="181275"/>
                  </a:lnTo>
                  <a:lnTo>
                    <a:pt x="771437" y="213951"/>
                  </a:lnTo>
                  <a:lnTo>
                    <a:pt x="796911" y="249701"/>
                  </a:lnTo>
                  <a:lnTo>
                    <a:pt x="818427" y="288221"/>
                  </a:lnTo>
                  <a:lnTo>
                    <a:pt x="835685" y="329210"/>
                  </a:lnTo>
                  <a:lnTo>
                    <a:pt x="848385" y="372365"/>
                  </a:lnTo>
                  <a:lnTo>
                    <a:pt x="856225" y="417384"/>
                  </a:lnTo>
                  <a:lnTo>
                    <a:pt x="858905" y="463964"/>
                  </a:lnTo>
                  <a:lnTo>
                    <a:pt x="856225" y="510543"/>
                  </a:lnTo>
                  <a:lnTo>
                    <a:pt x="848385" y="555560"/>
                  </a:lnTo>
                  <a:lnTo>
                    <a:pt x="835685" y="598715"/>
                  </a:lnTo>
                  <a:lnTo>
                    <a:pt x="818427" y="639703"/>
                  </a:lnTo>
                  <a:lnTo>
                    <a:pt x="796911" y="678224"/>
                  </a:lnTo>
                  <a:lnTo>
                    <a:pt x="771437" y="713973"/>
                  </a:lnTo>
                  <a:lnTo>
                    <a:pt x="742307" y="746650"/>
                  </a:lnTo>
                  <a:lnTo>
                    <a:pt x="709820" y="775950"/>
                  </a:lnTo>
                  <a:lnTo>
                    <a:pt x="674279" y="801573"/>
                  </a:lnTo>
                  <a:lnTo>
                    <a:pt x="635982" y="823216"/>
                  </a:lnTo>
                  <a:lnTo>
                    <a:pt x="595232" y="840575"/>
                  </a:lnTo>
                  <a:lnTo>
                    <a:pt x="552328" y="853349"/>
                  </a:lnTo>
                  <a:lnTo>
                    <a:pt x="507572" y="861235"/>
                  </a:lnTo>
                  <a:lnTo>
                    <a:pt x="461263" y="863931"/>
                  </a:lnTo>
                  <a:lnTo>
                    <a:pt x="694216" y="863931"/>
                  </a:lnTo>
                  <a:lnTo>
                    <a:pt x="754668" y="821980"/>
                  </a:lnTo>
                  <a:lnTo>
                    <a:pt x="787424" y="792034"/>
                  </a:lnTo>
                  <a:lnTo>
                    <a:pt x="817195" y="759086"/>
                  </a:lnTo>
                  <a:lnTo>
                    <a:pt x="843749" y="723368"/>
                  </a:lnTo>
                  <a:lnTo>
                    <a:pt x="866854" y="685114"/>
                  </a:lnTo>
                  <a:lnTo>
                    <a:pt x="886278" y="644557"/>
                  </a:lnTo>
                  <a:lnTo>
                    <a:pt x="901789" y="601931"/>
                  </a:lnTo>
                  <a:lnTo>
                    <a:pt x="913155" y="557467"/>
                  </a:lnTo>
                  <a:lnTo>
                    <a:pt x="920145" y="511401"/>
                  </a:lnTo>
                  <a:lnTo>
                    <a:pt x="922526" y="463964"/>
                  </a:lnTo>
                  <a:lnTo>
                    <a:pt x="920145" y="416528"/>
                  </a:lnTo>
                  <a:lnTo>
                    <a:pt x="913155" y="370462"/>
                  </a:lnTo>
                  <a:lnTo>
                    <a:pt x="901789" y="325998"/>
                  </a:lnTo>
                  <a:lnTo>
                    <a:pt x="886278" y="283372"/>
                  </a:lnTo>
                  <a:lnTo>
                    <a:pt x="866854" y="242815"/>
                  </a:lnTo>
                  <a:lnTo>
                    <a:pt x="843749" y="204561"/>
                  </a:lnTo>
                  <a:lnTo>
                    <a:pt x="817195" y="168843"/>
                  </a:lnTo>
                  <a:lnTo>
                    <a:pt x="787424" y="135895"/>
                  </a:lnTo>
                  <a:lnTo>
                    <a:pt x="754668" y="105949"/>
                  </a:lnTo>
                  <a:lnTo>
                    <a:pt x="719159" y="79239"/>
                  </a:lnTo>
                  <a:lnTo>
                    <a:pt x="694216" y="63998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905993" y="2480912"/>
              <a:ext cx="732155" cy="735965"/>
            </a:xfrm>
            <a:custGeom>
              <a:avLst/>
              <a:gdLst/>
              <a:ahLst/>
              <a:cxnLst/>
              <a:rect l="l" t="t" r="r" b="b"/>
              <a:pathLst>
                <a:path w="732154" h="735964">
                  <a:moveTo>
                    <a:pt x="47713" y="359130"/>
                  </a:moveTo>
                  <a:lnTo>
                    <a:pt x="40601" y="351967"/>
                  </a:lnTo>
                  <a:lnTo>
                    <a:pt x="31813" y="351967"/>
                  </a:lnTo>
                  <a:lnTo>
                    <a:pt x="7124" y="351967"/>
                  </a:lnTo>
                  <a:lnTo>
                    <a:pt x="0" y="359130"/>
                  </a:lnTo>
                  <a:lnTo>
                    <a:pt x="0" y="376821"/>
                  </a:lnTo>
                  <a:lnTo>
                    <a:pt x="7124" y="383971"/>
                  </a:lnTo>
                  <a:lnTo>
                    <a:pt x="40601" y="383971"/>
                  </a:lnTo>
                  <a:lnTo>
                    <a:pt x="47713" y="376821"/>
                  </a:lnTo>
                  <a:lnTo>
                    <a:pt x="47713" y="359130"/>
                  </a:lnTo>
                  <a:close/>
                </a:path>
                <a:path w="732154" h="735964">
                  <a:moveTo>
                    <a:pt x="145554" y="605536"/>
                  </a:moveTo>
                  <a:lnTo>
                    <a:pt x="144386" y="599516"/>
                  </a:lnTo>
                  <a:lnTo>
                    <a:pt x="140893" y="594233"/>
                  </a:lnTo>
                  <a:lnTo>
                    <a:pt x="135623" y="590715"/>
                  </a:lnTo>
                  <a:lnTo>
                    <a:pt x="129641" y="589546"/>
                  </a:lnTo>
                  <a:lnTo>
                    <a:pt x="123659" y="590715"/>
                  </a:lnTo>
                  <a:lnTo>
                    <a:pt x="118402" y="594233"/>
                  </a:lnTo>
                  <a:lnTo>
                    <a:pt x="107149" y="605536"/>
                  </a:lnTo>
                  <a:lnTo>
                    <a:pt x="103657" y="610831"/>
                  </a:lnTo>
                  <a:lnTo>
                    <a:pt x="102489" y="616851"/>
                  </a:lnTo>
                  <a:lnTo>
                    <a:pt x="103657" y="622858"/>
                  </a:lnTo>
                  <a:lnTo>
                    <a:pt x="107149" y="628154"/>
                  </a:lnTo>
                  <a:lnTo>
                    <a:pt x="110248" y="631291"/>
                  </a:lnTo>
                  <a:lnTo>
                    <a:pt x="114325" y="632841"/>
                  </a:lnTo>
                  <a:lnTo>
                    <a:pt x="122478" y="632841"/>
                  </a:lnTo>
                  <a:lnTo>
                    <a:pt x="126542" y="631291"/>
                  </a:lnTo>
                  <a:lnTo>
                    <a:pt x="140893" y="616851"/>
                  </a:lnTo>
                  <a:lnTo>
                    <a:pt x="144386" y="611555"/>
                  </a:lnTo>
                  <a:lnTo>
                    <a:pt x="145554" y="605536"/>
                  </a:lnTo>
                  <a:close/>
                </a:path>
                <a:path w="732154" h="735964">
                  <a:moveTo>
                    <a:pt x="145554" y="130390"/>
                  </a:moveTo>
                  <a:lnTo>
                    <a:pt x="118402" y="103073"/>
                  </a:lnTo>
                  <a:lnTo>
                    <a:pt x="112420" y="104254"/>
                  </a:lnTo>
                  <a:lnTo>
                    <a:pt x="107149" y="107772"/>
                  </a:lnTo>
                  <a:lnTo>
                    <a:pt x="103657" y="113068"/>
                  </a:lnTo>
                  <a:lnTo>
                    <a:pt x="102489" y="119075"/>
                  </a:lnTo>
                  <a:lnTo>
                    <a:pt x="103657" y="125095"/>
                  </a:lnTo>
                  <a:lnTo>
                    <a:pt x="107149" y="130390"/>
                  </a:lnTo>
                  <a:lnTo>
                    <a:pt x="121500" y="144830"/>
                  </a:lnTo>
                  <a:lnTo>
                    <a:pt x="125577" y="146392"/>
                  </a:lnTo>
                  <a:lnTo>
                    <a:pt x="133718" y="146392"/>
                  </a:lnTo>
                  <a:lnTo>
                    <a:pt x="137795" y="144830"/>
                  </a:lnTo>
                  <a:lnTo>
                    <a:pt x="140893" y="141706"/>
                  </a:lnTo>
                  <a:lnTo>
                    <a:pt x="144386" y="136410"/>
                  </a:lnTo>
                  <a:lnTo>
                    <a:pt x="145554" y="130390"/>
                  </a:lnTo>
                  <a:close/>
                </a:path>
                <a:path w="732154" h="735964">
                  <a:moveTo>
                    <a:pt x="381736" y="695096"/>
                  </a:moveTo>
                  <a:lnTo>
                    <a:pt x="374611" y="687946"/>
                  </a:lnTo>
                  <a:lnTo>
                    <a:pt x="365823" y="687946"/>
                  </a:lnTo>
                  <a:lnTo>
                    <a:pt x="357047" y="687946"/>
                  </a:lnTo>
                  <a:lnTo>
                    <a:pt x="349923" y="695096"/>
                  </a:lnTo>
                  <a:lnTo>
                    <a:pt x="349923" y="728789"/>
                  </a:lnTo>
                  <a:lnTo>
                    <a:pt x="357047" y="735952"/>
                  </a:lnTo>
                  <a:lnTo>
                    <a:pt x="374611" y="735952"/>
                  </a:lnTo>
                  <a:lnTo>
                    <a:pt x="381736" y="728789"/>
                  </a:lnTo>
                  <a:lnTo>
                    <a:pt x="381736" y="695096"/>
                  </a:lnTo>
                  <a:close/>
                </a:path>
                <a:path w="732154" h="735964">
                  <a:moveTo>
                    <a:pt x="381736" y="7150"/>
                  </a:moveTo>
                  <a:lnTo>
                    <a:pt x="374611" y="0"/>
                  </a:lnTo>
                  <a:lnTo>
                    <a:pt x="365823" y="0"/>
                  </a:lnTo>
                  <a:lnTo>
                    <a:pt x="357047" y="0"/>
                  </a:lnTo>
                  <a:lnTo>
                    <a:pt x="349923" y="7150"/>
                  </a:lnTo>
                  <a:lnTo>
                    <a:pt x="349923" y="40843"/>
                  </a:lnTo>
                  <a:lnTo>
                    <a:pt x="357047" y="48006"/>
                  </a:lnTo>
                  <a:lnTo>
                    <a:pt x="374611" y="48006"/>
                  </a:lnTo>
                  <a:lnTo>
                    <a:pt x="381736" y="40843"/>
                  </a:lnTo>
                  <a:lnTo>
                    <a:pt x="381736" y="7150"/>
                  </a:lnTo>
                  <a:close/>
                </a:path>
                <a:path w="732154" h="735964">
                  <a:moveTo>
                    <a:pt x="629170" y="616851"/>
                  </a:moveTo>
                  <a:lnTo>
                    <a:pt x="602005" y="589534"/>
                  </a:lnTo>
                  <a:lnTo>
                    <a:pt x="596023" y="590702"/>
                  </a:lnTo>
                  <a:lnTo>
                    <a:pt x="590765" y="594233"/>
                  </a:lnTo>
                  <a:lnTo>
                    <a:pt x="587260" y="599516"/>
                  </a:lnTo>
                  <a:lnTo>
                    <a:pt x="586105" y="605536"/>
                  </a:lnTo>
                  <a:lnTo>
                    <a:pt x="587260" y="611555"/>
                  </a:lnTo>
                  <a:lnTo>
                    <a:pt x="590765" y="616851"/>
                  </a:lnTo>
                  <a:lnTo>
                    <a:pt x="605104" y="631291"/>
                  </a:lnTo>
                  <a:lnTo>
                    <a:pt x="609180" y="632841"/>
                  </a:lnTo>
                  <a:lnTo>
                    <a:pt x="617334" y="632841"/>
                  </a:lnTo>
                  <a:lnTo>
                    <a:pt x="621398" y="631291"/>
                  </a:lnTo>
                  <a:lnTo>
                    <a:pt x="624497" y="628154"/>
                  </a:lnTo>
                  <a:lnTo>
                    <a:pt x="628002" y="622858"/>
                  </a:lnTo>
                  <a:lnTo>
                    <a:pt x="629170" y="616851"/>
                  </a:lnTo>
                  <a:close/>
                </a:path>
                <a:path w="732154" h="735964">
                  <a:moveTo>
                    <a:pt x="629170" y="119075"/>
                  </a:moveTo>
                  <a:lnTo>
                    <a:pt x="628002" y="113068"/>
                  </a:lnTo>
                  <a:lnTo>
                    <a:pt x="624497" y="107772"/>
                  </a:lnTo>
                  <a:lnTo>
                    <a:pt x="619239" y="104254"/>
                  </a:lnTo>
                  <a:lnTo>
                    <a:pt x="613257" y="103073"/>
                  </a:lnTo>
                  <a:lnTo>
                    <a:pt x="607275" y="104254"/>
                  </a:lnTo>
                  <a:lnTo>
                    <a:pt x="602005" y="107772"/>
                  </a:lnTo>
                  <a:lnTo>
                    <a:pt x="590765" y="119075"/>
                  </a:lnTo>
                  <a:lnTo>
                    <a:pt x="587260" y="124371"/>
                  </a:lnTo>
                  <a:lnTo>
                    <a:pt x="586105" y="130390"/>
                  </a:lnTo>
                  <a:lnTo>
                    <a:pt x="587260" y="136410"/>
                  </a:lnTo>
                  <a:lnTo>
                    <a:pt x="590765" y="141706"/>
                  </a:lnTo>
                  <a:lnTo>
                    <a:pt x="593864" y="144830"/>
                  </a:lnTo>
                  <a:lnTo>
                    <a:pt x="597941" y="146392"/>
                  </a:lnTo>
                  <a:lnTo>
                    <a:pt x="606082" y="146392"/>
                  </a:lnTo>
                  <a:lnTo>
                    <a:pt x="610158" y="144830"/>
                  </a:lnTo>
                  <a:lnTo>
                    <a:pt x="624497" y="130390"/>
                  </a:lnTo>
                  <a:lnTo>
                    <a:pt x="628002" y="125095"/>
                  </a:lnTo>
                  <a:lnTo>
                    <a:pt x="629170" y="119075"/>
                  </a:lnTo>
                  <a:close/>
                </a:path>
                <a:path w="732154" h="735964">
                  <a:moveTo>
                    <a:pt x="731659" y="359130"/>
                  </a:moveTo>
                  <a:lnTo>
                    <a:pt x="724535" y="351967"/>
                  </a:lnTo>
                  <a:lnTo>
                    <a:pt x="715746" y="351967"/>
                  </a:lnTo>
                  <a:lnTo>
                    <a:pt x="691057" y="351967"/>
                  </a:lnTo>
                  <a:lnTo>
                    <a:pt x="683933" y="359130"/>
                  </a:lnTo>
                  <a:lnTo>
                    <a:pt x="683933" y="376821"/>
                  </a:lnTo>
                  <a:lnTo>
                    <a:pt x="691057" y="383971"/>
                  </a:lnTo>
                  <a:lnTo>
                    <a:pt x="724535" y="383971"/>
                  </a:lnTo>
                  <a:lnTo>
                    <a:pt x="731659" y="376821"/>
                  </a:lnTo>
                  <a:lnTo>
                    <a:pt x="731659" y="35913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5938" y="2613908"/>
              <a:ext cx="242902" cy="29232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0" y="6260940"/>
              <a:ext cx="8545830" cy="1416050"/>
            </a:xfrm>
            <a:custGeom>
              <a:avLst/>
              <a:gdLst/>
              <a:ahLst/>
              <a:cxnLst/>
              <a:rect l="l" t="t" r="r" b="b"/>
              <a:pathLst>
                <a:path w="8545830" h="1416050">
                  <a:moveTo>
                    <a:pt x="8545289" y="1415747"/>
                  </a:moveTo>
                  <a:lnTo>
                    <a:pt x="0" y="1415747"/>
                  </a:lnTo>
                  <a:lnTo>
                    <a:pt x="0" y="0"/>
                  </a:lnTo>
                  <a:lnTo>
                    <a:pt x="8545289" y="0"/>
                  </a:lnTo>
                  <a:lnTo>
                    <a:pt x="8545289" y="1415747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6266998"/>
              <a:ext cx="8545830" cy="1419225"/>
            </a:xfrm>
            <a:custGeom>
              <a:avLst/>
              <a:gdLst/>
              <a:ahLst/>
              <a:cxnLst/>
              <a:rect l="l" t="t" r="r" b="b"/>
              <a:pathLst>
                <a:path w="8545830" h="1419225">
                  <a:moveTo>
                    <a:pt x="337883" y="0"/>
                  </a:moveTo>
                  <a:lnTo>
                    <a:pt x="313829" y="0"/>
                  </a:lnTo>
                  <a:lnTo>
                    <a:pt x="313829" y="3352"/>
                  </a:lnTo>
                  <a:lnTo>
                    <a:pt x="337883" y="3352"/>
                  </a:lnTo>
                  <a:lnTo>
                    <a:pt x="337883" y="0"/>
                  </a:lnTo>
                  <a:close/>
                </a:path>
                <a:path w="8545830" h="1419225">
                  <a:moveTo>
                    <a:pt x="695769" y="0"/>
                  </a:moveTo>
                  <a:lnTo>
                    <a:pt x="671715" y="0"/>
                  </a:lnTo>
                  <a:lnTo>
                    <a:pt x="671715" y="3352"/>
                  </a:lnTo>
                  <a:lnTo>
                    <a:pt x="695769" y="3352"/>
                  </a:lnTo>
                  <a:lnTo>
                    <a:pt x="695769" y="0"/>
                  </a:lnTo>
                  <a:close/>
                </a:path>
                <a:path w="8545830" h="1419225">
                  <a:moveTo>
                    <a:pt x="1053655" y="0"/>
                  </a:moveTo>
                  <a:lnTo>
                    <a:pt x="1029601" y="0"/>
                  </a:lnTo>
                  <a:lnTo>
                    <a:pt x="1029601" y="3352"/>
                  </a:lnTo>
                  <a:lnTo>
                    <a:pt x="1053655" y="3352"/>
                  </a:lnTo>
                  <a:lnTo>
                    <a:pt x="1053655" y="0"/>
                  </a:lnTo>
                  <a:close/>
                </a:path>
                <a:path w="8545830" h="1419225">
                  <a:moveTo>
                    <a:pt x="1411554" y="0"/>
                  </a:moveTo>
                  <a:lnTo>
                    <a:pt x="1387487" y="0"/>
                  </a:lnTo>
                  <a:lnTo>
                    <a:pt x="1387487" y="3352"/>
                  </a:lnTo>
                  <a:lnTo>
                    <a:pt x="1411554" y="3352"/>
                  </a:lnTo>
                  <a:lnTo>
                    <a:pt x="1411554" y="0"/>
                  </a:lnTo>
                  <a:close/>
                </a:path>
                <a:path w="8545830" h="1419225">
                  <a:moveTo>
                    <a:pt x="1769452" y="0"/>
                  </a:moveTo>
                  <a:lnTo>
                    <a:pt x="1745386" y="0"/>
                  </a:lnTo>
                  <a:lnTo>
                    <a:pt x="1745386" y="3352"/>
                  </a:lnTo>
                  <a:lnTo>
                    <a:pt x="1769452" y="3352"/>
                  </a:lnTo>
                  <a:lnTo>
                    <a:pt x="1769452" y="0"/>
                  </a:lnTo>
                  <a:close/>
                </a:path>
                <a:path w="8545830" h="1419225">
                  <a:moveTo>
                    <a:pt x="2127326" y="0"/>
                  </a:moveTo>
                  <a:lnTo>
                    <a:pt x="2103272" y="0"/>
                  </a:lnTo>
                  <a:lnTo>
                    <a:pt x="2103272" y="3352"/>
                  </a:lnTo>
                  <a:lnTo>
                    <a:pt x="2127326" y="3352"/>
                  </a:lnTo>
                  <a:lnTo>
                    <a:pt x="2127326" y="0"/>
                  </a:lnTo>
                  <a:close/>
                </a:path>
                <a:path w="8545830" h="1419225">
                  <a:moveTo>
                    <a:pt x="2485212" y="0"/>
                  </a:moveTo>
                  <a:lnTo>
                    <a:pt x="2461171" y="0"/>
                  </a:lnTo>
                  <a:lnTo>
                    <a:pt x="2461171" y="3352"/>
                  </a:lnTo>
                  <a:lnTo>
                    <a:pt x="2485212" y="3352"/>
                  </a:lnTo>
                  <a:lnTo>
                    <a:pt x="2485212" y="0"/>
                  </a:lnTo>
                  <a:close/>
                </a:path>
                <a:path w="8545830" h="1419225">
                  <a:moveTo>
                    <a:pt x="2843111" y="0"/>
                  </a:moveTo>
                  <a:lnTo>
                    <a:pt x="2819044" y="0"/>
                  </a:lnTo>
                  <a:lnTo>
                    <a:pt x="2819044" y="3352"/>
                  </a:lnTo>
                  <a:lnTo>
                    <a:pt x="2843111" y="3352"/>
                  </a:lnTo>
                  <a:lnTo>
                    <a:pt x="2843111" y="0"/>
                  </a:lnTo>
                  <a:close/>
                </a:path>
                <a:path w="8545830" h="1419225">
                  <a:moveTo>
                    <a:pt x="3200997" y="0"/>
                  </a:moveTo>
                  <a:lnTo>
                    <a:pt x="3176943" y="0"/>
                  </a:lnTo>
                  <a:lnTo>
                    <a:pt x="3176943" y="3352"/>
                  </a:lnTo>
                  <a:lnTo>
                    <a:pt x="3200997" y="3352"/>
                  </a:lnTo>
                  <a:lnTo>
                    <a:pt x="3200997" y="0"/>
                  </a:lnTo>
                  <a:close/>
                </a:path>
                <a:path w="8545830" h="1419225">
                  <a:moveTo>
                    <a:pt x="3558895" y="0"/>
                  </a:moveTo>
                  <a:lnTo>
                    <a:pt x="3534829" y="0"/>
                  </a:lnTo>
                  <a:lnTo>
                    <a:pt x="3534829" y="3352"/>
                  </a:lnTo>
                  <a:lnTo>
                    <a:pt x="3558895" y="3352"/>
                  </a:lnTo>
                  <a:lnTo>
                    <a:pt x="3558895" y="0"/>
                  </a:lnTo>
                  <a:close/>
                </a:path>
                <a:path w="8545830" h="1419225">
                  <a:moveTo>
                    <a:pt x="3916781" y="0"/>
                  </a:moveTo>
                  <a:lnTo>
                    <a:pt x="3892727" y="0"/>
                  </a:lnTo>
                  <a:lnTo>
                    <a:pt x="3892727" y="3352"/>
                  </a:lnTo>
                  <a:lnTo>
                    <a:pt x="3916781" y="3352"/>
                  </a:lnTo>
                  <a:lnTo>
                    <a:pt x="3916781" y="0"/>
                  </a:lnTo>
                  <a:close/>
                </a:path>
                <a:path w="8545830" h="1419225">
                  <a:moveTo>
                    <a:pt x="4274667" y="0"/>
                  </a:moveTo>
                  <a:lnTo>
                    <a:pt x="4250614" y="0"/>
                  </a:lnTo>
                  <a:lnTo>
                    <a:pt x="4250614" y="3352"/>
                  </a:lnTo>
                  <a:lnTo>
                    <a:pt x="4274667" y="3352"/>
                  </a:lnTo>
                  <a:lnTo>
                    <a:pt x="4274667" y="0"/>
                  </a:lnTo>
                  <a:close/>
                </a:path>
                <a:path w="8545830" h="1419225">
                  <a:moveTo>
                    <a:pt x="4632566" y="0"/>
                  </a:moveTo>
                  <a:lnTo>
                    <a:pt x="4608500" y="0"/>
                  </a:lnTo>
                  <a:lnTo>
                    <a:pt x="4608500" y="3352"/>
                  </a:lnTo>
                  <a:lnTo>
                    <a:pt x="4632566" y="3352"/>
                  </a:lnTo>
                  <a:lnTo>
                    <a:pt x="4632566" y="0"/>
                  </a:lnTo>
                  <a:close/>
                </a:path>
                <a:path w="8545830" h="1419225">
                  <a:moveTo>
                    <a:pt x="4990452" y="0"/>
                  </a:moveTo>
                  <a:lnTo>
                    <a:pt x="4966386" y="0"/>
                  </a:lnTo>
                  <a:lnTo>
                    <a:pt x="4966386" y="3352"/>
                  </a:lnTo>
                  <a:lnTo>
                    <a:pt x="4990452" y="3352"/>
                  </a:lnTo>
                  <a:lnTo>
                    <a:pt x="4990452" y="0"/>
                  </a:lnTo>
                  <a:close/>
                </a:path>
                <a:path w="8545830" h="1419225">
                  <a:moveTo>
                    <a:pt x="5348338" y="0"/>
                  </a:moveTo>
                  <a:lnTo>
                    <a:pt x="5324284" y="0"/>
                  </a:lnTo>
                  <a:lnTo>
                    <a:pt x="5324284" y="3352"/>
                  </a:lnTo>
                  <a:lnTo>
                    <a:pt x="5348338" y="3352"/>
                  </a:lnTo>
                  <a:lnTo>
                    <a:pt x="5348338" y="0"/>
                  </a:lnTo>
                  <a:close/>
                </a:path>
                <a:path w="8545830" h="1419225">
                  <a:moveTo>
                    <a:pt x="5706224" y="0"/>
                  </a:moveTo>
                  <a:lnTo>
                    <a:pt x="5682170" y="0"/>
                  </a:lnTo>
                  <a:lnTo>
                    <a:pt x="5682170" y="3352"/>
                  </a:lnTo>
                  <a:lnTo>
                    <a:pt x="5706224" y="3352"/>
                  </a:lnTo>
                  <a:lnTo>
                    <a:pt x="5706224" y="0"/>
                  </a:lnTo>
                  <a:close/>
                </a:path>
                <a:path w="8545830" h="1419225">
                  <a:moveTo>
                    <a:pt x="6064123" y="0"/>
                  </a:moveTo>
                  <a:lnTo>
                    <a:pt x="6040056" y="0"/>
                  </a:lnTo>
                  <a:lnTo>
                    <a:pt x="6040056" y="3352"/>
                  </a:lnTo>
                  <a:lnTo>
                    <a:pt x="6064123" y="3352"/>
                  </a:lnTo>
                  <a:lnTo>
                    <a:pt x="6064123" y="0"/>
                  </a:lnTo>
                  <a:close/>
                </a:path>
                <a:path w="8545830" h="1419225">
                  <a:moveTo>
                    <a:pt x="6422009" y="0"/>
                  </a:moveTo>
                  <a:lnTo>
                    <a:pt x="6397942" y="0"/>
                  </a:lnTo>
                  <a:lnTo>
                    <a:pt x="6397942" y="3352"/>
                  </a:lnTo>
                  <a:lnTo>
                    <a:pt x="6422009" y="3352"/>
                  </a:lnTo>
                  <a:lnTo>
                    <a:pt x="6422009" y="0"/>
                  </a:lnTo>
                  <a:close/>
                </a:path>
                <a:path w="8545830" h="1419225">
                  <a:moveTo>
                    <a:pt x="6779908" y="0"/>
                  </a:moveTo>
                  <a:lnTo>
                    <a:pt x="6755841" y="0"/>
                  </a:lnTo>
                  <a:lnTo>
                    <a:pt x="6755841" y="3352"/>
                  </a:lnTo>
                  <a:lnTo>
                    <a:pt x="6779908" y="3352"/>
                  </a:lnTo>
                  <a:lnTo>
                    <a:pt x="6779908" y="0"/>
                  </a:lnTo>
                  <a:close/>
                </a:path>
                <a:path w="8545830" h="1419225">
                  <a:moveTo>
                    <a:pt x="7137781" y="0"/>
                  </a:moveTo>
                  <a:lnTo>
                    <a:pt x="7113727" y="0"/>
                  </a:lnTo>
                  <a:lnTo>
                    <a:pt x="7113727" y="3352"/>
                  </a:lnTo>
                  <a:lnTo>
                    <a:pt x="7137781" y="3352"/>
                  </a:lnTo>
                  <a:lnTo>
                    <a:pt x="7137781" y="0"/>
                  </a:lnTo>
                  <a:close/>
                </a:path>
                <a:path w="8545830" h="1419225">
                  <a:moveTo>
                    <a:pt x="7495680" y="0"/>
                  </a:moveTo>
                  <a:lnTo>
                    <a:pt x="7471626" y="0"/>
                  </a:lnTo>
                  <a:lnTo>
                    <a:pt x="7471626" y="3352"/>
                  </a:lnTo>
                  <a:lnTo>
                    <a:pt x="7495680" y="3352"/>
                  </a:lnTo>
                  <a:lnTo>
                    <a:pt x="7495680" y="0"/>
                  </a:lnTo>
                  <a:close/>
                </a:path>
                <a:path w="8545830" h="1419225">
                  <a:moveTo>
                    <a:pt x="7853566" y="0"/>
                  </a:moveTo>
                  <a:lnTo>
                    <a:pt x="7829499" y="0"/>
                  </a:lnTo>
                  <a:lnTo>
                    <a:pt x="7829499" y="3352"/>
                  </a:lnTo>
                  <a:lnTo>
                    <a:pt x="7853566" y="3352"/>
                  </a:lnTo>
                  <a:lnTo>
                    <a:pt x="7853566" y="0"/>
                  </a:lnTo>
                  <a:close/>
                </a:path>
                <a:path w="8545830" h="1419225">
                  <a:moveTo>
                    <a:pt x="8211464" y="0"/>
                  </a:moveTo>
                  <a:lnTo>
                    <a:pt x="8187398" y="0"/>
                  </a:lnTo>
                  <a:lnTo>
                    <a:pt x="8187398" y="3352"/>
                  </a:lnTo>
                  <a:lnTo>
                    <a:pt x="8211464" y="3352"/>
                  </a:lnTo>
                  <a:lnTo>
                    <a:pt x="8211464" y="0"/>
                  </a:lnTo>
                  <a:close/>
                </a:path>
                <a:path w="8545830" h="1419225">
                  <a:moveTo>
                    <a:pt x="8545284" y="707898"/>
                  </a:moveTo>
                  <a:lnTo>
                    <a:pt x="8187398" y="707898"/>
                  </a:lnTo>
                  <a:lnTo>
                    <a:pt x="8187398" y="733298"/>
                  </a:lnTo>
                  <a:lnTo>
                    <a:pt x="8187398" y="1063498"/>
                  </a:lnTo>
                  <a:lnTo>
                    <a:pt x="7853566" y="1063498"/>
                  </a:lnTo>
                  <a:lnTo>
                    <a:pt x="7853566" y="733298"/>
                  </a:lnTo>
                  <a:lnTo>
                    <a:pt x="8187398" y="733298"/>
                  </a:lnTo>
                  <a:lnTo>
                    <a:pt x="8187398" y="707898"/>
                  </a:lnTo>
                  <a:lnTo>
                    <a:pt x="7829512" y="707898"/>
                  </a:lnTo>
                  <a:lnTo>
                    <a:pt x="7829512" y="733298"/>
                  </a:lnTo>
                  <a:lnTo>
                    <a:pt x="7829512" y="1063498"/>
                  </a:lnTo>
                  <a:lnTo>
                    <a:pt x="7495680" y="1063498"/>
                  </a:lnTo>
                  <a:lnTo>
                    <a:pt x="7495680" y="733298"/>
                  </a:lnTo>
                  <a:lnTo>
                    <a:pt x="7829512" y="733298"/>
                  </a:lnTo>
                  <a:lnTo>
                    <a:pt x="7829512" y="707898"/>
                  </a:lnTo>
                  <a:lnTo>
                    <a:pt x="7471626" y="707898"/>
                  </a:lnTo>
                  <a:lnTo>
                    <a:pt x="7471626" y="733298"/>
                  </a:lnTo>
                  <a:lnTo>
                    <a:pt x="7471626" y="1063498"/>
                  </a:lnTo>
                  <a:lnTo>
                    <a:pt x="7137781" y="1063498"/>
                  </a:lnTo>
                  <a:lnTo>
                    <a:pt x="7137781" y="733298"/>
                  </a:lnTo>
                  <a:lnTo>
                    <a:pt x="7471626" y="733298"/>
                  </a:lnTo>
                  <a:lnTo>
                    <a:pt x="7471626" y="707898"/>
                  </a:lnTo>
                  <a:lnTo>
                    <a:pt x="7113740" y="707898"/>
                  </a:lnTo>
                  <a:lnTo>
                    <a:pt x="7113740" y="733298"/>
                  </a:lnTo>
                  <a:lnTo>
                    <a:pt x="7113740" y="1063498"/>
                  </a:lnTo>
                  <a:lnTo>
                    <a:pt x="6779908" y="1063498"/>
                  </a:lnTo>
                  <a:lnTo>
                    <a:pt x="6779908" y="733298"/>
                  </a:lnTo>
                  <a:lnTo>
                    <a:pt x="7113740" y="733298"/>
                  </a:lnTo>
                  <a:lnTo>
                    <a:pt x="7113740" y="707898"/>
                  </a:lnTo>
                  <a:lnTo>
                    <a:pt x="6755841" y="707898"/>
                  </a:lnTo>
                  <a:lnTo>
                    <a:pt x="6755841" y="733298"/>
                  </a:lnTo>
                  <a:lnTo>
                    <a:pt x="6755841" y="1063498"/>
                  </a:lnTo>
                  <a:lnTo>
                    <a:pt x="6422009" y="1063498"/>
                  </a:lnTo>
                  <a:lnTo>
                    <a:pt x="6422009" y="733298"/>
                  </a:lnTo>
                  <a:lnTo>
                    <a:pt x="6755841" y="733298"/>
                  </a:lnTo>
                  <a:lnTo>
                    <a:pt x="6755841" y="707898"/>
                  </a:lnTo>
                  <a:lnTo>
                    <a:pt x="6397955" y="707898"/>
                  </a:lnTo>
                  <a:lnTo>
                    <a:pt x="6397955" y="733298"/>
                  </a:lnTo>
                  <a:lnTo>
                    <a:pt x="6397955" y="1063498"/>
                  </a:lnTo>
                  <a:lnTo>
                    <a:pt x="6064123" y="1063498"/>
                  </a:lnTo>
                  <a:lnTo>
                    <a:pt x="6064123" y="733298"/>
                  </a:lnTo>
                  <a:lnTo>
                    <a:pt x="6397955" y="733298"/>
                  </a:lnTo>
                  <a:lnTo>
                    <a:pt x="6397955" y="707898"/>
                  </a:lnTo>
                  <a:lnTo>
                    <a:pt x="6040056" y="707898"/>
                  </a:lnTo>
                  <a:lnTo>
                    <a:pt x="6040056" y="733298"/>
                  </a:lnTo>
                  <a:lnTo>
                    <a:pt x="6040056" y="1063498"/>
                  </a:lnTo>
                  <a:lnTo>
                    <a:pt x="5706224" y="1063498"/>
                  </a:lnTo>
                  <a:lnTo>
                    <a:pt x="5706224" y="733298"/>
                  </a:lnTo>
                  <a:lnTo>
                    <a:pt x="6040056" y="733298"/>
                  </a:lnTo>
                  <a:lnTo>
                    <a:pt x="6040056" y="707898"/>
                  </a:lnTo>
                  <a:lnTo>
                    <a:pt x="5682170" y="707898"/>
                  </a:lnTo>
                  <a:lnTo>
                    <a:pt x="5682170" y="733298"/>
                  </a:lnTo>
                  <a:lnTo>
                    <a:pt x="5682170" y="1063498"/>
                  </a:lnTo>
                  <a:lnTo>
                    <a:pt x="5348338" y="1063498"/>
                  </a:lnTo>
                  <a:lnTo>
                    <a:pt x="5348338" y="733298"/>
                  </a:lnTo>
                  <a:lnTo>
                    <a:pt x="5682170" y="733298"/>
                  </a:lnTo>
                  <a:lnTo>
                    <a:pt x="5682170" y="707898"/>
                  </a:lnTo>
                  <a:lnTo>
                    <a:pt x="5324284" y="707898"/>
                  </a:lnTo>
                  <a:lnTo>
                    <a:pt x="5324284" y="733298"/>
                  </a:lnTo>
                  <a:lnTo>
                    <a:pt x="5324284" y="1063498"/>
                  </a:lnTo>
                  <a:lnTo>
                    <a:pt x="4990452" y="1063498"/>
                  </a:lnTo>
                  <a:lnTo>
                    <a:pt x="4990452" y="733298"/>
                  </a:lnTo>
                  <a:lnTo>
                    <a:pt x="5324284" y="733298"/>
                  </a:lnTo>
                  <a:lnTo>
                    <a:pt x="5324284" y="707898"/>
                  </a:lnTo>
                  <a:lnTo>
                    <a:pt x="4966398" y="707898"/>
                  </a:lnTo>
                  <a:lnTo>
                    <a:pt x="4966398" y="733298"/>
                  </a:lnTo>
                  <a:lnTo>
                    <a:pt x="4966398" y="1063498"/>
                  </a:lnTo>
                  <a:lnTo>
                    <a:pt x="4632566" y="1063498"/>
                  </a:lnTo>
                  <a:lnTo>
                    <a:pt x="4632566" y="733298"/>
                  </a:lnTo>
                  <a:lnTo>
                    <a:pt x="4966398" y="733298"/>
                  </a:lnTo>
                  <a:lnTo>
                    <a:pt x="4966398" y="707898"/>
                  </a:lnTo>
                  <a:lnTo>
                    <a:pt x="4608500" y="707898"/>
                  </a:lnTo>
                  <a:lnTo>
                    <a:pt x="4608500" y="733298"/>
                  </a:lnTo>
                  <a:lnTo>
                    <a:pt x="4608500" y="1063498"/>
                  </a:lnTo>
                  <a:lnTo>
                    <a:pt x="4274667" y="1063498"/>
                  </a:lnTo>
                  <a:lnTo>
                    <a:pt x="4274667" y="733298"/>
                  </a:lnTo>
                  <a:lnTo>
                    <a:pt x="4608500" y="733298"/>
                  </a:lnTo>
                  <a:lnTo>
                    <a:pt x="4608500" y="707898"/>
                  </a:lnTo>
                  <a:lnTo>
                    <a:pt x="4250614" y="707898"/>
                  </a:lnTo>
                  <a:lnTo>
                    <a:pt x="4250614" y="733298"/>
                  </a:lnTo>
                  <a:lnTo>
                    <a:pt x="4250614" y="1063498"/>
                  </a:lnTo>
                  <a:lnTo>
                    <a:pt x="3916781" y="1063498"/>
                  </a:lnTo>
                  <a:lnTo>
                    <a:pt x="3916781" y="733298"/>
                  </a:lnTo>
                  <a:lnTo>
                    <a:pt x="4250614" y="733298"/>
                  </a:lnTo>
                  <a:lnTo>
                    <a:pt x="4250614" y="707898"/>
                  </a:lnTo>
                  <a:lnTo>
                    <a:pt x="3892727" y="707898"/>
                  </a:lnTo>
                  <a:lnTo>
                    <a:pt x="3892727" y="733298"/>
                  </a:lnTo>
                  <a:lnTo>
                    <a:pt x="3892727" y="1063498"/>
                  </a:lnTo>
                  <a:lnTo>
                    <a:pt x="3558895" y="1063498"/>
                  </a:lnTo>
                  <a:lnTo>
                    <a:pt x="3558895" y="733298"/>
                  </a:lnTo>
                  <a:lnTo>
                    <a:pt x="3892727" y="733298"/>
                  </a:lnTo>
                  <a:lnTo>
                    <a:pt x="3892727" y="707898"/>
                  </a:lnTo>
                  <a:lnTo>
                    <a:pt x="3534841" y="707898"/>
                  </a:lnTo>
                  <a:lnTo>
                    <a:pt x="3534841" y="733298"/>
                  </a:lnTo>
                  <a:lnTo>
                    <a:pt x="3534841" y="1063498"/>
                  </a:lnTo>
                  <a:lnTo>
                    <a:pt x="3201009" y="1063498"/>
                  </a:lnTo>
                  <a:lnTo>
                    <a:pt x="3201009" y="733298"/>
                  </a:lnTo>
                  <a:lnTo>
                    <a:pt x="3534841" y="733298"/>
                  </a:lnTo>
                  <a:lnTo>
                    <a:pt x="3534841" y="707898"/>
                  </a:lnTo>
                  <a:lnTo>
                    <a:pt x="3176943" y="707898"/>
                  </a:lnTo>
                  <a:lnTo>
                    <a:pt x="3176943" y="733298"/>
                  </a:lnTo>
                  <a:lnTo>
                    <a:pt x="3176943" y="1063498"/>
                  </a:lnTo>
                  <a:lnTo>
                    <a:pt x="2843111" y="1063498"/>
                  </a:lnTo>
                  <a:lnTo>
                    <a:pt x="2843111" y="733298"/>
                  </a:lnTo>
                  <a:lnTo>
                    <a:pt x="3176943" y="733298"/>
                  </a:lnTo>
                  <a:lnTo>
                    <a:pt x="3176943" y="707898"/>
                  </a:lnTo>
                  <a:lnTo>
                    <a:pt x="2819044" y="707898"/>
                  </a:lnTo>
                  <a:lnTo>
                    <a:pt x="2819044" y="733298"/>
                  </a:lnTo>
                  <a:lnTo>
                    <a:pt x="2819044" y="1063498"/>
                  </a:lnTo>
                  <a:lnTo>
                    <a:pt x="2485212" y="1063498"/>
                  </a:lnTo>
                  <a:lnTo>
                    <a:pt x="2485212" y="733298"/>
                  </a:lnTo>
                  <a:lnTo>
                    <a:pt x="2819044" y="733298"/>
                  </a:lnTo>
                  <a:lnTo>
                    <a:pt x="2819044" y="707898"/>
                  </a:lnTo>
                  <a:lnTo>
                    <a:pt x="2461171" y="707898"/>
                  </a:lnTo>
                  <a:lnTo>
                    <a:pt x="2461171" y="733298"/>
                  </a:lnTo>
                  <a:lnTo>
                    <a:pt x="2461171" y="1063498"/>
                  </a:lnTo>
                  <a:lnTo>
                    <a:pt x="2127326" y="1063498"/>
                  </a:lnTo>
                  <a:lnTo>
                    <a:pt x="2127326" y="733298"/>
                  </a:lnTo>
                  <a:lnTo>
                    <a:pt x="2461171" y="733298"/>
                  </a:lnTo>
                  <a:lnTo>
                    <a:pt x="2461171" y="707898"/>
                  </a:lnTo>
                  <a:lnTo>
                    <a:pt x="2103285" y="707898"/>
                  </a:lnTo>
                  <a:lnTo>
                    <a:pt x="2103285" y="733298"/>
                  </a:lnTo>
                  <a:lnTo>
                    <a:pt x="2103285" y="1063498"/>
                  </a:lnTo>
                  <a:lnTo>
                    <a:pt x="1769452" y="1063498"/>
                  </a:lnTo>
                  <a:lnTo>
                    <a:pt x="1769452" y="733298"/>
                  </a:lnTo>
                  <a:lnTo>
                    <a:pt x="2103285" y="733298"/>
                  </a:lnTo>
                  <a:lnTo>
                    <a:pt x="2103285" y="707898"/>
                  </a:lnTo>
                  <a:lnTo>
                    <a:pt x="1745386" y="707898"/>
                  </a:lnTo>
                  <a:lnTo>
                    <a:pt x="1745386" y="733298"/>
                  </a:lnTo>
                  <a:lnTo>
                    <a:pt x="1745386" y="1063498"/>
                  </a:lnTo>
                  <a:lnTo>
                    <a:pt x="1411554" y="1063498"/>
                  </a:lnTo>
                  <a:lnTo>
                    <a:pt x="1411554" y="733298"/>
                  </a:lnTo>
                  <a:lnTo>
                    <a:pt x="1745386" y="733298"/>
                  </a:lnTo>
                  <a:lnTo>
                    <a:pt x="1745386" y="707898"/>
                  </a:lnTo>
                  <a:lnTo>
                    <a:pt x="1387487" y="707898"/>
                  </a:lnTo>
                  <a:lnTo>
                    <a:pt x="1387487" y="733298"/>
                  </a:lnTo>
                  <a:lnTo>
                    <a:pt x="1387487" y="1063498"/>
                  </a:lnTo>
                  <a:lnTo>
                    <a:pt x="1053655" y="1063498"/>
                  </a:lnTo>
                  <a:lnTo>
                    <a:pt x="1053655" y="733298"/>
                  </a:lnTo>
                  <a:lnTo>
                    <a:pt x="1387487" y="733298"/>
                  </a:lnTo>
                  <a:lnTo>
                    <a:pt x="1387487" y="707898"/>
                  </a:lnTo>
                  <a:lnTo>
                    <a:pt x="1029601" y="707898"/>
                  </a:lnTo>
                  <a:lnTo>
                    <a:pt x="1029601" y="733298"/>
                  </a:lnTo>
                  <a:lnTo>
                    <a:pt x="1029601" y="1063498"/>
                  </a:lnTo>
                  <a:lnTo>
                    <a:pt x="695769" y="1063498"/>
                  </a:lnTo>
                  <a:lnTo>
                    <a:pt x="695769" y="733298"/>
                  </a:lnTo>
                  <a:lnTo>
                    <a:pt x="1029601" y="733298"/>
                  </a:lnTo>
                  <a:lnTo>
                    <a:pt x="1029601" y="707898"/>
                  </a:lnTo>
                  <a:lnTo>
                    <a:pt x="671715" y="707898"/>
                  </a:lnTo>
                  <a:lnTo>
                    <a:pt x="671715" y="733298"/>
                  </a:lnTo>
                  <a:lnTo>
                    <a:pt x="671715" y="1063498"/>
                  </a:lnTo>
                  <a:lnTo>
                    <a:pt x="337883" y="1063498"/>
                  </a:lnTo>
                  <a:lnTo>
                    <a:pt x="337883" y="733298"/>
                  </a:lnTo>
                  <a:lnTo>
                    <a:pt x="671715" y="733298"/>
                  </a:lnTo>
                  <a:lnTo>
                    <a:pt x="671715" y="707898"/>
                  </a:lnTo>
                  <a:lnTo>
                    <a:pt x="0" y="707898"/>
                  </a:lnTo>
                  <a:lnTo>
                    <a:pt x="0" y="733298"/>
                  </a:lnTo>
                  <a:lnTo>
                    <a:pt x="313829" y="733298"/>
                  </a:lnTo>
                  <a:lnTo>
                    <a:pt x="313829" y="1063498"/>
                  </a:lnTo>
                  <a:lnTo>
                    <a:pt x="0" y="1063498"/>
                  </a:lnTo>
                  <a:lnTo>
                    <a:pt x="0" y="1088898"/>
                  </a:lnTo>
                  <a:lnTo>
                    <a:pt x="313829" y="1088898"/>
                  </a:lnTo>
                  <a:lnTo>
                    <a:pt x="313829" y="1419098"/>
                  </a:lnTo>
                  <a:lnTo>
                    <a:pt x="337883" y="1419098"/>
                  </a:lnTo>
                  <a:lnTo>
                    <a:pt x="337883" y="1088898"/>
                  </a:lnTo>
                  <a:lnTo>
                    <a:pt x="671715" y="1088898"/>
                  </a:lnTo>
                  <a:lnTo>
                    <a:pt x="671715" y="1419098"/>
                  </a:lnTo>
                  <a:lnTo>
                    <a:pt x="695769" y="1419098"/>
                  </a:lnTo>
                  <a:lnTo>
                    <a:pt x="695769" y="1088898"/>
                  </a:lnTo>
                  <a:lnTo>
                    <a:pt x="1029601" y="1088898"/>
                  </a:lnTo>
                  <a:lnTo>
                    <a:pt x="1029601" y="1419098"/>
                  </a:lnTo>
                  <a:lnTo>
                    <a:pt x="1053655" y="1419098"/>
                  </a:lnTo>
                  <a:lnTo>
                    <a:pt x="1053655" y="1088898"/>
                  </a:lnTo>
                  <a:lnTo>
                    <a:pt x="1387487" y="1088898"/>
                  </a:lnTo>
                  <a:lnTo>
                    <a:pt x="1387487" y="1419098"/>
                  </a:lnTo>
                  <a:lnTo>
                    <a:pt x="1411554" y="1419098"/>
                  </a:lnTo>
                  <a:lnTo>
                    <a:pt x="1411554" y="1088898"/>
                  </a:lnTo>
                  <a:lnTo>
                    <a:pt x="1745386" y="1088898"/>
                  </a:lnTo>
                  <a:lnTo>
                    <a:pt x="1745386" y="1419098"/>
                  </a:lnTo>
                  <a:lnTo>
                    <a:pt x="1769452" y="1419098"/>
                  </a:lnTo>
                  <a:lnTo>
                    <a:pt x="1769452" y="1088898"/>
                  </a:lnTo>
                  <a:lnTo>
                    <a:pt x="2103272" y="1088898"/>
                  </a:lnTo>
                  <a:lnTo>
                    <a:pt x="2103272" y="1419098"/>
                  </a:lnTo>
                  <a:lnTo>
                    <a:pt x="2127326" y="1419098"/>
                  </a:lnTo>
                  <a:lnTo>
                    <a:pt x="2127326" y="1088898"/>
                  </a:lnTo>
                  <a:lnTo>
                    <a:pt x="2461171" y="1088898"/>
                  </a:lnTo>
                  <a:lnTo>
                    <a:pt x="2461171" y="1419098"/>
                  </a:lnTo>
                  <a:lnTo>
                    <a:pt x="2485212" y="1419098"/>
                  </a:lnTo>
                  <a:lnTo>
                    <a:pt x="2485212" y="1088898"/>
                  </a:lnTo>
                  <a:lnTo>
                    <a:pt x="2819044" y="1088898"/>
                  </a:lnTo>
                  <a:lnTo>
                    <a:pt x="2819044" y="1419098"/>
                  </a:lnTo>
                  <a:lnTo>
                    <a:pt x="2843111" y="1419098"/>
                  </a:lnTo>
                  <a:lnTo>
                    <a:pt x="2843111" y="1088898"/>
                  </a:lnTo>
                  <a:lnTo>
                    <a:pt x="3176943" y="1088898"/>
                  </a:lnTo>
                  <a:lnTo>
                    <a:pt x="3176943" y="1419098"/>
                  </a:lnTo>
                  <a:lnTo>
                    <a:pt x="3201009" y="1419098"/>
                  </a:lnTo>
                  <a:lnTo>
                    <a:pt x="3201009" y="1088898"/>
                  </a:lnTo>
                  <a:lnTo>
                    <a:pt x="3534829" y="1088898"/>
                  </a:lnTo>
                  <a:lnTo>
                    <a:pt x="3534829" y="1419098"/>
                  </a:lnTo>
                  <a:lnTo>
                    <a:pt x="3558895" y="1419098"/>
                  </a:lnTo>
                  <a:lnTo>
                    <a:pt x="3558895" y="1088898"/>
                  </a:lnTo>
                  <a:lnTo>
                    <a:pt x="3892727" y="1088898"/>
                  </a:lnTo>
                  <a:lnTo>
                    <a:pt x="3892727" y="1419098"/>
                  </a:lnTo>
                  <a:lnTo>
                    <a:pt x="3916781" y="1419098"/>
                  </a:lnTo>
                  <a:lnTo>
                    <a:pt x="3916781" y="1088898"/>
                  </a:lnTo>
                  <a:lnTo>
                    <a:pt x="4250614" y="1088898"/>
                  </a:lnTo>
                  <a:lnTo>
                    <a:pt x="4250614" y="1419098"/>
                  </a:lnTo>
                  <a:lnTo>
                    <a:pt x="4274667" y="1419098"/>
                  </a:lnTo>
                  <a:lnTo>
                    <a:pt x="4274667" y="1088898"/>
                  </a:lnTo>
                  <a:lnTo>
                    <a:pt x="4608500" y="1088898"/>
                  </a:lnTo>
                  <a:lnTo>
                    <a:pt x="4608500" y="1419098"/>
                  </a:lnTo>
                  <a:lnTo>
                    <a:pt x="4632566" y="1419098"/>
                  </a:lnTo>
                  <a:lnTo>
                    <a:pt x="4632566" y="1088898"/>
                  </a:lnTo>
                  <a:lnTo>
                    <a:pt x="4966386" y="1088898"/>
                  </a:lnTo>
                  <a:lnTo>
                    <a:pt x="4966386" y="1419098"/>
                  </a:lnTo>
                  <a:lnTo>
                    <a:pt x="4990452" y="1419098"/>
                  </a:lnTo>
                  <a:lnTo>
                    <a:pt x="4990452" y="1088898"/>
                  </a:lnTo>
                  <a:lnTo>
                    <a:pt x="5324284" y="1088898"/>
                  </a:lnTo>
                  <a:lnTo>
                    <a:pt x="5324284" y="1419098"/>
                  </a:lnTo>
                  <a:lnTo>
                    <a:pt x="5348338" y="1419098"/>
                  </a:lnTo>
                  <a:lnTo>
                    <a:pt x="5348338" y="1088898"/>
                  </a:lnTo>
                  <a:lnTo>
                    <a:pt x="5682170" y="1088898"/>
                  </a:lnTo>
                  <a:lnTo>
                    <a:pt x="5682170" y="1419098"/>
                  </a:lnTo>
                  <a:lnTo>
                    <a:pt x="5706224" y="1419098"/>
                  </a:lnTo>
                  <a:lnTo>
                    <a:pt x="5706224" y="1088898"/>
                  </a:lnTo>
                  <a:lnTo>
                    <a:pt x="6040056" y="1088898"/>
                  </a:lnTo>
                  <a:lnTo>
                    <a:pt x="6040056" y="1419098"/>
                  </a:lnTo>
                  <a:lnTo>
                    <a:pt x="6064123" y="1419098"/>
                  </a:lnTo>
                  <a:lnTo>
                    <a:pt x="6064123" y="1088898"/>
                  </a:lnTo>
                  <a:lnTo>
                    <a:pt x="6397942" y="1088898"/>
                  </a:lnTo>
                  <a:lnTo>
                    <a:pt x="6397942" y="1419098"/>
                  </a:lnTo>
                  <a:lnTo>
                    <a:pt x="6422009" y="1419098"/>
                  </a:lnTo>
                  <a:lnTo>
                    <a:pt x="6422009" y="1088898"/>
                  </a:lnTo>
                  <a:lnTo>
                    <a:pt x="6755841" y="1088898"/>
                  </a:lnTo>
                  <a:lnTo>
                    <a:pt x="6755841" y="1419098"/>
                  </a:lnTo>
                  <a:lnTo>
                    <a:pt x="6779908" y="1419098"/>
                  </a:lnTo>
                  <a:lnTo>
                    <a:pt x="6779908" y="1088898"/>
                  </a:lnTo>
                  <a:lnTo>
                    <a:pt x="7113727" y="1088898"/>
                  </a:lnTo>
                  <a:lnTo>
                    <a:pt x="7113727" y="1419098"/>
                  </a:lnTo>
                  <a:lnTo>
                    <a:pt x="7137781" y="1419098"/>
                  </a:lnTo>
                  <a:lnTo>
                    <a:pt x="7137781" y="1088898"/>
                  </a:lnTo>
                  <a:lnTo>
                    <a:pt x="7471626" y="1088898"/>
                  </a:lnTo>
                  <a:lnTo>
                    <a:pt x="7471626" y="1419098"/>
                  </a:lnTo>
                  <a:lnTo>
                    <a:pt x="7495680" y="1419098"/>
                  </a:lnTo>
                  <a:lnTo>
                    <a:pt x="7495680" y="1088898"/>
                  </a:lnTo>
                  <a:lnTo>
                    <a:pt x="7829499" y="1088898"/>
                  </a:lnTo>
                  <a:lnTo>
                    <a:pt x="7829499" y="1419098"/>
                  </a:lnTo>
                  <a:lnTo>
                    <a:pt x="7853566" y="1419098"/>
                  </a:lnTo>
                  <a:lnTo>
                    <a:pt x="7853566" y="1088898"/>
                  </a:lnTo>
                  <a:lnTo>
                    <a:pt x="8187398" y="1088898"/>
                  </a:lnTo>
                  <a:lnTo>
                    <a:pt x="8187398" y="1419098"/>
                  </a:lnTo>
                  <a:lnTo>
                    <a:pt x="8211464" y="1419098"/>
                  </a:lnTo>
                  <a:lnTo>
                    <a:pt x="8211464" y="1088898"/>
                  </a:lnTo>
                  <a:lnTo>
                    <a:pt x="8545284" y="1088898"/>
                  </a:lnTo>
                  <a:lnTo>
                    <a:pt x="8545284" y="1063498"/>
                  </a:lnTo>
                  <a:lnTo>
                    <a:pt x="8211464" y="1063498"/>
                  </a:lnTo>
                  <a:lnTo>
                    <a:pt x="8211464" y="733298"/>
                  </a:lnTo>
                  <a:lnTo>
                    <a:pt x="8545284" y="733298"/>
                  </a:lnTo>
                  <a:lnTo>
                    <a:pt x="8545284" y="707898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6276396"/>
              <a:ext cx="8545830" cy="723900"/>
            </a:xfrm>
            <a:custGeom>
              <a:avLst/>
              <a:gdLst/>
              <a:ahLst/>
              <a:cxnLst/>
              <a:rect l="l" t="t" r="r" b="b"/>
              <a:pathLst>
                <a:path w="8545830" h="723900">
                  <a:moveTo>
                    <a:pt x="8545284" y="330200"/>
                  </a:moveTo>
                  <a:lnTo>
                    <a:pt x="8211464" y="330200"/>
                  </a:lnTo>
                  <a:lnTo>
                    <a:pt x="8211464" y="0"/>
                  </a:lnTo>
                  <a:lnTo>
                    <a:pt x="8187398" y="0"/>
                  </a:lnTo>
                  <a:lnTo>
                    <a:pt x="8187398" y="330200"/>
                  </a:lnTo>
                  <a:lnTo>
                    <a:pt x="8187398" y="355600"/>
                  </a:lnTo>
                  <a:lnTo>
                    <a:pt x="8187398" y="698500"/>
                  </a:lnTo>
                  <a:lnTo>
                    <a:pt x="7853566" y="698500"/>
                  </a:lnTo>
                  <a:lnTo>
                    <a:pt x="7853566" y="355600"/>
                  </a:lnTo>
                  <a:lnTo>
                    <a:pt x="8187398" y="355600"/>
                  </a:lnTo>
                  <a:lnTo>
                    <a:pt x="8187398" y="330200"/>
                  </a:lnTo>
                  <a:lnTo>
                    <a:pt x="7853566" y="330200"/>
                  </a:lnTo>
                  <a:lnTo>
                    <a:pt x="7853566" y="0"/>
                  </a:lnTo>
                  <a:lnTo>
                    <a:pt x="7829499" y="0"/>
                  </a:lnTo>
                  <a:lnTo>
                    <a:pt x="7829499" y="330200"/>
                  </a:lnTo>
                  <a:lnTo>
                    <a:pt x="7829499" y="355600"/>
                  </a:lnTo>
                  <a:lnTo>
                    <a:pt x="7829499" y="698500"/>
                  </a:lnTo>
                  <a:lnTo>
                    <a:pt x="7495667" y="698500"/>
                  </a:lnTo>
                  <a:lnTo>
                    <a:pt x="7495667" y="355600"/>
                  </a:lnTo>
                  <a:lnTo>
                    <a:pt x="7829499" y="355600"/>
                  </a:lnTo>
                  <a:lnTo>
                    <a:pt x="7829499" y="330200"/>
                  </a:lnTo>
                  <a:lnTo>
                    <a:pt x="7495680" y="330200"/>
                  </a:lnTo>
                  <a:lnTo>
                    <a:pt x="7495680" y="0"/>
                  </a:lnTo>
                  <a:lnTo>
                    <a:pt x="7471626" y="0"/>
                  </a:lnTo>
                  <a:lnTo>
                    <a:pt x="7471626" y="330200"/>
                  </a:lnTo>
                  <a:lnTo>
                    <a:pt x="7471626" y="355600"/>
                  </a:lnTo>
                  <a:lnTo>
                    <a:pt x="7471626" y="698500"/>
                  </a:lnTo>
                  <a:lnTo>
                    <a:pt x="7137781" y="698500"/>
                  </a:lnTo>
                  <a:lnTo>
                    <a:pt x="7137781" y="355600"/>
                  </a:lnTo>
                  <a:lnTo>
                    <a:pt x="7471626" y="355600"/>
                  </a:lnTo>
                  <a:lnTo>
                    <a:pt x="7471626" y="330200"/>
                  </a:lnTo>
                  <a:lnTo>
                    <a:pt x="7137781" y="330200"/>
                  </a:lnTo>
                  <a:lnTo>
                    <a:pt x="7137781" y="0"/>
                  </a:lnTo>
                  <a:lnTo>
                    <a:pt x="7113727" y="0"/>
                  </a:lnTo>
                  <a:lnTo>
                    <a:pt x="7113727" y="330200"/>
                  </a:lnTo>
                  <a:lnTo>
                    <a:pt x="7113727" y="355600"/>
                  </a:lnTo>
                  <a:lnTo>
                    <a:pt x="7113727" y="698500"/>
                  </a:lnTo>
                  <a:lnTo>
                    <a:pt x="6779895" y="698500"/>
                  </a:lnTo>
                  <a:lnTo>
                    <a:pt x="6779895" y="355600"/>
                  </a:lnTo>
                  <a:lnTo>
                    <a:pt x="7113727" y="355600"/>
                  </a:lnTo>
                  <a:lnTo>
                    <a:pt x="7113727" y="330200"/>
                  </a:lnTo>
                  <a:lnTo>
                    <a:pt x="6779908" y="330200"/>
                  </a:lnTo>
                  <a:lnTo>
                    <a:pt x="6779908" y="0"/>
                  </a:lnTo>
                  <a:lnTo>
                    <a:pt x="6755841" y="0"/>
                  </a:lnTo>
                  <a:lnTo>
                    <a:pt x="6755841" y="330200"/>
                  </a:lnTo>
                  <a:lnTo>
                    <a:pt x="6755841" y="355600"/>
                  </a:lnTo>
                  <a:lnTo>
                    <a:pt x="6755841" y="698500"/>
                  </a:lnTo>
                  <a:lnTo>
                    <a:pt x="6422009" y="698500"/>
                  </a:lnTo>
                  <a:lnTo>
                    <a:pt x="6422009" y="355600"/>
                  </a:lnTo>
                  <a:lnTo>
                    <a:pt x="6755841" y="355600"/>
                  </a:lnTo>
                  <a:lnTo>
                    <a:pt x="6755841" y="330200"/>
                  </a:lnTo>
                  <a:lnTo>
                    <a:pt x="6422009" y="330200"/>
                  </a:lnTo>
                  <a:lnTo>
                    <a:pt x="6422009" y="0"/>
                  </a:lnTo>
                  <a:lnTo>
                    <a:pt x="6397942" y="0"/>
                  </a:lnTo>
                  <a:lnTo>
                    <a:pt x="6397942" y="330200"/>
                  </a:lnTo>
                  <a:lnTo>
                    <a:pt x="6397942" y="355600"/>
                  </a:lnTo>
                  <a:lnTo>
                    <a:pt x="6397942" y="698500"/>
                  </a:lnTo>
                  <a:lnTo>
                    <a:pt x="6064110" y="698500"/>
                  </a:lnTo>
                  <a:lnTo>
                    <a:pt x="6064110" y="355600"/>
                  </a:lnTo>
                  <a:lnTo>
                    <a:pt x="6397942" y="355600"/>
                  </a:lnTo>
                  <a:lnTo>
                    <a:pt x="6397942" y="330200"/>
                  </a:lnTo>
                  <a:lnTo>
                    <a:pt x="6064123" y="330200"/>
                  </a:lnTo>
                  <a:lnTo>
                    <a:pt x="6064123" y="0"/>
                  </a:lnTo>
                  <a:lnTo>
                    <a:pt x="6040056" y="0"/>
                  </a:lnTo>
                  <a:lnTo>
                    <a:pt x="6040056" y="330200"/>
                  </a:lnTo>
                  <a:lnTo>
                    <a:pt x="6040056" y="355600"/>
                  </a:lnTo>
                  <a:lnTo>
                    <a:pt x="6040056" y="698500"/>
                  </a:lnTo>
                  <a:lnTo>
                    <a:pt x="5706224" y="698500"/>
                  </a:lnTo>
                  <a:lnTo>
                    <a:pt x="5706224" y="355600"/>
                  </a:lnTo>
                  <a:lnTo>
                    <a:pt x="6040056" y="355600"/>
                  </a:lnTo>
                  <a:lnTo>
                    <a:pt x="6040056" y="330200"/>
                  </a:lnTo>
                  <a:lnTo>
                    <a:pt x="5706224" y="330200"/>
                  </a:lnTo>
                  <a:lnTo>
                    <a:pt x="5706224" y="0"/>
                  </a:lnTo>
                  <a:lnTo>
                    <a:pt x="5682170" y="0"/>
                  </a:lnTo>
                  <a:lnTo>
                    <a:pt x="5682170" y="330200"/>
                  </a:lnTo>
                  <a:lnTo>
                    <a:pt x="5682170" y="355600"/>
                  </a:lnTo>
                  <a:lnTo>
                    <a:pt x="5682170" y="698500"/>
                  </a:lnTo>
                  <a:lnTo>
                    <a:pt x="5348338" y="698500"/>
                  </a:lnTo>
                  <a:lnTo>
                    <a:pt x="5348338" y="355600"/>
                  </a:lnTo>
                  <a:lnTo>
                    <a:pt x="5682170" y="355600"/>
                  </a:lnTo>
                  <a:lnTo>
                    <a:pt x="5682170" y="330200"/>
                  </a:lnTo>
                  <a:lnTo>
                    <a:pt x="5348338" y="330200"/>
                  </a:lnTo>
                  <a:lnTo>
                    <a:pt x="5348338" y="0"/>
                  </a:lnTo>
                  <a:lnTo>
                    <a:pt x="5324284" y="0"/>
                  </a:lnTo>
                  <a:lnTo>
                    <a:pt x="5324284" y="330200"/>
                  </a:lnTo>
                  <a:lnTo>
                    <a:pt x="5324284" y="355600"/>
                  </a:lnTo>
                  <a:lnTo>
                    <a:pt x="5324284" y="698500"/>
                  </a:lnTo>
                  <a:lnTo>
                    <a:pt x="4990452" y="698500"/>
                  </a:lnTo>
                  <a:lnTo>
                    <a:pt x="4990452" y="355600"/>
                  </a:lnTo>
                  <a:lnTo>
                    <a:pt x="5324284" y="355600"/>
                  </a:lnTo>
                  <a:lnTo>
                    <a:pt x="5324284" y="330200"/>
                  </a:lnTo>
                  <a:lnTo>
                    <a:pt x="4990452" y="330200"/>
                  </a:lnTo>
                  <a:lnTo>
                    <a:pt x="4990452" y="0"/>
                  </a:lnTo>
                  <a:lnTo>
                    <a:pt x="4966386" y="0"/>
                  </a:lnTo>
                  <a:lnTo>
                    <a:pt x="4966386" y="330200"/>
                  </a:lnTo>
                  <a:lnTo>
                    <a:pt x="4966386" y="355600"/>
                  </a:lnTo>
                  <a:lnTo>
                    <a:pt x="4966386" y="698500"/>
                  </a:lnTo>
                  <a:lnTo>
                    <a:pt x="4632553" y="698500"/>
                  </a:lnTo>
                  <a:lnTo>
                    <a:pt x="4632553" y="355600"/>
                  </a:lnTo>
                  <a:lnTo>
                    <a:pt x="4966386" y="355600"/>
                  </a:lnTo>
                  <a:lnTo>
                    <a:pt x="4966386" y="330200"/>
                  </a:lnTo>
                  <a:lnTo>
                    <a:pt x="4632566" y="330200"/>
                  </a:lnTo>
                  <a:lnTo>
                    <a:pt x="4632566" y="0"/>
                  </a:lnTo>
                  <a:lnTo>
                    <a:pt x="4608500" y="0"/>
                  </a:lnTo>
                  <a:lnTo>
                    <a:pt x="4608500" y="330200"/>
                  </a:lnTo>
                  <a:lnTo>
                    <a:pt x="4608500" y="355600"/>
                  </a:lnTo>
                  <a:lnTo>
                    <a:pt x="4608500" y="698500"/>
                  </a:lnTo>
                  <a:lnTo>
                    <a:pt x="4274667" y="698500"/>
                  </a:lnTo>
                  <a:lnTo>
                    <a:pt x="4274667" y="355600"/>
                  </a:lnTo>
                  <a:lnTo>
                    <a:pt x="4608500" y="355600"/>
                  </a:lnTo>
                  <a:lnTo>
                    <a:pt x="4608500" y="330200"/>
                  </a:lnTo>
                  <a:lnTo>
                    <a:pt x="4274667" y="330200"/>
                  </a:lnTo>
                  <a:lnTo>
                    <a:pt x="4274667" y="0"/>
                  </a:lnTo>
                  <a:lnTo>
                    <a:pt x="4250614" y="0"/>
                  </a:lnTo>
                  <a:lnTo>
                    <a:pt x="4250614" y="330200"/>
                  </a:lnTo>
                  <a:lnTo>
                    <a:pt x="4250614" y="355600"/>
                  </a:lnTo>
                  <a:lnTo>
                    <a:pt x="4250614" y="698500"/>
                  </a:lnTo>
                  <a:lnTo>
                    <a:pt x="3916769" y="698500"/>
                  </a:lnTo>
                  <a:lnTo>
                    <a:pt x="3916769" y="355600"/>
                  </a:lnTo>
                  <a:lnTo>
                    <a:pt x="4250614" y="355600"/>
                  </a:lnTo>
                  <a:lnTo>
                    <a:pt x="4250614" y="330200"/>
                  </a:lnTo>
                  <a:lnTo>
                    <a:pt x="3916781" y="330200"/>
                  </a:lnTo>
                  <a:lnTo>
                    <a:pt x="3916781" y="0"/>
                  </a:lnTo>
                  <a:lnTo>
                    <a:pt x="3892727" y="0"/>
                  </a:lnTo>
                  <a:lnTo>
                    <a:pt x="3892727" y="330200"/>
                  </a:lnTo>
                  <a:lnTo>
                    <a:pt x="3892727" y="355600"/>
                  </a:lnTo>
                  <a:lnTo>
                    <a:pt x="3892727" y="698500"/>
                  </a:lnTo>
                  <a:lnTo>
                    <a:pt x="3558895" y="698500"/>
                  </a:lnTo>
                  <a:lnTo>
                    <a:pt x="3558895" y="355600"/>
                  </a:lnTo>
                  <a:lnTo>
                    <a:pt x="3892727" y="355600"/>
                  </a:lnTo>
                  <a:lnTo>
                    <a:pt x="3892727" y="330200"/>
                  </a:lnTo>
                  <a:lnTo>
                    <a:pt x="3558895" y="330200"/>
                  </a:lnTo>
                  <a:lnTo>
                    <a:pt x="3558895" y="0"/>
                  </a:lnTo>
                  <a:lnTo>
                    <a:pt x="3534829" y="0"/>
                  </a:lnTo>
                  <a:lnTo>
                    <a:pt x="3534829" y="330200"/>
                  </a:lnTo>
                  <a:lnTo>
                    <a:pt x="3534829" y="355600"/>
                  </a:lnTo>
                  <a:lnTo>
                    <a:pt x="3534829" y="698500"/>
                  </a:lnTo>
                  <a:lnTo>
                    <a:pt x="3200997" y="698500"/>
                  </a:lnTo>
                  <a:lnTo>
                    <a:pt x="3200997" y="355600"/>
                  </a:lnTo>
                  <a:lnTo>
                    <a:pt x="3534829" y="355600"/>
                  </a:lnTo>
                  <a:lnTo>
                    <a:pt x="3534829" y="330200"/>
                  </a:lnTo>
                  <a:lnTo>
                    <a:pt x="3201009" y="330200"/>
                  </a:lnTo>
                  <a:lnTo>
                    <a:pt x="3201009" y="0"/>
                  </a:lnTo>
                  <a:lnTo>
                    <a:pt x="3176943" y="0"/>
                  </a:lnTo>
                  <a:lnTo>
                    <a:pt x="3176943" y="330200"/>
                  </a:lnTo>
                  <a:lnTo>
                    <a:pt x="3176943" y="355600"/>
                  </a:lnTo>
                  <a:lnTo>
                    <a:pt x="3176943" y="698500"/>
                  </a:lnTo>
                  <a:lnTo>
                    <a:pt x="2843111" y="698500"/>
                  </a:lnTo>
                  <a:lnTo>
                    <a:pt x="2843111" y="355600"/>
                  </a:lnTo>
                  <a:lnTo>
                    <a:pt x="3176943" y="355600"/>
                  </a:lnTo>
                  <a:lnTo>
                    <a:pt x="3176943" y="330200"/>
                  </a:lnTo>
                  <a:lnTo>
                    <a:pt x="2843111" y="330200"/>
                  </a:lnTo>
                  <a:lnTo>
                    <a:pt x="2843111" y="0"/>
                  </a:lnTo>
                  <a:lnTo>
                    <a:pt x="2819044" y="0"/>
                  </a:lnTo>
                  <a:lnTo>
                    <a:pt x="2819044" y="330200"/>
                  </a:lnTo>
                  <a:lnTo>
                    <a:pt x="2819044" y="355600"/>
                  </a:lnTo>
                  <a:lnTo>
                    <a:pt x="2819044" y="698500"/>
                  </a:lnTo>
                  <a:lnTo>
                    <a:pt x="2485212" y="698500"/>
                  </a:lnTo>
                  <a:lnTo>
                    <a:pt x="2485212" y="355600"/>
                  </a:lnTo>
                  <a:lnTo>
                    <a:pt x="2819044" y="355600"/>
                  </a:lnTo>
                  <a:lnTo>
                    <a:pt x="2819044" y="330200"/>
                  </a:lnTo>
                  <a:lnTo>
                    <a:pt x="2485212" y="330200"/>
                  </a:lnTo>
                  <a:lnTo>
                    <a:pt x="2485212" y="0"/>
                  </a:lnTo>
                  <a:lnTo>
                    <a:pt x="2461171" y="0"/>
                  </a:lnTo>
                  <a:lnTo>
                    <a:pt x="2461171" y="330200"/>
                  </a:lnTo>
                  <a:lnTo>
                    <a:pt x="2461171" y="355600"/>
                  </a:lnTo>
                  <a:lnTo>
                    <a:pt x="2461171" y="698500"/>
                  </a:lnTo>
                  <a:lnTo>
                    <a:pt x="2127326" y="698500"/>
                  </a:lnTo>
                  <a:lnTo>
                    <a:pt x="2127326" y="355600"/>
                  </a:lnTo>
                  <a:lnTo>
                    <a:pt x="2461171" y="355600"/>
                  </a:lnTo>
                  <a:lnTo>
                    <a:pt x="2461171" y="330200"/>
                  </a:lnTo>
                  <a:lnTo>
                    <a:pt x="2127326" y="330200"/>
                  </a:lnTo>
                  <a:lnTo>
                    <a:pt x="2127326" y="0"/>
                  </a:lnTo>
                  <a:lnTo>
                    <a:pt x="2103272" y="0"/>
                  </a:lnTo>
                  <a:lnTo>
                    <a:pt x="2103272" y="330200"/>
                  </a:lnTo>
                  <a:lnTo>
                    <a:pt x="2103272" y="355600"/>
                  </a:lnTo>
                  <a:lnTo>
                    <a:pt x="2103272" y="698500"/>
                  </a:lnTo>
                  <a:lnTo>
                    <a:pt x="1769440" y="698500"/>
                  </a:lnTo>
                  <a:lnTo>
                    <a:pt x="1769440" y="355600"/>
                  </a:lnTo>
                  <a:lnTo>
                    <a:pt x="2103272" y="355600"/>
                  </a:lnTo>
                  <a:lnTo>
                    <a:pt x="2103272" y="330200"/>
                  </a:lnTo>
                  <a:lnTo>
                    <a:pt x="1769452" y="330200"/>
                  </a:lnTo>
                  <a:lnTo>
                    <a:pt x="1769452" y="0"/>
                  </a:lnTo>
                  <a:lnTo>
                    <a:pt x="1745386" y="0"/>
                  </a:lnTo>
                  <a:lnTo>
                    <a:pt x="1745386" y="330200"/>
                  </a:lnTo>
                  <a:lnTo>
                    <a:pt x="1745386" y="355600"/>
                  </a:lnTo>
                  <a:lnTo>
                    <a:pt x="1745386" y="698500"/>
                  </a:lnTo>
                  <a:lnTo>
                    <a:pt x="1411554" y="698500"/>
                  </a:lnTo>
                  <a:lnTo>
                    <a:pt x="1411554" y="355600"/>
                  </a:lnTo>
                  <a:lnTo>
                    <a:pt x="1745386" y="355600"/>
                  </a:lnTo>
                  <a:lnTo>
                    <a:pt x="1745386" y="330200"/>
                  </a:lnTo>
                  <a:lnTo>
                    <a:pt x="1411554" y="330200"/>
                  </a:lnTo>
                  <a:lnTo>
                    <a:pt x="1411554" y="0"/>
                  </a:lnTo>
                  <a:lnTo>
                    <a:pt x="1387487" y="0"/>
                  </a:lnTo>
                  <a:lnTo>
                    <a:pt x="1387487" y="330200"/>
                  </a:lnTo>
                  <a:lnTo>
                    <a:pt x="1387487" y="355600"/>
                  </a:lnTo>
                  <a:lnTo>
                    <a:pt x="1387487" y="698500"/>
                  </a:lnTo>
                  <a:lnTo>
                    <a:pt x="1053655" y="698500"/>
                  </a:lnTo>
                  <a:lnTo>
                    <a:pt x="1053655" y="355600"/>
                  </a:lnTo>
                  <a:lnTo>
                    <a:pt x="1387487" y="355600"/>
                  </a:lnTo>
                  <a:lnTo>
                    <a:pt x="1387487" y="330200"/>
                  </a:lnTo>
                  <a:lnTo>
                    <a:pt x="1053655" y="330200"/>
                  </a:lnTo>
                  <a:lnTo>
                    <a:pt x="1053655" y="0"/>
                  </a:lnTo>
                  <a:lnTo>
                    <a:pt x="1029601" y="0"/>
                  </a:lnTo>
                  <a:lnTo>
                    <a:pt x="1029601" y="330200"/>
                  </a:lnTo>
                  <a:lnTo>
                    <a:pt x="1029601" y="355600"/>
                  </a:lnTo>
                  <a:lnTo>
                    <a:pt x="1029601" y="698500"/>
                  </a:lnTo>
                  <a:lnTo>
                    <a:pt x="695769" y="698500"/>
                  </a:lnTo>
                  <a:lnTo>
                    <a:pt x="695769" y="355600"/>
                  </a:lnTo>
                  <a:lnTo>
                    <a:pt x="1029601" y="355600"/>
                  </a:lnTo>
                  <a:lnTo>
                    <a:pt x="1029601" y="330200"/>
                  </a:lnTo>
                  <a:lnTo>
                    <a:pt x="695769" y="330200"/>
                  </a:lnTo>
                  <a:lnTo>
                    <a:pt x="695769" y="0"/>
                  </a:lnTo>
                  <a:lnTo>
                    <a:pt x="671715" y="0"/>
                  </a:lnTo>
                  <a:lnTo>
                    <a:pt x="671715" y="330200"/>
                  </a:lnTo>
                  <a:lnTo>
                    <a:pt x="671715" y="355600"/>
                  </a:lnTo>
                  <a:lnTo>
                    <a:pt x="671715" y="698500"/>
                  </a:lnTo>
                  <a:lnTo>
                    <a:pt x="337883" y="698500"/>
                  </a:lnTo>
                  <a:lnTo>
                    <a:pt x="337883" y="355600"/>
                  </a:lnTo>
                  <a:lnTo>
                    <a:pt x="671715" y="355600"/>
                  </a:lnTo>
                  <a:lnTo>
                    <a:pt x="671715" y="330200"/>
                  </a:lnTo>
                  <a:lnTo>
                    <a:pt x="337883" y="330200"/>
                  </a:lnTo>
                  <a:lnTo>
                    <a:pt x="337883" y="0"/>
                  </a:lnTo>
                  <a:lnTo>
                    <a:pt x="313829" y="0"/>
                  </a:lnTo>
                  <a:lnTo>
                    <a:pt x="313829" y="330200"/>
                  </a:lnTo>
                  <a:lnTo>
                    <a:pt x="0" y="330200"/>
                  </a:lnTo>
                  <a:lnTo>
                    <a:pt x="0" y="355600"/>
                  </a:lnTo>
                  <a:lnTo>
                    <a:pt x="313829" y="355600"/>
                  </a:lnTo>
                  <a:lnTo>
                    <a:pt x="313829" y="698500"/>
                  </a:lnTo>
                  <a:lnTo>
                    <a:pt x="0" y="698500"/>
                  </a:lnTo>
                  <a:lnTo>
                    <a:pt x="0" y="723900"/>
                  </a:lnTo>
                  <a:lnTo>
                    <a:pt x="8545284" y="723900"/>
                  </a:lnTo>
                  <a:lnTo>
                    <a:pt x="8545284" y="698500"/>
                  </a:lnTo>
                  <a:lnTo>
                    <a:pt x="8211464" y="698500"/>
                  </a:lnTo>
                  <a:lnTo>
                    <a:pt x="8211464" y="355600"/>
                  </a:lnTo>
                  <a:lnTo>
                    <a:pt x="8545284" y="355600"/>
                  </a:lnTo>
                  <a:lnTo>
                    <a:pt x="8545284" y="33020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4819067"/>
              <a:ext cx="8545830" cy="1416050"/>
            </a:xfrm>
            <a:custGeom>
              <a:avLst/>
              <a:gdLst/>
              <a:ahLst/>
              <a:cxnLst/>
              <a:rect l="l" t="t" r="r" b="b"/>
              <a:pathLst>
                <a:path w="8545830" h="1416050">
                  <a:moveTo>
                    <a:pt x="8545289" y="1415747"/>
                  </a:moveTo>
                  <a:lnTo>
                    <a:pt x="0" y="1415747"/>
                  </a:lnTo>
                  <a:lnTo>
                    <a:pt x="0" y="0"/>
                  </a:lnTo>
                  <a:lnTo>
                    <a:pt x="8545289" y="0"/>
                  </a:lnTo>
                  <a:lnTo>
                    <a:pt x="8545289" y="1415747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0" y="5180717"/>
              <a:ext cx="8545830" cy="1054100"/>
            </a:xfrm>
            <a:custGeom>
              <a:avLst/>
              <a:gdLst/>
              <a:ahLst/>
              <a:cxnLst/>
              <a:rect l="l" t="t" r="r" b="b"/>
              <a:pathLst>
                <a:path w="8545830" h="1054100">
                  <a:moveTo>
                    <a:pt x="8545284" y="342900"/>
                  </a:moveTo>
                  <a:lnTo>
                    <a:pt x="8211464" y="342900"/>
                  </a:lnTo>
                  <a:lnTo>
                    <a:pt x="8211464" y="0"/>
                  </a:lnTo>
                  <a:lnTo>
                    <a:pt x="8187398" y="0"/>
                  </a:lnTo>
                  <a:lnTo>
                    <a:pt x="8187398" y="342900"/>
                  </a:lnTo>
                  <a:lnTo>
                    <a:pt x="8187398" y="368300"/>
                  </a:lnTo>
                  <a:lnTo>
                    <a:pt x="8187398" y="698500"/>
                  </a:lnTo>
                  <a:lnTo>
                    <a:pt x="7853566" y="698500"/>
                  </a:lnTo>
                  <a:lnTo>
                    <a:pt x="7853566" y="368300"/>
                  </a:lnTo>
                  <a:lnTo>
                    <a:pt x="8187398" y="368300"/>
                  </a:lnTo>
                  <a:lnTo>
                    <a:pt x="8187398" y="342900"/>
                  </a:lnTo>
                  <a:lnTo>
                    <a:pt x="7853566" y="342900"/>
                  </a:lnTo>
                  <a:lnTo>
                    <a:pt x="7853566" y="0"/>
                  </a:lnTo>
                  <a:lnTo>
                    <a:pt x="7829512" y="0"/>
                  </a:lnTo>
                  <a:lnTo>
                    <a:pt x="7829512" y="368300"/>
                  </a:lnTo>
                  <a:lnTo>
                    <a:pt x="7829512" y="698500"/>
                  </a:lnTo>
                  <a:lnTo>
                    <a:pt x="7495680" y="698500"/>
                  </a:lnTo>
                  <a:lnTo>
                    <a:pt x="7495680" y="368300"/>
                  </a:lnTo>
                  <a:lnTo>
                    <a:pt x="7829512" y="368300"/>
                  </a:lnTo>
                  <a:lnTo>
                    <a:pt x="7829512" y="0"/>
                  </a:lnTo>
                  <a:lnTo>
                    <a:pt x="7829499" y="342900"/>
                  </a:lnTo>
                  <a:lnTo>
                    <a:pt x="7495667" y="342900"/>
                  </a:lnTo>
                  <a:lnTo>
                    <a:pt x="7495667" y="0"/>
                  </a:lnTo>
                  <a:lnTo>
                    <a:pt x="7471626" y="0"/>
                  </a:lnTo>
                  <a:lnTo>
                    <a:pt x="7471626" y="342900"/>
                  </a:lnTo>
                  <a:lnTo>
                    <a:pt x="7471626" y="368300"/>
                  </a:lnTo>
                  <a:lnTo>
                    <a:pt x="7471626" y="698500"/>
                  </a:lnTo>
                  <a:lnTo>
                    <a:pt x="7137781" y="698500"/>
                  </a:lnTo>
                  <a:lnTo>
                    <a:pt x="7137781" y="368300"/>
                  </a:lnTo>
                  <a:lnTo>
                    <a:pt x="7471626" y="368300"/>
                  </a:lnTo>
                  <a:lnTo>
                    <a:pt x="7471626" y="342900"/>
                  </a:lnTo>
                  <a:lnTo>
                    <a:pt x="7137781" y="342900"/>
                  </a:lnTo>
                  <a:lnTo>
                    <a:pt x="7137781" y="0"/>
                  </a:lnTo>
                  <a:lnTo>
                    <a:pt x="7113740" y="0"/>
                  </a:lnTo>
                  <a:lnTo>
                    <a:pt x="7113740" y="368300"/>
                  </a:lnTo>
                  <a:lnTo>
                    <a:pt x="7113740" y="698500"/>
                  </a:lnTo>
                  <a:lnTo>
                    <a:pt x="6779908" y="698500"/>
                  </a:lnTo>
                  <a:lnTo>
                    <a:pt x="6779908" y="368300"/>
                  </a:lnTo>
                  <a:lnTo>
                    <a:pt x="7113740" y="368300"/>
                  </a:lnTo>
                  <a:lnTo>
                    <a:pt x="7113740" y="0"/>
                  </a:lnTo>
                  <a:lnTo>
                    <a:pt x="7113727" y="342900"/>
                  </a:lnTo>
                  <a:lnTo>
                    <a:pt x="6779895" y="342900"/>
                  </a:lnTo>
                  <a:lnTo>
                    <a:pt x="6779895" y="0"/>
                  </a:lnTo>
                  <a:lnTo>
                    <a:pt x="6755841" y="0"/>
                  </a:lnTo>
                  <a:lnTo>
                    <a:pt x="6755841" y="342900"/>
                  </a:lnTo>
                  <a:lnTo>
                    <a:pt x="6755841" y="368300"/>
                  </a:lnTo>
                  <a:lnTo>
                    <a:pt x="6755841" y="698500"/>
                  </a:lnTo>
                  <a:lnTo>
                    <a:pt x="6422009" y="698500"/>
                  </a:lnTo>
                  <a:lnTo>
                    <a:pt x="6422009" y="368300"/>
                  </a:lnTo>
                  <a:lnTo>
                    <a:pt x="6755841" y="368300"/>
                  </a:lnTo>
                  <a:lnTo>
                    <a:pt x="6755841" y="342900"/>
                  </a:lnTo>
                  <a:lnTo>
                    <a:pt x="6422009" y="342900"/>
                  </a:lnTo>
                  <a:lnTo>
                    <a:pt x="6422009" y="0"/>
                  </a:lnTo>
                  <a:lnTo>
                    <a:pt x="6397955" y="0"/>
                  </a:lnTo>
                  <a:lnTo>
                    <a:pt x="6397955" y="368300"/>
                  </a:lnTo>
                  <a:lnTo>
                    <a:pt x="6397955" y="698500"/>
                  </a:lnTo>
                  <a:lnTo>
                    <a:pt x="6064123" y="698500"/>
                  </a:lnTo>
                  <a:lnTo>
                    <a:pt x="6064123" y="368300"/>
                  </a:lnTo>
                  <a:lnTo>
                    <a:pt x="6397955" y="368300"/>
                  </a:lnTo>
                  <a:lnTo>
                    <a:pt x="6397955" y="0"/>
                  </a:lnTo>
                  <a:lnTo>
                    <a:pt x="6397942" y="342900"/>
                  </a:lnTo>
                  <a:lnTo>
                    <a:pt x="6064110" y="342900"/>
                  </a:lnTo>
                  <a:lnTo>
                    <a:pt x="6064110" y="0"/>
                  </a:lnTo>
                  <a:lnTo>
                    <a:pt x="6040056" y="0"/>
                  </a:lnTo>
                  <a:lnTo>
                    <a:pt x="6040056" y="342900"/>
                  </a:lnTo>
                  <a:lnTo>
                    <a:pt x="6040056" y="368300"/>
                  </a:lnTo>
                  <a:lnTo>
                    <a:pt x="6040056" y="698500"/>
                  </a:lnTo>
                  <a:lnTo>
                    <a:pt x="5706224" y="698500"/>
                  </a:lnTo>
                  <a:lnTo>
                    <a:pt x="5706224" y="368300"/>
                  </a:lnTo>
                  <a:lnTo>
                    <a:pt x="6040056" y="368300"/>
                  </a:lnTo>
                  <a:lnTo>
                    <a:pt x="6040056" y="342900"/>
                  </a:lnTo>
                  <a:lnTo>
                    <a:pt x="5706224" y="342900"/>
                  </a:lnTo>
                  <a:lnTo>
                    <a:pt x="5706224" y="0"/>
                  </a:lnTo>
                  <a:lnTo>
                    <a:pt x="5682170" y="0"/>
                  </a:lnTo>
                  <a:lnTo>
                    <a:pt x="5682170" y="342900"/>
                  </a:lnTo>
                  <a:lnTo>
                    <a:pt x="5682170" y="368300"/>
                  </a:lnTo>
                  <a:lnTo>
                    <a:pt x="5682170" y="698500"/>
                  </a:lnTo>
                  <a:lnTo>
                    <a:pt x="5348338" y="698500"/>
                  </a:lnTo>
                  <a:lnTo>
                    <a:pt x="5348338" y="368300"/>
                  </a:lnTo>
                  <a:lnTo>
                    <a:pt x="5682170" y="368300"/>
                  </a:lnTo>
                  <a:lnTo>
                    <a:pt x="5682170" y="342900"/>
                  </a:lnTo>
                  <a:lnTo>
                    <a:pt x="5348338" y="342900"/>
                  </a:lnTo>
                  <a:lnTo>
                    <a:pt x="5348338" y="0"/>
                  </a:lnTo>
                  <a:lnTo>
                    <a:pt x="5324284" y="0"/>
                  </a:lnTo>
                  <a:lnTo>
                    <a:pt x="5324284" y="342900"/>
                  </a:lnTo>
                  <a:lnTo>
                    <a:pt x="5324284" y="368300"/>
                  </a:lnTo>
                  <a:lnTo>
                    <a:pt x="5324284" y="698500"/>
                  </a:lnTo>
                  <a:lnTo>
                    <a:pt x="4990452" y="698500"/>
                  </a:lnTo>
                  <a:lnTo>
                    <a:pt x="4990452" y="368300"/>
                  </a:lnTo>
                  <a:lnTo>
                    <a:pt x="5324284" y="368300"/>
                  </a:lnTo>
                  <a:lnTo>
                    <a:pt x="5324284" y="342900"/>
                  </a:lnTo>
                  <a:lnTo>
                    <a:pt x="4990452" y="342900"/>
                  </a:lnTo>
                  <a:lnTo>
                    <a:pt x="4990452" y="0"/>
                  </a:lnTo>
                  <a:lnTo>
                    <a:pt x="4966398" y="0"/>
                  </a:lnTo>
                  <a:lnTo>
                    <a:pt x="4966398" y="368300"/>
                  </a:lnTo>
                  <a:lnTo>
                    <a:pt x="4966398" y="698500"/>
                  </a:lnTo>
                  <a:lnTo>
                    <a:pt x="4632566" y="698500"/>
                  </a:lnTo>
                  <a:lnTo>
                    <a:pt x="4632566" y="368300"/>
                  </a:lnTo>
                  <a:lnTo>
                    <a:pt x="4966398" y="368300"/>
                  </a:lnTo>
                  <a:lnTo>
                    <a:pt x="4966398" y="0"/>
                  </a:lnTo>
                  <a:lnTo>
                    <a:pt x="4966386" y="342900"/>
                  </a:lnTo>
                  <a:lnTo>
                    <a:pt x="4632553" y="342900"/>
                  </a:lnTo>
                  <a:lnTo>
                    <a:pt x="4632553" y="0"/>
                  </a:lnTo>
                  <a:lnTo>
                    <a:pt x="4608500" y="0"/>
                  </a:lnTo>
                  <a:lnTo>
                    <a:pt x="4608500" y="342900"/>
                  </a:lnTo>
                  <a:lnTo>
                    <a:pt x="4608500" y="368300"/>
                  </a:lnTo>
                  <a:lnTo>
                    <a:pt x="4608500" y="698500"/>
                  </a:lnTo>
                  <a:lnTo>
                    <a:pt x="4274667" y="698500"/>
                  </a:lnTo>
                  <a:lnTo>
                    <a:pt x="4274667" y="368300"/>
                  </a:lnTo>
                  <a:lnTo>
                    <a:pt x="4608500" y="368300"/>
                  </a:lnTo>
                  <a:lnTo>
                    <a:pt x="4608500" y="342900"/>
                  </a:lnTo>
                  <a:lnTo>
                    <a:pt x="4274667" y="342900"/>
                  </a:lnTo>
                  <a:lnTo>
                    <a:pt x="4274667" y="0"/>
                  </a:lnTo>
                  <a:lnTo>
                    <a:pt x="4250614" y="0"/>
                  </a:lnTo>
                  <a:lnTo>
                    <a:pt x="4250614" y="342900"/>
                  </a:lnTo>
                  <a:lnTo>
                    <a:pt x="4250614" y="368300"/>
                  </a:lnTo>
                  <a:lnTo>
                    <a:pt x="4250614" y="698500"/>
                  </a:lnTo>
                  <a:lnTo>
                    <a:pt x="3916781" y="698500"/>
                  </a:lnTo>
                  <a:lnTo>
                    <a:pt x="3916781" y="368300"/>
                  </a:lnTo>
                  <a:lnTo>
                    <a:pt x="4250614" y="368300"/>
                  </a:lnTo>
                  <a:lnTo>
                    <a:pt x="4250614" y="342900"/>
                  </a:lnTo>
                  <a:lnTo>
                    <a:pt x="3916769" y="342900"/>
                  </a:lnTo>
                  <a:lnTo>
                    <a:pt x="3916769" y="0"/>
                  </a:lnTo>
                  <a:lnTo>
                    <a:pt x="3892727" y="0"/>
                  </a:lnTo>
                  <a:lnTo>
                    <a:pt x="3892727" y="342900"/>
                  </a:lnTo>
                  <a:lnTo>
                    <a:pt x="3892727" y="368300"/>
                  </a:lnTo>
                  <a:lnTo>
                    <a:pt x="3892727" y="698500"/>
                  </a:lnTo>
                  <a:lnTo>
                    <a:pt x="3558895" y="698500"/>
                  </a:lnTo>
                  <a:lnTo>
                    <a:pt x="3558895" y="368300"/>
                  </a:lnTo>
                  <a:lnTo>
                    <a:pt x="3892727" y="368300"/>
                  </a:lnTo>
                  <a:lnTo>
                    <a:pt x="3892727" y="342900"/>
                  </a:lnTo>
                  <a:lnTo>
                    <a:pt x="3558895" y="342900"/>
                  </a:lnTo>
                  <a:lnTo>
                    <a:pt x="3558895" y="0"/>
                  </a:lnTo>
                  <a:lnTo>
                    <a:pt x="3534829" y="0"/>
                  </a:lnTo>
                  <a:lnTo>
                    <a:pt x="3534829" y="342900"/>
                  </a:lnTo>
                  <a:lnTo>
                    <a:pt x="3534829" y="368300"/>
                  </a:lnTo>
                  <a:lnTo>
                    <a:pt x="3534829" y="698500"/>
                  </a:lnTo>
                  <a:lnTo>
                    <a:pt x="3200997" y="698500"/>
                  </a:lnTo>
                  <a:lnTo>
                    <a:pt x="3200997" y="368300"/>
                  </a:lnTo>
                  <a:lnTo>
                    <a:pt x="3534829" y="368300"/>
                  </a:lnTo>
                  <a:lnTo>
                    <a:pt x="3534829" y="342900"/>
                  </a:lnTo>
                  <a:lnTo>
                    <a:pt x="3200997" y="342900"/>
                  </a:lnTo>
                  <a:lnTo>
                    <a:pt x="3200997" y="0"/>
                  </a:lnTo>
                  <a:lnTo>
                    <a:pt x="3176943" y="0"/>
                  </a:lnTo>
                  <a:lnTo>
                    <a:pt x="3176943" y="342900"/>
                  </a:lnTo>
                  <a:lnTo>
                    <a:pt x="3176943" y="368300"/>
                  </a:lnTo>
                  <a:lnTo>
                    <a:pt x="3176943" y="698500"/>
                  </a:lnTo>
                  <a:lnTo>
                    <a:pt x="2843111" y="698500"/>
                  </a:lnTo>
                  <a:lnTo>
                    <a:pt x="2843111" y="368300"/>
                  </a:lnTo>
                  <a:lnTo>
                    <a:pt x="3176943" y="368300"/>
                  </a:lnTo>
                  <a:lnTo>
                    <a:pt x="3176943" y="342900"/>
                  </a:lnTo>
                  <a:lnTo>
                    <a:pt x="2843111" y="342900"/>
                  </a:lnTo>
                  <a:lnTo>
                    <a:pt x="2843111" y="0"/>
                  </a:lnTo>
                  <a:lnTo>
                    <a:pt x="2819044" y="0"/>
                  </a:lnTo>
                  <a:lnTo>
                    <a:pt x="2819044" y="342900"/>
                  </a:lnTo>
                  <a:lnTo>
                    <a:pt x="2819044" y="368300"/>
                  </a:lnTo>
                  <a:lnTo>
                    <a:pt x="2819044" y="698500"/>
                  </a:lnTo>
                  <a:lnTo>
                    <a:pt x="2485212" y="698500"/>
                  </a:lnTo>
                  <a:lnTo>
                    <a:pt x="2485212" y="368300"/>
                  </a:lnTo>
                  <a:lnTo>
                    <a:pt x="2819044" y="368300"/>
                  </a:lnTo>
                  <a:lnTo>
                    <a:pt x="2819044" y="342900"/>
                  </a:lnTo>
                  <a:lnTo>
                    <a:pt x="2485212" y="342900"/>
                  </a:lnTo>
                  <a:lnTo>
                    <a:pt x="2485212" y="0"/>
                  </a:lnTo>
                  <a:lnTo>
                    <a:pt x="2461171" y="0"/>
                  </a:lnTo>
                  <a:lnTo>
                    <a:pt x="2461171" y="342900"/>
                  </a:lnTo>
                  <a:lnTo>
                    <a:pt x="2461171" y="368300"/>
                  </a:lnTo>
                  <a:lnTo>
                    <a:pt x="2461171" y="698500"/>
                  </a:lnTo>
                  <a:lnTo>
                    <a:pt x="2127326" y="698500"/>
                  </a:lnTo>
                  <a:lnTo>
                    <a:pt x="2127326" y="368300"/>
                  </a:lnTo>
                  <a:lnTo>
                    <a:pt x="2461171" y="368300"/>
                  </a:lnTo>
                  <a:lnTo>
                    <a:pt x="2461171" y="342900"/>
                  </a:lnTo>
                  <a:lnTo>
                    <a:pt x="2127326" y="342900"/>
                  </a:lnTo>
                  <a:lnTo>
                    <a:pt x="2127326" y="0"/>
                  </a:lnTo>
                  <a:lnTo>
                    <a:pt x="2103285" y="0"/>
                  </a:lnTo>
                  <a:lnTo>
                    <a:pt x="2103285" y="368300"/>
                  </a:lnTo>
                  <a:lnTo>
                    <a:pt x="2103285" y="698500"/>
                  </a:lnTo>
                  <a:lnTo>
                    <a:pt x="1769452" y="698500"/>
                  </a:lnTo>
                  <a:lnTo>
                    <a:pt x="1769452" y="368300"/>
                  </a:lnTo>
                  <a:lnTo>
                    <a:pt x="2103285" y="368300"/>
                  </a:lnTo>
                  <a:lnTo>
                    <a:pt x="2103285" y="0"/>
                  </a:lnTo>
                  <a:lnTo>
                    <a:pt x="2103272" y="342900"/>
                  </a:lnTo>
                  <a:lnTo>
                    <a:pt x="1769440" y="342900"/>
                  </a:lnTo>
                  <a:lnTo>
                    <a:pt x="1769440" y="0"/>
                  </a:lnTo>
                  <a:lnTo>
                    <a:pt x="1745386" y="0"/>
                  </a:lnTo>
                  <a:lnTo>
                    <a:pt x="1745386" y="342900"/>
                  </a:lnTo>
                  <a:lnTo>
                    <a:pt x="1745386" y="368300"/>
                  </a:lnTo>
                  <a:lnTo>
                    <a:pt x="1745386" y="698500"/>
                  </a:lnTo>
                  <a:lnTo>
                    <a:pt x="1411554" y="698500"/>
                  </a:lnTo>
                  <a:lnTo>
                    <a:pt x="1411554" y="368300"/>
                  </a:lnTo>
                  <a:lnTo>
                    <a:pt x="1745386" y="368300"/>
                  </a:lnTo>
                  <a:lnTo>
                    <a:pt x="1745386" y="342900"/>
                  </a:lnTo>
                  <a:lnTo>
                    <a:pt x="1411554" y="342900"/>
                  </a:lnTo>
                  <a:lnTo>
                    <a:pt x="1411554" y="0"/>
                  </a:lnTo>
                  <a:lnTo>
                    <a:pt x="1387487" y="0"/>
                  </a:lnTo>
                  <a:lnTo>
                    <a:pt x="1387487" y="342900"/>
                  </a:lnTo>
                  <a:lnTo>
                    <a:pt x="1387487" y="368300"/>
                  </a:lnTo>
                  <a:lnTo>
                    <a:pt x="1387487" y="698500"/>
                  </a:lnTo>
                  <a:lnTo>
                    <a:pt x="1053655" y="698500"/>
                  </a:lnTo>
                  <a:lnTo>
                    <a:pt x="1053655" y="368300"/>
                  </a:lnTo>
                  <a:lnTo>
                    <a:pt x="1387487" y="368300"/>
                  </a:lnTo>
                  <a:lnTo>
                    <a:pt x="1387487" y="342900"/>
                  </a:lnTo>
                  <a:lnTo>
                    <a:pt x="1053655" y="342900"/>
                  </a:lnTo>
                  <a:lnTo>
                    <a:pt x="1053655" y="0"/>
                  </a:lnTo>
                  <a:lnTo>
                    <a:pt x="1029601" y="0"/>
                  </a:lnTo>
                  <a:lnTo>
                    <a:pt x="1029601" y="342900"/>
                  </a:lnTo>
                  <a:lnTo>
                    <a:pt x="1029601" y="368300"/>
                  </a:lnTo>
                  <a:lnTo>
                    <a:pt x="1029601" y="698500"/>
                  </a:lnTo>
                  <a:lnTo>
                    <a:pt x="695769" y="698500"/>
                  </a:lnTo>
                  <a:lnTo>
                    <a:pt x="695769" y="368300"/>
                  </a:lnTo>
                  <a:lnTo>
                    <a:pt x="1029601" y="368300"/>
                  </a:lnTo>
                  <a:lnTo>
                    <a:pt x="1029601" y="342900"/>
                  </a:lnTo>
                  <a:lnTo>
                    <a:pt x="695769" y="342900"/>
                  </a:lnTo>
                  <a:lnTo>
                    <a:pt x="695769" y="0"/>
                  </a:lnTo>
                  <a:lnTo>
                    <a:pt x="671715" y="0"/>
                  </a:lnTo>
                  <a:lnTo>
                    <a:pt x="671715" y="342900"/>
                  </a:lnTo>
                  <a:lnTo>
                    <a:pt x="671715" y="368300"/>
                  </a:lnTo>
                  <a:lnTo>
                    <a:pt x="671715" y="698500"/>
                  </a:lnTo>
                  <a:lnTo>
                    <a:pt x="337883" y="698500"/>
                  </a:lnTo>
                  <a:lnTo>
                    <a:pt x="337883" y="368300"/>
                  </a:lnTo>
                  <a:lnTo>
                    <a:pt x="671715" y="368300"/>
                  </a:lnTo>
                  <a:lnTo>
                    <a:pt x="671715" y="342900"/>
                  </a:lnTo>
                  <a:lnTo>
                    <a:pt x="337883" y="342900"/>
                  </a:lnTo>
                  <a:lnTo>
                    <a:pt x="337883" y="0"/>
                  </a:lnTo>
                  <a:lnTo>
                    <a:pt x="313829" y="0"/>
                  </a:lnTo>
                  <a:lnTo>
                    <a:pt x="313829" y="342900"/>
                  </a:lnTo>
                  <a:lnTo>
                    <a:pt x="0" y="342900"/>
                  </a:lnTo>
                  <a:lnTo>
                    <a:pt x="0" y="368300"/>
                  </a:lnTo>
                  <a:lnTo>
                    <a:pt x="313829" y="368300"/>
                  </a:lnTo>
                  <a:lnTo>
                    <a:pt x="313829" y="698500"/>
                  </a:lnTo>
                  <a:lnTo>
                    <a:pt x="0" y="698500"/>
                  </a:lnTo>
                  <a:lnTo>
                    <a:pt x="0" y="723900"/>
                  </a:lnTo>
                  <a:lnTo>
                    <a:pt x="313829" y="723900"/>
                  </a:lnTo>
                  <a:lnTo>
                    <a:pt x="313829" y="1054100"/>
                  </a:lnTo>
                  <a:lnTo>
                    <a:pt x="337883" y="1054100"/>
                  </a:lnTo>
                  <a:lnTo>
                    <a:pt x="337883" y="723900"/>
                  </a:lnTo>
                  <a:lnTo>
                    <a:pt x="671715" y="723900"/>
                  </a:lnTo>
                  <a:lnTo>
                    <a:pt x="671715" y="1054100"/>
                  </a:lnTo>
                  <a:lnTo>
                    <a:pt x="695769" y="1054100"/>
                  </a:lnTo>
                  <a:lnTo>
                    <a:pt x="695769" y="723900"/>
                  </a:lnTo>
                  <a:lnTo>
                    <a:pt x="1029601" y="723900"/>
                  </a:lnTo>
                  <a:lnTo>
                    <a:pt x="1029601" y="1054100"/>
                  </a:lnTo>
                  <a:lnTo>
                    <a:pt x="1053655" y="1054100"/>
                  </a:lnTo>
                  <a:lnTo>
                    <a:pt x="1053655" y="723900"/>
                  </a:lnTo>
                  <a:lnTo>
                    <a:pt x="1387487" y="723900"/>
                  </a:lnTo>
                  <a:lnTo>
                    <a:pt x="1387487" y="1054100"/>
                  </a:lnTo>
                  <a:lnTo>
                    <a:pt x="1411554" y="1054100"/>
                  </a:lnTo>
                  <a:lnTo>
                    <a:pt x="1411554" y="723900"/>
                  </a:lnTo>
                  <a:lnTo>
                    <a:pt x="1745386" y="723900"/>
                  </a:lnTo>
                  <a:lnTo>
                    <a:pt x="1745386" y="1054100"/>
                  </a:lnTo>
                  <a:lnTo>
                    <a:pt x="1769452" y="1054100"/>
                  </a:lnTo>
                  <a:lnTo>
                    <a:pt x="1769452" y="723900"/>
                  </a:lnTo>
                  <a:lnTo>
                    <a:pt x="2103272" y="723900"/>
                  </a:lnTo>
                  <a:lnTo>
                    <a:pt x="2103272" y="1054100"/>
                  </a:lnTo>
                  <a:lnTo>
                    <a:pt x="2127326" y="1054100"/>
                  </a:lnTo>
                  <a:lnTo>
                    <a:pt x="2127326" y="723900"/>
                  </a:lnTo>
                  <a:lnTo>
                    <a:pt x="2461171" y="723900"/>
                  </a:lnTo>
                  <a:lnTo>
                    <a:pt x="2461171" y="1054100"/>
                  </a:lnTo>
                  <a:lnTo>
                    <a:pt x="2485212" y="1054100"/>
                  </a:lnTo>
                  <a:lnTo>
                    <a:pt x="2485212" y="723900"/>
                  </a:lnTo>
                  <a:lnTo>
                    <a:pt x="2819044" y="723900"/>
                  </a:lnTo>
                  <a:lnTo>
                    <a:pt x="2819044" y="1054100"/>
                  </a:lnTo>
                  <a:lnTo>
                    <a:pt x="2843111" y="1054100"/>
                  </a:lnTo>
                  <a:lnTo>
                    <a:pt x="2843111" y="723900"/>
                  </a:lnTo>
                  <a:lnTo>
                    <a:pt x="3176943" y="723900"/>
                  </a:lnTo>
                  <a:lnTo>
                    <a:pt x="3176943" y="1054100"/>
                  </a:lnTo>
                  <a:lnTo>
                    <a:pt x="3200997" y="1054100"/>
                  </a:lnTo>
                  <a:lnTo>
                    <a:pt x="3200997" y="723900"/>
                  </a:lnTo>
                  <a:lnTo>
                    <a:pt x="3534829" y="723900"/>
                  </a:lnTo>
                  <a:lnTo>
                    <a:pt x="3534829" y="1054100"/>
                  </a:lnTo>
                  <a:lnTo>
                    <a:pt x="3558895" y="1054100"/>
                  </a:lnTo>
                  <a:lnTo>
                    <a:pt x="3558895" y="723900"/>
                  </a:lnTo>
                  <a:lnTo>
                    <a:pt x="3892727" y="723900"/>
                  </a:lnTo>
                  <a:lnTo>
                    <a:pt x="3892727" y="1054100"/>
                  </a:lnTo>
                  <a:lnTo>
                    <a:pt x="3916781" y="1054100"/>
                  </a:lnTo>
                  <a:lnTo>
                    <a:pt x="3916781" y="723900"/>
                  </a:lnTo>
                  <a:lnTo>
                    <a:pt x="4250614" y="723900"/>
                  </a:lnTo>
                  <a:lnTo>
                    <a:pt x="4250614" y="1054100"/>
                  </a:lnTo>
                  <a:lnTo>
                    <a:pt x="4274667" y="1054100"/>
                  </a:lnTo>
                  <a:lnTo>
                    <a:pt x="4274667" y="723900"/>
                  </a:lnTo>
                  <a:lnTo>
                    <a:pt x="4608500" y="723900"/>
                  </a:lnTo>
                  <a:lnTo>
                    <a:pt x="4608500" y="1054100"/>
                  </a:lnTo>
                  <a:lnTo>
                    <a:pt x="4632566" y="1054100"/>
                  </a:lnTo>
                  <a:lnTo>
                    <a:pt x="4632566" y="723900"/>
                  </a:lnTo>
                  <a:lnTo>
                    <a:pt x="4966386" y="723900"/>
                  </a:lnTo>
                  <a:lnTo>
                    <a:pt x="4966386" y="1054100"/>
                  </a:lnTo>
                  <a:lnTo>
                    <a:pt x="4990452" y="1054100"/>
                  </a:lnTo>
                  <a:lnTo>
                    <a:pt x="4990452" y="723900"/>
                  </a:lnTo>
                  <a:lnTo>
                    <a:pt x="5324284" y="723900"/>
                  </a:lnTo>
                  <a:lnTo>
                    <a:pt x="5324284" y="1054100"/>
                  </a:lnTo>
                  <a:lnTo>
                    <a:pt x="5348338" y="1054100"/>
                  </a:lnTo>
                  <a:lnTo>
                    <a:pt x="5348338" y="723900"/>
                  </a:lnTo>
                  <a:lnTo>
                    <a:pt x="5682170" y="723900"/>
                  </a:lnTo>
                  <a:lnTo>
                    <a:pt x="5682170" y="1054100"/>
                  </a:lnTo>
                  <a:lnTo>
                    <a:pt x="5706224" y="1054100"/>
                  </a:lnTo>
                  <a:lnTo>
                    <a:pt x="5706224" y="723900"/>
                  </a:lnTo>
                  <a:lnTo>
                    <a:pt x="6040056" y="723900"/>
                  </a:lnTo>
                  <a:lnTo>
                    <a:pt x="6040056" y="1054100"/>
                  </a:lnTo>
                  <a:lnTo>
                    <a:pt x="6064123" y="1054100"/>
                  </a:lnTo>
                  <a:lnTo>
                    <a:pt x="6064123" y="723900"/>
                  </a:lnTo>
                  <a:lnTo>
                    <a:pt x="6397942" y="723900"/>
                  </a:lnTo>
                  <a:lnTo>
                    <a:pt x="6397942" y="1054100"/>
                  </a:lnTo>
                  <a:lnTo>
                    <a:pt x="6422009" y="1054100"/>
                  </a:lnTo>
                  <a:lnTo>
                    <a:pt x="6422009" y="723900"/>
                  </a:lnTo>
                  <a:lnTo>
                    <a:pt x="6755841" y="723900"/>
                  </a:lnTo>
                  <a:lnTo>
                    <a:pt x="6755841" y="1054100"/>
                  </a:lnTo>
                  <a:lnTo>
                    <a:pt x="6779908" y="1054100"/>
                  </a:lnTo>
                  <a:lnTo>
                    <a:pt x="6779908" y="723900"/>
                  </a:lnTo>
                  <a:lnTo>
                    <a:pt x="7113727" y="723900"/>
                  </a:lnTo>
                  <a:lnTo>
                    <a:pt x="7113727" y="1054100"/>
                  </a:lnTo>
                  <a:lnTo>
                    <a:pt x="7137781" y="1054100"/>
                  </a:lnTo>
                  <a:lnTo>
                    <a:pt x="7137781" y="723900"/>
                  </a:lnTo>
                  <a:lnTo>
                    <a:pt x="7471626" y="723900"/>
                  </a:lnTo>
                  <a:lnTo>
                    <a:pt x="7471626" y="1054100"/>
                  </a:lnTo>
                  <a:lnTo>
                    <a:pt x="7495680" y="1054100"/>
                  </a:lnTo>
                  <a:lnTo>
                    <a:pt x="7495680" y="723900"/>
                  </a:lnTo>
                  <a:lnTo>
                    <a:pt x="7829499" y="723900"/>
                  </a:lnTo>
                  <a:lnTo>
                    <a:pt x="7829499" y="1054100"/>
                  </a:lnTo>
                  <a:lnTo>
                    <a:pt x="7853566" y="1054100"/>
                  </a:lnTo>
                  <a:lnTo>
                    <a:pt x="7853566" y="723900"/>
                  </a:lnTo>
                  <a:lnTo>
                    <a:pt x="8187398" y="723900"/>
                  </a:lnTo>
                  <a:lnTo>
                    <a:pt x="8187398" y="1054100"/>
                  </a:lnTo>
                  <a:lnTo>
                    <a:pt x="8211464" y="1054100"/>
                  </a:lnTo>
                  <a:lnTo>
                    <a:pt x="8211464" y="723900"/>
                  </a:lnTo>
                  <a:lnTo>
                    <a:pt x="8545284" y="723900"/>
                  </a:lnTo>
                  <a:lnTo>
                    <a:pt x="8545284" y="698500"/>
                  </a:lnTo>
                  <a:lnTo>
                    <a:pt x="8211464" y="698500"/>
                  </a:lnTo>
                  <a:lnTo>
                    <a:pt x="8211464" y="368300"/>
                  </a:lnTo>
                  <a:lnTo>
                    <a:pt x="8545284" y="368300"/>
                  </a:lnTo>
                  <a:lnTo>
                    <a:pt x="8545284" y="34290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0" y="4825117"/>
              <a:ext cx="8545830" cy="698500"/>
            </a:xfrm>
            <a:custGeom>
              <a:avLst/>
              <a:gdLst/>
              <a:ahLst/>
              <a:cxnLst/>
              <a:rect l="l" t="t" r="r" b="b"/>
              <a:pathLst>
                <a:path w="8545830" h="698500">
                  <a:moveTo>
                    <a:pt x="8545284" y="330200"/>
                  </a:moveTo>
                  <a:lnTo>
                    <a:pt x="8211464" y="330200"/>
                  </a:lnTo>
                  <a:lnTo>
                    <a:pt x="8211464" y="0"/>
                  </a:lnTo>
                  <a:lnTo>
                    <a:pt x="8187398" y="0"/>
                  </a:lnTo>
                  <a:lnTo>
                    <a:pt x="8187398" y="330200"/>
                  </a:lnTo>
                  <a:lnTo>
                    <a:pt x="7853566" y="330200"/>
                  </a:lnTo>
                  <a:lnTo>
                    <a:pt x="7853566" y="0"/>
                  </a:lnTo>
                  <a:lnTo>
                    <a:pt x="7829499" y="0"/>
                  </a:lnTo>
                  <a:lnTo>
                    <a:pt x="7829499" y="330200"/>
                  </a:lnTo>
                  <a:lnTo>
                    <a:pt x="7495680" y="330200"/>
                  </a:lnTo>
                  <a:lnTo>
                    <a:pt x="7495680" y="0"/>
                  </a:lnTo>
                  <a:lnTo>
                    <a:pt x="7471626" y="0"/>
                  </a:lnTo>
                  <a:lnTo>
                    <a:pt x="7471626" y="330200"/>
                  </a:lnTo>
                  <a:lnTo>
                    <a:pt x="7137781" y="330200"/>
                  </a:lnTo>
                  <a:lnTo>
                    <a:pt x="7137781" y="0"/>
                  </a:lnTo>
                  <a:lnTo>
                    <a:pt x="7113727" y="0"/>
                  </a:lnTo>
                  <a:lnTo>
                    <a:pt x="7113727" y="330200"/>
                  </a:lnTo>
                  <a:lnTo>
                    <a:pt x="6779908" y="330200"/>
                  </a:lnTo>
                  <a:lnTo>
                    <a:pt x="6779908" y="0"/>
                  </a:lnTo>
                  <a:lnTo>
                    <a:pt x="6755841" y="0"/>
                  </a:lnTo>
                  <a:lnTo>
                    <a:pt x="6755841" y="330200"/>
                  </a:lnTo>
                  <a:lnTo>
                    <a:pt x="6422009" y="330200"/>
                  </a:lnTo>
                  <a:lnTo>
                    <a:pt x="6422009" y="0"/>
                  </a:lnTo>
                  <a:lnTo>
                    <a:pt x="6397942" y="0"/>
                  </a:lnTo>
                  <a:lnTo>
                    <a:pt x="6397942" y="330200"/>
                  </a:lnTo>
                  <a:lnTo>
                    <a:pt x="6064123" y="330200"/>
                  </a:lnTo>
                  <a:lnTo>
                    <a:pt x="6064123" y="0"/>
                  </a:lnTo>
                  <a:lnTo>
                    <a:pt x="6040056" y="0"/>
                  </a:lnTo>
                  <a:lnTo>
                    <a:pt x="6040056" y="330200"/>
                  </a:lnTo>
                  <a:lnTo>
                    <a:pt x="5706224" y="330200"/>
                  </a:lnTo>
                  <a:lnTo>
                    <a:pt x="5706224" y="0"/>
                  </a:lnTo>
                  <a:lnTo>
                    <a:pt x="5682170" y="0"/>
                  </a:lnTo>
                  <a:lnTo>
                    <a:pt x="5682170" y="330200"/>
                  </a:lnTo>
                  <a:lnTo>
                    <a:pt x="5348338" y="330200"/>
                  </a:lnTo>
                  <a:lnTo>
                    <a:pt x="5348338" y="0"/>
                  </a:lnTo>
                  <a:lnTo>
                    <a:pt x="5324284" y="0"/>
                  </a:lnTo>
                  <a:lnTo>
                    <a:pt x="5324284" y="330200"/>
                  </a:lnTo>
                  <a:lnTo>
                    <a:pt x="4990452" y="330200"/>
                  </a:lnTo>
                  <a:lnTo>
                    <a:pt x="4990452" y="0"/>
                  </a:lnTo>
                  <a:lnTo>
                    <a:pt x="4966386" y="0"/>
                  </a:lnTo>
                  <a:lnTo>
                    <a:pt x="4966386" y="330200"/>
                  </a:lnTo>
                  <a:lnTo>
                    <a:pt x="4632566" y="330200"/>
                  </a:lnTo>
                  <a:lnTo>
                    <a:pt x="4632566" y="0"/>
                  </a:lnTo>
                  <a:lnTo>
                    <a:pt x="4608500" y="0"/>
                  </a:lnTo>
                  <a:lnTo>
                    <a:pt x="4608500" y="330200"/>
                  </a:lnTo>
                  <a:lnTo>
                    <a:pt x="4274667" y="330200"/>
                  </a:lnTo>
                  <a:lnTo>
                    <a:pt x="4274667" y="0"/>
                  </a:lnTo>
                  <a:lnTo>
                    <a:pt x="4250614" y="0"/>
                  </a:lnTo>
                  <a:lnTo>
                    <a:pt x="4250614" y="330200"/>
                  </a:lnTo>
                  <a:lnTo>
                    <a:pt x="3916781" y="330200"/>
                  </a:lnTo>
                  <a:lnTo>
                    <a:pt x="3916781" y="0"/>
                  </a:lnTo>
                  <a:lnTo>
                    <a:pt x="3892727" y="0"/>
                  </a:lnTo>
                  <a:lnTo>
                    <a:pt x="3892727" y="330200"/>
                  </a:lnTo>
                  <a:lnTo>
                    <a:pt x="3558895" y="330200"/>
                  </a:lnTo>
                  <a:lnTo>
                    <a:pt x="3558895" y="0"/>
                  </a:lnTo>
                  <a:lnTo>
                    <a:pt x="3534829" y="0"/>
                  </a:lnTo>
                  <a:lnTo>
                    <a:pt x="3534829" y="330200"/>
                  </a:lnTo>
                  <a:lnTo>
                    <a:pt x="3200997" y="330200"/>
                  </a:lnTo>
                  <a:lnTo>
                    <a:pt x="3200997" y="0"/>
                  </a:lnTo>
                  <a:lnTo>
                    <a:pt x="3176943" y="0"/>
                  </a:lnTo>
                  <a:lnTo>
                    <a:pt x="3176943" y="330200"/>
                  </a:lnTo>
                  <a:lnTo>
                    <a:pt x="2843111" y="330200"/>
                  </a:lnTo>
                  <a:lnTo>
                    <a:pt x="2843111" y="0"/>
                  </a:lnTo>
                  <a:lnTo>
                    <a:pt x="2819044" y="0"/>
                  </a:lnTo>
                  <a:lnTo>
                    <a:pt x="2819044" y="330200"/>
                  </a:lnTo>
                  <a:lnTo>
                    <a:pt x="2485212" y="330200"/>
                  </a:lnTo>
                  <a:lnTo>
                    <a:pt x="2485212" y="0"/>
                  </a:lnTo>
                  <a:lnTo>
                    <a:pt x="2461171" y="0"/>
                  </a:lnTo>
                  <a:lnTo>
                    <a:pt x="2461171" y="330200"/>
                  </a:lnTo>
                  <a:lnTo>
                    <a:pt x="2127326" y="330200"/>
                  </a:lnTo>
                  <a:lnTo>
                    <a:pt x="2127326" y="0"/>
                  </a:lnTo>
                  <a:lnTo>
                    <a:pt x="2103272" y="0"/>
                  </a:lnTo>
                  <a:lnTo>
                    <a:pt x="2103272" y="330200"/>
                  </a:lnTo>
                  <a:lnTo>
                    <a:pt x="1769452" y="330200"/>
                  </a:lnTo>
                  <a:lnTo>
                    <a:pt x="1769452" y="0"/>
                  </a:lnTo>
                  <a:lnTo>
                    <a:pt x="1745386" y="0"/>
                  </a:lnTo>
                  <a:lnTo>
                    <a:pt x="1745386" y="330200"/>
                  </a:lnTo>
                  <a:lnTo>
                    <a:pt x="1411554" y="330200"/>
                  </a:lnTo>
                  <a:lnTo>
                    <a:pt x="1411554" y="0"/>
                  </a:lnTo>
                  <a:lnTo>
                    <a:pt x="1387487" y="0"/>
                  </a:lnTo>
                  <a:lnTo>
                    <a:pt x="1387487" y="330200"/>
                  </a:lnTo>
                  <a:lnTo>
                    <a:pt x="1053655" y="330200"/>
                  </a:lnTo>
                  <a:lnTo>
                    <a:pt x="1053655" y="0"/>
                  </a:lnTo>
                  <a:lnTo>
                    <a:pt x="1029601" y="0"/>
                  </a:lnTo>
                  <a:lnTo>
                    <a:pt x="1029601" y="330200"/>
                  </a:lnTo>
                  <a:lnTo>
                    <a:pt x="695769" y="330200"/>
                  </a:lnTo>
                  <a:lnTo>
                    <a:pt x="695769" y="0"/>
                  </a:lnTo>
                  <a:lnTo>
                    <a:pt x="671715" y="0"/>
                  </a:lnTo>
                  <a:lnTo>
                    <a:pt x="671715" y="330200"/>
                  </a:lnTo>
                  <a:lnTo>
                    <a:pt x="337883" y="330200"/>
                  </a:lnTo>
                  <a:lnTo>
                    <a:pt x="337883" y="0"/>
                  </a:lnTo>
                  <a:lnTo>
                    <a:pt x="313829" y="0"/>
                  </a:lnTo>
                  <a:lnTo>
                    <a:pt x="313829" y="330200"/>
                  </a:lnTo>
                  <a:lnTo>
                    <a:pt x="0" y="330200"/>
                  </a:lnTo>
                  <a:lnTo>
                    <a:pt x="0" y="355600"/>
                  </a:lnTo>
                  <a:lnTo>
                    <a:pt x="8187398" y="355600"/>
                  </a:lnTo>
                  <a:lnTo>
                    <a:pt x="8187398" y="698500"/>
                  </a:lnTo>
                  <a:lnTo>
                    <a:pt x="8211464" y="698500"/>
                  </a:lnTo>
                  <a:lnTo>
                    <a:pt x="8211464" y="355600"/>
                  </a:lnTo>
                  <a:lnTo>
                    <a:pt x="8545284" y="355600"/>
                  </a:lnTo>
                  <a:lnTo>
                    <a:pt x="8545284" y="33020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151924" y="5"/>
              <a:ext cx="13137515" cy="772795"/>
            </a:xfrm>
            <a:custGeom>
              <a:avLst/>
              <a:gdLst/>
              <a:ahLst/>
              <a:cxnLst/>
              <a:rect l="l" t="t" r="r" b="b"/>
              <a:pathLst>
                <a:path w="13137515" h="772795">
                  <a:moveTo>
                    <a:pt x="3749027" y="772312"/>
                  </a:moveTo>
                  <a:lnTo>
                    <a:pt x="3745890" y="725347"/>
                  </a:lnTo>
                  <a:lnTo>
                    <a:pt x="3736746" y="680300"/>
                  </a:lnTo>
                  <a:lnTo>
                    <a:pt x="3721989" y="637578"/>
                  </a:lnTo>
                  <a:lnTo>
                    <a:pt x="3702050" y="597611"/>
                  </a:lnTo>
                  <a:lnTo>
                    <a:pt x="3677335" y="560793"/>
                  </a:lnTo>
                  <a:lnTo>
                    <a:pt x="3648240" y="527558"/>
                  </a:lnTo>
                  <a:lnTo>
                    <a:pt x="3615194" y="498297"/>
                  </a:lnTo>
                  <a:lnTo>
                    <a:pt x="3578593" y="473430"/>
                  </a:lnTo>
                  <a:lnTo>
                    <a:pt x="3538855" y="453377"/>
                  </a:lnTo>
                  <a:lnTo>
                    <a:pt x="3496386" y="438531"/>
                  </a:lnTo>
                  <a:lnTo>
                    <a:pt x="3451606" y="429323"/>
                  </a:lnTo>
                  <a:lnTo>
                    <a:pt x="3404908" y="426173"/>
                  </a:lnTo>
                  <a:lnTo>
                    <a:pt x="3150171" y="426173"/>
                  </a:lnTo>
                  <a:lnTo>
                    <a:pt x="3150171" y="0"/>
                  </a:lnTo>
                  <a:lnTo>
                    <a:pt x="3116948" y="0"/>
                  </a:lnTo>
                  <a:lnTo>
                    <a:pt x="3116948" y="426173"/>
                  </a:lnTo>
                  <a:lnTo>
                    <a:pt x="682726" y="426173"/>
                  </a:lnTo>
                  <a:lnTo>
                    <a:pt x="682726" y="0"/>
                  </a:lnTo>
                  <a:lnTo>
                    <a:pt x="649503" y="0"/>
                  </a:lnTo>
                  <a:lnTo>
                    <a:pt x="649503" y="426173"/>
                  </a:lnTo>
                  <a:lnTo>
                    <a:pt x="344131" y="426173"/>
                  </a:lnTo>
                  <a:lnTo>
                    <a:pt x="297434" y="429323"/>
                  </a:lnTo>
                  <a:lnTo>
                    <a:pt x="252653" y="438531"/>
                  </a:lnTo>
                  <a:lnTo>
                    <a:pt x="210185" y="453377"/>
                  </a:lnTo>
                  <a:lnTo>
                    <a:pt x="170446" y="473430"/>
                  </a:lnTo>
                  <a:lnTo>
                    <a:pt x="133845" y="498297"/>
                  </a:lnTo>
                  <a:lnTo>
                    <a:pt x="100799" y="527558"/>
                  </a:lnTo>
                  <a:lnTo>
                    <a:pt x="71704" y="560793"/>
                  </a:lnTo>
                  <a:lnTo>
                    <a:pt x="46990" y="597611"/>
                  </a:lnTo>
                  <a:lnTo>
                    <a:pt x="27051" y="637578"/>
                  </a:lnTo>
                  <a:lnTo>
                    <a:pt x="12293" y="680300"/>
                  </a:lnTo>
                  <a:lnTo>
                    <a:pt x="3149" y="725347"/>
                  </a:lnTo>
                  <a:lnTo>
                    <a:pt x="0" y="772312"/>
                  </a:lnTo>
                  <a:lnTo>
                    <a:pt x="3749027" y="772312"/>
                  </a:lnTo>
                  <a:close/>
                </a:path>
                <a:path w="13137515" h="772795">
                  <a:moveTo>
                    <a:pt x="13137134" y="772363"/>
                  </a:moveTo>
                  <a:lnTo>
                    <a:pt x="13133985" y="725398"/>
                  </a:lnTo>
                  <a:lnTo>
                    <a:pt x="13124841" y="680351"/>
                  </a:lnTo>
                  <a:lnTo>
                    <a:pt x="13110083" y="637628"/>
                  </a:lnTo>
                  <a:lnTo>
                    <a:pt x="13090144" y="597662"/>
                  </a:lnTo>
                  <a:lnTo>
                    <a:pt x="13065430" y="560844"/>
                  </a:lnTo>
                  <a:lnTo>
                    <a:pt x="13036334" y="527608"/>
                  </a:lnTo>
                  <a:lnTo>
                    <a:pt x="13003289" y="498348"/>
                  </a:lnTo>
                  <a:lnTo>
                    <a:pt x="12966700" y="473481"/>
                  </a:lnTo>
                  <a:lnTo>
                    <a:pt x="12926962" y="453428"/>
                  </a:lnTo>
                  <a:lnTo>
                    <a:pt x="12884493" y="438581"/>
                  </a:lnTo>
                  <a:lnTo>
                    <a:pt x="12839700" y="429374"/>
                  </a:lnTo>
                  <a:lnTo>
                    <a:pt x="12793002" y="426224"/>
                  </a:lnTo>
                  <a:lnTo>
                    <a:pt x="12538266" y="426224"/>
                  </a:lnTo>
                  <a:lnTo>
                    <a:pt x="12538266" y="0"/>
                  </a:lnTo>
                  <a:lnTo>
                    <a:pt x="12505042" y="0"/>
                  </a:lnTo>
                  <a:lnTo>
                    <a:pt x="12505042" y="426224"/>
                  </a:lnTo>
                  <a:lnTo>
                    <a:pt x="10070833" y="426224"/>
                  </a:lnTo>
                  <a:lnTo>
                    <a:pt x="10070833" y="0"/>
                  </a:lnTo>
                  <a:lnTo>
                    <a:pt x="10037597" y="0"/>
                  </a:lnTo>
                  <a:lnTo>
                    <a:pt x="10037597" y="426224"/>
                  </a:lnTo>
                  <a:lnTo>
                    <a:pt x="9732226" y="426224"/>
                  </a:lnTo>
                  <a:lnTo>
                    <a:pt x="9685528" y="429374"/>
                  </a:lnTo>
                  <a:lnTo>
                    <a:pt x="9640748" y="438581"/>
                  </a:lnTo>
                  <a:lnTo>
                    <a:pt x="9598279" y="453428"/>
                  </a:lnTo>
                  <a:lnTo>
                    <a:pt x="9558541" y="473481"/>
                  </a:lnTo>
                  <a:lnTo>
                    <a:pt x="9521939" y="498348"/>
                  </a:lnTo>
                  <a:lnTo>
                    <a:pt x="9488894" y="527608"/>
                  </a:lnTo>
                  <a:lnTo>
                    <a:pt x="9459811" y="560844"/>
                  </a:lnTo>
                  <a:lnTo>
                    <a:pt x="9435084" y="597662"/>
                  </a:lnTo>
                  <a:lnTo>
                    <a:pt x="9415145" y="637628"/>
                  </a:lnTo>
                  <a:lnTo>
                    <a:pt x="9400400" y="680351"/>
                  </a:lnTo>
                  <a:lnTo>
                    <a:pt x="9391244" y="725398"/>
                  </a:lnTo>
                  <a:lnTo>
                    <a:pt x="9388107" y="772363"/>
                  </a:lnTo>
                  <a:lnTo>
                    <a:pt x="13137134" y="772363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639794" y="3270989"/>
              <a:ext cx="4952365" cy="1655445"/>
            </a:xfrm>
            <a:custGeom>
              <a:avLst/>
              <a:gdLst/>
              <a:ahLst/>
              <a:cxnLst/>
              <a:rect l="l" t="t" r="r" b="b"/>
              <a:pathLst>
                <a:path w="4952365" h="1655445">
                  <a:moveTo>
                    <a:pt x="4952289" y="0"/>
                  </a:moveTo>
                  <a:lnTo>
                    <a:pt x="0" y="0"/>
                  </a:lnTo>
                  <a:lnTo>
                    <a:pt x="0" y="1655070"/>
                  </a:lnTo>
                  <a:lnTo>
                    <a:pt x="4952289" y="1655070"/>
                  </a:lnTo>
                  <a:lnTo>
                    <a:pt x="4952289" y="0"/>
                  </a:lnTo>
                  <a:close/>
                </a:path>
              </a:pathLst>
            </a:custGeom>
            <a:solidFill>
              <a:srgbClr val="036F79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788534" y="3425979"/>
              <a:ext cx="4666615" cy="1348105"/>
            </a:xfrm>
            <a:custGeom>
              <a:avLst/>
              <a:gdLst/>
              <a:ahLst/>
              <a:cxnLst/>
              <a:rect l="l" t="t" r="r" b="b"/>
              <a:pathLst>
                <a:path w="4666615" h="1348104">
                  <a:moveTo>
                    <a:pt x="4666067" y="0"/>
                  </a:moveTo>
                  <a:lnTo>
                    <a:pt x="0" y="0"/>
                  </a:lnTo>
                  <a:lnTo>
                    <a:pt x="0" y="1347487"/>
                  </a:lnTo>
                  <a:lnTo>
                    <a:pt x="4666067" y="1347487"/>
                  </a:lnTo>
                  <a:lnTo>
                    <a:pt x="4666067" y="0"/>
                  </a:lnTo>
                  <a:close/>
                </a:path>
              </a:pathLst>
            </a:custGeom>
            <a:solidFill>
              <a:srgbClr val="9FD3C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788528" y="3425983"/>
              <a:ext cx="3529329" cy="1348105"/>
            </a:xfrm>
            <a:custGeom>
              <a:avLst/>
              <a:gdLst/>
              <a:ahLst/>
              <a:cxnLst/>
              <a:rect l="l" t="t" r="r" b="b"/>
              <a:pathLst>
                <a:path w="3529330" h="1348104">
                  <a:moveTo>
                    <a:pt x="1224026" y="0"/>
                  </a:moveTo>
                  <a:lnTo>
                    <a:pt x="0" y="0"/>
                  </a:lnTo>
                  <a:lnTo>
                    <a:pt x="0" y="1347482"/>
                  </a:lnTo>
                  <a:lnTo>
                    <a:pt x="56667" y="1347482"/>
                  </a:lnTo>
                  <a:lnTo>
                    <a:pt x="1224026" y="0"/>
                  </a:lnTo>
                  <a:close/>
                </a:path>
                <a:path w="3529330" h="1348104">
                  <a:moveTo>
                    <a:pt x="3529203" y="0"/>
                  </a:moveTo>
                  <a:lnTo>
                    <a:pt x="2309025" y="0"/>
                  </a:lnTo>
                  <a:lnTo>
                    <a:pt x="1022654" y="1347482"/>
                  </a:lnTo>
                  <a:lnTo>
                    <a:pt x="2441371" y="1347482"/>
                  </a:lnTo>
                  <a:lnTo>
                    <a:pt x="3529203" y="0"/>
                  </a:lnTo>
                  <a:close/>
                </a:path>
              </a:pathLst>
            </a:custGeom>
            <a:solidFill>
              <a:srgbClr val="C9F0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2559254" y="4466981"/>
              <a:ext cx="1504950" cy="438150"/>
            </a:xfrm>
            <a:custGeom>
              <a:avLst/>
              <a:gdLst/>
              <a:ahLst/>
              <a:cxnLst/>
              <a:rect l="l" t="t" r="r" b="b"/>
              <a:pathLst>
                <a:path w="1504950" h="438150">
                  <a:moveTo>
                    <a:pt x="1478614" y="0"/>
                  </a:moveTo>
                  <a:lnTo>
                    <a:pt x="26093" y="0"/>
                  </a:lnTo>
                  <a:lnTo>
                    <a:pt x="15937" y="2051"/>
                  </a:lnTo>
                  <a:lnTo>
                    <a:pt x="7643" y="7645"/>
                  </a:lnTo>
                  <a:lnTo>
                    <a:pt x="2050" y="15942"/>
                  </a:lnTo>
                  <a:lnTo>
                    <a:pt x="0" y="26103"/>
                  </a:lnTo>
                  <a:lnTo>
                    <a:pt x="0" y="411442"/>
                  </a:lnTo>
                  <a:lnTo>
                    <a:pt x="2050" y="421598"/>
                  </a:lnTo>
                  <a:lnTo>
                    <a:pt x="7643" y="429892"/>
                  </a:lnTo>
                  <a:lnTo>
                    <a:pt x="15937" y="435485"/>
                  </a:lnTo>
                  <a:lnTo>
                    <a:pt x="26093" y="437536"/>
                  </a:lnTo>
                  <a:lnTo>
                    <a:pt x="1478614" y="437536"/>
                  </a:lnTo>
                  <a:lnTo>
                    <a:pt x="1488770" y="435485"/>
                  </a:lnTo>
                  <a:lnTo>
                    <a:pt x="1497064" y="429892"/>
                  </a:lnTo>
                  <a:lnTo>
                    <a:pt x="1502657" y="421598"/>
                  </a:lnTo>
                  <a:lnTo>
                    <a:pt x="1504708" y="411442"/>
                  </a:lnTo>
                  <a:lnTo>
                    <a:pt x="1504708" y="26103"/>
                  </a:lnTo>
                  <a:lnTo>
                    <a:pt x="1502657" y="15942"/>
                  </a:lnTo>
                  <a:lnTo>
                    <a:pt x="1497064" y="7645"/>
                  </a:lnTo>
                  <a:lnTo>
                    <a:pt x="1488770" y="2051"/>
                  </a:lnTo>
                  <a:lnTo>
                    <a:pt x="1478614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7803" y="4579030"/>
              <a:ext cx="68950" cy="6935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34822" y="4579030"/>
              <a:ext cx="68950" cy="6935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00415" y="4579030"/>
              <a:ext cx="68950" cy="6935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2692103" y="4709450"/>
              <a:ext cx="316865" cy="90170"/>
            </a:xfrm>
            <a:custGeom>
              <a:avLst/>
              <a:gdLst/>
              <a:ahLst/>
              <a:cxnLst/>
              <a:rect l="l" t="t" r="r" b="b"/>
              <a:pathLst>
                <a:path w="316865" h="90170">
                  <a:moveTo>
                    <a:pt x="313885" y="0"/>
                  </a:moveTo>
                  <a:lnTo>
                    <a:pt x="2492" y="0"/>
                  </a:lnTo>
                  <a:lnTo>
                    <a:pt x="0" y="2492"/>
                  </a:lnTo>
                  <a:lnTo>
                    <a:pt x="0" y="87662"/>
                  </a:lnTo>
                  <a:lnTo>
                    <a:pt x="2492" y="90154"/>
                  </a:lnTo>
                  <a:lnTo>
                    <a:pt x="310817" y="90154"/>
                  </a:lnTo>
                  <a:lnTo>
                    <a:pt x="313885" y="90154"/>
                  </a:lnTo>
                  <a:lnTo>
                    <a:pt x="316377" y="87662"/>
                  </a:lnTo>
                  <a:lnTo>
                    <a:pt x="316377" y="2492"/>
                  </a:lnTo>
                  <a:lnTo>
                    <a:pt x="313885" y="0"/>
                  </a:lnTo>
                  <a:close/>
                </a:path>
              </a:pathLst>
            </a:custGeom>
            <a:solidFill>
              <a:srgbClr val="9FD3C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864907" y="2207168"/>
              <a:ext cx="3030855" cy="1257935"/>
            </a:xfrm>
            <a:custGeom>
              <a:avLst/>
              <a:gdLst/>
              <a:ahLst/>
              <a:cxnLst/>
              <a:rect l="l" t="t" r="r" b="b"/>
              <a:pathLst>
                <a:path w="3030854" h="1257935">
                  <a:moveTo>
                    <a:pt x="3030714" y="0"/>
                  </a:moveTo>
                  <a:lnTo>
                    <a:pt x="0" y="0"/>
                  </a:lnTo>
                  <a:lnTo>
                    <a:pt x="0" y="1257343"/>
                  </a:lnTo>
                  <a:lnTo>
                    <a:pt x="3030714" y="1257343"/>
                  </a:lnTo>
                  <a:lnTo>
                    <a:pt x="3030714" y="0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972349" y="2307207"/>
              <a:ext cx="2826385" cy="1072515"/>
            </a:xfrm>
            <a:custGeom>
              <a:avLst/>
              <a:gdLst/>
              <a:ahLst/>
              <a:cxnLst/>
              <a:rect l="l" t="t" r="r" b="b"/>
              <a:pathLst>
                <a:path w="2826385" h="1072514">
                  <a:moveTo>
                    <a:pt x="2825913" y="0"/>
                  </a:moveTo>
                  <a:lnTo>
                    <a:pt x="0" y="0"/>
                  </a:lnTo>
                  <a:lnTo>
                    <a:pt x="0" y="1072093"/>
                  </a:lnTo>
                  <a:lnTo>
                    <a:pt x="2825913" y="1072093"/>
                  </a:lnTo>
                  <a:lnTo>
                    <a:pt x="282591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972346" y="2827330"/>
              <a:ext cx="2826385" cy="40005"/>
            </a:xfrm>
            <a:custGeom>
              <a:avLst/>
              <a:gdLst/>
              <a:ahLst/>
              <a:cxnLst/>
              <a:rect l="l" t="t" r="r" b="b"/>
              <a:pathLst>
                <a:path w="2826385" h="40005">
                  <a:moveTo>
                    <a:pt x="450443" y="0"/>
                  </a:moveTo>
                  <a:lnTo>
                    <a:pt x="0" y="0"/>
                  </a:lnTo>
                  <a:lnTo>
                    <a:pt x="0" y="39725"/>
                  </a:lnTo>
                  <a:lnTo>
                    <a:pt x="450443" y="39725"/>
                  </a:lnTo>
                  <a:lnTo>
                    <a:pt x="450443" y="0"/>
                  </a:lnTo>
                  <a:close/>
                </a:path>
                <a:path w="2826385" h="40005">
                  <a:moveTo>
                    <a:pt x="1893011" y="0"/>
                  </a:moveTo>
                  <a:lnTo>
                    <a:pt x="1011034" y="0"/>
                  </a:lnTo>
                  <a:lnTo>
                    <a:pt x="1011034" y="39725"/>
                  </a:lnTo>
                  <a:lnTo>
                    <a:pt x="1893011" y="39725"/>
                  </a:lnTo>
                  <a:lnTo>
                    <a:pt x="1893011" y="0"/>
                  </a:lnTo>
                  <a:close/>
                </a:path>
                <a:path w="2826385" h="40005">
                  <a:moveTo>
                    <a:pt x="2825915" y="0"/>
                  </a:moveTo>
                  <a:lnTo>
                    <a:pt x="2453602" y="0"/>
                  </a:lnTo>
                  <a:lnTo>
                    <a:pt x="2453602" y="39725"/>
                  </a:lnTo>
                  <a:lnTo>
                    <a:pt x="2825915" y="39725"/>
                  </a:lnTo>
                  <a:lnTo>
                    <a:pt x="2825915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73230" y="3130102"/>
              <a:ext cx="136885" cy="24955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38195" y="3130813"/>
              <a:ext cx="136885" cy="249552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3049867" y="2407671"/>
              <a:ext cx="1308100" cy="972185"/>
            </a:xfrm>
            <a:custGeom>
              <a:avLst/>
              <a:gdLst/>
              <a:ahLst/>
              <a:cxnLst/>
              <a:rect l="l" t="t" r="r" b="b"/>
              <a:pathLst>
                <a:path w="1308100" h="972185">
                  <a:moveTo>
                    <a:pt x="590727" y="280606"/>
                  </a:moveTo>
                  <a:lnTo>
                    <a:pt x="590664" y="239318"/>
                  </a:lnTo>
                  <a:lnTo>
                    <a:pt x="587133" y="235750"/>
                  </a:lnTo>
                  <a:lnTo>
                    <a:pt x="578269" y="235750"/>
                  </a:lnTo>
                  <a:lnTo>
                    <a:pt x="574725" y="239318"/>
                  </a:lnTo>
                  <a:lnTo>
                    <a:pt x="574662" y="280606"/>
                  </a:lnTo>
                  <a:lnTo>
                    <a:pt x="574662" y="296760"/>
                  </a:lnTo>
                  <a:lnTo>
                    <a:pt x="574662" y="403999"/>
                  </a:lnTo>
                  <a:lnTo>
                    <a:pt x="363893" y="403999"/>
                  </a:lnTo>
                  <a:lnTo>
                    <a:pt x="365899" y="399681"/>
                  </a:lnTo>
                  <a:lnTo>
                    <a:pt x="367131" y="394817"/>
                  </a:lnTo>
                  <a:lnTo>
                    <a:pt x="367131" y="296760"/>
                  </a:lnTo>
                  <a:lnTo>
                    <a:pt x="574662" y="296760"/>
                  </a:lnTo>
                  <a:lnTo>
                    <a:pt x="574662" y="280606"/>
                  </a:lnTo>
                  <a:lnTo>
                    <a:pt x="367131" y="280606"/>
                  </a:lnTo>
                  <a:lnTo>
                    <a:pt x="367131" y="139827"/>
                  </a:lnTo>
                  <a:lnTo>
                    <a:pt x="381152" y="139827"/>
                  </a:lnTo>
                  <a:lnTo>
                    <a:pt x="383425" y="137134"/>
                  </a:lnTo>
                  <a:lnTo>
                    <a:pt x="383425" y="130492"/>
                  </a:lnTo>
                  <a:lnTo>
                    <a:pt x="381152" y="127787"/>
                  </a:lnTo>
                  <a:lnTo>
                    <a:pt x="290004" y="127787"/>
                  </a:lnTo>
                  <a:lnTo>
                    <a:pt x="290004" y="403999"/>
                  </a:lnTo>
                  <a:lnTo>
                    <a:pt x="243154" y="403999"/>
                  </a:lnTo>
                  <a:lnTo>
                    <a:pt x="245160" y="399681"/>
                  </a:lnTo>
                  <a:lnTo>
                    <a:pt x="246392" y="394817"/>
                  </a:lnTo>
                  <a:lnTo>
                    <a:pt x="246392" y="296760"/>
                  </a:lnTo>
                  <a:lnTo>
                    <a:pt x="286766" y="296760"/>
                  </a:lnTo>
                  <a:lnTo>
                    <a:pt x="286766" y="394817"/>
                  </a:lnTo>
                  <a:lnTo>
                    <a:pt x="287997" y="399694"/>
                  </a:lnTo>
                  <a:lnTo>
                    <a:pt x="290004" y="403999"/>
                  </a:lnTo>
                  <a:lnTo>
                    <a:pt x="290004" y="127787"/>
                  </a:lnTo>
                  <a:lnTo>
                    <a:pt x="272745" y="127787"/>
                  </a:lnTo>
                  <a:lnTo>
                    <a:pt x="270471" y="130492"/>
                  </a:lnTo>
                  <a:lnTo>
                    <a:pt x="270471" y="137134"/>
                  </a:lnTo>
                  <a:lnTo>
                    <a:pt x="272745" y="139827"/>
                  </a:lnTo>
                  <a:lnTo>
                    <a:pt x="286766" y="139827"/>
                  </a:lnTo>
                  <a:lnTo>
                    <a:pt x="286766" y="280606"/>
                  </a:lnTo>
                  <a:lnTo>
                    <a:pt x="246392" y="280606"/>
                  </a:lnTo>
                  <a:lnTo>
                    <a:pt x="246392" y="139827"/>
                  </a:lnTo>
                  <a:lnTo>
                    <a:pt x="260413" y="139827"/>
                  </a:lnTo>
                  <a:lnTo>
                    <a:pt x="262686" y="137134"/>
                  </a:lnTo>
                  <a:lnTo>
                    <a:pt x="262686" y="130492"/>
                  </a:lnTo>
                  <a:lnTo>
                    <a:pt x="260413" y="127787"/>
                  </a:lnTo>
                  <a:lnTo>
                    <a:pt x="169252" y="127787"/>
                  </a:lnTo>
                  <a:lnTo>
                    <a:pt x="169252" y="403999"/>
                  </a:lnTo>
                  <a:lnTo>
                    <a:pt x="114795" y="403999"/>
                  </a:lnTo>
                  <a:lnTo>
                    <a:pt x="116801" y="399681"/>
                  </a:lnTo>
                  <a:lnTo>
                    <a:pt x="118046" y="394817"/>
                  </a:lnTo>
                  <a:lnTo>
                    <a:pt x="118046" y="296760"/>
                  </a:lnTo>
                  <a:lnTo>
                    <a:pt x="166014" y="296760"/>
                  </a:lnTo>
                  <a:lnTo>
                    <a:pt x="166014" y="394817"/>
                  </a:lnTo>
                  <a:lnTo>
                    <a:pt x="167259" y="399694"/>
                  </a:lnTo>
                  <a:lnTo>
                    <a:pt x="169252" y="403999"/>
                  </a:lnTo>
                  <a:lnTo>
                    <a:pt x="169252" y="127787"/>
                  </a:lnTo>
                  <a:lnTo>
                    <a:pt x="151993" y="127787"/>
                  </a:lnTo>
                  <a:lnTo>
                    <a:pt x="149733" y="130492"/>
                  </a:lnTo>
                  <a:lnTo>
                    <a:pt x="149733" y="137134"/>
                  </a:lnTo>
                  <a:lnTo>
                    <a:pt x="151993" y="139827"/>
                  </a:lnTo>
                  <a:lnTo>
                    <a:pt x="166014" y="139827"/>
                  </a:lnTo>
                  <a:lnTo>
                    <a:pt x="166014" y="280606"/>
                  </a:lnTo>
                  <a:lnTo>
                    <a:pt x="118046" y="280606"/>
                  </a:lnTo>
                  <a:lnTo>
                    <a:pt x="118046" y="139827"/>
                  </a:lnTo>
                  <a:lnTo>
                    <a:pt x="132067" y="139827"/>
                  </a:lnTo>
                  <a:lnTo>
                    <a:pt x="134340" y="137134"/>
                  </a:lnTo>
                  <a:lnTo>
                    <a:pt x="134340" y="130492"/>
                  </a:lnTo>
                  <a:lnTo>
                    <a:pt x="132067" y="127787"/>
                  </a:lnTo>
                  <a:lnTo>
                    <a:pt x="40919" y="127787"/>
                  </a:lnTo>
                  <a:lnTo>
                    <a:pt x="40919" y="403999"/>
                  </a:lnTo>
                  <a:lnTo>
                    <a:pt x="15786" y="403999"/>
                  </a:lnTo>
                  <a:lnTo>
                    <a:pt x="15786" y="296760"/>
                  </a:lnTo>
                  <a:lnTo>
                    <a:pt x="37668" y="296760"/>
                  </a:lnTo>
                  <a:lnTo>
                    <a:pt x="37668" y="394817"/>
                  </a:lnTo>
                  <a:lnTo>
                    <a:pt x="38925" y="399694"/>
                  </a:lnTo>
                  <a:lnTo>
                    <a:pt x="40919" y="403999"/>
                  </a:lnTo>
                  <a:lnTo>
                    <a:pt x="40919" y="127787"/>
                  </a:lnTo>
                  <a:lnTo>
                    <a:pt x="23660" y="127787"/>
                  </a:lnTo>
                  <a:lnTo>
                    <a:pt x="21386" y="130492"/>
                  </a:lnTo>
                  <a:lnTo>
                    <a:pt x="21386" y="137134"/>
                  </a:lnTo>
                  <a:lnTo>
                    <a:pt x="23660" y="139827"/>
                  </a:lnTo>
                  <a:lnTo>
                    <a:pt x="37668" y="139827"/>
                  </a:lnTo>
                  <a:lnTo>
                    <a:pt x="37668" y="280606"/>
                  </a:lnTo>
                  <a:lnTo>
                    <a:pt x="15786" y="280606"/>
                  </a:lnTo>
                  <a:lnTo>
                    <a:pt x="15786" y="239318"/>
                  </a:lnTo>
                  <a:lnTo>
                    <a:pt x="12255" y="235750"/>
                  </a:lnTo>
                  <a:lnTo>
                    <a:pt x="3530" y="235750"/>
                  </a:lnTo>
                  <a:lnTo>
                    <a:pt x="0" y="239318"/>
                  </a:lnTo>
                  <a:lnTo>
                    <a:pt x="0" y="419658"/>
                  </a:lnTo>
                  <a:lnTo>
                    <a:pt x="590727" y="419658"/>
                  </a:lnTo>
                  <a:lnTo>
                    <a:pt x="590727" y="403999"/>
                  </a:lnTo>
                  <a:lnTo>
                    <a:pt x="590727" y="296760"/>
                  </a:lnTo>
                  <a:lnTo>
                    <a:pt x="590727" y="280606"/>
                  </a:lnTo>
                  <a:close/>
                </a:path>
                <a:path w="1308100" h="972185">
                  <a:moveTo>
                    <a:pt x="922997" y="215239"/>
                  </a:moveTo>
                  <a:lnTo>
                    <a:pt x="921321" y="202590"/>
                  </a:lnTo>
                  <a:lnTo>
                    <a:pt x="916520" y="191008"/>
                  </a:lnTo>
                  <a:lnTo>
                    <a:pt x="908900" y="181063"/>
                  </a:lnTo>
                  <a:lnTo>
                    <a:pt x="898817" y="173329"/>
                  </a:lnTo>
                  <a:lnTo>
                    <a:pt x="894054" y="169354"/>
                  </a:lnTo>
                  <a:lnTo>
                    <a:pt x="890168" y="163779"/>
                  </a:lnTo>
                  <a:lnTo>
                    <a:pt x="887234" y="157251"/>
                  </a:lnTo>
                  <a:lnTo>
                    <a:pt x="885317" y="150406"/>
                  </a:lnTo>
                  <a:lnTo>
                    <a:pt x="897178" y="150406"/>
                  </a:lnTo>
                  <a:lnTo>
                    <a:pt x="900988" y="146570"/>
                  </a:lnTo>
                  <a:lnTo>
                    <a:pt x="900988" y="105562"/>
                  </a:lnTo>
                  <a:lnTo>
                    <a:pt x="896061" y="100596"/>
                  </a:lnTo>
                  <a:lnTo>
                    <a:pt x="795883" y="100596"/>
                  </a:lnTo>
                  <a:lnTo>
                    <a:pt x="790956" y="105562"/>
                  </a:lnTo>
                  <a:lnTo>
                    <a:pt x="790956" y="146570"/>
                  </a:lnTo>
                  <a:lnTo>
                    <a:pt x="794766" y="150406"/>
                  </a:lnTo>
                  <a:lnTo>
                    <a:pt x="806627" y="150406"/>
                  </a:lnTo>
                  <a:lnTo>
                    <a:pt x="804710" y="157251"/>
                  </a:lnTo>
                  <a:lnTo>
                    <a:pt x="801776" y="163779"/>
                  </a:lnTo>
                  <a:lnTo>
                    <a:pt x="797877" y="169354"/>
                  </a:lnTo>
                  <a:lnTo>
                    <a:pt x="793127" y="173329"/>
                  </a:lnTo>
                  <a:lnTo>
                    <a:pt x="783043" y="181063"/>
                  </a:lnTo>
                  <a:lnTo>
                    <a:pt x="775436" y="191008"/>
                  </a:lnTo>
                  <a:lnTo>
                    <a:pt x="770623" y="202590"/>
                  </a:lnTo>
                  <a:lnTo>
                    <a:pt x="768946" y="215239"/>
                  </a:lnTo>
                  <a:lnTo>
                    <a:pt x="768946" y="374802"/>
                  </a:lnTo>
                  <a:lnTo>
                    <a:pt x="770242" y="392264"/>
                  </a:lnTo>
                  <a:lnTo>
                    <a:pt x="773785" y="406514"/>
                  </a:lnTo>
                  <a:lnTo>
                    <a:pt x="779030" y="416128"/>
                  </a:lnTo>
                  <a:lnTo>
                    <a:pt x="785456" y="419658"/>
                  </a:lnTo>
                  <a:lnTo>
                    <a:pt x="906500" y="419658"/>
                  </a:lnTo>
                  <a:lnTo>
                    <a:pt x="912914" y="416128"/>
                  </a:lnTo>
                  <a:lnTo>
                    <a:pt x="918159" y="406514"/>
                  </a:lnTo>
                  <a:lnTo>
                    <a:pt x="921702" y="392264"/>
                  </a:lnTo>
                  <a:lnTo>
                    <a:pt x="922997" y="374802"/>
                  </a:lnTo>
                  <a:lnTo>
                    <a:pt x="922997" y="240233"/>
                  </a:lnTo>
                  <a:lnTo>
                    <a:pt x="922997" y="215239"/>
                  </a:lnTo>
                  <a:close/>
                </a:path>
                <a:path w="1308100" h="972185">
                  <a:moveTo>
                    <a:pt x="935507" y="919772"/>
                  </a:moveTo>
                  <a:lnTo>
                    <a:pt x="931887" y="890701"/>
                  </a:lnTo>
                  <a:lnTo>
                    <a:pt x="860679" y="706970"/>
                  </a:lnTo>
                  <a:lnTo>
                    <a:pt x="858367" y="700036"/>
                  </a:lnTo>
                  <a:lnTo>
                    <a:pt x="856691" y="692950"/>
                  </a:lnTo>
                  <a:lnTo>
                    <a:pt x="855687" y="685723"/>
                  </a:lnTo>
                  <a:lnTo>
                    <a:pt x="855345" y="678434"/>
                  </a:lnTo>
                  <a:lnTo>
                    <a:pt x="855345" y="551980"/>
                  </a:lnTo>
                  <a:lnTo>
                    <a:pt x="760895" y="551980"/>
                  </a:lnTo>
                  <a:lnTo>
                    <a:pt x="760895" y="678434"/>
                  </a:lnTo>
                  <a:lnTo>
                    <a:pt x="760552" y="685723"/>
                  </a:lnTo>
                  <a:lnTo>
                    <a:pt x="759548" y="692950"/>
                  </a:lnTo>
                  <a:lnTo>
                    <a:pt x="757885" y="700036"/>
                  </a:lnTo>
                  <a:lnTo>
                    <a:pt x="755561" y="706970"/>
                  </a:lnTo>
                  <a:lnTo>
                    <a:pt x="684352" y="890701"/>
                  </a:lnTo>
                  <a:lnTo>
                    <a:pt x="680745" y="919772"/>
                  </a:lnTo>
                  <a:lnTo>
                    <a:pt x="690626" y="945756"/>
                  </a:lnTo>
                  <a:lnTo>
                    <a:pt x="711111" y="964463"/>
                  </a:lnTo>
                  <a:lnTo>
                    <a:pt x="739343" y="971626"/>
                  </a:lnTo>
                  <a:lnTo>
                    <a:pt x="876896" y="971626"/>
                  </a:lnTo>
                  <a:lnTo>
                    <a:pt x="905141" y="964463"/>
                  </a:lnTo>
                  <a:lnTo>
                    <a:pt x="925626" y="945756"/>
                  </a:lnTo>
                  <a:lnTo>
                    <a:pt x="935507" y="919772"/>
                  </a:lnTo>
                  <a:close/>
                </a:path>
                <a:path w="1308100" h="972185">
                  <a:moveTo>
                    <a:pt x="1288300" y="919772"/>
                  </a:moveTo>
                  <a:lnTo>
                    <a:pt x="1284681" y="890701"/>
                  </a:lnTo>
                  <a:lnTo>
                    <a:pt x="1213472" y="706970"/>
                  </a:lnTo>
                  <a:lnTo>
                    <a:pt x="1211160" y="700036"/>
                  </a:lnTo>
                  <a:lnTo>
                    <a:pt x="1209484" y="692950"/>
                  </a:lnTo>
                  <a:lnTo>
                    <a:pt x="1208481" y="685723"/>
                  </a:lnTo>
                  <a:lnTo>
                    <a:pt x="1208151" y="678434"/>
                  </a:lnTo>
                  <a:lnTo>
                    <a:pt x="1208151" y="551980"/>
                  </a:lnTo>
                  <a:lnTo>
                    <a:pt x="1113688" y="551980"/>
                  </a:lnTo>
                  <a:lnTo>
                    <a:pt x="1113688" y="678434"/>
                  </a:lnTo>
                  <a:lnTo>
                    <a:pt x="1113345" y="685723"/>
                  </a:lnTo>
                  <a:lnTo>
                    <a:pt x="1112342" y="692950"/>
                  </a:lnTo>
                  <a:lnTo>
                    <a:pt x="1110678" y="700036"/>
                  </a:lnTo>
                  <a:lnTo>
                    <a:pt x="1108354" y="706970"/>
                  </a:lnTo>
                  <a:lnTo>
                    <a:pt x="1037145" y="890701"/>
                  </a:lnTo>
                  <a:lnTo>
                    <a:pt x="1033526" y="919772"/>
                  </a:lnTo>
                  <a:lnTo>
                    <a:pt x="1043406" y="945756"/>
                  </a:lnTo>
                  <a:lnTo>
                    <a:pt x="1063904" y="964463"/>
                  </a:lnTo>
                  <a:lnTo>
                    <a:pt x="1092136" y="971626"/>
                  </a:lnTo>
                  <a:lnTo>
                    <a:pt x="1229690" y="971626"/>
                  </a:lnTo>
                  <a:lnTo>
                    <a:pt x="1257935" y="964463"/>
                  </a:lnTo>
                  <a:lnTo>
                    <a:pt x="1278420" y="945756"/>
                  </a:lnTo>
                  <a:lnTo>
                    <a:pt x="1288300" y="919772"/>
                  </a:lnTo>
                  <a:close/>
                </a:path>
                <a:path w="1308100" h="972185">
                  <a:moveTo>
                    <a:pt x="1307642" y="367792"/>
                  </a:moveTo>
                  <a:lnTo>
                    <a:pt x="1304036" y="338721"/>
                  </a:lnTo>
                  <a:lnTo>
                    <a:pt x="1232814" y="154990"/>
                  </a:lnTo>
                  <a:lnTo>
                    <a:pt x="1230503" y="148056"/>
                  </a:lnTo>
                  <a:lnTo>
                    <a:pt x="1228839" y="140970"/>
                  </a:lnTo>
                  <a:lnTo>
                    <a:pt x="1227823" y="133756"/>
                  </a:lnTo>
                  <a:lnTo>
                    <a:pt x="1227493" y="126466"/>
                  </a:lnTo>
                  <a:lnTo>
                    <a:pt x="1227493" y="0"/>
                  </a:lnTo>
                  <a:lnTo>
                    <a:pt x="1133030" y="0"/>
                  </a:lnTo>
                  <a:lnTo>
                    <a:pt x="1133030" y="126466"/>
                  </a:lnTo>
                  <a:lnTo>
                    <a:pt x="1132700" y="133756"/>
                  </a:lnTo>
                  <a:lnTo>
                    <a:pt x="1131684" y="140970"/>
                  </a:lnTo>
                  <a:lnTo>
                    <a:pt x="1130020" y="148056"/>
                  </a:lnTo>
                  <a:lnTo>
                    <a:pt x="1127709" y="154990"/>
                  </a:lnTo>
                  <a:lnTo>
                    <a:pt x="1056487" y="338721"/>
                  </a:lnTo>
                  <a:lnTo>
                    <a:pt x="1052880" y="367792"/>
                  </a:lnTo>
                  <a:lnTo>
                    <a:pt x="1062761" y="393788"/>
                  </a:lnTo>
                  <a:lnTo>
                    <a:pt x="1083246" y="412483"/>
                  </a:lnTo>
                  <a:lnTo>
                    <a:pt x="1111478" y="419658"/>
                  </a:lnTo>
                  <a:lnTo>
                    <a:pt x="1249045" y="419658"/>
                  </a:lnTo>
                  <a:lnTo>
                    <a:pt x="1277277" y="412483"/>
                  </a:lnTo>
                  <a:lnTo>
                    <a:pt x="1297774" y="393788"/>
                  </a:lnTo>
                  <a:lnTo>
                    <a:pt x="1307642" y="367792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422789" y="2273001"/>
              <a:ext cx="1003935" cy="1143635"/>
            </a:xfrm>
            <a:custGeom>
              <a:avLst/>
              <a:gdLst/>
              <a:ahLst/>
              <a:cxnLst/>
              <a:rect l="l" t="t" r="r" b="b"/>
              <a:pathLst>
                <a:path w="1003935" h="1143635">
                  <a:moveTo>
                    <a:pt x="560590" y="553377"/>
                  </a:moveTo>
                  <a:lnTo>
                    <a:pt x="0" y="553377"/>
                  </a:lnTo>
                  <a:lnTo>
                    <a:pt x="0" y="616597"/>
                  </a:lnTo>
                  <a:lnTo>
                    <a:pt x="560590" y="616597"/>
                  </a:lnTo>
                  <a:lnTo>
                    <a:pt x="560590" y="553377"/>
                  </a:lnTo>
                  <a:close/>
                </a:path>
                <a:path w="1003935" h="1143635">
                  <a:moveTo>
                    <a:pt x="1003744" y="0"/>
                  </a:moveTo>
                  <a:lnTo>
                    <a:pt x="957465" y="0"/>
                  </a:lnTo>
                  <a:lnTo>
                    <a:pt x="957465" y="1143482"/>
                  </a:lnTo>
                  <a:lnTo>
                    <a:pt x="1003744" y="1143482"/>
                  </a:lnTo>
                  <a:lnTo>
                    <a:pt x="1003744" y="0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531359" y="2420236"/>
              <a:ext cx="196850" cy="407670"/>
            </a:xfrm>
            <a:custGeom>
              <a:avLst/>
              <a:gdLst/>
              <a:ahLst/>
              <a:cxnLst/>
              <a:rect l="l" t="t" r="r" b="b"/>
              <a:pathLst>
                <a:path w="196850" h="407669">
                  <a:moveTo>
                    <a:pt x="162183" y="0"/>
                  </a:moveTo>
                  <a:lnTo>
                    <a:pt x="34365" y="0"/>
                  </a:lnTo>
                  <a:lnTo>
                    <a:pt x="28072" y="6324"/>
                  </a:lnTo>
                  <a:lnTo>
                    <a:pt x="28072" y="58657"/>
                  </a:lnTo>
                  <a:lnTo>
                    <a:pt x="32941" y="63547"/>
                  </a:lnTo>
                  <a:lnTo>
                    <a:pt x="48071" y="63547"/>
                  </a:lnTo>
                  <a:lnTo>
                    <a:pt x="45635" y="72280"/>
                  </a:lnTo>
                  <a:lnTo>
                    <a:pt x="41882" y="80608"/>
                  </a:lnTo>
                  <a:lnTo>
                    <a:pt x="36917" y="87718"/>
                  </a:lnTo>
                  <a:lnTo>
                    <a:pt x="30847" y="92792"/>
                  </a:lnTo>
                  <a:lnTo>
                    <a:pt x="17978" y="102669"/>
                  </a:lnTo>
                  <a:lnTo>
                    <a:pt x="8269" y="115356"/>
                  </a:lnTo>
                  <a:lnTo>
                    <a:pt x="2137" y="130130"/>
                  </a:lnTo>
                  <a:lnTo>
                    <a:pt x="0" y="146267"/>
                  </a:lnTo>
                  <a:lnTo>
                    <a:pt x="0" y="349853"/>
                  </a:lnTo>
                  <a:lnTo>
                    <a:pt x="1654" y="372132"/>
                  </a:lnTo>
                  <a:lnTo>
                    <a:pt x="6166" y="390324"/>
                  </a:lnTo>
                  <a:lnTo>
                    <a:pt x="12859" y="402589"/>
                  </a:lnTo>
                  <a:lnTo>
                    <a:pt x="21056" y="407087"/>
                  </a:lnTo>
                  <a:lnTo>
                    <a:pt x="175492" y="407087"/>
                  </a:lnTo>
                  <a:lnTo>
                    <a:pt x="183689" y="402589"/>
                  </a:lnTo>
                  <a:lnTo>
                    <a:pt x="190382" y="390324"/>
                  </a:lnTo>
                  <a:lnTo>
                    <a:pt x="194894" y="372132"/>
                  </a:lnTo>
                  <a:lnTo>
                    <a:pt x="196548" y="349853"/>
                  </a:lnTo>
                  <a:lnTo>
                    <a:pt x="196548" y="178151"/>
                  </a:lnTo>
                  <a:lnTo>
                    <a:pt x="196548" y="146267"/>
                  </a:lnTo>
                  <a:lnTo>
                    <a:pt x="194411" y="130130"/>
                  </a:lnTo>
                  <a:lnTo>
                    <a:pt x="188279" y="115356"/>
                  </a:lnTo>
                  <a:lnTo>
                    <a:pt x="178570" y="102669"/>
                  </a:lnTo>
                  <a:lnTo>
                    <a:pt x="165701" y="92792"/>
                  </a:lnTo>
                  <a:lnTo>
                    <a:pt x="159622" y="87718"/>
                  </a:lnTo>
                  <a:lnTo>
                    <a:pt x="154664" y="80608"/>
                  </a:lnTo>
                  <a:lnTo>
                    <a:pt x="150913" y="72280"/>
                  </a:lnTo>
                  <a:lnTo>
                    <a:pt x="148477" y="63547"/>
                  </a:lnTo>
                  <a:lnTo>
                    <a:pt x="163607" y="63547"/>
                  </a:lnTo>
                  <a:lnTo>
                    <a:pt x="168466" y="58657"/>
                  </a:lnTo>
                  <a:lnTo>
                    <a:pt x="168466" y="6324"/>
                  </a:lnTo>
                  <a:lnTo>
                    <a:pt x="162183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99580" y="2577763"/>
              <a:ext cx="136885" cy="249552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4865359" y="2827327"/>
              <a:ext cx="560705" cy="63500"/>
            </a:xfrm>
            <a:custGeom>
              <a:avLst/>
              <a:gdLst/>
              <a:ahLst/>
              <a:cxnLst/>
              <a:rect l="l" t="t" r="r" b="b"/>
              <a:pathLst>
                <a:path w="560704" h="63500">
                  <a:moveTo>
                    <a:pt x="560590" y="0"/>
                  </a:moveTo>
                  <a:lnTo>
                    <a:pt x="0" y="0"/>
                  </a:lnTo>
                  <a:lnTo>
                    <a:pt x="0" y="63212"/>
                  </a:lnTo>
                  <a:lnTo>
                    <a:pt x="560590" y="63212"/>
                  </a:lnTo>
                  <a:lnTo>
                    <a:pt x="560590" y="0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068620" y="2420244"/>
              <a:ext cx="600710" cy="959485"/>
            </a:xfrm>
            <a:custGeom>
              <a:avLst/>
              <a:gdLst/>
              <a:ahLst/>
              <a:cxnLst/>
              <a:rect l="l" t="t" r="r" b="b"/>
              <a:pathLst>
                <a:path w="600710" h="959485">
                  <a:moveTo>
                    <a:pt x="154051" y="754634"/>
                  </a:moveTo>
                  <a:lnTo>
                    <a:pt x="152374" y="741997"/>
                  </a:lnTo>
                  <a:lnTo>
                    <a:pt x="147574" y="730415"/>
                  </a:lnTo>
                  <a:lnTo>
                    <a:pt x="139954" y="720471"/>
                  </a:lnTo>
                  <a:lnTo>
                    <a:pt x="129870" y="712736"/>
                  </a:lnTo>
                  <a:lnTo>
                    <a:pt x="125107" y="708761"/>
                  </a:lnTo>
                  <a:lnTo>
                    <a:pt x="121221" y="703186"/>
                  </a:lnTo>
                  <a:lnTo>
                    <a:pt x="118287" y="696658"/>
                  </a:lnTo>
                  <a:lnTo>
                    <a:pt x="116382" y="689813"/>
                  </a:lnTo>
                  <a:lnTo>
                    <a:pt x="128231" y="689813"/>
                  </a:lnTo>
                  <a:lnTo>
                    <a:pt x="132041" y="685977"/>
                  </a:lnTo>
                  <a:lnTo>
                    <a:pt x="132041" y="644969"/>
                  </a:lnTo>
                  <a:lnTo>
                    <a:pt x="127114" y="640003"/>
                  </a:lnTo>
                  <a:lnTo>
                    <a:pt x="26936" y="640003"/>
                  </a:lnTo>
                  <a:lnTo>
                    <a:pt x="22009" y="644969"/>
                  </a:lnTo>
                  <a:lnTo>
                    <a:pt x="22009" y="685977"/>
                  </a:lnTo>
                  <a:lnTo>
                    <a:pt x="25819" y="689813"/>
                  </a:lnTo>
                  <a:lnTo>
                    <a:pt x="37680" y="689813"/>
                  </a:lnTo>
                  <a:lnTo>
                    <a:pt x="35763" y="696658"/>
                  </a:lnTo>
                  <a:lnTo>
                    <a:pt x="32829" y="703186"/>
                  </a:lnTo>
                  <a:lnTo>
                    <a:pt x="28930" y="708761"/>
                  </a:lnTo>
                  <a:lnTo>
                    <a:pt x="24180" y="712736"/>
                  </a:lnTo>
                  <a:lnTo>
                    <a:pt x="14097" y="720471"/>
                  </a:lnTo>
                  <a:lnTo>
                    <a:pt x="6489" y="730415"/>
                  </a:lnTo>
                  <a:lnTo>
                    <a:pt x="1676" y="741997"/>
                  </a:lnTo>
                  <a:lnTo>
                    <a:pt x="0" y="754634"/>
                  </a:lnTo>
                  <a:lnTo>
                    <a:pt x="0" y="914209"/>
                  </a:lnTo>
                  <a:lnTo>
                    <a:pt x="1295" y="931672"/>
                  </a:lnTo>
                  <a:lnTo>
                    <a:pt x="4838" y="945921"/>
                  </a:lnTo>
                  <a:lnTo>
                    <a:pt x="10083" y="955535"/>
                  </a:lnTo>
                  <a:lnTo>
                    <a:pt x="16510" y="959065"/>
                  </a:lnTo>
                  <a:lnTo>
                    <a:pt x="137553" y="959065"/>
                  </a:lnTo>
                  <a:lnTo>
                    <a:pt x="143967" y="955535"/>
                  </a:lnTo>
                  <a:lnTo>
                    <a:pt x="149212" y="945921"/>
                  </a:lnTo>
                  <a:lnTo>
                    <a:pt x="152755" y="931672"/>
                  </a:lnTo>
                  <a:lnTo>
                    <a:pt x="154051" y="914209"/>
                  </a:lnTo>
                  <a:lnTo>
                    <a:pt x="154051" y="779640"/>
                  </a:lnTo>
                  <a:lnTo>
                    <a:pt x="154051" y="754634"/>
                  </a:lnTo>
                  <a:close/>
                </a:path>
                <a:path w="600710" h="959485">
                  <a:moveTo>
                    <a:pt x="455599" y="698246"/>
                  </a:moveTo>
                  <a:lnTo>
                    <a:pt x="453466" y="682104"/>
                  </a:lnTo>
                  <a:lnTo>
                    <a:pt x="447332" y="667334"/>
                  </a:lnTo>
                  <a:lnTo>
                    <a:pt x="437616" y="654646"/>
                  </a:lnTo>
                  <a:lnTo>
                    <a:pt x="424751" y="644779"/>
                  </a:lnTo>
                  <a:lnTo>
                    <a:pt x="418668" y="639699"/>
                  </a:lnTo>
                  <a:lnTo>
                    <a:pt x="413715" y="632587"/>
                  </a:lnTo>
                  <a:lnTo>
                    <a:pt x="409968" y="624255"/>
                  </a:lnTo>
                  <a:lnTo>
                    <a:pt x="407530" y="615530"/>
                  </a:lnTo>
                  <a:lnTo>
                    <a:pt x="422656" y="615530"/>
                  </a:lnTo>
                  <a:lnTo>
                    <a:pt x="427520" y="610641"/>
                  </a:lnTo>
                  <a:lnTo>
                    <a:pt x="427520" y="558304"/>
                  </a:lnTo>
                  <a:lnTo>
                    <a:pt x="421233" y="551980"/>
                  </a:lnTo>
                  <a:lnTo>
                    <a:pt x="293420" y="551980"/>
                  </a:lnTo>
                  <a:lnTo>
                    <a:pt x="287121" y="558304"/>
                  </a:lnTo>
                  <a:lnTo>
                    <a:pt x="287121" y="610641"/>
                  </a:lnTo>
                  <a:lnTo>
                    <a:pt x="291998" y="615530"/>
                  </a:lnTo>
                  <a:lnTo>
                    <a:pt x="307124" y="615530"/>
                  </a:lnTo>
                  <a:lnTo>
                    <a:pt x="304685" y="624255"/>
                  </a:lnTo>
                  <a:lnTo>
                    <a:pt x="300939" y="632587"/>
                  </a:lnTo>
                  <a:lnTo>
                    <a:pt x="295973" y="639699"/>
                  </a:lnTo>
                  <a:lnTo>
                    <a:pt x="289902" y="644766"/>
                  </a:lnTo>
                  <a:lnTo>
                    <a:pt x="277025" y="654646"/>
                  </a:lnTo>
                  <a:lnTo>
                    <a:pt x="267322" y="667334"/>
                  </a:lnTo>
                  <a:lnTo>
                    <a:pt x="261188" y="682104"/>
                  </a:lnTo>
                  <a:lnTo>
                    <a:pt x="259054" y="698246"/>
                  </a:lnTo>
                  <a:lnTo>
                    <a:pt x="259054" y="901827"/>
                  </a:lnTo>
                  <a:lnTo>
                    <a:pt x="260705" y="924115"/>
                  </a:lnTo>
                  <a:lnTo>
                    <a:pt x="265214" y="942301"/>
                  </a:lnTo>
                  <a:lnTo>
                    <a:pt x="271907" y="954570"/>
                  </a:lnTo>
                  <a:lnTo>
                    <a:pt x="280111" y="959065"/>
                  </a:lnTo>
                  <a:lnTo>
                    <a:pt x="434543" y="959065"/>
                  </a:lnTo>
                  <a:lnTo>
                    <a:pt x="442747" y="954570"/>
                  </a:lnTo>
                  <a:lnTo>
                    <a:pt x="449440" y="942301"/>
                  </a:lnTo>
                  <a:lnTo>
                    <a:pt x="453948" y="924115"/>
                  </a:lnTo>
                  <a:lnTo>
                    <a:pt x="455599" y="901827"/>
                  </a:lnTo>
                  <a:lnTo>
                    <a:pt x="455599" y="730123"/>
                  </a:lnTo>
                  <a:lnTo>
                    <a:pt x="455599" y="698246"/>
                  </a:lnTo>
                  <a:close/>
                </a:path>
                <a:path w="600710" h="959485">
                  <a:moveTo>
                    <a:pt x="600125" y="146265"/>
                  </a:moveTo>
                  <a:lnTo>
                    <a:pt x="597992" y="130124"/>
                  </a:lnTo>
                  <a:lnTo>
                    <a:pt x="591858" y="115354"/>
                  </a:lnTo>
                  <a:lnTo>
                    <a:pt x="582142" y="102666"/>
                  </a:lnTo>
                  <a:lnTo>
                    <a:pt x="569277" y="92786"/>
                  </a:lnTo>
                  <a:lnTo>
                    <a:pt x="563194" y="87718"/>
                  </a:lnTo>
                  <a:lnTo>
                    <a:pt x="558241" y="80606"/>
                  </a:lnTo>
                  <a:lnTo>
                    <a:pt x="554494" y="72275"/>
                  </a:lnTo>
                  <a:lnTo>
                    <a:pt x="552056" y="63550"/>
                  </a:lnTo>
                  <a:lnTo>
                    <a:pt x="567182" y="63550"/>
                  </a:lnTo>
                  <a:lnTo>
                    <a:pt x="572046" y="58661"/>
                  </a:lnTo>
                  <a:lnTo>
                    <a:pt x="572046" y="6324"/>
                  </a:lnTo>
                  <a:lnTo>
                    <a:pt x="565759" y="0"/>
                  </a:lnTo>
                  <a:lnTo>
                    <a:pt x="437946" y="0"/>
                  </a:lnTo>
                  <a:lnTo>
                    <a:pt x="431647" y="6324"/>
                  </a:lnTo>
                  <a:lnTo>
                    <a:pt x="431647" y="58661"/>
                  </a:lnTo>
                  <a:lnTo>
                    <a:pt x="436511" y="63550"/>
                  </a:lnTo>
                  <a:lnTo>
                    <a:pt x="451650" y="63550"/>
                  </a:lnTo>
                  <a:lnTo>
                    <a:pt x="449211" y="72275"/>
                  </a:lnTo>
                  <a:lnTo>
                    <a:pt x="445452" y="80606"/>
                  </a:lnTo>
                  <a:lnTo>
                    <a:pt x="440499" y="87718"/>
                  </a:lnTo>
                  <a:lnTo>
                    <a:pt x="434428" y="92786"/>
                  </a:lnTo>
                  <a:lnTo>
                    <a:pt x="421551" y="102666"/>
                  </a:lnTo>
                  <a:lnTo>
                    <a:pt x="411848" y="115354"/>
                  </a:lnTo>
                  <a:lnTo>
                    <a:pt x="405714" y="130124"/>
                  </a:lnTo>
                  <a:lnTo>
                    <a:pt x="403580" y="146265"/>
                  </a:lnTo>
                  <a:lnTo>
                    <a:pt x="403580" y="349846"/>
                  </a:lnTo>
                  <a:lnTo>
                    <a:pt x="405231" y="372135"/>
                  </a:lnTo>
                  <a:lnTo>
                    <a:pt x="409740" y="390321"/>
                  </a:lnTo>
                  <a:lnTo>
                    <a:pt x="416433" y="402590"/>
                  </a:lnTo>
                  <a:lnTo>
                    <a:pt x="424637" y="407085"/>
                  </a:lnTo>
                  <a:lnTo>
                    <a:pt x="579069" y="407085"/>
                  </a:lnTo>
                  <a:lnTo>
                    <a:pt x="587260" y="402590"/>
                  </a:lnTo>
                  <a:lnTo>
                    <a:pt x="593953" y="390321"/>
                  </a:lnTo>
                  <a:lnTo>
                    <a:pt x="598474" y="372135"/>
                  </a:lnTo>
                  <a:lnTo>
                    <a:pt x="600125" y="349846"/>
                  </a:lnTo>
                  <a:lnTo>
                    <a:pt x="600125" y="178142"/>
                  </a:lnTo>
                  <a:lnTo>
                    <a:pt x="600125" y="146265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865983" y="1694358"/>
              <a:ext cx="1229360" cy="1614170"/>
            </a:xfrm>
            <a:custGeom>
              <a:avLst/>
              <a:gdLst/>
              <a:ahLst/>
              <a:cxnLst/>
              <a:rect l="l" t="t" r="r" b="b"/>
              <a:pathLst>
                <a:path w="1229359" h="1614170">
                  <a:moveTo>
                    <a:pt x="1165702" y="0"/>
                  </a:moveTo>
                  <a:lnTo>
                    <a:pt x="63223" y="0"/>
                  </a:lnTo>
                  <a:lnTo>
                    <a:pt x="38616" y="4997"/>
                  </a:lnTo>
                  <a:lnTo>
                    <a:pt x="18520" y="18625"/>
                  </a:lnTo>
                  <a:lnTo>
                    <a:pt x="4969" y="38837"/>
                  </a:lnTo>
                  <a:lnTo>
                    <a:pt x="0" y="63589"/>
                  </a:lnTo>
                  <a:lnTo>
                    <a:pt x="0" y="1550235"/>
                  </a:lnTo>
                  <a:lnTo>
                    <a:pt x="4969" y="1574987"/>
                  </a:lnTo>
                  <a:lnTo>
                    <a:pt x="18520" y="1595200"/>
                  </a:lnTo>
                  <a:lnTo>
                    <a:pt x="38616" y="1608827"/>
                  </a:lnTo>
                  <a:lnTo>
                    <a:pt x="63223" y="1613825"/>
                  </a:lnTo>
                  <a:lnTo>
                    <a:pt x="1165702" y="1613825"/>
                  </a:lnTo>
                  <a:lnTo>
                    <a:pt x="1190308" y="1608827"/>
                  </a:lnTo>
                  <a:lnTo>
                    <a:pt x="1210405" y="1595200"/>
                  </a:lnTo>
                  <a:lnTo>
                    <a:pt x="1223956" y="1574987"/>
                  </a:lnTo>
                  <a:lnTo>
                    <a:pt x="1228925" y="1550235"/>
                  </a:lnTo>
                  <a:lnTo>
                    <a:pt x="1228925" y="63589"/>
                  </a:lnTo>
                  <a:lnTo>
                    <a:pt x="1223956" y="38837"/>
                  </a:lnTo>
                  <a:lnTo>
                    <a:pt x="1210405" y="18625"/>
                  </a:lnTo>
                  <a:lnTo>
                    <a:pt x="1190308" y="4997"/>
                  </a:lnTo>
                  <a:lnTo>
                    <a:pt x="116570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968397" y="1844731"/>
              <a:ext cx="1024255" cy="1070610"/>
            </a:xfrm>
            <a:custGeom>
              <a:avLst/>
              <a:gdLst/>
              <a:ahLst/>
              <a:cxnLst/>
              <a:rect l="l" t="t" r="r" b="b"/>
              <a:pathLst>
                <a:path w="1024254" h="1070610">
                  <a:moveTo>
                    <a:pt x="378421" y="101409"/>
                  </a:moveTo>
                  <a:lnTo>
                    <a:pt x="371424" y="94373"/>
                  </a:lnTo>
                  <a:lnTo>
                    <a:pt x="362800" y="94373"/>
                  </a:lnTo>
                  <a:lnTo>
                    <a:pt x="284594" y="94373"/>
                  </a:lnTo>
                  <a:lnTo>
                    <a:pt x="284594" y="7035"/>
                  </a:lnTo>
                  <a:lnTo>
                    <a:pt x="277609" y="0"/>
                  </a:lnTo>
                  <a:lnTo>
                    <a:pt x="143560" y="0"/>
                  </a:lnTo>
                  <a:lnTo>
                    <a:pt x="136575" y="7035"/>
                  </a:lnTo>
                  <a:lnTo>
                    <a:pt x="136575" y="94373"/>
                  </a:lnTo>
                  <a:lnTo>
                    <a:pt x="49733" y="94373"/>
                  </a:lnTo>
                  <a:lnTo>
                    <a:pt x="42735" y="101409"/>
                  </a:lnTo>
                  <a:lnTo>
                    <a:pt x="42735" y="236232"/>
                  </a:lnTo>
                  <a:lnTo>
                    <a:pt x="49733" y="243255"/>
                  </a:lnTo>
                  <a:lnTo>
                    <a:pt x="136575" y="243255"/>
                  </a:lnTo>
                  <a:lnTo>
                    <a:pt x="136575" y="330606"/>
                  </a:lnTo>
                  <a:lnTo>
                    <a:pt x="143560" y="337629"/>
                  </a:lnTo>
                  <a:lnTo>
                    <a:pt x="277596" y="337629"/>
                  </a:lnTo>
                  <a:lnTo>
                    <a:pt x="284581" y="330606"/>
                  </a:lnTo>
                  <a:lnTo>
                    <a:pt x="284581" y="243268"/>
                  </a:lnTo>
                  <a:lnTo>
                    <a:pt x="371424" y="243268"/>
                  </a:lnTo>
                  <a:lnTo>
                    <a:pt x="378421" y="236232"/>
                  </a:lnTo>
                  <a:lnTo>
                    <a:pt x="378421" y="101409"/>
                  </a:lnTo>
                  <a:close/>
                </a:path>
                <a:path w="1024254" h="1070610">
                  <a:moveTo>
                    <a:pt x="507809" y="1048550"/>
                  </a:moveTo>
                  <a:lnTo>
                    <a:pt x="506133" y="1040193"/>
                  </a:lnTo>
                  <a:lnTo>
                    <a:pt x="501561" y="1033360"/>
                  </a:lnTo>
                  <a:lnTo>
                    <a:pt x="494766" y="1028763"/>
                  </a:lnTo>
                  <a:lnTo>
                    <a:pt x="486473" y="1027074"/>
                  </a:lnTo>
                  <a:lnTo>
                    <a:pt x="106654" y="1027074"/>
                  </a:lnTo>
                  <a:lnTo>
                    <a:pt x="98361" y="1028763"/>
                  </a:lnTo>
                  <a:lnTo>
                    <a:pt x="91579" y="1033360"/>
                  </a:lnTo>
                  <a:lnTo>
                    <a:pt x="87007" y="1040193"/>
                  </a:lnTo>
                  <a:lnTo>
                    <a:pt x="85331" y="1048550"/>
                  </a:lnTo>
                  <a:lnTo>
                    <a:pt x="87007" y="1056894"/>
                  </a:lnTo>
                  <a:lnTo>
                    <a:pt x="91579" y="1063713"/>
                  </a:lnTo>
                  <a:lnTo>
                    <a:pt x="98361" y="1068311"/>
                  </a:lnTo>
                  <a:lnTo>
                    <a:pt x="106654" y="1070000"/>
                  </a:lnTo>
                  <a:lnTo>
                    <a:pt x="486473" y="1070000"/>
                  </a:lnTo>
                  <a:lnTo>
                    <a:pt x="494766" y="1068311"/>
                  </a:lnTo>
                  <a:lnTo>
                    <a:pt x="501561" y="1063713"/>
                  </a:lnTo>
                  <a:lnTo>
                    <a:pt x="506133" y="1056894"/>
                  </a:lnTo>
                  <a:lnTo>
                    <a:pt x="507809" y="1048550"/>
                  </a:lnTo>
                  <a:close/>
                </a:path>
                <a:path w="1024254" h="1070610">
                  <a:moveTo>
                    <a:pt x="938784" y="899782"/>
                  </a:moveTo>
                  <a:lnTo>
                    <a:pt x="937107" y="891425"/>
                  </a:lnTo>
                  <a:lnTo>
                    <a:pt x="932535" y="884593"/>
                  </a:lnTo>
                  <a:lnTo>
                    <a:pt x="925753" y="879995"/>
                  </a:lnTo>
                  <a:lnTo>
                    <a:pt x="917435" y="878319"/>
                  </a:lnTo>
                  <a:lnTo>
                    <a:pt x="106654" y="878319"/>
                  </a:lnTo>
                  <a:lnTo>
                    <a:pt x="98361" y="879995"/>
                  </a:lnTo>
                  <a:lnTo>
                    <a:pt x="91579" y="884593"/>
                  </a:lnTo>
                  <a:lnTo>
                    <a:pt x="87007" y="891425"/>
                  </a:lnTo>
                  <a:lnTo>
                    <a:pt x="85331" y="899782"/>
                  </a:lnTo>
                  <a:lnTo>
                    <a:pt x="87007" y="908138"/>
                  </a:lnTo>
                  <a:lnTo>
                    <a:pt x="91579" y="914958"/>
                  </a:lnTo>
                  <a:lnTo>
                    <a:pt x="98361" y="919543"/>
                  </a:lnTo>
                  <a:lnTo>
                    <a:pt x="106654" y="921232"/>
                  </a:lnTo>
                  <a:lnTo>
                    <a:pt x="917435" y="921232"/>
                  </a:lnTo>
                  <a:lnTo>
                    <a:pt x="925753" y="919543"/>
                  </a:lnTo>
                  <a:lnTo>
                    <a:pt x="932535" y="914958"/>
                  </a:lnTo>
                  <a:lnTo>
                    <a:pt x="937107" y="908138"/>
                  </a:lnTo>
                  <a:lnTo>
                    <a:pt x="938784" y="899782"/>
                  </a:lnTo>
                  <a:close/>
                </a:path>
                <a:path w="1024254" h="1070610">
                  <a:moveTo>
                    <a:pt x="938784" y="750976"/>
                  </a:moveTo>
                  <a:lnTo>
                    <a:pt x="937107" y="742619"/>
                  </a:lnTo>
                  <a:lnTo>
                    <a:pt x="932535" y="735799"/>
                  </a:lnTo>
                  <a:lnTo>
                    <a:pt x="925753" y="731189"/>
                  </a:lnTo>
                  <a:lnTo>
                    <a:pt x="917435" y="729513"/>
                  </a:lnTo>
                  <a:lnTo>
                    <a:pt x="106654" y="729513"/>
                  </a:lnTo>
                  <a:lnTo>
                    <a:pt x="98361" y="731189"/>
                  </a:lnTo>
                  <a:lnTo>
                    <a:pt x="91579" y="735799"/>
                  </a:lnTo>
                  <a:lnTo>
                    <a:pt x="87007" y="742619"/>
                  </a:lnTo>
                  <a:lnTo>
                    <a:pt x="85331" y="750976"/>
                  </a:lnTo>
                  <a:lnTo>
                    <a:pt x="87007" y="759320"/>
                  </a:lnTo>
                  <a:lnTo>
                    <a:pt x="91579" y="766140"/>
                  </a:lnTo>
                  <a:lnTo>
                    <a:pt x="98361" y="770737"/>
                  </a:lnTo>
                  <a:lnTo>
                    <a:pt x="106654" y="772426"/>
                  </a:lnTo>
                  <a:lnTo>
                    <a:pt x="917435" y="772426"/>
                  </a:lnTo>
                  <a:lnTo>
                    <a:pt x="925753" y="770737"/>
                  </a:lnTo>
                  <a:lnTo>
                    <a:pt x="932535" y="766140"/>
                  </a:lnTo>
                  <a:lnTo>
                    <a:pt x="937107" y="759320"/>
                  </a:lnTo>
                  <a:lnTo>
                    <a:pt x="938784" y="750976"/>
                  </a:lnTo>
                  <a:close/>
                </a:path>
                <a:path w="1024254" h="1070610">
                  <a:moveTo>
                    <a:pt x="1019822" y="180124"/>
                  </a:moveTo>
                  <a:lnTo>
                    <a:pt x="1018146" y="171767"/>
                  </a:lnTo>
                  <a:lnTo>
                    <a:pt x="1013574" y="164947"/>
                  </a:lnTo>
                  <a:lnTo>
                    <a:pt x="1006779" y="160350"/>
                  </a:lnTo>
                  <a:lnTo>
                    <a:pt x="998474" y="158661"/>
                  </a:lnTo>
                  <a:lnTo>
                    <a:pt x="704062" y="158661"/>
                  </a:lnTo>
                  <a:lnTo>
                    <a:pt x="695769" y="160350"/>
                  </a:lnTo>
                  <a:lnTo>
                    <a:pt x="688975" y="164947"/>
                  </a:lnTo>
                  <a:lnTo>
                    <a:pt x="684403" y="171767"/>
                  </a:lnTo>
                  <a:lnTo>
                    <a:pt x="682726" y="180124"/>
                  </a:lnTo>
                  <a:lnTo>
                    <a:pt x="684403" y="188480"/>
                  </a:lnTo>
                  <a:lnTo>
                    <a:pt x="688975" y="195300"/>
                  </a:lnTo>
                  <a:lnTo>
                    <a:pt x="695769" y="199898"/>
                  </a:lnTo>
                  <a:lnTo>
                    <a:pt x="704062" y="201587"/>
                  </a:lnTo>
                  <a:lnTo>
                    <a:pt x="998474" y="201587"/>
                  </a:lnTo>
                  <a:lnTo>
                    <a:pt x="1006779" y="199898"/>
                  </a:lnTo>
                  <a:lnTo>
                    <a:pt x="1013574" y="195300"/>
                  </a:lnTo>
                  <a:lnTo>
                    <a:pt x="1018146" y="188480"/>
                  </a:lnTo>
                  <a:lnTo>
                    <a:pt x="1019822" y="180124"/>
                  </a:lnTo>
                  <a:close/>
                </a:path>
                <a:path w="1024254" h="1070610">
                  <a:moveTo>
                    <a:pt x="1019822" y="42786"/>
                  </a:moveTo>
                  <a:lnTo>
                    <a:pt x="1018146" y="34417"/>
                  </a:lnTo>
                  <a:lnTo>
                    <a:pt x="1013574" y="27597"/>
                  </a:lnTo>
                  <a:lnTo>
                    <a:pt x="1006779" y="22999"/>
                  </a:lnTo>
                  <a:lnTo>
                    <a:pt x="998474" y="21310"/>
                  </a:lnTo>
                  <a:lnTo>
                    <a:pt x="704062" y="21310"/>
                  </a:lnTo>
                  <a:lnTo>
                    <a:pt x="695769" y="22999"/>
                  </a:lnTo>
                  <a:lnTo>
                    <a:pt x="688975" y="27597"/>
                  </a:lnTo>
                  <a:lnTo>
                    <a:pt x="684403" y="34417"/>
                  </a:lnTo>
                  <a:lnTo>
                    <a:pt x="682726" y="42786"/>
                  </a:lnTo>
                  <a:lnTo>
                    <a:pt x="684403" y="51130"/>
                  </a:lnTo>
                  <a:lnTo>
                    <a:pt x="688975" y="57950"/>
                  </a:lnTo>
                  <a:lnTo>
                    <a:pt x="695769" y="62547"/>
                  </a:lnTo>
                  <a:lnTo>
                    <a:pt x="704062" y="64236"/>
                  </a:lnTo>
                  <a:lnTo>
                    <a:pt x="998474" y="64236"/>
                  </a:lnTo>
                  <a:lnTo>
                    <a:pt x="1006779" y="62547"/>
                  </a:lnTo>
                  <a:lnTo>
                    <a:pt x="1013574" y="57950"/>
                  </a:lnTo>
                  <a:lnTo>
                    <a:pt x="1018146" y="51130"/>
                  </a:lnTo>
                  <a:lnTo>
                    <a:pt x="1019822" y="42786"/>
                  </a:lnTo>
                  <a:close/>
                </a:path>
                <a:path w="1024254" h="1070610">
                  <a:moveTo>
                    <a:pt x="1024089" y="493433"/>
                  </a:moveTo>
                  <a:lnTo>
                    <a:pt x="1022070" y="483412"/>
                  </a:lnTo>
                  <a:lnTo>
                    <a:pt x="1016584" y="475234"/>
                  </a:lnTo>
                  <a:lnTo>
                    <a:pt x="1008456" y="469709"/>
                  </a:lnTo>
                  <a:lnTo>
                    <a:pt x="998486" y="467690"/>
                  </a:lnTo>
                  <a:lnTo>
                    <a:pt x="25590" y="467690"/>
                  </a:lnTo>
                  <a:lnTo>
                    <a:pt x="15621" y="469709"/>
                  </a:lnTo>
                  <a:lnTo>
                    <a:pt x="7493" y="475234"/>
                  </a:lnTo>
                  <a:lnTo>
                    <a:pt x="2006" y="483412"/>
                  </a:lnTo>
                  <a:lnTo>
                    <a:pt x="0" y="493433"/>
                  </a:lnTo>
                  <a:lnTo>
                    <a:pt x="2006" y="503466"/>
                  </a:lnTo>
                  <a:lnTo>
                    <a:pt x="7493" y="511657"/>
                  </a:lnTo>
                  <a:lnTo>
                    <a:pt x="15621" y="517169"/>
                  </a:lnTo>
                  <a:lnTo>
                    <a:pt x="25590" y="519201"/>
                  </a:lnTo>
                  <a:lnTo>
                    <a:pt x="998486" y="519201"/>
                  </a:lnTo>
                  <a:lnTo>
                    <a:pt x="1008456" y="517169"/>
                  </a:lnTo>
                  <a:lnTo>
                    <a:pt x="1016584" y="511657"/>
                  </a:lnTo>
                  <a:lnTo>
                    <a:pt x="1022070" y="503466"/>
                  </a:lnTo>
                  <a:lnTo>
                    <a:pt x="1024089" y="493433"/>
                  </a:lnTo>
                  <a:close/>
                </a:path>
              </a:pathLst>
            </a:custGeom>
            <a:solidFill>
              <a:srgbClr val="D3F1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480227" y="4344558"/>
              <a:ext cx="4915535" cy="5177790"/>
            </a:xfrm>
            <a:custGeom>
              <a:avLst/>
              <a:gdLst/>
              <a:ahLst/>
              <a:cxnLst/>
              <a:rect l="l" t="t" r="r" b="b"/>
              <a:pathLst>
                <a:path w="4915535" h="5177789">
                  <a:moveTo>
                    <a:pt x="4915263" y="0"/>
                  </a:moveTo>
                  <a:lnTo>
                    <a:pt x="677151" y="0"/>
                  </a:lnTo>
                  <a:lnTo>
                    <a:pt x="645544" y="3678"/>
                  </a:lnTo>
                  <a:lnTo>
                    <a:pt x="589598" y="31434"/>
                  </a:lnTo>
                  <a:lnTo>
                    <a:pt x="556500" y="68852"/>
                  </a:lnTo>
                  <a:lnTo>
                    <a:pt x="531781" y="102962"/>
                  </a:lnTo>
                  <a:lnTo>
                    <a:pt x="503657" y="144056"/>
                  </a:lnTo>
                  <a:lnTo>
                    <a:pt x="472632" y="192202"/>
                  </a:lnTo>
                  <a:lnTo>
                    <a:pt x="439208" y="247467"/>
                  </a:lnTo>
                  <a:lnTo>
                    <a:pt x="403888" y="309917"/>
                  </a:lnTo>
                  <a:lnTo>
                    <a:pt x="385675" y="343858"/>
                  </a:lnTo>
                  <a:lnTo>
                    <a:pt x="367176" y="379620"/>
                  </a:lnTo>
                  <a:lnTo>
                    <a:pt x="348454" y="417212"/>
                  </a:lnTo>
                  <a:lnTo>
                    <a:pt x="329573" y="456643"/>
                  </a:lnTo>
                  <a:lnTo>
                    <a:pt x="310595" y="497920"/>
                  </a:lnTo>
                  <a:lnTo>
                    <a:pt x="291583" y="541053"/>
                  </a:lnTo>
                  <a:lnTo>
                    <a:pt x="272600" y="586048"/>
                  </a:lnTo>
                  <a:lnTo>
                    <a:pt x="253709" y="632916"/>
                  </a:lnTo>
                  <a:lnTo>
                    <a:pt x="234973" y="681664"/>
                  </a:lnTo>
                  <a:lnTo>
                    <a:pt x="216454" y="732300"/>
                  </a:lnTo>
                  <a:lnTo>
                    <a:pt x="198215" y="784834"/>
                  </a:lnTo>
                  <a:lnTo>
                    <a:pt x="180320" y="839273"/>
                  </a:lnTo>
                  <a:lnTo>
                    <a:pt x="162830" y="895625"/>
                  </a:lnTo>
                  <a:lnTo>
                    <a:pt x="145809" y="953900"/>
                  </a:lnTo>
                  <a:lnTo>
                    <a:pt x="129321" y="1014105"/>
                  </a:lnTo>
                  <a:lnTo>
                    <a:pt x="113426" y="1076249"/>
                  </a:lnTo>
                  <a:lnTo>
                    <a:pt x="98190" y="1140340"/>
                  </a:lnTo>
                  <a:lnTo>
                    <a:pt x="83673" y="1206387"/>
                  </a:lnTo>
                  <a:lnTo>
                    <a:pt x="69940" y="1274398"/>
                  </a:lnTo>
                  <a:lnTo>
                    <a:pt x="57053" y="1344381"/>
                  </a:lnTo>
                  <a:lnTo>
                    <a:pt x="45074" y="1416346"/>
                  </a:lnTo>
                  <a:lnTo>
                    <a:pt x="34067" y="1490299"/>
                  </a:lnTo>
                  <a:lnTo>
                    <a:pt x="24095" y="1566250"/>
                  </a:lnTo>
                  <a:lnTo>
                    <a:pt x="15221" y="1644206"/>
                  </a:lnTo>
                  <a:lnTo>
                    <a:pt x="7506" y="1724177"/>
                  </a:lnTo>
                  <a:lnTo>
                    <a:pt x="0" y="2404072"/>
                  </a:lnTo>
                  <a:lnTo>
                    <a:pt x="57419" y="3058079"/>
                  </a:lnTo>
                  <a:lnTo>
                    <a:pt x="129056" y="3550209"/>
                  </a:lnTo>
                  <a:lnTo>
                    <a:pt x="164203" y="3744472"/>
                  </a:lnTo>
                  <a:lnTo>
                    <a:pt x="164203" y="5177308"/>
                  </a:lnTo>
                  <a:lnTo>
                    <a:pt x="4544499" y="5177308"/>
                  </a:lnTo>
                  <a:lnTo>
                    <a:pt x="4915263" y="0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644426" y="8089033"/>
              <a:ext cx="4751070" cy="1433195"/>
            </a:xfrm>
            <a:custGeom>
              <a:avLst/>
              <a:gdLst/>
              <a:ahLst/>
              <a:cxnLst/>
              <a:rect l="l" t="t" r="r" b="b"/>
              <a:pathLst>
                <a:path w="4751070" h="1433195">
                  <a:moveTo>
                    <a:pt x="0" y="0"/>
                  </a:moveTo>
                  <a:lnTo>
                    <a:pt x="0" y="1432835"/>
                  </a:lnTo>
                  <a:lnTo>
                    <a:pt x="4720191" y="1432835"/>
                  </a:lnTo>
                  <a:lnTo>
                    <a:pt x="4751059" y="35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4241" y="4344557"/>
              <a:ext cx="2377301" cy="5177308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318776" y="9521865"/>
              <a:ext cx="13096240" cy="248920"/>
            </a:xfrm>
            <a:custGeom>
              <a:avLst/>
              <a:gdLst/>
              <a:ahLst/>
              <a:cxnLst/>
              <a:rect l="l" t="t" r="r" b="b"/>
              <a:pathLst>
                <a:path w="13096240" h="248920">
                  <a:moveTo>
                    <a:pt x="12848865" y="0"/>
                  </a:moveTo>
                  <a:lnTo>
                    <a:pt x="246913" y="0"/>
                  </a:lnTo>
                  <a:lnTo>
                    <a:pt x="197150" y="5045"/>
                  </a:lnTo>
                  <a:lnTo>
                    <a:pt x="150801" y="19516"/>
                  </a:lnTo>
                  <a:lnTo>
                    <a:pt x="108859" y="42414"/>
                  </a:lnTo>
                  <a:lnTo>
                    <a:pt x="72317" y="72741"/>
                  </a:lnTo>
                  <a:lnTo>
                    <a:pt x="42167" y="109497"/>
                  </a:lnTo>
                  <a:lnTo>
                    <a:pt x="19402" y="151684"/>
                  </a:lnTo>
                  <a:lnTo>
                    <a:pt x="5016" y="198304"/>
                  </a:lnTo>
                  <a:lnTo>
                    <a:pt x="0" y="248358"/>
                  </a:lnTo>
                  <a:lnTo>
                    <a:pt x="13095768" y="248358"/>
                  </a:lnTo>
                  <a:lnTo>
                    <a:pt x="13090752" y="198304"/>
                  </a:lnTo>
                  <a:lnTo>
                    <a:pt x="13076366" y="151684"/>
                  </a:lnTo>
                  <a:lnTo>
                    <a:pt x="13053601" y="109497"/>
                  </a:lnTo>
                  <a:lnTo>
                    <a:pt x="13023452" y="72741"/>
                  </a:lnTo>
                  <a:lnTo>
                    <a:pt x="12986911" y="42414"/>
                  </a:lnTo>
                  <a:lnTo>
                    <a:pt x="12944971" y="19516"/>
                  </a:lnTo>
                  <a:lnTo>
                    <a:pt x="12898625" y="5045"/>
                  </a:lnTo>
                  <a:lnTo>
                    <a:pt x="12848865" y="0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896428" y="7587544"/>
              <a:ext cx="6842759" cy="299085"/>
            </a:xfrm>
            <a:custGeom>
              <a:avLst/>
              <a:gdLst/>
              <a:ahLst/>
              <a:cxnLst/>
              <a:rect l="l" t="t" r="r" b="b"/>
              <a:pathLst>
                <a:path w="6842759" h="299084">
                  <a:moveTo>
                    <a:pt x="6747092" y="0"/>
                  </a:moveTo>
                  <a:lnTo>
                    <a:pt x="95190" y="0"/>
                  </a:lnTo>
                  <a:lnTo>
                    <a:pt x="58137" y="7480"/>
                  </a:lnTo>
                  <a:lnTo>
                    <a:pt x="27880" y="27880"/>
                  </a:lnTo>
                  <a:lnTo>
                    <a:pt x="7480" y="58137"/>
                  </a:lnTo>
                  <a:lnTo>
                    <a:pt x="0" y="95190"/>
                  </a:lnTo>
                  <a:lnTo>
                    <a:pt x="0" y="298504"/>
                  </a:lnTo>
                  <a:lnTo>
                    <a:pt x="6842283" y="298504"/>
                  </a:lnTo>
                  <a:lnTo>
                    <a:pt x="6842283" y="95190"/>
                  </a:lnTo>
                  <a:lnTo>
                    <a:pt x="6834802" y="58137"/>
                  </a:lnTo>
                  <a:lnTo>
                    <a:pt x="6814399" y="27880"/>
                  </a:lnTo>
                  <a:lnTo>
                    <a:pt x="6784141" y="7480"/>
                  </a:lnTo>
                  <a:lnTo>
                    <a:pt x="6747092" y="0"/>
                  </a:lnTo>
                  <a:close/>
                </a:path>
              </a:pathLst>
            </a:custGeom>
            <a:solidFill>
              <a:srgbClr val="A6D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896428" y="7886042"/>
              <a:ext cx="6842759" cy="203200"/>
            </a:xfrm>
            <a:custGeom>
              <a:avLst/>
              <a:gdLst/>
              <a:ahLst/>
              <a:cxnLst/>
              <a:rect l="l" t="t" r="r" b="b"/>
              <a:pathLst>
                <a:path w="6842759" h="203200">
                  <a:moveTo>
                    <a:pt x="6842283" y="0"/>
                  </a:moveTo>
                  <a:lnTo>
                    <a:pt x="0" y="0"/>
                  </a:lnTo>
                  <a:lnTo>
                    <a:pt x="0" y="202988"/>
                  </a:lnTo>
                  <a:lnTo>
                    <a:pt x="6842283" y="202988"/>
                  </a:lnTo>
                  <a:lnTo>
                    <a:pt x="6842283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757449" y="8089031"/>
              <a:ext cx="4986020" cy="1361440"/>
            </a:xfrm>
            <a:custGeom>
              <a:avLst/>
              <a:gdLst/>
              <a:ahLst/>
              <a:cxnLst/>
              <a:rect l="l" t="t" r="r" b="b"/>
              <a:pathLst>
                <a:path w="4986020" h="1361440">
                  <a:moveTo>
                    <a:pt x="0" y="1361194"/>
                  </a:moveTo>
                  <a:lnTo>
                    <a:pt x="4985701" y="1361194"/>
                  </a:lnTo>
                  <a:lnTo>
                    <a:pt x="4985701" y="0"/>
                  </a:lnTo>
                  <a:lnTo>
                    <a:pt x="0" y="0"/>
                  </a:lnTo>
                  <a:lnTo>
                    <a:pt x="0" y="1361194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757449" y="9450225"/>
              <a:ext cx="4986020" cy="71755"/>
            </a:xfrm>
            <a:custGeom>
              <a:avLst/>
              <a:gdLst/>
              <a:ahLst/>
              <a:cxnLst/>
              <a:rect l="l" t="t" r="r" b="b"/>
              <a:pathLst>
                <a:path w="4986020" h="71754">
                  <a:moveTo>
                    <a:pt x="4985701" y="0"/>
                  </a:moveTo>
                  <a:lnTo>
                    <a:pt x="0" y="0"/>
                  </a:lnTo>
                  <a:lnTo>
                    <a:pt x="0" y="71641"/>
                  </a:lnTo>
                  <a:lnTo>
                    <a:pt x="4985701" y="71641"/>
                  </a:lnTo>
                  <a:lnTo>
                    <a:pt x="4985701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158246" y="6003473"/>
              <a:ext cx="377190" cy="722630"/>
            </a:xfrm>
            <a:custGeom>
              <a:avLst/>
              <a:gdLst/>
              <a:ahLst/>
              <a:cxnLst/>
              <a:rect l="l" t="t" r="r" b="b"/>
              <a:pathLst>
                <a:path w="377189" h="722629">
                  <a:moveTo>
                    <a:pt x="55397" y="694118"/>
                  </a:moveTo>
                  <a:lnTo>
                    <a:pt x="53225" y="683272"/>
                  </a:lnTo>
                  <a:lnTo>
                    <a:pt x="47282" y="674420"/>
                  </a:lnTo>
                  <a:lnTo>
                    <a:pt x="38481" y="668451"/>
                  </a:lnTo>
                  <a:lnTo>
                    <a:pt x="27698" y="666267"/>
                  </a:lnTo>
                  <a:lnTo>
                    <a:pt x="16916" y="668451"/>
                  </a:lnTo>
                  <a:lnTo>
                    <a:pt x="8115" y="674420"/>
                  </a:lnTo>
                  <a:lnTo>
                    <a:pt x="2171" y="683272"/>
                  </a:lnTo>
                  <a:lnTo>
                    <a:pt x="0" y="694118"/>
                  </a:lnTo>
                  <a:lnTo>
                    <a:pt x="2171" y="704964"/>
                  </a:lnTo>
                  <a:lnTo>
                    <a:pt x="8115" y="713828"/>
                  </a:lnTo>
                  <a:lnTo>
                    <a:pt x="16916" y="719797"/>
                  </a:lnTo>
                  <a:lnTo>
                    <a:pt x="27698" y="721982"/>
                  </a:lnTo>
                  <a:lnTo>
                    <a:pt x="38481" y="719797"/>
                  </a:lnTo>
                  <a:lnTo>
                    <a:pt x="47282" y="713828"/>
                  </a:lnTo>
                  <a:lnTo>
                    <a:pt x="53225" y="704964"/>
                  </a:lnTo>
                  <a:lnTo>
                    <a:pt x="55397" y="694118"/>
                  </a:lnTo>
                  <a:close/>
                </a:path>
                <a:path w="377189" h="722629">
                  <a:moveTo>
                    <a:pt x="55397" y="551637"/>
                  </a:moveTo>
                  <a:lnTo>
                    <a:pt x="53225" y="540791"/>
                  </a:lnTo>
                  <a:lnTo>
                    <a:pt x="47282" y="531939"/>
                  </a:lnTo>
                  <a:lnTo>
                    <a:pt x="38481" y="525957"/>
                  </a:lnTo>
                  <a:lnTo>
                    <a:pt x="27698" y="523773"/>
                  </a:lnTo>
                  <a:lnTo>
                    <a:pt x="16916" y="525957"/>
                  </a:lnTo>
                  <a:lnTo>
                    <a:pt x="8115" y="531939"/>
                  </a:lnTo>
                  <a:lnTo>
                    <a:pt x="2171" y="540791"/>
                  </a:lnTo>
                  <a:lnTo>
                    <a:pt x="0" y="551637"/>
                  </a:lnTo>
                  <a:lnTo>
                    <a:pt x="2171" y="562483"/>
                  </a:lnTo>
                  <a:lnTo>
                    <a:pt x="8115" y="571334"/>
                  </a:lnTo>
                  <a:lnTo>
                    <a:pt x="16916" y="577303"/>
                  </a:lnTo>
                  <a:lnTo>
                    <a:pt x="27698" y="579501"/>
                  </a:lnTo>
                  <a:lnTo>
                    <a:pt x="38481" y="577303"/>
                  </a:lnTo>
                  <a:lnTo>
                    <a:pt x="47282" y="571334"/>
                  </a:lnTo>
                  <a:lnTo>
                    <a:pt x="53225" y="562483"/>
                  </a:lnTo>
                  <a:lnTo>
                    <a:pt x="55397" y="551637"/>
                  </a:lnTo>
                  <a:close/>
                </a:path>
                <a:path w="377189" h="722629">
                  <a:moveTo>
                    <a:pt x="160845" y="694321"/>
                  </a:moveTo>
                  <a:lnTo>
                    <a:pt x="158673" y="683475"/>
                  </a:lnTo>
                  <a:lnTo>
                    <a:pt x="152730" y="674624"/>
                  </a:lnTo>
                  <a:lnTo>
                    <a:pt x="143929" y="668655"/>
                  </a:lnTo>
                  <a:lnTo>
                    <a:pt x="133146" y="666457"/>
                  </a:lnTo>
                  <a:lnTo>
                    <a:pt x="122364" y="668655"/>
                  </a:lnTo>
                  <a:lnTo>
                    <a:pt x="113563" y="674624"/>
                  </a:lnTo>
                  <a:lnTo>
                    <a:pt x="107619" y="683475"/>
                  </a:lnTo>
                  <a:lnTo>
                    <a:pt x="105448" y="694321"/>
                  </a:lnTo>
                  <a:lnTo>
                    <a:pt x="107619" y="705167"/>
                  </a:lnTo>
                  <a:lnTo>
                    <a:pt x="113563" y="714019"/>
                  </a:lnTo>
                  <a:lnTo>
                    <a:pt x="122364" y="720001"/>
                  </a:lnTo>
                  <a:lnTo>
                    <a:pt x="133146" y="722185"/>
                  </a:lnTo>
                  <a:lnTo>
                    <a:pt x="143929" y="720001"/>
                  </a:lnTo>
                  <a:lnTo>
                    <a:pt x="152730" y="714019"/>
                  </a:lnTo>
                  <a:lnTo>
                    <a:pt x="158673" y="705167"/>
                  </a:lnTo>
                  <a:lnTo>
                    <a:pt x="160845" y="694321"/>
                  </a:lnTo>
                  <a:close/>
                </a:path>
                <a:path w="377189" h="722629">
                  <a:moveTo>
                    <a:pt x="160845" y="551840"/>
                  </a:moveTo>
                  <a:lnTo>
                    <a:pt x="158673" y="540994"/>
                  </a:lnTo>
                  <a:lnTo>
                    <a:pt x="152730" y="532142"/>
                  </a:lnTo>
                  <a:lnTo>
                    <a:pt x="143929" y="526161"/>
                  </a:lnTo>
                  <a:lnTo>
                    <a:pt x="133146" y="523976"/>
                  </a:lnTo>
                  <a:lnTo>
                    <a:pt x="122364" y="526161"/>
                  </a:lnTo>
                  <a:lnTo>
                    <a:pt x="113563" y="532142"/>
                  </a:lnTo>
                  <a:lnTo>
                    <a:pt x="107619" y="540994"/>
                  </a:lnTo>
                  <a:lnTo>
                    <a:pt x="105448" y="551840"/>
                  </a:lnTo>
                  <a:lnTo>
                    <a:pt x="107619" y="562673"/>
                  </a:lnTo>
                  <a:lnTo>
                    <a:pt x="113563" y="571538"/>
                  </a:lnTo>
                  <a:lnTo>
                    <a:pt x="122364" y="577507"/>
                  </a:lnTo>
                  <a:lnTo>
                    <a:pt x="133146" y="579704"/>
                  </a:lnTo>
                  <a:lnTo>
                    <a:pt x="143929" y="577507"/>
                  </a:lnTo>
                  <a:lnTo>
                    <a:pt x="152730" y="571538"/>
                  </a:lnTo>
                  <a:lnTo>
                    <a:pt x="158673" y="562673"/>
                  </a:lnTo>
                  <a:lnTo>
                    <a:pt x="160845" y="551840"/>
                  </a:lnTo>
                  <a:close/>
                </a:path>
                <a:path w="377189" h="722629">
                  <a:moveTo>
                    <a:pt x="272427" y="694321"/>
                  </a:moveTo>
                  <a:lnTo>
                    <a:pt x="270256" y="683475"/>
                  </a:lnTo>
                  <a:lnTo>
                    <a:pt x="264312" y="674624"/>
                  </a:lnTo>
                  <a:lnTo>
                    <a:pt x="255511" y="668655"/>
                  </a:lnTo>
                  <a:lnTo>
                    <a:pt x="244729" y="666457"/>
                  </a:lnTo>
                  <a:lnTo>
                    <a:pt x="233946" y="668655"/>
                  </a:lnTo>
                  <a:lnTo>
                    <a:pt x="225145" y="674624"/>
                  </a:lnTo>
                  <a:lnTo>
                    <a:pt x="219214" y="683475"/>
                  </a:lnTo>
                  <a:lnTo>
                    <a:pt x="217030" y="694321"/>
                  </a:lnTo>
                  <a:lnTo>
                    <a:pt x="219214" y="705167"/>
                  </a:lnTo>
                  <a:lnTo>
                    <a:pt x="225145" y="714019"/>
                  </a:lnTo>
                  <a:lnTo>
                    <a:pt x="233946" y="720001"/>
                  </a:lnTo>
                  <a:lnTo>
                    <a:pt x="244729" y="722185"/>
                  </a:lnTo>
                  <a:lnTo>
                    <a:pt x="255511" y="720001"/>
                  </a:lnTo>
                  <a:lnTo>
                    <a:pt x="264312" y="714019"/>
                  </a:lnTo>
                  <a:lnTo>
                    <a:pt x="270256" y="705167"/>
                  </a:lnTo>
                  <a:lnTo>
                    <a:pt x="272427" y="694321"/>
                  </a:lnTo>
                  <a:close/>
                </a:path>
                <a:path w="377189" h="722629">
                  <a:moveTo>
                    <a:pt x="272427" y="551840"/>
                  </a:moveTo>
                  <a:lnTo>
                    <a:pt x="270256" y="540994"/>
                  </a:lnTo>
                  <a:lnTo>
                    <a:pt x="264312" y="532142"/>
                  </a:lnTo>
                  <a:lnTo>
                    <a:pt x="255511" y="526161"/>
                  </a:lnTo>
                  <a:lnTo>
                    <a:pt x="244729" y="523976"/>
                  </a:lnTo>
                  <a:lnTo>
                    <a:pt x="233946" y="526161"/>
                  </a:lnTo>
                  <a:lnTo>
                    <a:pt x="225145" y="532142"/>
                  </a:lnTo>
                  <a:lnTo>
                    <a:pt x="219214" y="540994"/>
                  </a:lnTo>
                  <a:lnTo>
                    <a:pt x="217030" y="551840"/>
                  </a:lnTo>
                  <a:lnTo>
                    <a:pt x="219214" y="562673"/>
                  </a:lnTo>
                  <a:lnTo>
                    <a:pt x="225145" y="571538"/>
                  </a:lnTo>
                  <a:lnTo>
                    <a:pt x="233946" y="577507"/>
                  </a:lnTo>
                  <a:lnTo>
                    <a:pt x="244729" y="579704"/>
                  </a:lnTo>
                  <a:lnTo>
                    <a:pt x="255511" y="577507"/>
                  </a:lnTo>
                  <a:lnTo>
                    <a:pt x="264312" y="571538"/>
                  </a:lnTo>
                  <a:lnTo>
                    <a:pt x="270256" y="562673"/>
                  </a:lnTo>
                  <a:lnTo>
                    <a:pt x="272427" y="551840"/>
                  </a:lnTo>
                  <a:close/>
                </a:path>
                <a:path w="377189" h="722629">
                  <a:moveTo>
                    <a:pt x="376694" y="694118"/>
                  </a:moveTo>
                  <a:lnTo>
                    <a:pt x="374510" y="683272"/>
                  </a:lnTo>
                  <a:lnTo>
                    <a:pt x="368579" y="674420"/>
                  </a:lnTo>
                  <a:lnTo>
                    <a:pt x="359778" y="668451"/>
                  </a:lnTo>
                  <a:lnTo>
                    <a:pt x="348996" y="666267"/>
                  </a:lnTo>
                  <a:lnTo>
                    <a:pt x="338213" y="668451"/>
                  </a:lnTo>
                  <a:lnTo>
                    <a:pt x="329412" y="674420"/>
                  </a:lnTo>
                  <a:lnTo>
                    <a:pt x="323481" y="683272"/>
                  </a:lnTo>
                  <a:lnTo>
                    <a:pt x="321297" y="694118"/>
                  </a:lnTo>
                  <a:lnTo>
                    <a:pt x="323481" y="704964"/>
                  </a:lnTo>
                  <a:lnTo>
                    <a:pt x="329412" y="713828"/>
                  </a:lnTo>
                  <a:lnTo>
                    <a:pt x="338213" y="719797"/>
                  </a:lnTo>
                  <a:lnTo>
                    <a:pt x="348996" y="721982"/>
                  </a:lnTo>
                  <a:lnTo>
                    <a:pt x="359778" y="719797"/>
                  </a:lnTo>
                  <a:lnTo>
                    <a:pt x="368579" y="713828"/>
                  </a:lnTo>
                  <a:lnTo>
                    <a:pt x="374510" y="704964"/>
                  </a:lnTo>
                  <a:lnTo>
                    <a:pt x="376694" y="694118"/>
                  </a:lnTo>
                  <a:close/>
                </a:path>
                <a:path w="377189" h="722629">
                  <a:moveTo>
                    <a:pt x="376694" y="551637"/>
                  </a:moveTo>
                  <a:lnTo>
                    <a:pt x="374510" y="540791"/>
                  </a:lnTo>
                  <a:lnTo>
                    <a:pt x="368579" y="531939"/>
                  </a:lnTo>
                  <a:lnTo>
                    <a:pt x="359778" y="525957"/>
                  </a:lnTo>
                  <a:lnTo>
                    <a:pt x="348996" y="523773"/>
                  </a:lnTo>
                  <a:lnTo>
                    <a:pt x="338213" y="525957"/>
                  </a:lnTo>
                  <a:lnTo>
                    <a:pt x="329412" y="531939"/>
                  </a:lnTo>
                  <a:lnTo>
                    <a:pt x="323481" y="540791"/>
                  </a:lnTo>
                  <a:lnTo>
                    <a:pt x="321297" y="551637"/>
                  </a:lnTo>
                  <a:lnTo>
                    <a:pt x="323481" y="562483"/>
                  </a:lnTo>
                  <a:lnTo>
                    <a:pt x="329412" y="571334"/>
                  </a:lnTo>
                  <a:lnTo>
                    <a:pt x="338213" y="577303"/>
                  </a:lnTo>
                  <a:lnTo>
                    <a:pt x="348996" y="579501"/>
                  </a:lnTo>
                  <a:lnTo>
                    <a:pt x="359778" y="577303"/>
                  </a:lnTo>
                  <a:lnTo>
                    <a:pt x="368579" y="571334"/>
                  </a:lnTo>
                  <a:lnTo>
                    <a:pt x="374510" y="562483"/>
                  </a:lnTo>
                  <a:lnTo>
                    <a:pt x="376694" y="551637"/>
                  </a:lnTo>
                  <a:close/>
                </a:path>
                <a:path w="377189" h="722629">
                  <a:moveTo>
                    <a:pt x="376694" y="4572"/>
                  </a:moveTo>
                  <a:lnTo>
                    <a:pt x="37212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431634"/>
                  </a:lnTo>
                  <a:lnTo>
                    <a:pt x="4572" y="436219"/>
                  </a:lnTo>
                  <a:lnTo>
                    <a:pt x="10210" y="436219"/>
                  </a:lnTo>
                  <a:lnTo>
                    <a:pt x="372122" y="436219"/>
                  </a:lnTo>
                  <a:lnTo>
                    <a:pt x="376694" y="431634"/>
                  </a:lnTo>
                  <a:lnTo>
                    <a:pt x="376694" y="4572"/>
                  </a:lnTo>
                  <a:close/>
                </a:path>
              </a:pathLst>
            </a:custGeom>
            <a:solidFill>
              <a:srgbClr val="B39C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393451" y="4428614"/>
              <a:ext cx="470534" cy="3587750"/>
            </a:xfrm>
            <a:custGeom>
              <a:avLst/>
              <a:gdLst/>
              <a:ahLst/>
              <a:cxnLst/>
              <a:rect l="l" t="t" r="r" b="b"/>
              <a:pathLst>
                <a:path w="470535" h="3587750">
                  <a:moveTo>
                    <a:pt x="456311" y="0"/>
                  </a:moveTo>
                  <a:lnTo>
                    <a:pt x="420661" y="47801"/>
                  </a:lnTo>
                  <a:lnTo>
                    <a:pt x="394371" y="91289"/>
                  </a:lnTo>
                  <a:lnTo>
                    <a:pt x="369527" y="135544"/>
                  </a:lnTo>
                  <a:lnTo>
                    <a:pt x="346064" y="180511"/>
                  </a:lnTo>
                  <a:lnTo>
                    <a:pt x="323922" y="226136"/>
                  </a:lnTo>
                  <a:lnTo>
                    <a:pt x="303038" y="272367"/>
                  </a:lnTo>
                  <a:lnTo>
                    <a:pt x="283348" y="319148"/>
                  </a:lnTo>
                  <a:lnTo>
                    <a:pt x="264792" y="366426"/>
                  </a:lnTo>
                  <a:lnTo>
                    <a:pt x="247306" y="414147"/>
                  </a:lnTo>
                  <a:lnTo>
                    <a:pt x="230828" y="462257"/>
                  </a:lnTo>
                  <a:lnTo>
                    <a:pt x="215296" y="510702"/>
                  </a:lnTo>
                  <a:lnTo>
                    <a:pt x="200647" y="559428"/>
                  </a:lnTo>
                  <a:lnTo>
                    <a:pt x="186819" y="608382"/>
                  </a:lnTo>
                  <a:lnTo>
                    <a:pt x="173750" y="657510"/>
                  </a:lnTo>
                  <a:lnTo>
                    <a:pt x="161377" y="706756"/>
                  </a:lnTo>
                  <a:lnTo>
                    <a:pt x="149762" y="755253"/>
                  </a:lnTo>
                  <a:lnTo>
                    <a:pt x="138591" y="803864"/>
                  </a:lnTo>
                  <a:lnTo>
                    <a:pt x="127863" y="852586"/>
                  </a:lnTo>
                  <a:lnTo>
                    <a:pt x="117577" y="901413"/>
                  </a:lnTo>
                  <a:lnTo>
                    <a:pt x="107731" y="950341"/>
                  </a:lnTo>
                  <a:lnTo>
                    <a:pt x="98324" y="999364"/>
                  </a:lnTo>
                  <a:lnTo>
                    <a:pt x="89355" y="1048477"/>
                  </a:lnTo>
                  <a:lnTo>
                    <a:pt x="80823" y="1097676"/>
                  </a:lnTo>
                  <a:lnTo>
                    <a:pt x="72726" y="1146956"/>
                  </a:lnTo>
                  <a:lnTo>
                    <a:pt x="65063" y="1196312"/>
                  </a:lnTo>
                  <a:lnTo>
                    <a:pt x="57834" y="1245739"/>
                  </a:lnTo>
                  <a:lnTo>
                    <a:pt x="51036" y="1295232"/>
                  </a:lnTo>
                  <a:lnTo>
                    <a:pt x="44669" y="1344786"/>
                  </a:lnTo>
                  <a:lnTo>
                    <a:pt x="38731" y="1394396"/>
                  </a:lnTo>
                  <a:lnTo>
                    <a:pt x="33221" y="1444057"/>
                  </a:lnTo>
                  <a:lnTo>
                    <a:pt x="28138" y="1493765"/>
                  </a:lnTo>
                  <a:lnTo>
                    <a:pt x="23481" y="1543514"/>
                  </a:lnTo>
                  <a:lnTo>
                    <a:pt x="19248" y="1593299"/>
                  </a:lnTo>
                  <a:lnTo>
                    <a:pt x="15439" y="1643117"/>
                  </a:lnTo>
                  <a:lnTo>
                    <a:pt x="12052" y="1692961"/>
                  </a:lnTo>
                  <a:lnTo>
                    <a:pt x="9085" y="1742826"/>
                  </a:lnTo>
                  <a:lnTo>
                    <a:pt x="6538" y="1792709"/>
                  </a:lnTo>
                  <a:lnTo>
                    <a:pt x="4410" y="1842604"/>
                  </a:lnTo>
                  <a:lnTo>
                    <a:pt x="2698" y="1892506"/>
                  </a:lnTo>
                  <a:lnTo>
                    <a:pt x="1403" y="1942409"/>
                  </a:lnTo>
                  <a:lnTo>
                    <a:pt x="522" y="1992311"/>
                  </a:lnTo>
                  <a:lnTo>
                    <a:pt x="55" y="2042204"/>
                  </a:lnTo>
                  <a:lnTo>
                    <a:pt x="0" y="2092085"/>
                  </a:lnTo>
                  <a:lnTo>
                    <a:pt x="355" y="2141948"/>
                  </a:lnTo>
                  <a:lnTo>
                    <a:pt x="1134" y="2192115"/>
                  </a:lnTo>
                  <a:lnTo>
                    <a:pt x="2340" y="2242271"/>
                  </a:lnTo>
                  <a:lnTo>
                    <a:pt x="3971" y="2292414"/>
                  </a:lnTo>
                  <a:lnTo>
                    <a:pt x="6029" y="2342540"/>
                  </a:lnTo>
                  <a:lnTo>
                    <a:pt x="8511" y="2392645"/>
                  </a:lnTo>
                  <a:lnTo>
                    <a:pt x="11420" y="2442726"/>
                  </a:lnTo>
                  <a:lnTo>
                    <a:pt x="14753" y="2492779"/>
                  </a:lnTo>
                  <a:lnTo>
                    <a:pt x="18510" y="2542801"/>
                  </a:lnTo>
                  <a:lnTo>
                    <a:pt x="22692" y="2592788"/>
                  </a:lnTo>
                  <a:lnTo>
                    <a:pt x="27298" y="2642736"/>
                  </a:lnTo>
                  <a:lnTo>
                    <a:pt x="32327" y="2692643"/>
                  </a:lnTo>
                  <a:lnTo>
                    <a:pt x="37780" y="2742504"/>
                  </a:lnTo>
                  <a:lnTo>
                    <a:pt x="43655" y="2792317"/>
                  </a:lnTo>
                  <a:lnTo>
                    <a:pt x="49954" y="2842076"/>
                  </a:lnTo>
                  <a:lnTo>
                    <a:pt x="56674" y="2891780"/>
                  </a:lnTo>
                  <a:lnTo>
                    <a:pt x="63816" y="2941424"/>
                  </a:lnTo>
                  <a:lnTo>
                    <a:pt x="71380" y="2991005"/>
                  </a:lnTo>
                  <a:lnTo>
                    <a:pt x="79365" y="3040519"/>
                  </a:lnTo>
                  <a:lnTo>
                    <a:pt x="87772" y="3089963"/>
                  </a:lnTo>
                  <a:lnTo>
                    <a:pt x="96599" y="3139333"/>
                  </a:lnTo>
                  <a:lnTo>
                    <a:pt x="105846" y="3188625"/>
                  </a:lnTo>
                  <a:lnTo>
                    <a:pt x="115513" y="3237837"/>
                  </a:lnTo>
                  <a:lnTo>
                    <a:pt x="125600" y="3286965"/>
                  </a:lnTo>
                  <a:lnTo>
                    <a:pt x="136106" y="3336004"/>
                  </a:lnTo>
                  <a:lnTo>
                    <a:pt x="147031" y="3384952"/>
                  </a:lnTo>
                  <a:lnTo>
                    <a:pt x="158375" y="3433805"/>
                  </a:lnTo>
                  <a:lnTo>
                    <a:pt x="170137" y="3482559"/>
                  </a:lnTo>
                  <a:lnTo>
                    <a:pt x="182317" y="3531211"/>
                  </a:lnTo>
                  <a:lnTo>
                    <a:pt x="194915" y="3579758"/>
                  </a:lnTo>
                  <a:lnTo>
                    <a:pt x="209006" y="3587564"/>
                  </a:lnTo>
                  <a:lnTo>
                    <a:pt x="215992" y="3582697"/>
                  </a:lnTo>
                  <a:lnTo>
                    <a:pt x="217333" y="3573538"/>
                  </a:lnTo>
                  <a:lnTo>
                    <a:pt x="204543" y="3524245"/>
                  </a:lnTo>
                  <a:lnTo>
                    <a:pt x="192178" y="3474844"/>
                  </a:lnTo>
                  <a:lnTo>
                    <a:pt x="180242" y="3425337"/>
                  </a:lnTo>
                  <a:lnTo>
                    <a:pt x="168734" y="3375729"/>
                  </a:lnTo>
                  <a:lnTo>
                    <a:pt x="157656" y="3326022"/>
                  </a:lnTo>
                  <a:lnTo>
                    <a:pt x="147010" y="3276221"/>
                  </a:lnTo>
                  <a:lnTo>
                    <a:pt x="136798" y="3226329"/>
                  </a:lnTo>
                  <a:lnTo>
                    <a:pt x="127020" y="3176349"/>
                  </a:lnTo>
                  <a:lnTo>
                    <a:pt x="117679" y="3126284"/>
                  </a:lnTo>
                  <a:lnTo>
                    <a:pt x="108775" y="3076140"/>
                  </a:lnTo>
                  <a:lnTo>
                    <a:pt x="100311" y="3025917"/>
                  </a:lnTo>
                  <a:lnTo>
                    <a:pt x="92287" y="2975622"/>
                  </a:lnTo>
                  <a:lnTo>
                    <a:pt x="84705" y="2925256"/>
                  </a:lnTo>
                  <a:lnTo>
                    <a:pt x="77566" y="2874823"/>
                  </a:lnTo>
                  <a:lnTo>
                    <a:pt x="70873" y="2824327"/>
                  </a:lnTo>
                  <a:lnTo>
                    <a:pt x="64626" y="2773772"/>
                  </a:lnTo>
                  <a:lnTo>
                    <a:pt x="58792" y="2722891"/>
                  </a:lnTo>
                  <a:lnTo>
                    <a:pt x="53401" y="2671961"/>
                  </a:lnTo>
                  <a:lnTo>
                    <a:pt x="48453" y="2620985"/>
                  </a:lnTo>
                  <a:lnTo>
                    <a:pt x="43947" y="2569968"/>
                  </a:lnTo>
                  <a:lnTo>
                    <a:pt x="39884" y="2518914"/>
                  </a:lnTo>
                  <a:lnTo>
                    <a:pt x="36263" y="2467825"/>
                  </a:lnTo>
                  <a:lnTo>
                    <a:pt x="33086" y="2416707"/>
                  </a:lnTo>
                  <a:lnTo>
                    <a:pt x="30352" y="2365563"/>
                  </a:lnTo>
                  <a:lnTo>
                    <a:pt x="28060" y="2314397"/>
                  </a:lnTo>
                  <a:lnTo>
                    <a:pt x="26212" y="2263213"/>
                  </a:lnTo>
                  <a:lnTo>
                    <a:pt x="24807" y="2212014"/>
                  </a:lnTo>
                  <a:lnTo>
                    <a:pt x="23845" y="2160805"/>
                  </a:lnTo>
                  <a:lnTo>
                    <a:pt x="23326" y="2109590"/>
                  </a:lnTo>
                  <a:lnTo>
                    <a:pt x="23251" y="2058372"/>
                  </a:lnTo>
                  <a:lnTo>
                    <a:pt x="23620" y="2007156"/>
                  </a:lnTo>
                  <a:lnTo>
                    <a:pt x="24432" y="1955945"/>
                  </a:lnTo>
                  <a:lnTo>
                    <a:pt x="25688" y="1904743"/>
                  </a:lnTo>
                  <a:lnTo>
                    <a:pt x="27387" y="1853554"/>
                  </a:lnTo>
                  <a:lnTo>
                    <a:pt x="29530" y="1802382"/>
                  </a:lnTo>
                  <a:lnTo>
                    <a:pt x="32117" y="1751230"/>
                  </a:lnTo>
                  <a:lnTo>
                    <a:pt x="35148" y="1700104"/>
                  </a:lnTo>
                  <a:lnTo>
                    <a:pt x="38624" y="1649006"/>
                  </a:lnTo>
                  <a:lnTo>
                    <a:pt x="42543" y="1597941"/>
                  </a:lnTo>
                  <a:lnTo>
                    <a:pt x="46906" y="1546912"/>
                  </a:lnTo>
                  <a:lnTo>
                    <a:pt x="51714" y="1495924"/>
                  </a:lnTo>
                  <a:lnTo>
                    <a:pt x="56966" y="1444980"/>
                  </a:lnTo>
                  <a:lnTo>
                    <a:pt x="62663" y="1394084"/>
                  </a:lnTo>
                  <a:lnTo>
                    <a:pt x="68804" y="1343240"/>
                  </a:lnTo>
                  <a:lnTo>
                    <a:pt x="75350" y="1292600"/>
                  </a:lnTo>
                  <a:lnTo>
                    <a:pt x="82309" y="1241984"/>
                  </a:lnTo>
                  <a:lnTo>
                    <a:pt x="89693" y="1191405"/>
                  </a:lnTo>
                  <a:lnTo>
                    <a:pt x="97513" y="1140873"/>
                  </a:lnTo>
                  <a:lnTo>
                    <a:pt x="105780" y="1090400"/>
                  </a:lnTo>
                  <a:lnTo>
                    <a:pt x="114506" y="1039997"/>
                  </a:lnTo>
                  <a:lnTo>
                    <a:pt x="123703" y="989676"/>
                  </a:lnTo>
                  <a:lnTo>
                    <a:pt x="133380" y="939448"/>
                  </a:lnTo>
                  <a:lnTo>
                    <a:pt x="143551" y="889324"/>
                  </a:lnTo>
                  <a:lnTo>
                    <a:pt x="154225" y="839317"/>
                  </a:lnTo>
                  <a:lnTo>
                    <a:pt x="165415" y="789436"/>
                  </a:lnTo>
                  <a:lnTo>
                    <a:pt x="177132" y="739695"/>
                  </a:lnTo>
                  <a:lnTo>
                    <a:pt x="189387" y="690104"/>
                  </a:lnTo>
                  <a:lnTo>
                    <a:pt x="202192" y="640675"/>
                  </a:lnTo>
                  <a:lnTo>
                    <a:pt x="216034" y="590083"/>
                  </a:lnTo>
                  <a:lnTo>
                    <a:pt x="230731" y="539706"/>
                  </a:lnTo>
                  <a:lnTo>
                    <a:pt x="246352" y="489602"/>
                  </a:lnTo>
                  <a:lnTo>
                    <a:pt x="262966" y="439834"/>
                  </a:lnTo>
                  <a:lnTo>
                    <a:pt x="280642" y="390460"/>
                  </a:lnTo>
                  <a:lnTo>
                    <a:pt x="299448" y="341542"/>
                  </a:lnTo>
                  <a:lnTo>
                    <a:pt x="319453" y="293139"/>
                  </a:lnTo>
                  <a:lnTo>
                    <a:pt x="340727" y="245313"/>
                  </a:lnTo>
                  <a:lnTo>
                    <a:pt x="363338" y="198123"/>
                  </a:lnTo>
                  <a:lnTo>
                    <a:pt x="387355" y="151629"/>
                  </a:lnTo>
                  <a:lnTo>
                    <a:pt x="412846" y="105893"/>
                  </a:lnTo>
                  <a:lnTo>
                    <a:pt x="439882" y="60975"/>
                  </a:lnTo>
                  <a:lnTo>
                    <a:pt x="468530" y="16934"/>
                  </a:lnTo>
                  <a:lnTo>
                    <a:pt x="470135" y="8080"/>
                  </a:lnTo>
                  <a:lnTo>
                    <a:pt x="464799" y="1708"/>
                  </a:lnTo>
                  <a:lnTo>
                    <a:pt x="456311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385598" y="7297198"/>
              <a:ext cx="283845" cy="76200"/>
            </a:xfrm>
            <a:custGeom>
              <a:avLst/>
              <a:gdLst/>
              <a:ahLst/>
              <a:cxnLst/>
              <a:rect l="l" t="t" r="r" b="b"/>
              <a:pathLst>
                <a:path w="283845" h="76200">
                  <a:moveTo>
                    <a:pt x="111354" y="0"/>
                  </a:moveTo>
                  <a:lnTo>
                    <a:pt x="45206" y="17676"/>
                  </a:lnTo>
                  <a:lnTo>
                    <a:pt x="426" y="69003"/>
                  </a:lnTo>
                  <a:lnTo>
                    <a:pt x="0" y="69998"/>
                  </a:lnTo>
                  <a:lnTo>
                    <a:pt x="0" y="75618"/>
                  </a:lnTo>
                  <a:lnTo>
                    <a:pt x="944" y="76178"/>
                  </a:lnTo>
                  <a:lnTo>
                    <a:pt x="7403" y="76178"/>
                  </a:lnTo>
                  <a:lnTo>
                    <a:pt x="8457" y="73725"/>
                  </a:lnTo>
                  <a:lnTo>
                    <a:pt x="16134" y="58866"/>
                  </a:lnTo>
                  <a:lnTo>
                    <a:pt x="51178" y="24156"/>
                  </a:lnTo>
                  <a:lnTo>
                    <a:pt x="87642" y="11455"/>
                  </a:lnTo>
                  <a:lnTo>
                    <a:pt x="203589" y="9528"/>
                  </a:lnTo>
                  <a:lnTo>
                    <a:pt x="197398" y="8003"/>
                  </a:lnTo>
                  <a:lnTo>
                    <a:pt x="154470" y="1683"/>
                  </a:lnTo>
                  <a:lnTo>
                    <a:pt x="111354" y="0"/>
                  </a:lnTo>
                  <a:close/>
                </a:path>
                <a:path w="283845" h="76200">
                  <a:moveTo>
                    <a:pt x="203589" y="9528"/>
                  </a:moveTo>
                  <a:lnTo>
                    <a:pt x="126391" y="9528"/>
                  </a:lnTo>
                  <a:lnTo>
                    <a:pt x="165160" y="12613"/>
                  </a:lnTo>
                  <a:lnTo>
                    <a:pt x="203476" y="19066"/>
                  </a:lnTo>
                  <a:lnTo>
                    <a:pt x="241139" y="28689"/>
                  </a:lnTo>
                  <a:lnTo>
                    <a:pt x="277946" y="41286"/>
                  </a:lnTo>
                  <a:lnTo>
                    <a:pt x="283548" y="43443"/>
                  </a:lnTo>
                  <a:lnTo>
                    <a:pt x="283551" y="33476"/>
                  </a:lnTo>
                  <a:lnTo>
                    <a:pt x="280417" y="32271"/>
                  </a:lnTo>
                  <a:lnTo>
                    <a:pt x="239570" y="18389"/>
                  </a:lnTo>
                  <a:lnTo>
                    <a:pt x="203589" y="9528"/>
                  </a:lnTo>
                  <a:close/>
                </a:path>
              </a:pathLst>
            </a:custGeom>
            <a:solidFill>
              <a:srgbClr val="D3F1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007254" y="9225422"/>
              <a:ext cx="1168400" cy="170815"/>
            </a:xfrm>
            <a:custGeom>
              <a:avLst/>
              <a:gdLst/>
              <a:ahLst/>
              <a:cxnLst/>
              <a:rect l="l" t="t" r="r" b="b"/>
              <a:pathLst>
                <a:path w="1168400" h="170815">
                  <a:moveTo>
                    <a:pt x="1168048" y="0"/>
                  </a:moveTo>
                  <a:lnTo>
                    <a:pt x="0" y="0"/>
                  </a:lnTo>
                  <a:lnTo>
                    <a:pt x="14502" y="170434"/>
                  </a:lnTo>
                  <a:lnTo>
                    <a:pt x="1152027" y="170434"/>
                  </a:lnTo>
                  <a:lnTo>
                    <a:pt x="1168048" y="0"/>
                  </a:lnTo>
                  <a:close/>
                </a:path>
              </a:pathLst>
            </a:custGeom>
            <a:solidFill>
              <a:srgbClr val="DFEBC7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1321236" y="2272475"/>
              <a:ext cx="2476500" cy="1614170"/>
            </a:xfrm>
            <a:custGeom>
              <a:avLst/>
              <a:gdLst/>
              <a:ahLst/>
              <a:cxnLst/>
              <a:rect l="l" t="t" r="r" b="b"/>
              <a:pathLst>
                <a:path w="2476500" h="1614170">
                  <a:moveTo>
                    <a:pt x="2476029" y="0"/>
                  </a:moveTo>
                  <a:lnTo>
                    <a:pt x="0" y="0"/>
                  </a:lnTo>
                  <a:lnTo>
                    <a:pt x="0" y="1613877"/>
                  </a:lnTo>
                  <a:lnTo>
                    <a:pt x="2476029" y="1613877"/>
                  </a:lnTo>
                  <a:lnTo>
                    <a:pt x="2476029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1379014" y="2334326"/>
              <a:ext cx="2360930" cy="1494790"/>
            </a:xfrm>
            <a:custGeom>
              <a:avLst/>
              <a:gdLst/>
              <a:ahLst/>
              <a:cxnLst/>
              <a:rect l="l" t="t" r="r" b="b"/>
              <a:pathLst>
                <a:path w="2360930" h="1494789">
                  <a:moveTo>
                    <a:pt x="2360483" y="0"/>
                  </a:moveTo>
                  <a:lnTo>
                    <a:pt x="0" y="0"/>
                  </a:lnTo>
                  <a:lnTo>
                    <a:pt x="0" y="1494331"/>
                  </a:lnTo>
                  <a:lnTo>
                    <a:pt x="2360483" y="1494331"/>
                  </a:lnTo>
                  <a:lnTo>
                    <a:pt x="2360483" y="0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1496215" y="2446407"/>
              <a:ext cx="277495" cy="388620"/>
            </a:xfrm>
            <a:custGeom>
              <a:avLst/>
              <a:gdLst/>
              <a:ahLst/>
              <a:cxnLst/>
              <a:rect l="l" t="t" r="r" b="b"/>
              <a:pathLst>
                <a:path w="277495" h="388619">
                  <a:moveTo>
                    <a:pt x="277310" y="0"/>
                  </a:moveTo>
                  <a:lnTo>
                    <a:pt x="0" y="0"/>
                  </a:lnTo>
                  <a:lnTo>
                    <a:pt x="0" y="388522"/>
                  </a:lnTo>
                  <a:lnTo>
                    <a:pt x="277310" y="388522"/>
                  </a:lnTo>
                  <a:lnTo>
                    <a:pt x="277310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1907239" y="2446407"/>
              <a:ext cx="277495" cy="388620"/>
            </a:xfrm>
            <a:custGeom>
              <a:avLst/>
              <a:gdLst/>
              <a:ahLst/>
              <a:cxnLst/>
              <a:rect l="l" t="t" r="r" b="b"/>
              <a:pathLst>
                <a:path w="277495" h="388619">
                  <a:moveTo>
                    <a:pt x="277310" y="0"/>
                  </a:moveTo>
                  <a:lnTo>
                    <a:pt x="0" y="0"/>
                  </a:lnTo>
                  <a:lnTo>
                    <a:pt x="0" y="388522"/>
                  </a:lnTo>
                  <a:lnTo>
                    <a:pt x="277310" y="388522"/>
                  </a:lnTo>
                  <a:lnTo>
                    <a:pt x="27731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1618455" y="2461710"/>
              <a:ext cx="436880" cy="22225"/>
            </a:xfrm>
            <a:custGeom>
              <a:avLst/>
              <a:gdLst/>
              <a:ahLst/>
              <a:cxnLst/>
              <a:rect l="l" t="t" r="r" b="b"/>
              <a:pathLst>
                <a:path w="436879" h="22225">
                  <a:moveTo>
                    <a:pt x="21043" y="5626"/>
                  </a:moveTo>
                  <a:lnTo>
                    <a:pt x="16332" y="889"/>
                  </a:lnTo>
                  <a:lnTo>
                    <a:pt x="4711" y="889"/>
                  </a:lnTo>
                  <a:lnTo>
                    <a:pt x="0" y="5626"/>
                  </a:lnTo>
                  <a:lnTo>
                    <a:pt x="0" y="17310"/>
                  </a:lnTo>
                  <a:lnTo>
                    <a:pt x="4711" y="22059"/>
                  </a:lnTo>
                  <a:lnTo>
                    <a:pt x="16332" y="22059"/>
                  </a:lnTo>
                  <a:lnTo>
                    <a:pt x="21043" y="17310"/>
                  </a:lnTo>
                  <a:lnTo>
                    <a:pt x="21043" y="11468"/>
                  </a:lnTo>
                  <a:lnTo>
                    <a:pt x="21043" y="5626"/>
                  </a:lnTo>
                  <a:close/>
                </a:path>
                <a:path w="436879" h="22225">
                  <a:moveTo>
                    <a:pt x="436714" y="4737"/>
                  </a:moveTo>
                  <a:lnTo>
                    <a:pt x="432003" y="0"/>
                  </a:lnTo>
                  <a:lnTo>
                    <a:pt x="420382" y="0"/>
                  </a:lnTo>
                  <a:lnTo>
                    <a:pt x="415671" y="4737"/>
                  </a:lnTo>
                  <a:lnTo>
                    <a:pt x="415671" y="16421"/>
                  </a:lnTo>
                  <a:lnTo>
                    <a:pt x="420382" y="21170"/>
                  </a:lnTo>
                  <a:lnTo>
                    <a:pt x="432003" y="21170"/>
                  </a:lnTo>
                  <a:lnTo>
                    <a:pt x="436714" y="16421"/>
                  </a:lnTo>
                  <a:lnTo>
                    <a:pt x="436714" y="10579"/>
                  </a:lnTo>
                  <a:lnTo>
                    <a:pt x="436714" y="4737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2367780" y="2446407"/>
              <a:ext cx="277495" cy="388620"/>
            </a:xfrm>
            <a:custGeom>
              <a:avLst/>
              <a:gdLst/>
              <a:ahLst/>
              <a:cxnLst/>
              <a:rect l="l" t="t" r="r" b="b"/>
              <a:pathLst>
                <a:path w="277495" h="388619">
                  <a:moveTo>
                    <a:pt x="277310" y="0"/>
                  </a:moveTo>
                  <a:lnTo>
                    <a:pt x="0" y="0"/>
                  </a:lnTo>
                  <a:lnTo>
                    <a:pt x="0" y="388522"/>
                  </a:lnTo>
                  <a:lnTo>
                    <a:pt x="277310" y="388522"/>
                  </a:lnTo>
                  <a:lnTo>
                    <a:pt x="277310" y="0"/>
                  </a:lnTo>
                  <a:close/>
                </a:path>
              </a:pathLst>
            </a:custGeom>
            <a:solidFill>
              <a:srgbClr val="A6D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2498696" y="2470373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89">
                  <a:moveTo>
                    <a:pt x="16334" y="0"/>
                  </a:moveTo>
                  <a:lnTo>
                    <a:pt x="4711" y="0"/>
                  </a:lnTo>
                  <a:lnTo>
                    <a:pt x="0" y="4743"/>
                  </a:lnTo>
                  <a:lnTo>
                    <a:pt x="0" y="16428"/>
                  </a:lnTo>
                  <a:lnTo>
                    <a:pt x="4711" y="21172"/>
                  </a:lnTo>
                  <a:lnTo>
                    <a:pt x="16334" y="21172"/>
                  </a:lnTo>
                  <a:lnTo>
                    <a:pt x="21046" y="16428"/>
                  </a:lnTo>
                  <a:lnTo>
                    <a:pt x="21046" y="10586"/>
                  </a:lnTo>
                  <a:lnTo>
                    <a:pt x="21046" y="4743"/>
                  </a:lnTo>
                  <a:lnTo>
                    <a:pt x="16334" y="0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1692649" y="2963606"/>
              <a:ext cx="277495" cy="388620"/>
            </a:xfrm>
            <a:custGeom>
              <a:avLst/>
              <a:gdLst/>
              <a:ahLst/>
              <a:cxnLst/>
              <a:rect l="l" t="t" r="r" b="b"/>
              <a:pathLst>
                <a:path w="277495" h="388620">
                  <a:moveTo>
                    <a:pt x="277310" y="0"/>
                  </a:moveTo>
                  <a:lnTo>
                    <a:pt x="0" y="0"/>
                  </a:lnTo>
                  <a:lnTo>
                    <a:pt x="0" y="388522"/>
                  </a:lnTo>
                  <a:lnTo>
                    <a:pt x="277310" y="388522"/>
                  </a:lnTo>
                  <a:lnTo>
                    <a:pt x="27731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1823563" y="2987578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89">
                  <a:moveTo>
                    <a:pt x="16334" y="0"/>
                  </a:moveTo>
                  <a:lnTo>
                    <a:pt x="4711" y="0"/>
                  </a:lnTo>
                  <a:lnTo>
                    <a:pt x="0" y="4743"/>
                  </a:lnTo>
                  <a:lnTo>
                    <a:pt x="0" y="16428"/>
                  </a:lnTo>
                  <a:lnTo>
                    <a:pt x="4711" y="21172"/>
                  </a:lnTo>
                  <a:lnTo>
                    <a:pt x="16334" y="21172"/>
                  </a:lnTo>
                  <a:lnTo>
                    <a:pt x="21046" y="16428"/>
                  </a:lnTo>
                  <a:lnTo>
                    <a:pt x="21046" y="10586"/>
                  </a:lnTo>
                  <a:lnTo>
                    <a:pt x="21046" y="4743"/>
                  </a:lnTo>
                  <a:lnTo>
                    <a:pt x="16334" y="0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3231921" y="3238404"/>
              <a:ext cx="277495" cy="388620"/>
            </a:xfrm>
            <a:custGeom>
              <a:avLst/>
              <a:gdLst/>
              <a:ahLst/>
              <a:cxnLst/>
              <a:rect l="l" t="t" r="r" b="b"/>
              <a:pathLst>
                <a:path w="277494" h="388620">
                  <a:moveTo>
                    <a:pt x="277310" y="0"/>
                  </a:moveTo>
                  <a:lnTo>
                    <a:pt x="0" y="0"/>
                  </a:lnTo>
                  <a:lnTo>
                    <a:pt x="0" y="388522"/>
                  </a:lnTo>
                  <a:lnTo>
                    <a:pt x="277310" y="388522"/>
                  </a:lnTo>
                  <a:lnTo>
                    <a:pt x="277310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3362830" y="3262368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89">
                  <a:moveTo>
                    <a:pt x="16334" y="0"/>
                  </a:moveTo>
                  <a:lnTo>
                    <a:pt x="4711" y="0"/>
                  </a:lnTo>
                  <a:lnTo>
                    <a:pt x="0" y="4743"/>
                  </a:lnTo>
                  <a:lnTo>
                    <a:pt x="0" y="16428"/>
                  </a:lnTo>
                  <a:lnTo>
                    <a:pt x="4711" y="21172"/>
                  </a:lnTo>
                  <a:lnTo>
                    <a:pt x="16334" y="21172"/>
                  </a:lnTo>
                  <a:lnTo>
                    <a:pt x="21046" y="16428"/>
                  </a:lnTo>
                  <a:lnTo>
                    <a:pt x="21046" y="10586"/>
                  </a:lnTo>
                  <a:lnTo>
                    <a:pt x="21046" y="4743"/>
                  </a:lnTo>
                  <a:lnTo>
                    <a:pt x="16334" y="0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3311971" y="2769350"/>
              <a:ext cx="277495" cy="388620"/>
            </a:xfrm>
            <a:custGeom>
              <a:avLst/>
              <a:gdLst/>
              <a:ahLst/>
              <a:cxnLst/>
              <a:rect l="l" t="t" r="r" b="b"/>
              <a:pathLst>
                <a:path w="277494" h="388619">
                  <a:moveTo>
                    <a:pt x="277310" y="0"/>
                  </a:moveTo>
                  <a:lnTo>
                    <a:pt x="0" y="0"/>
                  </a:lnTo>
                  <a:lnTo>
                    <a:pt x="0" y="388522"/>
                  </a:lnTo>
                  <a:lnTo>
                    <a:pt x="277310" y="388522"/>
                  </a:lnTo>
                  <a:lnTo>
                    <a:pt x="277310" y="0"/>
                  </a:lnTo>
                  <a:close/>
                </a:path>
              </a:pathLst>
            </a:custGeom>
            <a:solidFill>
              <a:srgbClr val="A6D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3442891" y="2793312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89">
                  <a:moveTo>
                    <a:pt x="16334" y="0"/>
                  </a:moveTo>
                  <a:lnTo>
                    <a:pt x="4711" y="0"/>
                  </a:lnTo>
                  <a:lnTo>
                    <a:pt x="0" y="4743"/>
                  </a:lnTo>
                  <a:lnTo>
                    <a:pt x="0" y="16439"/>
                  </a:lnTo>
                  <a:lnTo>
                    <a:pt x="4711" y="21172"/>
                  </a:lnTo>
                  <a:lnTo>
                    <a:pt x="16334" y="21172"/>
                  </a:lnTo>
                  <a:lnTo>
                    <a:pt x="21046" y="16439"/>
                  </a:lnTo>
                  <a:lnTo>
                    <a:pt x="21046" y="10586"/>
                  </a:lnTo>
                  <a:lnTo>
                    <a:pt x="21046" y="4743"/>
                  </a:lnTo>
                  <a:lnTo>
                    <a:pt x="16334" y="0"/>
                  </a:lnTo>
                  <a:close/>
                </a:path>
              </a:pathLst>
            </a:custGeom>
            <a:solidFill>
              <a:srgbClr val="D3F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19923" y="9191588"/>
            <a:ext cx="17611725" cy="264795"/>
          </a:xfrm>
          <a:custGeom>
            <a:avLst/>
            <a:gdLst/>
            <a:ahLst/>
            <a:cxnLst/>
            <a:rect l="l" t="t" r="r" b="b"/>
            <a:pathLst>
              <a:path w="17611725" h="264795">
                <a:moveTo>
                  <a:pt x="8556457" y="0"/>
                </a:moveTo>
                <a:lnTo>
                  <a:pt x="7021250" y="2665"/>
                </a:lnTo>
                <a:lnTo>
                  <a:pt x="5578037" y="9114"/>
                </a:lnTo>
                <a:lnTo>
                  <a:pt x="4316667" y="18400"/>
                </a:lnTo>
                <a:lnTo>
                  <a:pt x="3238087" y="29734"/>
                </a:lnTo>
                <a:lnTo>
                  <a:pt x="2338155" y="42449"/>
                </a:lnTo>
                <a:lnTo>
                  <a:pt x="1653483" y="55036"/>
                </a:lnTo>
                <a:lnTo>
                  <a:pt x="1150350" y="66800"/>
                </a:lnTo>
                <a:lnTo>
                  <a:pt x="794579" y="77224"/>
                </a:lnTo>
                <a:lnTo>
                  <a:pt x="553965" y="85933"/>
                </a:lnTo>
                <a:lnTo>
                  <a:pt x="376993" y="93800"/>
                </a:lnTo>
                <a:lnTo>
                  <a:pt x="251161" y="100713"/>
                </a:lnTo>
                <a:lnTo>
                  <a:pt x="165092" y="106585"/>
                </a:lnTo>
                <a:lnTo>
                  <a:pt x="108841" y="111351"/>
                </a:lnTo>
                <a:lnTo>
                  <a:pt x="45979" y="118606"/>
                </a:lnTo>
                <a:lnTo>
                  <a:pt x="6143" y="127219"/>
                </a:lnTo>
                <a:lnTo>
                  <a:pt x="0" y="132205"/>
                </a:lnTo>
                <a:lnTo>
                  <a:pt x="385" y="133456"/>
                </a:lnTo>
                <a:lnTo>
                  <a:pt x="45979" y="145804"/>
                </a:lnTo>
                <a:lnTo>
                  <a:pt x="96557" y="151859"/>
                </a:lnTo>
                <a:lnTo>
                  <a:pt x="149969" y="156640"/>
                </a:lnTo>
                <a:lnTo>
                  <a:pt x="214657" y="161361"/>
                </a:lnTo>
                <a:lnTo>
                  <a:pt x="311043" y="167173"/>
                </a:lnTo>
                <a:lnTo>
                  <a:pt x="448921" y="174009"/>
                </a:lnTo>
                <a:lnTo>
                  <a:pt x="639485" y="181780"/>
                </a:lnTo>
                <a:lnTo>
                  <a:pt x="929716" y="191420"/>
                </a:lnTo>
                <a:lnTo>
                  <a:pt x="1309077" y="201626"/>
                </a:lnTo>
                <a:lnTo>
                  <a:pt x="1838730" y="213101"/>
                </a:lnTo>
                <a:lnTo>
                  <a:pt x="2551880" y="225315"/>
                </a:lnTo>
                <a:lnTo>
                  <a:pt x="3481111" y="237554"/>
                </a:lnTo>
                <a:lnTo>
                  <a:pt x="4655541" y="248882"/>
                </a:lnTo>
                <a:lnTo>
                  <a:pt x="6022443" y="257721"/>
                </a:lnTo>
                <a:lnTo>
                  <a:pt x="7497213" y="263013"/>
                </a:lnTo>
                <a:lnTo>
                  <a:pt x="9055026" y="264411"/>
                </a:lnTo>
                <a:lnTo>
                  <a:pt x="10590231" y="261746"/>
                </a:lnTo>
                <a:lnTo>
                  <a:pt x="12033443" y="255296"/>
                </a:lnTo>
                <a:lnTo>
                  <a:pt x="13294812" y="246011"/>
                </a:lnTo>
                <a:lnTo>
                  <a:pt x="14373392" y="234677"/>
                </a:lnTo>
                <a:lnTo>
                  <a:pt x="15273325" y="221962"/>
                </a:lnTo>
                <a:lnTo>
                  <a:pt x="15957998" y="209374"/>
                </a:lnTo>
                <a:lnTo>
                  <a:pt x="16461131" y="197610"/>
                </a:lnTo>
                <a:lnTo>
                  <a:pt x="16816903" y="187186"/>
                </a:lnTo>
                <a:lnTo>
                  <a:pt x="17057517" y="178478"/>
                </a:lnTo>
                <a:lnTo>
                  <a:pt x="17234489" y="170611"/>
                </a:lnTo>
                <a:lnTo>
                  <a:pt x="17360322" y="163698"/>
                </a:lnTo>
                <a:lnTo>
                  <a:pt x="17446391" y="157825"/>
                </a:lnTo>
                <a:lnTo>
                  <a:pt x="17502642" y="153059"/>
                </a:lnTo>
                <a:lnTo>
                  <a:pt x="17565504" y="145804"/>
                </a:lnTo>
                <a:lnTo>
                  <a:pt x="17605341" y="137192"/>
                </a:lnTo>
                <a:lnTo>
                  <a:pt x="17611484" y="132205"/>
                </a:lnTo>
                <a:lnTo>
                  <a:pt x="17611099" y="130954"/>
                </a:lnTo>
                <a:lnTo>
                  <a:pt x="17565504" y="118606"/>
                </a:lnTo>
                <a:lnTo>
                  <a:pt x="17514926" y="112552"/>
                </a:lnTo>
                <a:lnTo>
                  <a:pt x="17461514" y="107771"/>
                </a:lnTo>
                <a:lnTo>
                  <a:pt x="17396827" y="103050"/>
                </a:lnTo>
                <a:lnTo>
                  <a:pt x="17300440" y="97238"/>
                </a:lnTo>
                <a:lnTo>
                  <a:pt x="17162561" y="90401"/>
                </a:lnTo>
                <a:lnTo>
                  <a:pt x="16971997" y="82630"/>
                </a:lnTo>
                <a:lnTo>
                  <a:pt x="16681766" y="72991"/>
                </a:lnTo>
                <a:lnTo>
                  <a:pt x="16302405" y="62785"/>
                </a:lnTo>
                <a:lnTo>
                  <a:pt x="15772751" y="51309"/>
                </a:lnTo>
                <a:lnTo>
                  <a:pt x="15059599" y="39096"/>
                </a:lnTo>
                <a:lnTo>
                  <a:pt x="14130368" y="26857"/>
                </a:lnTo>
                <a:lnTo>
                  <a:pt x="12955938" y="15528"/>
                </a:lnTo>
                <a:lnTo>
                  <a:pt x="11589037" y="6690"/>
                </a:lnTo>
                <a:lnTo>
                  <a:pt x="10114268" y="1398"/>
                </a:lnTo>
                <a:lnTo>
                  <a:pt x="8556457" y="0"/>
                </a:lnTo>
                <a:close/>
              </a:path>
            </a:pathLst>
          </a:custGeom>
          <a:solidFill>
            <a:srgbClr val="92CED1">
              <a:alpha val="30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703289" y="6053983"/>
            <a:ext cx="2259330" cy="416559"/>
          </a:xfrm>
          <a:custGeom>
            <a:avLst/>
            <a:gdLst/>
            <a:ahLst/>
            <a:cxnLst/>
            <a:rect l="l" t="t" r="r" b="b"/>
            <a:pathLst>
              <a:path w="2259330" h="416560">
                <a:moveTo>
                  <a:pt x="2258706" y="0"/>
                </a:moveTo>
                <a:lnTo>
                  <a:pt x="0" y="0"/>
                </a:lnTo>
                <a:lnTo>
                  <a:pt x="0" y="416385"/>
                </a:lnTo>
                <a:lnTo>
                  <a:pt x="2258706" y="416385"/>
                </a:lnTo>
                <a:lnTo>
                  <a:pt x="2258706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180509" y="6483279"/>
            <a:ext cx="6969125" cy="682625"/>
          </a:xfrm>
          <a:custGeom>
            <a:avLst/>
            <a:gdLst/>
            <a:ahLst/>
            <a:cxnLst/>
            <a:rect l="l" t="t" r="r" b="b"/>
            <a:pathLst>
              <a:path w="6969125" h="682625">
                <a:moveTo>
                  <a:pt x="6968985" y="143129"/>
                </a:moveTo>
                <a:lnTo>
                  <a:pt x="6961670" y="97942"/>
                </a:lnTo>
                <a:lnTo>
                  <a:pt x="6941325" y="58648"/>
                </a:lnTo>
                <a:lnTo>
                  <a:pt x="6910324" y="27647"/>
                </a:lnTo>
                <a:lnTo>
                  <a:pt x="6871525" y="7556"/>
                </a:lnTo>
                <a:lnTo>
                  <a:pt x="6871525" y="143129"/>
                </a:lnTo>
                <a:lnTo>
                  <a:pt x="6871525" y="539153"/>
                </a:lnTo>
                <a:lnTo>
                  <a:pt x="6867919" y="556907"/>
                </a:lnTo>
                <a:lnTo>
                  <a:pt x="6858127" y="571423"/>
                </a:lnTo>
                <a:lnTo>
                  <a:pt x="6843611" y="581215"/>
                </a:lnTo>
                <a:lnTo>
                  <a:pt x="6825856" y="584809"/>
                </a:lnTo>
                <a:lnTo>
                  <a:pt x="143129" y="584809"/>
                </a:lnTo>
                <a:lnTo>
                  <a:pt x="125374" y="581215"/>
                </a:lnTo>
                <a:lnTo>
                  <a:pt x="110858" y="571423"/>
                </a:lnTo>
                <a:lnTo>
                  <a:pt x="101053" y="556907"/>
                </a:lnTo>
                <a:lnTo>
                  <a:pt x="97459" y="539153"/>
                </a:lnTo>
                <a:lnTo>
                  <a:pt x="97459" y="143129"/>
                </a:lnTo>
                <a:lnTo>
                  <a:pt x="101053" y="125374"/>
                </a:lnTo>
                <a:lnTo>
                  <a:pt x="110858" y="110858"/>
                </a:lnTo>
                <a:lnTo>
                  <a:pt x="125374" y="101066"/>
                </a:lnTo>
                <a:lnTo>
                  <a:pt x="143129" y="97472"/>
                </a:lnTo>
                <a:lnTo>
                  <a:pt x="442239" y="97472"/>
                </a:lnTo>
                <a:lnTo>
                  <a:pt x="442239" y="583196"/>
                </a:lnTo>
                <a:lnTo>
                  <a:pt x="527532" y="583196"/>
                </a:lnTo>
                <a:lnTo>
                  <a:pt x="527532" y="97472"/>
                </a:lnTo>
                <a:lnTo>
                  <a:pt x="990498" y="97472"/>
                </a:lnTo>
                <a:lnTo>
                  <a:pt x="990498" y="583196"/>
                </a:lnTo>
                <a:lnTo>
                  <a:pt x="1075778" y="583196"/>
                </a:lnTo>
                <a:lnTo>
                  <a:pt x="1075778" y="97472"/>
                </a:lnTo>
                <a:lnTo>
                  <a:pt x="1538770" y="97472"/>
                </a:lnTo>
                <a:lnTo>
                  <a:pt x="1538770" y="583196"/>
                </a:lnTo>
                <a:lnTo>
                  <a:pt x="1624050" y="583196"/>
                </a:lnTo>
                <a:lnTo>
                  <a:pt x="1624050" y="97472"/>
                </a:lnTo>
                <a:lnTo>
                  <a:pt x="2087016" y="97472"/>
                </a:lnTo>
                <a:lnTo>
                  <a:pt x="2087016" y="583196"/>
                </a:lnTo>
                <a:lnTo>
                  <a:pt x="2172309" y="583196"/>
                </a:lnTo>
                <a:lnTo>
                  <a:pt x="2172309" y="97472"/>
                </a:lnTo>
                <a:lnTo>
                  <a:pt x="2635275" y="97472"/>
                </a:lnTo>
                <a:lnTo>
                  <a:pt x="2635275" y="583196"/>
                </a:lnTo>
                <a:lnTo>
                  <a:pt x="2720556" y="583196"/>
                </a:lnTo>
                <a:lnTo>
                  <a:pt x="2720556" y="97472"/>
                </a:lnTo>
                <a:lnTo>
                  <a:pt x="3183547" y="97472"/>
                </a:lnTo>
                <a:lnTo>
                  <a:pt x="3183547" y="583196"/>
                </a:lnTo>
                <a:lnTo>
                  <a:pt x="3268827" y="583196"/>
                </a:lnTo>
                <a:lnTo>
                  <a:pt x="3268827" y="97472"/>
                </a:lnTo>
                <a:lnTo>
                  <a:pt x="3731793" y="97472"/>
                </a:lnTo>
                <a:lnTo>
                  <a:pt x="3731793" y="583196"/>
                </a:lnTo>
                <a:lnTo>
                  <a:pt x="3817086" y="583196"/>
                </a:lnTo>
                <a:lnTo>
                  <a:pt x="3817086" y="97472"/>
                </a:lnTo>
                <a:lnTo>
                  <a:pt x="4280052" y="97472"/>
                </a:lnTo>
                <a:lnTo>
                  <a:pt x="4280052" y="583196"/>
                </a:lnTo>
                <a:lnTo>
                  <a:pt x="4365333" y="583196"/>
                </a:lnTo>
                <a:lnTo>
                  <a:pt x="4365333" y="97472"/>
                </a:lnTo>
                <a:lnTo>
                  <a:pt x="4828324" y="97472"/>
                </a:lnTo>
                <a:lnTo>
                  <a:pt x="4828324" y="583196"/>
                </a:lnTo>
                <a:lnTo>
                  <a:pt x="4913604" y="583196"/>
                </a:lnTo>
                <a:lnTo>
                  <a:pt x="4913604" y="97472"/>
                </a:lnTo>
                <a:lnTo>
                  <a:pt x="5376570" y="97472"/>
                </a:lnTo>
                <a:lnTo>
                  <a:pt x="5376570" y="583196"/>
                </a:lnTo>
                <a:lnTo>
                  <a:pt x="5461863" y="583196"/>
                </a:lnTo>
                <a:lnTo>
                  <a:pt x="5461863" y="97472"/>
                </a:lnTo>
                <a:lnTo>
                  <a:pt x="5924829" y="97472"/>
                </a:lnTo>
                <a:lnTo>
                  <a:pt x="5924829" y="583196"/>
                </a:lnTo>
                <a:lnTo>
                  <a:pt x="6010122" y="583196"/>
                </a:lnTo>
                <a:lnTo>
                  <a:pt x="6010122" y="97472"/>
                </a:lnTo>
                <a:lnTo>
                  <a:pt x="6473101" y="97472"/>
                </a:lnTo>
                <a:lnTo>
                  <a:pt x="6473101" y="583196"/>
                </a:lnTo>
                <a:lnTo>
                  <a:pt x="6558381" y="583196"/>
                </a:lnTo>
                <a:lnTo>
                  <a:pt x="6558381" y="97472"/>
                </a:lnTo>
                <a:lnTo>
                  <a:pt x="6825856" y="97472"/>
                </a:lnTo>
                <a:lnTo>
                  <a:pt x="6843611" y="101066"/>
                </a:lnTo>
                <a:lnTo>
                  <a:pt x="6858127" y="110858"/>
                </a:lnTo>
                <a:lnTo>
                  <a:pt x="6867919" y="125374"/>
                </a:lnTo>
                <a:lnTo>
                  <a:pt x="6871525" y="143129"/>
                </a:lnTo>
                <a:lnTo>
                  <a:pt x="6871525" y="7556"/>
                </a:lnTo>
                <a:lnTo>
                  <a:pt x="6871043" y="7302"/>
                </a:lnTo>
                <a:lnTo>
                  <a:pt x="6825856" y="0"/>
                </a:lnTo>
                <a:lnTo>
                  <a:pt x="143129" y="0"/>
                </a:lnTo>
                <a:lnTo>
                  <a:pt x="97942" y="7302"/>
                </a:lnTo>
                <a:lnTo>
                  <a:pt x="58648" y="27647"/>
                </a:lnTo>
                <a:lnTo>
                  <a:pt x="27647" y="58648"/>
                </a:lnTo>
                <a:lnTo>
                  <a:pt x="7315" y="97942"/>
                </a:lnTo>
                <a:lnTo>
                  <a:pt x="0" y="143129"/>
                </a:lnTo>
                <a:lnTo>
                  <a:pt x="0" y="539153"/>
                </a:lnTo>
                <a:lnTo>
                  <a:pt x="7315" y="584339"/>
                </a:lnTo>
                <a:lnTo>
                  <a:pt x="27647" y="623620"/>
                </a:lnTo>
                <a:lnTo>
                  <a:pt x="58648" y="654621"/>
                </a:lnTo>
                <a:lnTo>
                  <a:pt x="97942" y="674966"/>
                </a:lnTo>
                <a:lnTo>
                  <a:pt x="143129" y="682282"/>
                </a:lnTo>
                <a:lnTo>
                  <a:pt x="6825856" y="682282"/>
                </a:lnTo>
                <a:lnTo>
                  <a:pt x="6871043" y="674966"/>
                </a:lnTo>
                <a:lnTo>
                  <a:pt x="6910324" y="654621"/>
                </a:lnTo>
                <a:lnTo>
                  <a:pt x="6941325" y="623620"/>
                </a:lnTo>
                <a:lnTo>
                  <a:pt x="6961429" y="584809"/>
                </a:lnTo>
                <a:lnTo>
                  <a:pt x="6968985" y="539153"/>
                </a:lnTo>
                <a:lnTo>
                  <a:pt x="6968985" y="143129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0073923" y="8158515"/>
            <a:ext cx="468630" cy="1149350"/>
            <a:chOff x="10073923" y="8158515"/>
            <a:chExt cx="468630" cy="1149350"/>
          </a:xfrm>
        </p:grpSpPr>
        <p:sp>
          <p:nvSpPr>
            <p:cNvPr id="7" name="object 7" descr=""/>
            <p:cNvSpPr/>
            <p:nvPr/>
          </p:nvSpPr>
          <p:spPr>
            <a:xfrm>
              <a:off x="10073920" y="8158524"/>
              <a:ext cx="468630" cy="1149350"/>
            </a:xfrm>
            <a:custGeom>
              <a:avLst/>
              <a:gdLst/>
              <a:ahLst/>
              <a:cxnLst/>
              <a:rect l="l" t="t" r="r" b="b"/>
              <a:pathLst>
                <a:path w="468629" h="1149350">
                  <a:moveTo>
                    <a:pt x="468033" y="914844"/>
                  </a:moveTo>
                  <a:lnTo>
                    <a:pt x="463270" y="867676"/>
                  </a:lnTo>
                  <a:lnTo>
                    <a:pt x="449643" y="823747"/>
                  </a:lnTo>
                  <a:lnTo>
                    <a:pt x="428066" y="783996"/>
                  </a:lnTo>
                  <a:lnTo>
                    <a:pt x="399491" y="749363"/>
                  </a:lnTo>
                  <a:lnTo>
                    <a:pt x="364858" y="720788"/>
                  </a:lnTo>
                  <a:lnTo>
                    <a:pt x="325107" y="699211"/>
                  </a:lnTo>
                  <a:lnTo>
                    <a:pt x="281178" y="685584"/>
                  </a:lnTo>
                  <a:lnTo>
                    <a:pt x="234022" y="680821"/>
                  </a:lnTo>
                  <a:lnTo>
                    <a:pt x="186855" y="685584"/>
                  </a:lnTo>
                  <a:lnTo>
                    <a:pt x="142925" y="699211"/>
                  </a:lnTo>
                  <a:lnTo>
                    <a:pt x="141046" y="700239"/>
                  </a:lnTo>
                  <a:lnTo>
                    <a:pt x="141046" y="0"/>
                  </a:lnTo>
                  <a:lnTo>
                    <a:pt x="0" y="0"/>
                  </a:lnTo>
                  <a:lnTo>
                    <a:pt x="0" y="914844"/>
                  </a:lnTo>
                  <a:lnTo>
                    <a:pt x="4762" y="961999"/>
                  </a:lnTo>
                  <a:lnTo>
                    <a:pt x="18389" y="1005928"/>
                  </a:lnTo>
                  <a:lnTo>
                    <a:pt x="39966" y="1045679"/>
                  </a:lnTo>
                  <a:lnTo>
                    <a:pt x="68541" y="1080312"/>
                  </a:lnTo>
                  <a:lnTo>
                    <a:pt x="103174" y="1108887"/>
                  </a:lnTo>
                  <a:lnTo>
                    <a:pt x="142925" y="1130465"/>
                  </a:lnTo>
                  <a:lnTo>
                    <a:pt x="186855" y="1144104"/>
                  </a:lnTo>
                  <a:lnTo>
                    <a:pt x="234022" y="1148854"/>
                  </a:lnTo>
                  <a:lnTo>
                    <a:pt x="281178" y="1144104"/>
                  </a:lnTo>
                  <a:lnTo>
                    <a:pt x="325107" y="1130465"/>
                  </a:lnTo>
                  <a:lnTo>
                    <a:pt x="364858" y="1108887"/>
                  </a:lnTo>
                  <a:lnTo>
                    <a:pt x="399491" y="1080312"/>
                  </a:lnTo>
                  <a:lnTo>
                    <a:pt x="428066" y="1045679"/>
                  </a:lnTo>
                  <a:lnTo>
                    <a:pt x="449643" y="1005928"/>
                  </a:lnTo>
                  <a:lnTo>
                    <a:pt x="463270" y="961999"/>
                  </a:lnTo>
                  <a:lnTo>
                    <a:pt x="468033" y="914844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122013" y="8887427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09" h="372109">
                  <a:moveTo>
                    <a:pt x="185931" y="0"/>
                  </a:moveTo>
                  <a:lnTo>
                    <a:pt x="136503" y="6641"/>
                  </a:lnTo>
                  <a:lnTo>
                    <a:pt x="92087" y="25384"/>
                  </a:lnTo>
                  <a:lnTo>
                    <a:pt x="54457" y="54457"/>
                  </a:lnTo>
                  <a:lnTo>
                    <a:pt x="25384" y="92087"/>
                  </a:lnTo>
                  <a:lnTo>
                    <a:pt x="6641" y="136503"/>
                  </a:lnTo>
                  <a:lnTo>
                    <a:pt x="0" y="185931"/>
                  </a:lnTo>
                  <a:lnTo>
                    <a:pt x="6641" y="235359"/>
                  </a:lnTo>
                  <a:lnTo>
                    <a:pt x="25384" y="279775"/>
                  </a:lnTo>
                  <a:lnTo>
                    <a:pt x="54457" y="317405"/>
                  </a:lnTo>
                  <a:lnTo>
                    <a:pt x="92087" y="346478"/>
                  </a:lnTo>
                  <a:lnTo>
                    <a:pt x="136503" y="365221"/>
                  </a:lnTo>
                  <a:lnTo>
                    <a:pt x="185931" y="371863"/>
                  </a:lnTo>
                  <a:lnTo>
                    <a:pt x="235359" y="365221"/>
                  </a:lnTo>
                  <a:lnTo>
                    <a:pt x="279775" y="346478"/>
                  </a:lnTo>
                  <a:lnTo>
                    <a:pt x="317405" y="317405"/>
                  </a:lnTo>
                  <a:lnTo>
                    <a:pt x="346478" y="279775"/>
                  </a:lnTo>
                  <a:lnTo>
                    <a:pt x="365221" y="235359"/>
                  </a:lnTo>
                  <a:lnTo>
                    <a:pt x="371863" y="185931"/>
                  </a:lnTo>
                  <a:lnTo>
                    <a:pt x="365221" y="136503"/>
                  </a:lnTo>
                  <a:lnTo>
                    <a:pt x="346478" y="92087"/>
                  </a:lnTo>
                  <a:lnTo>
                    <a:pt x="317405" y="54457"/>
                  </a:lnTo>
                  <a:lnTo>
                    <a:pt x="279775" y="25384"/>
                  </a:lnTo>
                  <a:lnTo>
                    <a:pt x="235359" y="6641"/>
                  </a:lnTo>
                  <a:lnTo>
                    <a:pt x="185931" y="0"/>
                  </a:lnTo>
                  <a:close/>
                </a:path>
              </a:pathLst>
            </a:custGeom>
            <a:solidFill>
              <a:srgbClr val="A2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155804" y="8896017"/>
              <a:ext cx="338455" cy="363855"/>
            </a:xfrm>
            <a:custGeom>
              <a:avLst/>
              <a:gdLst/>
              <a:ahLst/>
              <a:cxnLst/>
              <a:rect l="l" t="t" r="r" b="b"/>
              <a:pathLst>
                <a:path w="338454" h="363854">
                  <a:moveTo>
                    <a:pt x="208108" y="0"/>
                  </a:moveTo>
                  <a:lnTo>
                    <a:pt x="222360" y="23850"/>
                  </a:lnTo>
                  <a:lnTo>
                    <a:pt x="232978" y="49829"/>
                  </a:lnTo>
                  <a:lnTo>
                    <a:pt x="239609" y="77597"/>
                  </a:lnTo>
                  <a:lnTo>
                    <a:pt x="241898" y="106813"/>
                  </a:lnTo>
                  <a:lnTo>
                    <a:pt x="235256" y="156241"/>
                  </a:lnTo>
                  <a:lnTo>
                    <a:pt x="216513" y="200657"/>
                  </a:lnTo>
                  <a:lnTo>
                    <a:pt x="187440" y="238287"/>
                  </a:lnTo>
                  <a:lnTo>
                    <a:pt x="149810" y="267360"/>
                  </a:lnTo>
                  <a:lnTo>
                    <a:pt x="105395" y="286103"/>
                  </a:lnTo>
                  <a:lnTo>
                    <a:pt x="55966" y="292745"/>
                  </a:lnTo>
                  <a:lnTo>
                    <a:pt x="41476" y="292186"/>
                  </a:lnTo>
                  <a:lnTo>
                    <a:pt x="27292" y="290540"/>
                  </a:lnTo>
                  <a:lnTo>
                    <a:pt x="13453" y="287850"/>
                  </a:lnTo>
                  <a:lnTo>
                    <a:pt x="0" y="284158"/>
                  </a:lnTo>
                  <a:lnTo>
                    <a:pt x="29117" y="316699"/>
                  </a:lnTo>
                  <a:lnTo>
                    <a:pt x="65092" y="341654"/>
                  </a:lnTo>
                  <a:lnTo>
                    <a:pt x="106556" y="357640"/>
                  </a:lnTo>
                  <a:lnTo>
                    <a:pt x="152141" y="363276"/>
                  </a:lnTo>
                  <a:lnTo>
                    <a:pt x="201570" y="356635"/>
                  </a:lnTo>
                  <a:lnTo>
                    <a:pt x="245985" y="337891"/>
                  </a:lnTo>
                  <a:lnTo>
                    <a:pt x="283615" y="308819"/>
                  </a:lnTo>
                  <a:lnTo>
                    <a:pt x="312688" y="271188"/>
                  </a:lnTo>
                  <a:lnTo>
                    <a:pt x="331431" y="226773"/>
                  </a:lnTo>
                  <a:lnTo>
                    <a:pt x="338073" y="177345"/>
                  </a:lnTo>
                  <a:lnTo>
                    <a:pt x="331788" y="129239"/>
                  </a:lnTo>
                  <a:lnTo>
                    <a:pt x="314020" y="85825"/>
                  </a:lnTo>
                  <a:lnTo>
                    <a:pt x="286397" y="48728"/>
                  </a:lnTo>
                  <a:lnTo>
                    <a:pt x="250550" y="19577"/>
                  </a:lnTo>
                  <a:lnTo>
                    <a:pt x="208108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10282" y="8961415"/>
              <a:ext cx="97661" cy="96164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4592296" y="7256990"/>
            <a:ext cx="1405255" cy="2050414"/>
            <a:chOff x="4592296" y="7256990"/>
            <a:chExt cx="1405255" cy="2050414"/>
          </a:xfrm>
        </p:grpSpPr>
        <p:sp>
          <p:nvSpPr>
            <p:cNvPr id="12" name="object 12" descr=""/>
            <p:cNvSpPr/>
            <p:nvPr/>
          </p:nvSpPr>
          <p:spPr>
            <a:xfrm>
              <a:off x="5202745" y="8158524"/>
              <a:ext cx="468630" cy="1149350"/>
            </a:xfrm>
            <a:custGeom>
              <a:avLst/>
              <a:gdLst/>
              <a:ahLst/>
              <a:cxnLst/>
              <a:rect l="l" t="t" r="r" b="b"/>
              <a:pathLst>
                <a:path w="468629" h="1149350">
                  <a:moveTo>
                    <a:pt x="468033" y="914844"/>
                  </a:moveTo>
                  <a:lnTo>
                    <a:pt x="463270" y="867676"/>
                  </a:lnTo>
                  <a:lnTo>
                    <a:pt x="449643" y="823747"/>
                  </a:lnTo>
                  <a:lnTo>
                    <a:pt x="428066" y="783996"/>
                  </a:lnTo>
                  <a:lnTo>
                    <a:pt x="399491" y="749363"/>
                  </a:lnTo>
                  <a:lnTo>
                    <a:pt x="364858" y="720788"/>
                  </a:lnTo>
                  <a:lnTo>
                    <a:pt x="325107" y="699211"/>
                  </a:lnTo>
                  <a:lnTo>
                    <a:pt x="281178" y="685584"/>
                  </a:lnTo>
                  <a:lnTo>
                    <a:pt x="234022" y="680821"/>
                  </a:lnTo>
                  <a:lnTo>
                    <a:pt x="186855" y="685584"/>
                  </a:lnTo>
                  <a:lnTo>
                    <a:pt x="142925" y="699211"/>
                  </a:lnTo>
                  <a:lnTo>
                    <a:pt x="141046" y="700239"/>
                  </a:lnTo>
                  <a:lnTo>
                    <a:pt x="141046" y="0"/>
                  </a:lnTo>
                  <a:lnTo>
                    <a:pt x="0" y="0"/>
                  </a:lnTo>
                  <a:lnTo>
                    <a:pt x="0" y="914844"/>
                  </a:lnTo>
                  <a:lnTo>
                    <a:pt x="4762" y="961999"/>
                  </a:lnTo>
                  <a:lnTo>
                    <a:pt x="18389" y="1005928"/>
                  </a:lnTo>
                  <a:lnTo>
                    <a:pt x="39966" y="1045679"/>
                  </a:lnTo>
                  <a:lnTo>
                    <a:pt x="68541" y="1080312"/>
                  </a:lnTo>
                  <a:lnTo>
                    <a:pt x="103174" y="1108887"/>
                  </a:lnTo>
                  <a:lnTo>
                    <a:pt x="142925" y="1130465"/>
                  </a:lnTo>
                  <a:lnTo>
                    <a:pt x="186855" y="1144104"/>
                  </a:lnTo>
                  <a:lnTo>
                    <a:pt x="234022" y="1148854"/>
                  </a:lnTo>
                  <a:lnTo>
                    <a:pt x="281178" y="1144104"/>
                  </a:lnTo>
                  <a:lnTo>
                    <a:pt x="325107" y="1130465"/>
                  </a:lnTo>
                  <a:lnTo>
                    <a:pt x="364858" y="1108887"/>
                  </a:lnTo>
                  <a:lnTo>
                    <a:pt x="399491" y="1080312"/>
                  </a:lnTo>
                  <a:lnTo>
                    <a:pt x="428066" y="1045679"/>
                  </a:lnTo>
                  <a:lnTo>
                    <a:pt x="449643" y="1005928"/>
                  </a:lnTo>
                  <a:lnTo>
                    <a:pt x="463270" y="961999"/>
                  </a:lnTo>
                  <a:lnTo>
                    <a:pt x="468033" y="914844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250840" y="8887427"/>
              <a:ext cx="372110" cy="372110"/>
            </a:xfrm>
            <a:custGeom>
              <a:avLst/>
              <a:gdLst/>
              <a:ahLst/>
              <a:cxnLst/>
              <a:rect l="l" t="t" r="r" b="b"/>
              <a:pathLst>
                <a:path w="372110" h="372109">
                  <a:moveTo>
                    <a:pt x="185931" y="0"/>
                  </a:moveTo>
                  <a:lnTo>
                    <a:pt x="136503" y="6641"/>
                  </a:lnTo>
                  <a:lnTo>
                    <a:pt x="92087" y="25384"/>
                  </a:lnTo>
                  <a:lnTo>
                    <a:pt x="54457" y="54457"/>
                  </a:lnTo>
                  <a:lnTo>
                    <a:pt x="25384" y="92087"/>
                  </a:lnTo>
                  <a:lnTo>
                    <a:pt x="6641" y="136503"/>
                  </a:lnTo>
                  <a:lnTo>
                    <a:pt x="0" y="185931"/>
                  </a:lnTo>
                  <a:lnTo>
                    <a:pt x="6641" y="235359"/>
                  </a:lnTo>
                  <a:lnTo>
                    <a:pt x="25384" y="279775"/>
                  </a:lnTo>
                  <a:lnTo>
                    <a:pt x="54457" y="317405"/>
                  </a:lnTo>
                  <a:lnTo>
                    <a:pt x="92087" y="346478"/>
                  </a:lnTo>
                  <a:lnTo>
                    <a:pt x="136503" y="365221"/>
                  </a:lnTo>
                  <a:lnTo>
                    <a:pt x="185931" y="371863"/>
                  </a:lnTo>
                  <a:lnTo>
                    <a:pt x="235359" y="365221"/>
                  </a:lnTo>
                  <a:lnTo>
                    <a:pt x="279775" y="346478"/>
                  </a:lnTo>
                  <a:lnTo>
                    <a:pt x="317405" y="317405"/>
                  </a:lnTo>
                  <a:lnTo>
                    <a:pt x="346478" y="279775"/>
                  </a:lnTo>
                  <a:lnTo>
                    <a:pt x="365221" y="235359"/>
                  </a:lnTo>
                  <a:lnTo>
                    <a:pt x="371863" y="185931"/>
                  </a:lnTo>
                  <a:lnTo>
                    <a:pt x="365221" y="136503"/>
                  </a:lnTo>
                  <a:lnTo>
                    <a:pt x="346478" y="92087"/>
                  </a:lnTo>
                  <a:lnTo>
                    <a:pt x="317405" y="54457"/>
                  </a:lnTo>
                  <a:lnTo>
                    <a:pt x="279775" y="25384"/>
                  </a:lnTo>
                  <a:lnTo>
                    <a:pt x="235359" y="6641"/>
                  </a:lnTo>
                  <a:lnTo>
                    <a:pt x="185931" y="0"/>
                  </a:lnTo>
                  <a:close/>
                </a:path>
              </a:pathLst>
            </a:custGeom>
            <a:solidFill>
              <a:srgbClr val="A2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284630" y="8896016"/>
              <a:ext cx="338455" cy="363855"/>
            </a:xfrm>
            <a:custGeom>
              <a:avLst/>
              <a:gdLst/>
              <a:ahLst/>
              <a:cxnLst/>
              <a:rect l="l" t="t" r="r" b="b"/>
              <a:pathLst>
                <a:path w="338454" h="363854">
                  <a:moveTo>
                    <a:pt x="208108" y="0"/>
                  </a:moveTo>
                  <a:lnTo>
                    <a:pt x="222360" y="23850"/>
                  </a:lnTo>
                  <a:lnTo>
                    <a:pt x="232978" y="49829"/>
                  </a:lnTo>
                  <a:lnTo>
                    <a:pt x="239609" y="77597"/>
                  </a:lnTo>
                  <a:lnTo>
                    <a:pt x="241898" y="106813"/>
                  </a:lnTo>
                  <a:lnTo>
                    <a:pt x="235256" y="156241"/>
                  </a:lnTo>
                  <a:lnTo>
                    <a:pt x="216513" y="200657"/>
                  </a:lnTo>
                  <a:lnTo>
                    <a:pt x="187440" y="238287"/>
                  </a:lnTo>
                  <a:lnTo>
                    <a:pt x="149810" y="267360"/>
                  </a:lnTo>
                  <a:lnTo>
                    <a:pt x="105395" y="286103"/>
                  </a:lnTo>
                  <a:lnTo>
                    <a:pt x="55966" y="292745"/>
                  </a:lnTo>
                  <a:lnTo>
                    <a:pt x="41476" y="292186"/>
                  </a:lnTo>
                  <a:lnTo>
                    <a:pt x="27292" y="290540"/>
                  </a:lnTo>
                  <a:lnTo>
                    <a:pt x="13453" y="287850"/>
                  </a:lnTo>
                  <a:lnTo>
                    <a:pt x="0" y="284158"/>
                  </a:lnTo>
                  <a:lnTo>
                    <a:pt x="29117" y="316699"/>
                  </a:lnTo>
                  <a:lnTo>
                    <a:pt x="65092" y="341654"/>
                  </a:lnTo>
                  <a:lnTo>
                    <a:pt x="106556" y="357640"/>
                  </a:lnTo>
                  <a:lnTo>
                    <a:pt x="152141" y="363276"/>
                  </a:lnTo>
                  <a:lnTo>
                    <a:pt x="201570" y="356635"/>
                  </a:lnTo>
                  <a:lnTo>
                    <a:pt x="245985" y="337891"/>
                  </a:lnTo>
                  <a:lnTo>
                    <a:pt x="283615" y="308819"/>
                  </a:lnTo>
                  <a:lnTo>
                    <a:pt x="312688" y="271188"/>
                  </a:lnTo>
                  <a:lnTo>
                    <a:pt x="331431" y="226773"/>
                  </a:lnTo>
                  <a:lnTo>
                    <a:pt x="338073" y="177345"/>
                  </a:lnTo>
                  <a:lnTo>
                    <a:pt x="331788" y="129239"/>
                  </a:lnTo>
                  <a:lnTo>
                    <a:pt x="314020" y="85825"/>
                  </a:lnTo>
                  <a:lnTo>
                    <a:pt x="286397" y="48728"/>
                  </a:lnTo>
                  <a:lnTo>
                    <a:pt x="250550" y="19577"/>
                  </a:lnTo>
                  <a:lnTo>
                    <a:pt x="208108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9108" y="8961415"/>
              <a:ext cx="97661" cy="96164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044511" y="7835988"/>
              <a:ext cx="952500" cy="474980"/>
            </a:xfrm>
            <a:custGeom>
              <a:avLst/>
              <a:gdLst/>
              <a:ahLst/>
              <a:cxnLst/>
              <a:rect l="l" t="t" r="r" b="b"/>
              <a:pathLst>
                <a:path w="952500" h="474979">
                  <a:moveTo>
                    <a:pt x="907312" y="0"/>
                  </a:moveTo>
                  <a:lnTo>
                    <a:pt x="0" y="361360"/>
                  </a:lnTo>
                  <a:lnTo>
                    <a:pt x="45077" y="474550"/>
                  </a:lnTo>
                  <a:lnTo>
                    <a:pt x="952389" y="113190"/>
                  </a:lnTo>
                  <a:lnTo>
                    <a:pt x="907312" y="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044511" y="7916513"/>
              <a:ext cx="952500" cy="394335"/>
            </a:xfrm>
            <a:custGeom>
              <a:avLst/>
              <a:gdLst/>
              <a:ahLst/>
              <a:cxnLst/>
              <a:rect l="l" t="t" r="r" b="b"/>
              <a:pathLst>
                <a:path w="952500" h="394334">
                  <a:moveTo>
                    <a:pt x="901082" y="0"/>
                  </a:moveTo>
                  <a:lnTo>
                    <a:pt x="0" y="351654"/>
                  </a:lnTo>
                  <a:lnTo>
                    <a:pt x="45077" y="394291"/>
                  </a:lnTo>
                  <a:lnTo>
                    <a:pt x="952389" y="32868"/>
                  </a:lnTo>
                  <a:lnTo>
                    <a:pt x="901082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920301" y="7565999"/>
              <a:ext cx="67310" cy="353695"/>
            </a:xfrm>
            <a:custGeom>
              <a:avLst/>
              <a:gdLst/>
              <a:ahLst/>
              <a:cxnLst/>
              <a:rect l="l" t="t" r="r" b="b"/>
              <a:pathLst>
                <a:path w="67310" h="353695">
                  <a:moveTo>
                    <a:pt x="0" y="353319"/>
                  </a:moveTo>
                  <a:lnTo>
                    <a:pt x="67013" y="353319"/>
                  </a:lnTo>
                  <a:lnTo>
                    <a:pt x="67013" y="0"/>
                  </a:lnTo>
                  <a:lnTo>
                    <a:pt x="0" y="0"/>
                  </a:lnTo>
                  <a:lnTo>
                    <a:pt x="0" y="353319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865475" y="7565999"/>
              <a:ext cx="55244" cy="353695"/>
            </a:xfrm>
            <a:custGeom>
              <a:avLst/>
              <a:gdLst/>
              <a:ahLst/>
              <a:cxnLst/>
              <a:rect l="l" t="t" r="r" b="b"/>
              <a:pathLst>
                <a:path w="55245" h="353695">
                  <a:moveTo>
                    <a:pt x="54825" y="0"/>
                  </a:moveTo>
                  <a:lnTo>
                    <a:pt x="0" y="0"/>
                  </a:lnTo>
                  <a:lnTo>
                    <a:pt x="0" y="353319"/>
                  </a:lnTo>
                  <a:lnTo>
                    <a:pt x="54825" y="353319"/>
                  </a:lnTo>
                  <a:lnTo>
                    <a:pt x="54825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593153" y="7256990"/>
              <a:ext cx="1331595" cy="353695"/>
            </a:xfrm>
            <a:custGeom>
              <a:avLst/>
              <a:gdLst/>
              <a:ahLst/>
              <a:cxnLst/>
              <a:rect l="l" t="t" r="r" b="b"/>
              <a:pathLst>
                <a:path w="1331595" h="353695">
                  <a:moveTo>
                    <a:pt x="21360" y="0"/>
                  </a:moveTo>
                  <a:lnTo>
                    <a:pt x="0" y="119943"/>
                  </a:lnTo>
                  <a:lnTo>
                    <a:pt x="1309855" y="353203"/>
                  </a:lnTo>
                  <a:lnTo>
                    <a:pt x="1331216" y="233259"/>
                  </a:lnTo>
                  <a:lnTo>
                    <a:pt x="21360" y="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592296" y="7315815"/>
              <a:ext cx="1323975" cy="294640"/>
            </a:xfrm>
            <a:custGeom>
              <a:avLst/>
              <a:gdLst/>
              <a:ahLst/>
              <a:cxnLst/>
              <a:rect l="l" t="t" r="r" b="b"/>
              <a:pathLst>
                <a:path w="1323975" h="294640">
                  <a:moveTo>
                    <a:pt x="0" y="0"/>
                  </a:moveTo>
                  <a:lnTo>
                    <a:pt x="0" y="61118"/>
                  </a:lnTo>
                  <a:lnTo>
                    <a:pt x="1310284" y="294378"/>
                  </a:lnTo>
                  <a:lnTo>
                    <a:pt x="1323739" y="241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5910" y="7486848"/>
              <a:ext cx="161523" cy="161523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35910" y="7840170"/>
              <a:ext cx="161523" cy="161523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4293804" y="7114526"/>
            <a:ext cx="6753225" cy="1196340"/>
            <a:chOff x="4293804" y="7114526"/>
            <a:chExt cx="6753225" cy="1196340"/>
          </a:xfrm>
        </p:grpSpPr>
        <p:sp>
          <p:nvSpPr>
            <p:cNvPr id="25" name="object 25" descr=""/>
            <p:cNvSpPr/>
            <p:nvPr/>
          </p:nvSpPr>
          <p:spPr>
            <a:xfrm>
              <a:off x="9334477" y="7835989"/>
              <a:ext cx="952500" cy="474980"/>
            </a:xfrm>
            <a:custGeom>
              <a:avLst/>
              <a:gdLst/>
              <a:ahLst/>
              <a:cxnLst/>
              <a:rect l="l" t="t" r="r" b="b"/>
              <a:pathLst>
                <a:path w="952500" h="474979">
                  <a:moveTo>
                    <a:pt x="45077" y="0"/>
                  </a:moveTo>
                  <a:lnTo>
                    <a:pt x="0" y="113190"/>
                  </a:lnTo>
                  <a:lnTo>
                    <a:pt x="907312" y="474550"/>
                  </a:lnTo>
                  <a:lnTo>
                    <a:pt x="952389" y="361360"/>
                  </a:lnTo>
                  <a:lnTo>
                    <a:pt x="45077" y="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334477" y="7916514"/>
              <a:ext cx="952500" cy="394335"/>
            </a:xfrm>
            <a:custGeom>
              <a:avLst/>
              <a:gdLst/>
              <a:ahLst/>
              <a:cxnLst/>
              <a:rect l="l" t="t" r="r" b="b"/>
              <a:pathLst>
                <a:path w="952500" h="394334">
                  <a:moveTo>
                    <a:pt x="51307" y="0"/>
                  </a:moveTo>
                  <a:lnTo>
                    <a:pt x="0" y="32868"/>
                  </a:lnTo>
                  <a:lnTo>
                    <a:pt x="907312" y="394291"/>
                  </a:lnTo>
                  <a:lnTo>
                    <a:pt x="952389" y="351654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337788" y="7566000"/>
              <a:ext cx="67310" cy="353695"/>
            </a:xfrm>
            <a:custGeom>
              <a:avLst/>
              <a:gdLst/>
              <a:ahLst/>
              <a:cxnLst/>
              <a:rect l="l" t="t" r="r" b="b"/>
              <a:pathLst>
                <a:path w="67309" h="353695">
                  <a:moveTo>
                    <a:pt x="0" y="353319"/>
                  </a:moveTo>
                  <a:lnTo>
                    <a:pt x="67003" y="353319"/>
                  </a:lnTo>
                  <a:lnTo>
                    <a:pt x="67003" y="0"/>
                  </a:lnTo>
                  <a:lnTo>
                    <a:pt x="0" y="0"/>
                  </a:lnTo>
                  <a:lnTo>
                    <a:pt x="0" y="353319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404791" y="7566000"/>
              <a:ext cx="55244" cy="353695"/>
            </a:xfrm>
            <a:custGeom>
              <a:avLst/>
              <a:gdLst/>
              <a:ahLst/>
              <a:cxnLst/>
              <a:rect l="l" t="t" r="r" b="b"/>
              <a:pathLst>
                <a:path w="55245" h="353695">
                  <a:moveTo>
                    <a:pt x="54825" y="0"/>
                  </a:moveTo>
                  <a:lnTo>
                    <a:pt x="0" y="0"/>
                  </a:lnTo>
                  <a:lnTo>
                    <a:pt x="0" y="353319"/>
                  </a:lnTo>
                  <a:lnTo>
                    <a:pt x="54825" y="353319"/>
                  </a:lnTo>
                  <a:lnTo>
                    <a:pt x="54825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407010" y="7256990"/>
              <a:ext cx="1331595" cy="353695"/>
            </a:xfrm>
            <a:custGeom>
              <a:avLst/>
              <a:gdLst/>
              <a:ahLst/>
              <a:cxnLst/>
              <a:rect l="l" t="t" r="r" b="b"/>
              <a:pathLst>
                <a:path w="1331595" h="353695">
                  <a:moveTo>
                    <a:pt x="1309855" y="0"/>
                  </a:moveTo>
                  <a:lnTo>
                    <a:pt x="0" y="233259"/>
                  </a:lnTo>
                  <a:lnTo>
                    <a:pt x="21360" y="353203"/>
                  </a:lnTo>
                  <a:lnTo>
                    <a:pt x="1331216" y="119943"/>
                  </a:lnTo>
                  <a:lnTo>
                    <a:pt x="1309855" y="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410644" y="7315816"/>
              <a:ext cx="1322705" cy="294640"/>
            </a:xfrm>
            <a:custGeom>
              <a:avLst/>
              <a:gdLst/>
              <a:ahLst/>
              <a:cxnLst/>
              <a:rect l="l" t="t" r="r" b="b"/>
              <a:pathLst>
                <a:path w="1322704" h="294640">
                  <a:moveTo>
                    <a:pt x="1322158" y="0"/>
                  </a:moveTo>
                  <a:lnTo>
                    <a:pt x="0" y="241154"/>
                  </a:lnTo>
                  <a:lnTo>
                    <a:pt x="15015" y="294378"/>
                  </a:lnTo>
                  <a:lnTo>
                    <a:pt x="1322158" y="61118"/>
                  </a:lnTo>
                  <a:lnTo>
                    <a:pt x="1322158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33944" y="7486848"/>
              <a:ext cx="161523" cy="161523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33944" y="7840171"/>
              <a:ext cx="161523" cy="161523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4296261" y="7114526"/>
              <a:ext cx="6750684" cy="282575"/>
            </a:xfrm>
            <a:custGeom>
              <a:avLst/>
              <a:gdLst/>
              <a:ahLst/>
              <a:cxnLst/>
              <a:rect l="l" t="t" r="r" b="b"/>
              <a:pathLst>
                <a:path w="6750684" h="282575">
                  <a:moveTo>
                    <a:pt x="6750537" y="0"/>
                  </a:moveTo>
                  <a:lnTo>
                    <a:pt x="0" y="0"/>
                  </a:lnTo>
                  <a:lnTo>
                    <a:pt x="0" y="83568"/>
                  </a:lnTo>
                  <a:lnTo>
                    <a:pt x="5254" y="129183"/>
                  </a:lnTo>
                  <a:lnTo>
                    <a:pt x="20220" y="171058"/>
                  </a:lnTo>
                  <a:lnTo>
                    <a:pt x="43704" y="207997"/>
                  </a:lnTo>
                  <a:lnTo>
                    <a:pt x="74513" y="238807"/>
                  </a:lnTo>
                  <a:lnTo>
                    <a:pt x="111452" y="262293"/>
                  </a:lnTo>
                  <a:lnTo>
                    <a:pt x="153328" y="277260"/>
                  </a:lnTo>
                  <a:lnTo>
                    <a:pt x="198946" y="282514"/>
                  </a:lnTo>
                  <a:lnTo>
                    <a:pt x="6551591" y="282514"/>
                  </a:lnTo>
                  <a:lnTo>
                    <a:pt x="6597206" y="277260"/>
                  </a:lnTo>
                  <a:lnTo>
                    <a:pt x="6639080" y="262293"/>
                  </a:lnTo>
                  <a:lnTo>
                    <a:pt x="6676020" y="238807"/>
                  </a:lnTo>
                  <a:lnTo>
                    <a:pt x="6706830" y="207997"/>
                  </a:lnTo>
                  <a:lnTo>
                    <a:pt x="6730315" y="171058"/>
                  </a:lnTo>
                  <a:lnTo>
                    <a:pt x="6745283" y="129183"/>
                  </a:lnTo>
                  <a:lnTo>
                    <a:pt x="6750537" y="83568"/>
                  </a:lnTo>
                  <a:lnTo>
                    <a:pt x="675053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293804" y="7115205"/>
              <a:ext cx="6750050" cy="280670"/>
            </a:xfrm>
            <a:custGeom>
              <a:avLst/>
              <a:gdLst/>
              <a:ahLst/>
              <a:cxnLst/>
              <a:rect l="l" t="t" r="r" b="b"/>
              <a:pathLst>
                <a:path w="6750050" h="280670">
                  <a:moveTo>
                    <a:pt x="6749679" y="0"/>
                  </a:moveTo>
                  <a:lnTo>
                    <a:pt x="0" y="0"/>
                  </a:lnTo>
                  <a:lnTo>
                    <a:pt x="0" y="166089"/>
                  </a:lnTo>
                  <a:lnTo>
                    <a:pt x="9480" y="210890"/>
                  </a:lnTo>
                  <a:lnTo>
                    <a:pt x="35129" y="247127"/>
                  </a:lnTo>
                  <a:lnTo>
                    <a:pt x="72763" y="271378"/>
                  </a:lnTo>
                  <a:lnTo>
                    <a:pt x="118195" y="280221"/>
                  </a:lnTo>
                  <a:lnTo>
                    <a:pt x="141482" y="280221"/>
                  </a:lnTo>
                  <a:lnTo>
                    <a:pt x="138331" y="267096"/>
                  </a:lnTo>
                  <a:lnTo>
                    <a:pt x="137084" y="254932"/>
                  </a:lnTo>
                  <a:lnTo>
                    <a:pt x="152578" y="210911"/>
                  </a:lnTo>
                  <a:lnTo>
                    <a:pt x="187408" y="183927"/>
                  </a:lnTo>
                  <a:lnTo>
                    <a:pt x="1475839" y="165031"/>
                  </a:lnTo>
                  <a:lnTo>
                    <a:pt x="3570709" y="163824"/>
                  </a:lnTo>
                  <a:lnTo>
                    <a:pt x="5529273" y="168677"/>
                  </a:lnTo>
                  <a:lnTo>
                    <a:pt x="6394747" y="171984"/>
                  </a:lnTo>
                  <a:lnTo>
                    <a:pt x="6517686" y="161765"/>
                  </a:lnTo>
                  <a:lnTo>
                    <a:pt x="6587247" y="169272"/>
                  </a:lnTo>
                  <a:lnTo>
                    <a:pt x="6629152" y="204328"/>
                  </a:lnTo>
                  <a:lnTo>
                    <a:pt x="6669126" y="276755"/>
                  </a:lnTo>
                  <a:lnTo>
                    <a:pt x="6701781" y="260748"/>
                  </a:lnTo>
                  <a:lnTo>
                    <a:pt x="6727241" y="235628"/>
                  </a:lnTo>
                  <a:lnTo>
                    <a:pt x="6743782" y="203406"/>
                  </a:lnTo>
                  <a:lnTo>
                    <a:pt x="6749679" y="166089"/>
                  </a:lnTo>
                  <a:lnTo>
                    <a:pt x="674967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3781799" y="5480358"/>
            <a:ext cx="219710" cy="1776730"/>
            <a:chOff x="3781799" y="5480358"/>
            <a:chExt cx="219710" cy="1776730"/>
          </a:xfrm>
        </p:grpSpPr>
        <p:sp>
          <p:nvSpPr>
            <p:cNvPr id="36" name="object 36" descr=""/>
            <p:cNvSpPr/>
            <p:nvPr/>
          </p:nvSpPr>
          <p:spPr>
            <a:xfrm>
              <a:off x="3781793" y="5480360"/>
              <a:ext cx="219710" cy="1776730"/>
            </a:xfrm>
            <a:custGeom>
              <a:avLst/>
              <a:gdLst/>
              <a:ahLst/>
              <a:cxnLst/>
              <a:rect l="l" t="t" r="r" b="b"/>
              <a:pathLst>
                <a:path w="219710" h="1776729">
                  <a:moveTo>
                    <a:pt x="219303" y="109651"/>
                  </a:moveTo>
                  <a:lnTo>
                    <a:pt x="210680" y="66979"/>
                  </a:lnTo>
                  <a:lnTo>
                    <a:pt x="187185" y="32118"/>
                  </a:lnTo>
                  <a:lnTo>
                    <a:pt x="152336" y="8623"/>
                  </a:lnTo>
                  <a:lnTo>
                    <a:pt x="109651" y="0"/>
                  </a:lnTo>
                  <a:lnTo>
                    <a:pt x="66967" y="8623"/>
                  </a:lnTo>
                  <a:lnTo>
                    <a:pt x="32118" y="32118"/>
                  </a:lnTo>
                  <a:lnTo>
                    <a:pt x="8610" y="66979"/>
                  </a:lnTo>
                  <a:lnTo>
                    <a:pt x="0" y="109651"/>
                  </a:lnTo>
                  <a:lnTo>
                    <a:pt x="0" y="1143088"/>
                  </a:lnTo>
                  <a:lnTo>
                    <a:pt x="8610" y="1185773"/>
                  </a:lnTo>
                  <a:lnTo>
                    <a:pt x="32118" y="1220622"/>
                  </a:lnTo>
                  <a:lnTo>
                    <a:pt x="66967" y="1244130"/>
                  </a:lnTo>
                  <a:lnTo>
                    <a:pt x="85293" y="1247838"/>
                  </a:lnTo>
                  <a:lnTo>
                    <a:pt x="85293" y="1401572"/>
                  </a:lnTo>
                  <a:lnTo>
                    <a:pt x="66967" y="1405267"/>
                  </a:lnTo>
                  <a:lnTo>
                    <a:pt x="32118" y="1428762"/>
                  </a:lnTo>
                  <a:lnTo>
                    <a:pt x="8610" y="1463624"/>
                  </a:lnTo>
                  <a:lnTo>
                    <a:pt x="0" y="1506308"/>
                  </a:lnTo>
                  <a:lnTo>
                    <a:pt x="0" y="1666976"/>
                  </a:lnTo>
                  <a:lnTo>
                    <a:pt x="8610" y="1709661"/>
                  </a:lnTo>
                  <a:lnTo>
                    <a:pt x="32118" y="1744522"/>
                  </a:lnTo>
                  <a:lnTo>
                    <a:pt x="66967" y="1768017"/>
                  </a:lnTo>
                  <a:lnTo>
                    <a:pt x="109651" y="1776628"/>
                  </a:lnTo>
                  <a:lnTo>
                    <a:pt x="152336" y="1768017"/>
                  </a:lnTo>
                  <a:lnTo>
                    <a:pt x="187185" y="1744522"/>
                  </a:lnTo>
                  <a:lnTo>
                    <a:pt x="210680" y="1709661"/>
                  </a:lnTo>
                  <a:lnTo>
                    <a:pt x="219303" y="1666976"/>
                  </a:lnTo>
                  <a:lnTo>
                    <a:pt x="219303" y="1506308"/>
                  </a:lnTo>
                  <a:lnTo>
                    <a:pt x="210680" y="1463624"/>
                  </a:lnTo>
                  <a:lnTo>
                    <a:pt x="187185" y="1428762"/>
                  </a:lnTo>
                  <a:lnTo>
                    <a:pt x="152336" y="1405267"/>
                  </a:lnTo>
                  <a:lnTo>
                    <a:pt x="134023" y="1401584"/>
                  </a:lnTo>
                  <a:lnTo>
                    <a:pt x="134023" y="1247825"/>
                  </a:lnTo>
                  <a:lnTo>
                    <a:pt x="152336" y="1244130"/>
                  </a:lnTo>
                  <a:lnTo>
                    <a:pt x="187185" y="1220622"/>
                  </a:lnTo>
                  <a:lnTo>
                    <a:pt x="210680" y="1185773"/>
                  </a:lnTo>
                  <a:lnTo>
                    <a:pt x="219303" y="1143088"/>
                  </a:lnTo>
                  <a:lnTo>
                    <a:pt x="219303" y="109651"/>
                  </a:lnTo>
                  <a:close/>
                </a:path>
              </a:pathLst>
            </a:custGeom>
            <a:solidFill>
              <a:srgbClr val="A2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783393" y="5482507"/>
              <a:ext cx="218440" cy="1772920"/>
            </a:xfrm>
            <a:custGeom>
              <a:avLst/>
              <a:gdLst/>
              <a:ahLst/>
              <a:cxnLst/>
              <a:rect l="l" t="t" r="r" b="b"/>
              <a:pathLst>
                <a:path w="218439" h="1772920">
                  <a:moveTo>
                    <a:pt x="217995" y="1504149"/>
                  </a:moveTo>
                  <a:lnTo>
                    <a:pt x="211429" y="1466710"/>
                  </a:lnTo>
                  <a:lnTo>
                    <a:pt x="193281" y="1434820"/>
                  </a:lnTo>
                  <a:lnTo>
                    <a:pt x="165849" y="1410817"/>
                  </a:lnTo>
                  <a:lnTo>
                    <a:pt x="131457" y="1397000"/>
                  </a:lnTo>
                  <a:lnTo>
                    <a:pt x="132207" y="1402143"/>
                  </a:lnTo>
                  <a:lnTo>
                    <a:pt x="132715" y="1407375"/>
                  </a:lnTo>
                  <a:lnTo>
                    <a:pt x="132715" y="1573403"/>
                  </a:lnTo>
                  <a:lnTo>
                    <a:pt x="124269" y="1615833"/>
                  </a:lnTo>
                  <a:lnTo>
                    <a:pt x="101142" y="1650123"/>
                  </a:lnTo>
                  <a:lnTo>
                    <a:pt x="66662" y="1673072"/>
                  </a:lnTo>
                  <a:lnTo>
                    <a:pt x="24142" y="1681441"/>
                  </a:lnTo>
                  <a:lnTo>
                    <a:pt x="15519" y="1681441"/>
                  </a:lnTo>
                  <a:lnTo>
                    <a:pt x="7454" y="1680527"/>
                  </a:lnTo>
                  <a:lnTo>
                    <a:pt x="0" y="1678927"/>
                  </a:lnTo>
                  <a:lnTo>
                    <a:pt x="12369" y="1715985"/>
                  </a:lnTo>
                  <a:lnTo>
                    <a:pt x="36283" y="1745780"/>
                  </a:lnTo>
                  <a:lnTo>
                    <a:pt x="69100" y="1765604"/>
                  </a:lnTo>
                  <a:lnTo>
                    <a:pt x="108229" y="1772818"/>
                  </a:lnTo>
                  <a:lnTo>
                    <a:pt x="109512" y="1772818"/>
                  </a:lnTo>
                  <a:lnTo>
                    <a:pt x="152019" y="1764461"/>
                  </a:lnTo>
                  <a:lnTo>
                    <a:pt x="186474" y="1741538"/>
                  </a:lnTo>
                  <a:lnTo>
                    <a:pt x="209562" y="1707248"/>
                  </a:lnTo>
                  <a:lnTo>
                    <a:pt x="217995" y="1664830"/>
                  </a:lnTo>
                  <a:lnTo>
                    <a:pt x="217995" y="1504149"/>
                  </a:lnTo>
                  <a:close/>
                </a:path>
                <a:path w="218439" h="1772920">
                  <a:moveTo>
                    <a:pt x="217995" y="92214"/>
                  </a:moveTo>
                  <a:lnTo>
                    <a:pt x="211429" y="59982"/>
                  </a:lnTo>
                  <a:lnTo>
                    <a:pt x="193281" y="32550"/>
                  </a:lnTo>
                  <a:lnTo>
                    <a:pt x="165849" y="11899"/>
                  </a:lnTo>
                  <a:lnTo>
                    <a:pt x="131457" y="0"/>
                  </a:lnTo>
                  <a:lnTo>
                    <a:pt x="132207" y="4432"/>
                  </a:lnTo>
                  <a:lnTo>
                    <a:pt x="132715" y="8928"/>
                  </a:lnTo>
                  <a:lnTo>
                    <a:pt x="132715" y="1077544"/>
                  </a:lnTo>
                  <a:lnTo>
                    <a:pt x="124269" y="1113942"/>
                  </a:lnTo>
                  <a:lnTo>
                    <a:pt x="101142" y="1143177"/>
                  </a:lnTo>
                  <a:lnTo>
                    <a:pt x="66662" y="1162659"/>
                  </a:lnTo>
                  <a:lnTo>
                    <a:pt x="24142" y="1169733"/>
                  </a:lnTo>
                  <a:lnTo>
                    <a:pt x="15519" y="1169733"/>
                  </a:lnTo>
                  <a:lnTo>
                    <a:pt x="7454" y="1169225"/>
                  </a:lnTo>
                  <a:lnTo>
                    <a:pt x="0" y="1167841"/>
                  </a:lnTo>
                  <a:lnTo>
                    <a:pt x="12369" y="1199781"/>
                  </a:lnTo>
                  <a:lnTo>
                    <a:pt x="36283" y="1225511"/>
                  </a:lnTo>
                  <a:lnTo>
                    <a:pt x="69100" y="1242682"/>
                  </a:lnTo>
                  <a:lnTo>
                    <a:pt x="108229" y="1248930"/>
                  </a:lnTo>
                  <a:lnTo>
                    <a:pt x="109512" y="1248930"/>
                  </a:lnTo>
                  <a:lnTo>
                    <a:pt x="152019" y="1241767"/>
                  </a:lnTo>
                  <a:lnTo>
                    <a:pt x="186474" y="1222121"/>
                  </a:lnTo>
                  <a:lnTo>
                    <a:pt x="209562" y="1192707"/>
                  </a:lnTo>
                  <a:lnTo>
                    <a:pt x="217995" y="1156233"/>
                  </a:lnTo>
                  <a:lnTo>
                    <a:pt x="217995" y="92214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5006545" y="8102067"/>
            <a:ext cx="5295265" cy="415925"/>
            <a:chOff x="5006545" y="8102067"/>
            <a:chExt cx="5295265" cy="415925"/>
          </a:xfrm>
        </p:grpSpPr>
        <p:sp>
          <p:nvSpPr>
            <p:cNvPr id="39" name="object 39" descr=""/>
            <p:cNvSpPr/>
            <p:nvPr/>
          </p:nvSpPr>
          <p:spPr>
            <a:xfrm>
              <a:off x="5009309" y="8103687"/>
              <a:ext cx="5292725" cy="414655"/>
            </a:xfrm>
            <a:custGeom>
              <a:avLst/>
              <a:gdLst/>
              <a:ahLst/>
              <a:cxnLst/>
              <a:rect l="l" t="t" r="r" b="b"/>
              <a:pathLst>
                <a:path w="5292725" h="414654">
                  <a:moveTo>
                    <a:pt x="5161727" y="0"/>
                  </a:moveTo>
                  <a:lnTo>
                    <a:pt x="130613" y="0"/>
                  </a:lnTo>
                  <a:lnTo>
                    <a:pt x="79773" y="10264"/>
                  </a:lnTo>
                  <a:lnTo>
                    <a:pt x="38256" y="38256"/>
                  </a:lnTo>
                  <a:lnTo>
                    <a:pt x="10264" y="79773"/>
                  </a:lnTo>
                  <a:lnTo>
                    <a:pt x="0" y="130613"/>
                  </a:lnTo>
                  <a:lnTo>
                    <a:pt x="0" y="283624"/>
                  </a:lnTo>
                  <a:lnTo>
                    <a:pt x="10264" y="334464"/>
                  </a:lnTo>
                  <a:lnTo>
                    <a:pt x="38256" y="375982"/>
                  </a:lnTo>
                  <a:lnTo>
                    <a:pt x="79773" y="403974"/>
                  </a:lnTo>
                  <a:lnTo>
                    <a:pt x="130613" y="414238"/>
                  </a:lnTo>
                  <a:lnTo>
                    <a:pt x="5161727" y="414238"/>
                  </a:lnTo>
                  <a:lnTo>
                    <a:pt x="5212567" y="403974"/>
                  </a:lnTo>
                  <a:lnTo>
                    <a:pt x="5254084" y="375982"/>
                  </a:lnTo>
                  <a:lnTo>
                    <a:pt x="5282076" y="334464"/>
                  </a:lnTo>
                  <a:lnTo>
                    <a:pt x="5292341" y="283624"/>
                  </a:lnTo>
                  <a:lnTo>
                    <a:pt x="5292341" y="130613"/>
                  </a:lnTo>
                  <a:lnTo>
                    <a:pt x="5282076" y="79773"/>
                  </a:lnTo>
                  <a:lnTo>
                    <a:pt x="5254084" y="38256"/>
                  </a:lnTo>
                  <a:lnTo>
                    <a:pt x="5212567" y="10264"/>
                  </a:lnTo>
                  <a:lnTo>
                    <a:pt x="5161727" y="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006545" y="8102067"/>
              <a:ext cx="5293995" cy="414655"/>
            </a:xfrm>
            <a:custGeom>
              <a:avLst/>
              <a:gdLst/>
              <a:ahLst/>
              <a:cxnLst/>
              <a:rect l="l" t="t" r="r" b="b"/>
              <a:pathLst>
                <a:path w="5293995" h="414654">
                  <a:moveTo>
                    <a:pt x="182748" y="0"/>
                  </a:moveTo>
                  <a:lnTo>
                    <a:pt x="78751" y="0"/>
                  </a:lnTo>
                  <a:lnTo>
                    <a:pt x="48741" y="6224"/>
                  </a:lnTo>
                  <a:lnTo>
                    <a:pt x="23638" y="23067"/>
                  </a:lnTo>
                  <a:lnTo>
                    <a:pt x="6403" y="47778"/>
                  </a:lnTo>
                  <a:lnTo>
                    <a:pt x="0" y="77610"/>
                  </a:lnTo>
                  <a:lnTo>
                    <a:pt x="0" y="339863"/>
                  </a:lnTo>
                  <a:lnTo>
                    <a:pt x="6403" y="369191"/>
                  </a:lnTo>
                  <a:lnTo>
                    <a:pt x="23638" y="392794"/>
                  </a:lnTo>
                  <a:lnTo>
                    <a:pt x="48741" y="408528"/>
                  </a:lnTo>
                  <a:lnTo>
                    <a:pt x="78751" y="414249"/>
                  </a:lnTo>
                  <a:lnTo>
                    <a:pt x="5219118" y="414249"/>
                  </a:lnTo>
                  <a:lnTo>
                    <a:pt x="5248483" y="408528"/>
                  </a:lnTo>
                  <a:lnTo>
                    <a:pt x="5272169" y="392794"/>
                  </a:lnTo>
                  <a:lnTo>
                    <a:pt x="5287985" y="369191"/>
                  </a:lnTo>
                  <a:lnTo>
                    <a:pt x="5293744" y="339863"/>
                  </a:lnTo>
                  <a:lnTo>
                    <a:pt x="5293744" y="261950"/>
                  </a:lnTo>
                  <a:lnTo>
                    <a:pt x="258955" y="261950"/>
                  </a:lnTo>
                  <a:lnTo>
                    <a:pt x="229343" y="255990"/>
                  </a:lnTo>
                  <a:lnTo>
                    <a:pt x="205114" y="239730"/>
                  </a:lnTo>
                  <a:lnTo>
                    <a:pt x="188754" y="215602"/>
                  </a:lnTo>
                  <a:lnTo>
                    <a:pt x="182748" y="186036"/>
                  </a:lnTo>
                  <a:lnTo>
                    <a:pt x="182748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/>
          <p:nvPr/>
        </p:nvSpPr>
        <p:spPr>
          <a:xfrm>
            <a:off x="4001099" y="6994983"/>
            <a:ext cx="7308850" cy="239395"/>
          </a:xfrm>
          <a:custGeom>
            <a:avLst/>
            <a:gdLst/>
            <a:ahLst/>
            <a:cxnLst/>
            <a:rect l="l" t="t" r="r" b="b"/>
            <a:pathLst>
              <a:path w="7308850" h="239395">
                <a:moveTo>
                  <a:pt x="7189582" y="0"/>
                </a:moveTo>
                <a:lnTo>
                  <a:pt x="119190" y="0"/>
                </a:lnTo>
                <a:lnTo>
                  <a:pt x="72794" y="9365"/>
                </a:lnTo>
                <a:lnTo>
                  <a:pt x="34908" y="34907"/>
                </a:lnTo>
                <a:lnTo>
                  <a:pt x="9366" y="72789"/>
                </a:lnTo>
                <a:lnTo>
                  <a:pt x="0" y="119179"/>
                </a:lnTo>
                <a:lnTo>
                  <a:pt x="0" y="119912"/>
                </a:lnTo>
                <a:lnTo>
                  <a:pt x="9366" y="166302"/>
                </a:lnTo>
                <a:lnTo>
                  <a:pt x="34908" y="204184"/>
                </a:lnTo>
                <a:lnTo>
                  <a:pt x="72794" y="229726"/>
                </a:lnTo>
                <a:lnTo>
                  <a:pt x="119190" y="239092"/>
                </a:lnTo>
                <a:lnTo>
                  <a:pt x="7189582" y="239092"/>
                </a:lnTo>
                <a:lnTo>
                  <a:pt x="7235971" y="229726"/>
                </a:lnTo>
                <a:lnTo>
                  <a:pt x="7273854" y="204184"/>
                </a:lnTo>
                <a:lnTo>
                  <a:pt x="7299395" y="166302"/>
                </a:lnTo>
                <a:lnTo>
                  <a:pt x="7308761" y="119912"/>
                </a:lnTo>
                <a:lnTo>
                  <a:pt x="7308761" y="119179"/>
                </a:lnTo>
                <a:lnTo>
                  <a:pt x="7299395" y="72789"/>
                </a:lnTo>
                <a:lnTo>
                  <a:pt x="7273854" y="34907"/>
                </a:lnTo>
                <a:lnTo>
                  <a:pt x="7235971" y="9365"/>
                </a:lnTo>
                <a:lnTo>
                  <a:pt x="71895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4862807" y="8436985"/>
            <a:ext cx="680085" cy="161925"/>
            <a:chOff x="4862807" y="8436985"/>
            <a:chExt cx="680085" cy="161925"/>
          </a:xfrm>
        </p:grpSpPr>
        <p:sp>
          <p:nvSpPr>
            <p:cNvPr id="43" name="object 43" descr=""/>
            <p:cNvSpPr/>
            <p:nvPr/>
          </p:nvSpPr>
          <p:spPr>
            <a:xfrm>
              <a:off x="4862807" y="8436985"/>
              <a:ext cx="680085" cy="161925"/>
            </a:xfrm>
            <a:custGeom>
              <a:avLst/>
              <a:gdLst/>
              <a:ahLst/>
              <a:cxnLst/>
              <a:rect l="l" t="t" r="r" b="b"/>
              <a:pathLst>
                <a:path w="680085" h="161925">
                  <a:moveTo>
                    <a:pt x="599206" y="0"/>
                  </a:moveTo>
                  <a:lnTo>
                    <a:pt x="80688" y="0"/>
                  </a:lnTo>
                  <a:lnTo>
                    <a:pt x="49280" y="6340"/>
                  </a:lnTo>
                  <a:lnTo>
                    <a:pt x="23632" y="23632"/>
                  </a:lnTo>
                  <a:lnTo>
                    <a:pt x="6340" y="49280"/>
                  </a:lnTo>
                  <a:lnTo>
                    <a:pt x="0" y="80688"/>
                  </a:lnTo>
                  <a:lnTo>
                    <a:pt x="6340" y="112594"/>
                  </a:lnTo>
                  <a:lnTo>
                    <a:pt x="23632" y="138245"/>
                  </a:lnTo>
                  <a:lnTo>
                    <a:pt x="49280" y="155538"/>
                  </a:lnTo>
                  <a:lnTo>
                    <a:pt x="80688" y="161879"/>
                  </a:lnTo>
                  <a:lnTo>
                    <a:pt x="599206" y="161879"/>
                  </a:lnTo>
                  <a:lnTo>
                    <a:pt x="630616" y="155538"/>
                  </a:lnTo>
                  <a:lnTo>
                    <a:pt x="656267" y="138245"/>
                  </a:lnTo>
                  <a:lnTo>
                    <a:pt x="673563" y="112594"/>
                  </a:lnTo>
                  <a:lnTo>
                    <a:pt x="679905" y="81180"/>
                  </a:lnTo>
                  <a:lnTo>
                    <a:pt x="673563" y="49280"/>
                  </a:lnTo>
                  <a:lnTo>
                    <a:pt x="656267" y="23632"/>
                  </a:lnTo>
                  <a:lnTo>
                    <a:pt x="630616" y="6340"/>
                  </a:lnTo>
                  <a:lnTo>
                    <a:pt x="599206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910995" y="8462493"/>
              <a:ext cx="356870" cy="52705"/>
            </a:xfrm>
            <a:custGeom>
              <a:avLst/>
              <a:gdLst/>
              <a:ahLst/>
              <a:cxnLst/>
              <a:rect l="l" t="t" r="r" b="b"/>
              <a:pathLst>
                <a:path w="356870" h="52704">
                  <a:moveTo>
                    <a:pt x="330272" y="0"/>
                  </a:moveTo>
                  <a:lnTo>
                    <a:pt x="26240" y="0"/>
                  </a:lnTo>
                  <a:lnTo>
                    <a:pt x="16052" y="2070"/>
                  </a:lnTo>
                  <a:lnTo>
                    <a:pt x="7709" y="7709"/>
                  </a:lnTo>
                  <a:lnTo>
                    <a:pt x="2070" y="16052"/>
                  </a:lnTo>
                  <a:lnTo>
                    <a:pt x="0" y="26240"/>
                  </a:lnTo>
                  <a:lnTo>
                    <a:pt x="2070" y="36427"/>
                  </a:lnTo>
                  <a:lnTo>
                    <a:pt x="7709" y="44770"/>
                  </a:lnTo>
                  <a:lnTo>
                    <a:pt x="16052" y="50409"/>
                  </a:lnTo>
                  <a:lnTo>
                    <a:pt x="26240" y="52480"/>
                  </a:lnTo>
                  <a:lnTo>
                    <a:pt x="330272" y="52480"/>
                  </a:lnTo>
                  <a:lnTo>
                    <a:pt x="340459" y="50409"/>
                  </a:lnTo>
                  <a:lnTo>
                    <a:pt x="348803" y="44770"/>
                  </a:lnTo>
                  <a:lnTo>
                    <a:pt x="354441" y="36427"/>
                  </a:lnTo>
                  <a:lnTo>
                    <a:pt x="356512" y="26240"/>
                  </a:lnTo>
                  <a:lnTo>
                    <a:pt x="354441" y="16052"/>
                  </a:lnTo>
                  <a:lnTo>
                    <a:pt x="348803" y="7709"/>
                  </a:lnTo>
                  <a:lnTo>
                    <a:pt x="340459" y="2070"/>
                  </a:lnTo>
                  <a:lnTo>
                    <a:pt x="330272" y="0"/>
                  </a:lnTo>
                  <a:close/>
                </a:path>
              </a:pathLst>
            </a:custGeom>
            <a:solidFill>
              <a:srgbClr val="DDDA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9733980" y="8436985"/>
            <a:ext cx="680085" cy="161925"/>
            <a:chOff x="9733980" y="8436985"/>
            <a:chExt cx="680085" cy="161925"/>
          </a:xfrm>
        </p:grpSpPr>
        <p:sp>
          <p:nvSpPr>
            <p:cNvPr id="46" name="object 46" descr=""/>
            <p:cNvSpPr/>
            <p:nvPr/>
          </p:nvSpPr>
          <p:spPr>
            <a:xfrm>
              <a:off x="9733980" y="8436985"/>
              <a:ext cx="680085" cy="161925"/>
            </a:xfrm>
            <a:custGeom>
              <a:avLst/>
              <a:gdLst/>
              <a:ahLst/>
              <a:cxnLst/>
              <a:rect l="l" t="t" r="r" b="b"/>
              <a:pathLst>
                <a:path w="680084" h="161925">
                  <a:moveTo>
                    <a:pt x="599206" y="0"/>
                  </a:moveTo>
                  <a:lnTo>
                    <a:pt x="80688" y="0"/>
                  </a:lnTo>
                  <a:lnTo>
                    <a:pt x="49280" y="6340"/>
                  </a:lnTo>
                  <a:lnTo>
                    <a:pt x="23632" y="23632"/>
                  </a:lnTo>
                  <a:lnTo>
                    <a:pt x="6340" y="49280"/>
                  </a:lnTo>
                  <a:lnTo>
                    <a:pt x="0" y="80688"/>
                  </a:lnTo>
                  <a:lnTo>
                    <a:pt x="6340" y="112594"/>
                  </a:lnTo>
                  <a:lnTo>
                    <a:pt x="23632" y="138245"/>
                  </a:lnTo>
                  <a:lnTo>
                    <a:pt x="49280" y="155538"/>
                  </a:lnTo>
                  <a:lnTo>
                    <a:pt x="80688" y="161879"/>
                  </a:lnTo>
                  <a:lnTo>
                    <a:pt x="599206" y="161879"/>
                  </a:lnTo>
                  <a:lnTo>
                    <a:pt x="630616" y="155538"/>
                  </a:lnTo>
                  <a:lnTo>
                    <a:pt x="656267" y="138245"/>
                  </a:lnTo>
                  <a:lnTo>
                    <a:pt x="673563" y="112594"/>
                  </a:lnTo>
                  <a:lnTo>
                    <a:pt x="679905" y="81180"/>
                  </a:lnTo>
                  <a:lnTo>
                    <a:pt x="673563" y="49280"/>
                  </a:lnTo>
                  <a:lnTo>
                    <a:pt x="656267" y="23632"/>
                  </a:lnTo>
                  <a:lnTo>
                    <a:pt x="630616" y="6340"/>
                  </a:lnTo>
                  <a:lnTo>
                    <a:pt x="599206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782168" y="8462493"/>
              <a:ext cx="356870" cy="52705"/>
            </a:xfrm>
            <a:custGeom>
              <a:avLst/>
              <a:gdLst/>
              <a:ahLst/>
              <a:cxnLst/>
              <a:rect l="l" t="t" r="r" b="b"/>
              <a:pathLst>
                <a:path w="356870" h="52704">
                  <a:moveTo>
                    <a:pt x="330272" y="0"/>
                  </a:moveTo>
                  <a:lnTo>
                    <a:pt x="26240" y="0"/>
                  </a:lnTo>
                  <a:lnTo>
                    <a:pt x="16052" y="2070"/>
                  </a:lnTo>
                  <a:lnTo>
                    <a:pt x="7709" y="7709"/>
                  </a:lnTo>
                  <a:lnTo>
                    <a:pt x="2070" y="16052"/>
                  </a:lnTo>
                  <a:lnTo>
                    <a:pt x="0" y="26240"/>
                  </a:lnTo>
                  <a:lnTo>
                    <a:pt x="2070" y="36427"/>
                  </a:lnTo>
                  <a:lnTo>
                    <a:pt x="7709" y="44770"/>
                  </a:lnTo>
                  <a:lnTo>
                    <a:pt x="16052" y="50409"/>
                  </a:lnTo>
                  <a:lnTo>
                    <a:pt x="26240" y="52480"/>
                  </a:lnTo>
                  <a:lnTo>
                    <a:pt x="330272" y="52480"/>
                  </a:lnTo>
                  <a:lnTo>
                    <a:pt x="340459" y="50409"/>
                  </a:lnTo>
                  <a:lnTo>
                    <a:pt x="348803" y="44770"/>
                  </a:lnTo>
                  <a:lnTo>
                    <a:pt x="354441" y="36427"/>
                  </a:lnTo>
                  <a:lnTo>
                    <a:pt x="356512" y="26240"/>
                  </a:lnTo>
                  <a:lnTo>
                    <a:pt x="354441" y="16052"/>
                  </a:lnTo>
                  <a:lnTo>
                    <a:pt x="348803" y="7709"/>
                  </a:lnTo>
                  <a:lnTo>
                    <a:pt x="340459" y="2070"/>
                  </a:lnTo>
                  <a:lnTo>
                    <a:pt x="330272" y="0"/>
                  </a:lnTo>
                  <a:close/>
                </a:path>
              </a:pathLst>
            </a:custGeom>
            <a:solidFill>
              <a:srgbClr val="DDDA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/>
          <p:nvPr/>
        </p:nvSpPr>
        <p:spPr>
          <a:xfrm>
            <a:off x="3815015" y="5632187"/>
            <a:ext cx="58419" cy="320040"/>
          </a:xfrm>
          <a:custGeom>
            <a:avLst/>
            <a:gdLst/>
            <a:ahLst/>
            <a:cxnLst/>
            <a:rect l="l" t="t" r="r" b="b"/>
            <a:pathLst>
              <a:path w="58420" h="320039">
                <a:moveTo>
                  <a:pt x="29077" y="0"/>
                </a:moveTo>
                <a:lnTo>
                  <a:pt x="17784" y="2294"/>
                </a:lnTo>
                <a:lnTo>
                  <a:pt x="8539" y="8542"/>
                </a:lnTo>
                <a:lnTo>
                  <a:pt x="2293" y="17788"/>
                </a:lnTo>
                <a:lnTo>
                  <a:pt x="0" y="29077"/>
                </a:lnTo>
                <a:lnTo>
                  <a:pt x="0" y="290692"/>
                </a:lnTo>
                <a:lnTo>
                  <a:pt x="2293" y="301981"/>
                </a:lnTo>
                <a:lnTo>
                  <a:pt x="8539" y="311227"/>
                </a:lnTo>
                <a:lnTo>
                  <a:pt x="17784" y="317475"/>
                </a:lnTo>
                <a:lnTo>
                  <a:pt x="29077" y="319770"/>
                </a:lnTo>
                <a:lnTo>
                  <a:pt x="40370" y="317475"/>
                </a:lnTo>
                <a:lnTo>
                  <a:pt x="49616" y="311227"/>
                </a:lnTo>
                <a:lnTo>
                  <a:pt x="55861" y="301981"/>
                </a:lnTo>
                <a:lnTo>
                  <a:pt x="58155" y="290692"/>
                </a:lnTo>
                <a:lnTo>
                  <a:pt x="58155" y="29077"/>
                </a:lnTo>
                <a:lnTo>
                  <a:pt x="55861" y="17788"/>
                </a:lnTo>
                <a:lnTo>
                  <a:pt x="49616" y="8542"/>
                </a:lnTo>
                <a:lnTo>
                  <a:pt x="40370" y="2294"/>
                </a:lnTo>
                <a:lnTo>
                  <a:pt x="29077" y="0"/>
                </a:lnTo>
                <a:close/>
              </a:path>
            </a:pathLst>
          </a:custGeom>
          <a:solidFill>
            <a:srgbClr val="C5C5C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" name="object 49" descr=""/>
          <p:cNvGrpSpPr/>
          <p:nvPr/>
        </p:nvGrpSpPr>
        <p:grpSpPr>
          <a:xfrm>
            <a:off x="11305427" y="5480358"/>
            <a:ext cx="224154" cy="1776730"/>
            <a:chOff x="11305427" y="5480358"/>
            <a:chExt cx="224154" cy="1776730"/>
          </a:xfrm>
        </p:grpSpPr>
        <p:sp>
          <p:nvSpPr>
            <p:cNvPr id="50" name="object 50" descr=""/>
            <p:cNvSpPr/>
            <p:nvPr/>
          </p:nvSpPr>
          <p:spPr>
            <a:xfrm>
              <a:off x="11309858" y="5480360"/>
              <a:ext cx="219710" cy="1776730"/>
            </a:xfrm>
            <a:custGeom>
              <a:avLst/>
              <a:gdLst/>
              <a:ahLst/>
              <a:cxnLst/>
              <a:rect l="l" t="t" r="r" b="b"/>
              <a:pathLst>
                <a:path w="219709" h="1776729">
                  <a:moveTo>
                    <a:pt x="219303" y="109651"/>
                  </a:moveTo>
                  <a:lnTo>
                    <a:pt x="210680" y="66979"/>
                  </a:lnTo>
                  <a:lnTo>
                    <a:pt x="187185" y="32118"/>
                  </a:lnTo>
                  <a:lnTo>
                    <a:pt x="152336" y="8623"/>
                  </a:lnTo>
                  <a:lnTo>
                    <a:pt x="109651" y="0"/>
                  </a:lnTo>
                  <a:lnTo>
                    <a:pt x="66967" y="8623"/>
                  </a:lnTo>
                  <a:lnTo>
                    <a:pt x="32118" y="32118"/>
                  </a:lnTo>
                  <a:lnTo>
                    <a:pt x="8610" y="66979"/>
                  </a:lnTo>
                  <a:lnTo>
                    <a:pt x="0" y="109651"/>
                  </a:lnTo>
                  <a:lnTo>
                    <a:pt x="0" y="1143088"/>
                  </a:lnTo>
                  <a:lnTo>
                    <a:pt x="8610" y="1185773"/>
                  </a:lnTo>
                  <a:lnTo>
                    <a:pt x="32118" y="1220622"/>
                  </a:lnTo>
                  <a:lnTo>
                    <a:pt x="66967" y="1244130"/>
                  </a:lnTo>
                  <a:lnTo>
                    <a:pt x="85280" y="1247825"/>
                  </a:lnTo>
                  <a:lnTo>
                    <a:pt x="85280" y="1401584"/>
                  </a:lnTo>
                  <a:lnTo>
                    <a:pt x="66967" y="1405267"/>
                  </a:lnTo>
                  <a:lnTo>
                    <a:pt x="32118" y="1428762"/>
                  </a:lnTo>
                  <a:lnTo>
                    <a:pt x="8610" y="1463624"/>
                  </a:lnTo>
                  <a:lnTo>
                    <a:pt x="0" y="1506308"/>
                  </a:lnTo>
                  <a:lnTo>
                    <a:pt x="0" y="1666976"/>
                  </a:lnTo>
                  <a:lnTo>
                    <a:pt x="8610" y="1709661"/>
                  </a:lnTo>
                  <a:lnTo>
                    <a:pt x="32118" y="1744522"/>
                  </a:lnTo>
                  <a:lnTo>
                    <a:pt x="66967" y="1768017"/>
                  </a:lnTo>
                  <a:lnTo>
                    <a:pt x="109651" y="1776628"/>
                  </a:lnTo>
                  <a:lnTo>
                    <a:pt x="152336" y="1768017"/>
                  </a:lnTo>
                  <a:lnTo>
                    <a:pt x="187185" y="1744522"/>
                  </a:lnTo>
                  <a:lnTo>
                    <a:pt x="210680" y="1709661"/>
                  </a:lnTo>
                  <a:lnTo>
                    <a:pt x="219303" y="1666976"/>
                  </a:lnTo>
                  <a:lnTo>
                    <a:pt x="219303" y="1506308"/>
                  </a:lnTo>
                  <a:lnTo>
                    <a:pt x="210680" y="1463624"/>
                  </a:lnTo>
                  <a:lnTo>
                    <a:pt x="187185" y="1428762"/>
                  </a:lnTo>
                  <a:lnTo>
                    <a:pt x="152336" y="1405267"/>
                  </a:lnTo>
                  <a:lnTo>
                    <a:pt x="134023" y="1401584"/>
                  </a:lnTo>
                  <a:lnTo>
                    <a:pt x="134023" y="1247825"/>
                  </a:lnTo>
                  <a:lnTo>
                    <a:pt x="152336" y="1244130"/>
                  </a:lnTo>
                  <a:lnTo>
                    <a:pt x="187185" y="1220622"/>
                  </a:lnTo>
                  <a:lnTo>
                    <a:pt x="210680" y="1185773"/>
                  </a:lnTo>
                  <a:lnTo>
                    <a:pt x="219303" y="1143088"/>
                  </a:lnTo>
                  <a:lnTo>
                    <a:pt x="219303" y="109651"/>
                  </a:lnTo>
                  <a:close/>
                </a:path>
              </a:pathLst>
            </a:custGeom>
            <a:solidFill>
              <a:srgbClr val="A2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1305426" y="5482507"/>
              <a:ext cx="222250" cy="1772920"/>
            </a:xfrm>
            <a:custGeom>
              <a:avLst/>
              <a:gdLst/>
              <a:ahLst/>
              <a:cxnLst/>
              <a:rect l="l" t="t" r="r" b="b"/>
              <a:pathLst>
                <a:path w="222250" h="1772920">
                  <a:moveTo>
                    <a:pt x="222135" y="1678927"/>
                  </a:moveTo>
                  <a:lnTo>
                    <a:pt x="214680" y="1680527"/>
                  </a:lnTo>
                  <a:lnTo>
                    <a:pt x="206616" y="1681441"/>
                  </a:lnTo>
                  <a:lnTo>
                    <a:pt x="197993" y="1681441"/>
                  </a:lnTo>
                  <a:lnTo>
                    <a:pt x="154838" y="1673072"/>
                  </a:lnTo>
                  <a:lnTo>
                    <a:pt x="118922" y="1650123"/>
                  </a:lnTo>
                  <a:lnTo>
                    <a:pt x="94373" y="1615833"/>
                  </a:lnTo>
                  <a:lnTo>
                    <a:pt x="85280" y="1573403"/>
                  </a:lnTo>
                  <a:lnTo>
                    <a:pt x="85280" y="1407375"/>
                  </a:lnTo>
                  <a:lnTo>
                    <a:pt x="85788" y="1402143"/>
                  </a:lnTo>
                  <a:lnTo>
                    <a:pt x="86537" y="1397000"/>
                  </a:lnTo>
                  <a:lnTo>
                    <a:pt x="52146" y="1410817"/>
                  </a:lnTo>
                  <a:lnTo>
                    <a:pt x="24726" y="1434820"/>
                  </a:lnTo>
                  <a:lnTo>
                    <a:pt x="6565" y="1466710"/>
                  </a:lnTo>
                  <a:lnTo>
                    <a:pt x="0" y="1504149"/>
                  </a:lnTo>
                  <a:lnTo>
                    <a:pt x="0" y="1664830"/>
                  </a:lnTo>
                  <a:lnTo>
                    <a:pt x="9080" y="1707248"/>
                  </a:lnTo>
                  <a:lnTo>
                    <a:pt x="33591" y="1741538"/>
                  </a:lnTo>
                  <a:lnTo>
                    <a:pt x="69469" y="1764461"/>
                  </a:lnTo>
                  <a:lnTo>
                    <a:pt x="112623" y="1772818"/>
                  </a:lnTo>
                  <a:lnTo>
                    <a:pt x="113906" y="1772818"/>
                  </a:lnTo>
                  <a:lnTo>
                    <a:pt x="153035" y="1765604"/>
                  </a:lnTo>
                  <a:lnTo>
                    <a:pt x="185851" y="1745780"/>
                  </a:lnTo>
                  <a:lnTo>
                    <a:pt x="209765" y="1715985"/>
                  </a:lnTo>
                  <a:lnTo>
                    <a:pt x="222135" y="1678927"/>
                  </a:lnTo>
                  <a:close/>
                </a:path>
                <a:path w="222250" h="1772920">
                  <a:moveTo>
                    <a:pt x="222135" y="1167841"/>
                  </a:moveTo>
                  <a:lnTo>
                    <a:pt x="214680" y="1169225"/>
                  </a:lnTo>
                  <a:lnTo>
                    <a:pt x="206616" y="1169733"/>
                  </a:lnTo>
                  <a:lnTo>
                    <a:pt x="197993" y="1169733"/>
                  </a:lnTo>
                  <a:lnTo>
                    <a:pt x="154838" y="1162659"/>
                  </a:lnTo>
                  <a:lnTo>
                    <a:pt x="118922" y="1143177"/>
                  </a:lnTo>
                  <a:lnTo>
                    <a:pt x="94373" y="1113942"/>
                  </a:lnTo>
                  <a:lnTo>
                    <a:pt x="85280" y="1077544"/>
                  </a:lnTo>
                  <a:lnTo>
                    <a:pt x="85280" y="8928"/>
                  </a:lnTo>
                  <a:lnTo>
                    <a:pt x="85788" y="4432"/>
                  </a:lnTo>
                  <a:lnTo>
                    <a:pt x="86537" y="0"/>
                  </a:lnTo>
                  <a:lnTo>
                    <a:pt x="52146" y="11899"/>
                  </a:lnTo>
                  <a:lnTo>
                    <a:pt x="24726" y="32550"/>
                  </a:lnTo>
                  <a:lnTo>
                    <a:pt x="6565" y="59982"/>
                  </a:lnTo>
                  <a:lnTo>
                    <a:pt x="0" y="92214"/>
                  </a:lnTo>
                  <a:lnTo>
                    <a:pt x="0" y="1156233"/>
                  </a:lnTo>
                  <a:lnTo>
                    <a:pt x="9080" y="1192707"/>
                  </a:lnTo>
                  <a:lnTo>
                    <a:pt x="33591" y="1222121"/>
                  </a:lnTo>
                  <a:lnTo>
                    <a:pt x="69469" y="1241767"/>
                  </a:lnTo>
                  <a:lnTo>
                    <a:pt x="112623" y="1248930"/>
                  </a:lnTo>
                  <a:lnTo>
                    <a:pt x="113906" y="1248930"/>
                  </a:lnTo>
                  <a:lnTo>
                    <a:pt x="153035" y="1242682"/>
                  </a:lnTo>
                  <a:lnTo>
                    <a:pt x="185851" y="1225511"/>
                  </a:lnTo>
                  <a:lnTo>
                    <a:pt x="209765" y="1199781"/>
                  </a:lnTo>
                  <a:lnTo>
                    <a:pt x="222135" y="1167841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1437794" y="5632187"/>
              <a:ext cx="58419" cy="320040"/>
            </a:xfrm>
            <a:custGeom>
              <a:avLst/>
              <a:gdLst/>
              <a:ahLst/>
              <a:cxnLst/>
              <a:rect l="l" t="t" r="r" b="b"/>
              <a:pathLst>
                <a:path w="58420" h="320039">
                  <a:moveTo>
                    <a:pt x="29077" y="0"/>
                  </a:moveTo>
                  <a:lnTo>
                    <a:pt x="17784" y="2294"/>
                  </a:lnTo>
                  <a:lnTo>
                    <a:pt x="8539" y="8542"/>
                  </a:lnTo>
                  <a:lnTo>
                    <a:pt x="2293" y="17788"/>
                  </a:lnTo>
                  <a:lnTo>
                    <a:pt x="0" y="29077"/>
                  </a:lnTo>
                  <a:lnTo>
                    <a:pt x="0" y="290692"/>
                  </a:lnTo>
                  <a:lnTo>
                    <a:pt x="2293" y="301981"/>
                  </a:lnTo>
                  <a:lnTo>
                    <a:pt x="8539" y="311227"/>
                  </a:lnTo>
                  <a:lnTo>
                    <a:pt x="17784" y="317475"/>
                  </a:lnTo>
                  <a:lnTo>
                    <a:pt x="29077" y="319770"/>
                  </a:lnTo>
                  <a:lnTo>
                    <a:pt x="40370" y="317475"/>
                  </a:lnTo>
                  <a:lnTo>
                    <a:pt x="49616" y="311227"/>
                  </a:lnTo>
                  <a:lnTo>
                    <a:pt x="55861" y="301981"/>
                  </a:lnTo>
                  <a:lnTo>
                    <a:pt x="58155" y="290692"/>
                  </a:lnTo>
                  <a:lnTo>
                    <a:pt x="58155" y="29077"/>
                  </a:lnTo>
                  <a:lnTo>
                    <a:pt x="55861" y="17788"/>
                  </a:lnTo>
                  <a:lnTo>
                    <a:pt x="49616" y="8542"/>
                  </a:lnTo>
                  <a:lnTo>
                    <a:pt x="40370" y="2294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4154640" y="6666025"/>
            <a:ext cx="7068820" cy="336550"/>
            <a:chOff x="4154640" y="6666025"/>
            <a:chExt cx="7068820" cy="336550"/>
          </a:xfrm>
        </p:grpSpPr>
        <p:sp>
          <p:nvSpPr>
            <p:cNvPr id="54" name="object 54" descr=""/>
            <p:cNvSpPr/>
            <p:nvPr/>
          </p:nvSpPr>
          <p:spPr>
            <a:xfrm>
              <a:off x="4157128" y="6666025"/>
              <a:ext cx="1135380" cy="257810"/>
            </a:xfrm>
            <a:custGeom>
              <a:avLst/>
              <a:gdLst/>
              <a:ahLst/>
              <a:cxnLst/>
              <a:rect l="l" t="t" r="r" b="b"/>
              <a:pathLst>
                <a:path w="1135379" h="257809">
                  <a:moveTo>
                    <a:pt x="1009162" y="0"/>
                  </a:moveTo>
                  <a:lnTo>
                    <a:pt x="125650" y="0"/>
                  </a:lnTo>
                  <a:lnTo>
                    <a:pt x="76862" y="9914"/>
                  </a:lnTo>
                  <a:lnTo>
                    <a:pt x="36909" y="36909"/>
                  </a:lnTo>
                  <a:lnTo>
                    <a:pt x="9914" y="76862"/>
                  </a:lnTo>
                  <a:lnTo>
                    <a:pt x="0" y="125650"/>
                  </a:lnTo>
                  <a:lnTo>
                    <a:pt x="0" y="232830"/>
                  </a:lnTo>
                  <a:lnTo>
                    <a:pt x="1931" y="242336"/>
                  </a:lnTo>
                  <a:lnTo>
                    <a:pt x="7190" y="250120"/>
                  </a:lnTo>
                  <a:lnTo>
                    <a:pt x="14975" y="255379"/>
                  </a:lnTo>
                  <a:lnTo>
                    <a:pt x="24480" y="257311"/>
                  </a:lnTo>
                  <a:lnTo>
                    <a:pt x="1110332" y="257311"/>
                  </a:lnTo>
                  <a:lnTo>
                    <a:pt x="1119838" y="255379"/>
                  </a:lnTo>
                  <a:lnTo>
                    <a:pt x="1127622" y="250120"/>
                  </a:lnTo>
                  <a:lnTo>
                    <a:pt x="1132882" y="242336"/>
                  </a:lnTo>
                  <a:lnTo>
                    <a:pt x="1134813" y="232830"/>
                  </a:lnTo>
                  <a:lnTo>
                    <a:pt x="1134813" y="125650"/>
                  </a:lnTo>
                  <a:lnTo>
                    <a:pt x="1124898" y="76862"/>
                  </a:lnTo>
                  <a:lnTo>
                    <a:pt x="1097903" y="36909"/>
                  </a:lnTo>
                  <a:lnTo>
                    <a:pt x="1057950" y="9914"/>
                  </a:lnTo>
                  <a:lnTo>
                    <a:pt x="1009162" y="0"/>
                  </a:lnTo>
                  <a:close/>
                </a:path>
              </a:pathLst>
            </a:custGeom>
            <a:solidFill>
              <a:srgbClr val="87D5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157279" y="6844187"/>
              <a:ext cx="7066280" cy="158750"/>
            </a:xfrm>
            <a:custGeom>
              <a:avLst/>
              <a:gdLst/>
              <a:ahLst/>
              <a:cxnLst/>
              <a:rect l="l" t="t" r="r" b="b"/>
              <a:pathLst>
                <a:path w="7066280" h="158750">
                  <a:moveTo>
                    <a:pt x="6986761" y="0"/>
                  </a:moveTo>
                  <a:lnTo>
                    <a:pt x="78908" y="0"/>
                  </a:lnTo>
                  <a:lnTo>
                    <a:pt x="48268" y="6226"/>
                  </a:lnTo>
                  <a:lnTo>
                    <a:pt x="23178" y="23178"/>
                  </a:lnTo>
                  <a:lnTo>
                    <a:pt x="6226" y="48268"/>
                  </a:lnTo>
                  <a:lnTo>
                    <a:pt x="0" y="78908"/>
                  </a:lnTo>
                  <a:lnTo>
                    <a:pt x="6226" y="110029"/>
                  </a:lnTo>
                  <a:lnTo>
                    <a:pt x="23178" y="135120"/>
                  </a:lnTo>
                  <a:lnTo>
                    <a:pt x="48268" y="152072"/>
                  </a:lnTo>
                  <a:lnTo>
                    <a:pt x="78908" y="158298"/>
                  </a:lnTo>
                  <a:lnTo>
                    <a:pt x="6986761" y="158298"/>
                  </a:lnTo>
                  <a:lnTo>
                    <a:pt x="7017400" y="152072"/>
                  </a:lnTo>
                  <a:lnTo>
                    <a:pt x="7042491" y="135120"/>
                  </a:lnTo>
                  <a:lnTo>
                    <a:pt x="7059443" y="110029"/>
                  </a:lnTo>
                  <a:lnTo>
                    <a:pt x="7065669" y="79390"/>
                  </a:lnTo>
                  <a:lnTo>
                    <a:pt x="7059443" y="48268"/>
                  </a:lnTo>
                  <a:lnTo>
                    <a:pt x="7042491" y="23178"/>
                  </a:lnTo>
                  <a:lnTo>
                    <a:pt x="7017400" y="6226"/>
                  </a:lnTo>
                  <a:lnTo>
                    <a:pt x="6986761" y="0"/>
                  </a:lnTo>
                  <a:close/>
                </a:path>
              </a:pathLst>
            </a:custGeom>
            <a:solidFill>
              <a:srgbClr val="99D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154640" y="6827786"/>
              <a:ext cx="7068820" cy="100965"/>
            </a:xfrm>
            <a:custGeom>
              <a:avLst/>
              <a:gdLst/>
              <a:ahLst/>
              <a:cxnLst/>
              <a:rect l="l" t="t" r="r" b="b"/>
              <a:pathLst>
                <a:path w="7068820" h="100965">
                  <a:moveTo>
                    <a:pt x="6981106" y="0"/>
                  </a:moveTo>
                  <a:lnTo>
                    <a:pt x="90238" y="0"/>
                  </a:lnTo>
                  <a:lnTo>
                    <a:pt x="55827" y="6072"/>
                  </a:lnTo>
                  <a:lnTo>
                    <a:pt x="27064" y="22755"/>
                  </a:lnTo>
                  <a:lnTo>
                    <a:pt x="7329" y="47752"/>
                  </a:lnTo>
                  <a:lnTo>
                    <a:pt x="0" y="78761"/>
                  </a:lnTo>
                  <a:lnTo>
                    <a:pt x="0" y="93075"/>
                  </a:lnTo>
                  <a:lnTo>
                    <a:pt x="2827" y="94039"/>
                  </a:lnTo>
                  <a:lnTo>
                    <a:pt x="2858" y="100750"/>
                  </a:lnTo>
                  <a:lnTo>
                    <a:pt x="7068475" y="100750"/>
                  </a:lnTo>
                  <a:lnTo>
                    <a:pt x="7068517" y="94039"/>
                  </a:lnTo>
                  <a:lnTo>
                    <a:pt x="7068308" y="92101"/>
                  </a:lnTo>
                  <a:lnTo>
                    <a:pt x="7068308" y="78761"/>
                  </a:lnTo>
                  <a:lnTo>
                    <a:pt x="7061453" y="47752"/>
                  </a:lnTo>
                  <a:lnTo>
                    <a:pt x="7042761" y="22755"/>
                  </a:lnTo>
                  <a:lnTo>
                    <a:pt x="7015043" y="6072"/>
                  </a:lnTo>
                  <a:lnTo>
                    <a:pt x="6981106" y="0"/>
                  </a:lnTo>
                  <a:close/>
                </a:path>
              </a:pathLst>
            </a:custGeom>
            <a:solidFill>
              <a:srgbClr val="87D5C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/>
          <p:nvPr/>
        </p:nvSpPr>
        <p:spPr>
          <a:xfrm>
            <a:off x="10662361" y="7291012"/>
            <a:ext cx="94615" cy="188595"/>
          </a:xfrm>
          <a:custGeom>
            <a:avLst/>
            <a:gdLst/>
            <a:ahLst/>
            <a:cxnLst/>
            <a:rect l="l" t="t" r="r" b="b"/>
            <a:pathLst>
              <a:path w="94615" h="188595">
                <a:moveTo>
                  <a:pt x="16357" y="162039"/>
                </a:moveTo>
                <a:lnTo>
                  <a:pt x="0" y="188341"/>
                </a:lnTo>
                <a:lnTo>
                  <a:pt x="16357" y="162052"/>
                </a:lnTo>
                <a:close/>
              </a:path>
              <a:path w="94615" h="188595">
                <a:moveTo>
                  <a:pt x="42062" y="114604"/>
                </a:moveTo>
                <a:lnTo>
                  <a:pt x="16357" y="162039"/>
                </a:lnTo>
                <a:lnTo>
                  <a:pt x="42062" y="114617"/>
                </a:lnTo>
                <a:close/>
              </a:path>
              <a:path w="94615" h="188595">
                <a:moveTo>
                  <a:pt x="94272" y="0"/>
                </a:moveTo>
                <a:lnTo>
                  <a:pt x="85369" y="21297"/>
                </a:lnTo>
                <a:lnTo>
                  <a:pt x="76288" y="42278"/>
                </a:lnTo>
                <a:lnTo>
                  <a:pt x="85382" y="21297"/>
                </a:lnTo>
                <a:lnTo>
                  <a:pt x="94272" y="0"/>
                </a:lnTo>
                <a:close/>
              </a:path>
            </a:pathLst>
          </a:custGeom>
          <a:solidFill>
            <a:srgbClr val="B8F3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10782122" y="7023296"/>
            <a:ext cx="64135" cy="202565"/>
          </a:xfrm>
          <a:custGeom>
            <a:avLst/>
            <a:gdLst/>
            <a:ahLst/>
            <a:cxnLst/>
            <a:rect l="l" t="t" r="r" b="b"/>
            <a:pathLst>
              <a:path w="64134" h="202565">
                <a:moveTo>
                  <a:pt x="7962" y="180530"/>
                </a:moveTo>
                <a:lnTo>
                  <a:pt x="0" y="202387"/>
                </a:lnTo>
                <a:lnTo>
                  <a:pt x="7962" y="180543"/>
                </a:lnTo>
                <a:close/>
              </a:path>
              <a:path w="64134" h="202565">
                <a:moveTo>
                  <a:pt x="57365" y="24980"/>
                </a:moveTo>
                <a:lnTo>
                  <a:pt x="50101" y="50685"/>
                </a:lnTo>
                <a:lnTo>
                  <a:pt x="57365" y="24993"/>
                </a:lnTo>
                <a:close/>
              </a:path>
              <a:path w="64134" h="202565">
                <a:moveTo>
                  <a:pt x="64058" y="0"/>
                </a:moveTo>
                <a:lnTo>
                  <a:pt x="57365" y="24980"/>
                </a:lnTo>
                <a:lnTo>
                  <a:pt x="64058" y="12"/>
                </a:lnTo>
                <a:close/>
              </a:path>
            </a:pathLst>
          </a:custGeom>
          <a:solidFill>
            <a:srgbClr val="B8F3F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 descr=""/>
          <p:cNvGrpSpPr/>
          <p:nvPr/>
        </p:nvGrpSpPr>
        <p:grpSpPr>
          <a:xfrm>
            <a:off x="2222607" y="6359821"/>
            <a:ext cx="1182370" cy="1845945"/>
            <a:chOff x="2222607" y="6359821"/>
            <a:chExt cx="1182370" cy="1845945"/>
          </a:xfrm>
        </p:grpSpPr>
        <p:sp>
          <p:nvSpPr>
            <p:cNvPr id="60" name="object 60" descr=""/>
            <p:cNvSpPr/>
            <p:nvPr/>
          </p:nvSpPr>
          <p:spPr>
            <a:xfrm>
              <a:off x="2226759" y="6363837"/>
              <a:ext cx="1177925" cy="1840864"/>
            </a:xfrm>
            <a:custGeom>
              <a:avLst/>
              <a:gdLst/>
              <a:ahLst/>
              <a:cxnLst/>
              <a:rect l="l" t="t" r="r" b="b"/>
              <a:pathLst>
                <a:path w="1177925" h="1840865">
                  <a:moveTo>
                    <a:pt x="1177566" y="0"/>
                  </a:moveTo>
                  <a:lnTo>
                    <a:pt x="0" y="0"/>
                  </a:lnTo>
                  <a:lnTo>
                    <a:pt x="0" y="1840813"/>
                  </a:lnTo>
                  <a:lnTo>
                    <a:pt x="1177566" y="1840813"/>
                  </a:lnTo>
                  <a:lnTo>
                    <a:pt x="117756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222607" y="6359821"/>
              <a:ext cx="1182370" cy="1845945"/>
            </a:xfrm>
            <a:custGeom>
              <a:avLst/>
              <a:gdLst/>
              <a:ahLst/>
              <a:cxnLst/>
              <a:rect l="l" t="t" r="r" b="b"/>
              <a:pathLst>
                <a:path w="1182370" h="1845945">
                  <a:moveTo>
                    <a:pt x="109651" y="0"/>
                  </a:moveTo>
                  <a:lnTo>
                    <a:pt x="0" y="0"/>
                  </a:lnTo>
                  <a:lnTo>
                    <a:pt x="0" y="1845807"/>
                  </a:lnTo>
                  <a:lnTo>
                    <a:pt x="1181796" y="1845807"/>
                  </a:lnTo>
                  <a:lnTo>
                    <a:pt x="1181796" y="1602139"/>
                  </a:lnTo>
                  <a:lnTo>
                    <a:pt x="1075244" y="1602139"/>
                  </a:lnTo>
                  <a:lnTo>
                    <a:pt x="1027055" y="1600967"/>
                  </a:lnTo>
                  <a:lnTo>
                    <a:pt x="979477" y="1597485"/>
                  </a:lnTo>
                  <a:lnTo>
                    <a:pt x="932565" y="1591748"/>
                  </a:lnTo>
                  <a:lnTo>
                    <a:pt x="886376" y="1583811"/>
                  </a:lnTo>
                  <a:lnTo>
                    <a:pt x="840963" y="1573727"/>
                  </a:lnTo>
                  <a:lnTo>
                    <a:pt x="796384" y="1561551"/>
                  </a:lnTo>
                  <a:lnTo>
                    <a:pt x="752692" y="1547337"/>
                  </a:lnTo>
                  <a:lnTo>
                    <a:pt x="709943" y="1531139"/>
                  </a:lnTo>
                  <a:lnTo>
                    <a:pt x="668193" y="1513011"/>
                  </a:lnTo>
                  <a:lnTo>
                    <a:pt x="627496" y="1493008"/>
                  </a:lnTo>
                  <a:lnTo>
                    <a:pt x="587909" y="1471183"/>
                  </a:lnTo>
                  <a:lnTo>
                    <a:pt x="549487" y="1447591"/>
                  </a:lnTo>
                  <a:lnTo>
                    <a:pt x="512285" y="1422287"/>
                  </a:lnTo>
                  <a:lnTo>
                    <a:pt x="476358" y="1395323"/>
                  </a:lnTo>
                  <a:lnTo>
                    <a:pt x="441761" y="1366756"/>
                  </a:lnTo>
                  <a:lnTo>
                    <a:pt x="408551" y="1336638"/>
                  </a:lnTo>
                  <a:lnTo>
                    <a:pt x="376781" y="1305024"/>
                  </a:lnTo>
                  <a:lnTo>
                    <a:pt x="346509" y="1271968"/>
                  </a:lnTo>
                  <a:lnTo>
                    <a:pt x="317788" y="1237524"/>
                  </a:lnTo>
                  <a:lnTo>
                    <a:pt x="290675" y="1201747"/>
                  </a:lnTo>
                  <a:lnTo>
                    <a:pt x="265224" y="1164690"/>
                  </a:lnTo>
                  <a:lnTo>
                    <a:pt x="241492" y="1126409"/>
                  </a:lnTo>
                  <a:lnTo>
                    <a:pt x="219533" y="1086957"/>
                  </a:lnTo>
                  <a:lnTo>
                    <a:pt x="199402" y="1046387"/>
                  </a:lnTo>
                  <a:lnTo>
                    <a:pt x="181156" y="1004756"/>
                  </a:lnTo>
                  <a:lnTo>
                    <a:pt x="164849" y="962116"/>
                  </a:lnTo>
                  <a:lnTo>
                    <a:pt x="150536" y="918522"/>
                  </a:lnTo>
                  <a:lnTo>
                    <a:pt x="138274" y="874029"/>
                  </a:lnTo>
                  <a:lnTo>
                    <a:pt x="128117" y="828689"/>
                  </a:lnTo>
                  <a:lnTo>
                    <a:pt x="120121" y="782558"/>
                  </a:lnTo>
                  <a:lnTo>
                    <a:pt x="114341" y="735690"/>
                  </a:lnTo>
                  <a:lnTo>
                    <a:pt x="110832" y="688139"/>
                  </a:lnTo>
                  <a:lnTo>
                    <a:pt x="109651" y="639959"/>
                  </a:lnTo>
                  <a:lnTo>
                    <a:pt x="109651" y="0"/>
                  </a:lnTo>
                  <a:close/>
                </a:path>
              </a:pathLst>
            </a:custGeom>
            <a:solidFill>
              <a:srgbClr val="E0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226759" y="6363837"/>
              <a:ext cx="1177925" cy="106680"/>
            </a:xfrm>
            <a:custGeom>
              <a:avLst/>
              <a:gdLst/>
              <a:ahLst/>
              <a:cxnLst/>
              <a:rect l="l" t="t" r="r" b="b"/>
              <a:pathLst>
                <a:path w="1177925" h="106679">
                  <a:moveTo>
                    <a:pt x="1177566" y="0"/>
                  </a:moveTo>
                  <a:lnTo>
                    <a:pt x="0" y="0"/>
                  </a:lnTo>
                  <a:lnTo>
                    <a:pt x="0" y="106530"/>
                  </a:lnTo>
                  <a:lnTo>
                    <a:pt x="1177566" y="106530"/>
                  </a:lnTo>
                  <a:lnTo>
                    <a:pt x="1177566" y="0"/>
                  </a:lnTo>
                  <a:close/>
                </a:path>
              </a:pathLst>
            </a:custGeom>
            <a:solidFill>
              <a:srgbClr val="DCE1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271941" y="6470376"/>
              <a:ext cx="1087755" cy="1571625"/>
            </a:xfrm>
            <a:custGeom>
              <a:avLst/>
              <a:gdLst/>
              <a:ahLst/>
              <a:cxnLst/>
              <a:rect l="l" t="t" r="r" b="b"/>
              <a:pathLst>
                <a:path w="1087754" h="1571625">
                  <a:moveTo>
                    <a:pt x="1087196" y="1255560"/>
                  </a:moveTo>
                  <a:lnTo>
                    <a:pt x="0" y="1255560"/>
                  </a:lnTo>
                  <a:lnTo>
                    <a:pt x="0" y="1571358"/>
                  </a:lnTo>
                  <a:lnTo>
                    <a:pt x="1087196" y="1571358"/>
                  </a:lnTo>
                  <a:lnTo>
                    <a:pt x="1087196" y="1255560"/>
                  </a:lnTo>
                  <a:close/>
                </a:path>
                <a:path w="1087754" h="1571625">
                  <a:moveTo>
                    <a:pt x="1087196" y="0"/>
                  </a:moveTo>
                  <a:lnTo>
                    <a:pt x="0" y="0"/>
                  </a:lnTo>
                  <a:lnTo>
                    <a:pt x="0" y="315785"/>
                  </a:lnTo>
                  <a:lnTo>
                    <a:pt x="1087196" y="315785"/>
                  </a:lnTo>
                  <a:lnTo>
                    <a:pt x="10871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/>
          <p:nvPr/>
        </p:nvSpPr>
        <p:spPr>
          <a:xfrm>
            <a:off x="2159222" y="8911111"/>
            <a:ext cx="1339215" cy="120014"/>
          </a:xfrm>
          <a:custGeom>
            <a:avLst/>
            <a:gdLst/>
            <a:ahLst/>
            <a:cxnLst/>
            <a:rect l="l" t="t" r="r" b="b"/>
            <a:pathLst>
              <a:path w="1339214" h="120015">
                <a:moveTo>
                  <a:pt x="0" y="119839"/>
                </a:moveTo>
                <a:lnTo>
                  <a:pt x="1339016" y="119839"/>
                </a:lnTo>
                <a:lnTo>
                  <a:pt x="1339016" y="0"/>
                </a:lnTo>
                <a:lnTo>
                  <a:pt x="0" y="0"/>
                </a:lnTo>
                <a:lnTo>
                  <a:pt x="0" y="119839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2958213" y="7575643"/>
            <a:ext cx="108585" cy="102870"/>
          </a:xfrm>
          <a:custGeom>
            <a:avLst/>
            <a:gdLst/>
            <a:ahLst/>
            <a:cxnLst/>
            <a:rect l="l" t="t" r="r" b="b"/>
            <a:pathLst>
              <a:path w="108585" h="102870">
                <a:moveTo>
                  <a:pt x="108436" y="0"/>
                </a:moveTo>
                <a:lnTo>
                  <a:pt x="0" y="0"/>
                </a:lnTo>
                <a:lnTo>
                  <a:pt x="0" y="102729"/>
                </a:lnTo>
                <a:lnTo>
                  <a:pt x="108436" y="102729"/>
                </a:lnTo>
                <a:lnTo>
                  <a:pt x="108436" y="0"/>
                </a:lnTo>
                <a:close/>
              </a:path>
            </a:pathLst>
          </a:custGeom>
          <a:solidFill>
            <a:srgbClr val="99DC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2056492" y="8140652"/>
            <a:ext cx="1489710" cy="770890"/>
          </a:xfrm>
          <a:custGeom>
            <a:avLst/>
            <a:gdLst/>
            <a:ahLst/>
            <a:cxnLst/>
            <a:rect l="l" t="t" r="r" b="b"/>
            <a:pathLst>
              <a:path w="1489710" h="770890">
                <a:moveTo>
                  <a:pt x="1489556" y="0"/>
                </a:moveTo>
                <a:lnTo>
                  <a:pt x="0" y="0"/>
                </a:lnTo>
                <a:lnTo>
                  <a:pt x="0" y="770458"/>
                </a:lnTo>
                <a:lnTo>
                  <a:pt x="1489556" y="770458"/>
                </a:lnTo>
                <a:lnTo>
                  <a:pt x="1489556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2121174" y="6264916"/>
            <a:ext cx="1388745" cy="160020"/>
          </a:xfrm>
          <a:custGeom>
            <a:avLst/>
            <a:gdLst/>
            <a:ahLst/>
            <a:cxnLst/>
            <a:rect l="l" t="t" r="r" b="b"/>
            <a:pathLst>
              <a:path w="1388745" h="160020">
                <a:moveTo>
                  <a:pt x="1362555" y="0"/>
                </a:moveTo>
                <a:lnTo>
                  <a:pt x="26177" y="0"/>
                </a:lnTo>
                <a:lnTo>
                  <a:pt x="16013" y="2065"/>
                </a:lnTo>
                <a:lnTo>
                  <a:pt x="7689" y="7689"/>
                </a:lnTo>
                <a:lnTo>
                  <a:pt x="2065" y="16013"/>
                </a:lnTo>
                <a:lnTo>
                  <a:pt x="0" y="26177"/>
                </a:lnTo>
                <a:lnTo>
                  <a:pt x="0" y="133618"/>
                </a:lnTo>
                <a:lnTo>
                  <a:pt x="2065" y="143783"/>
                </a:lnTo>
                <a:lnTo>
                  <a:pt x="7689" y="152106"/>
                </a:lnTo>
                <a:lnTo>
                  <a:pt x="16013" y="157730"/>
                </a:lnTo>
                <a:lnTo>
                  <a:pt x="26177" y="159796"/>
                </a:lnTo>
                <a:lnTo>
                  <a:pt x="1362555" y="159796"/>
                </a:lnTo>
                <a:lnTo>
                  <a:pt x="1372719" y="157730"/>
                </a:lnTo>
                <a:lnTo>
                  <a:pt x="1381043" y="152106"/>
                </a:lnTo>
                <a:lnTo>
                  <a:pt x="1386667" y="143783"/>
                </a:lnTo>
                <a:lnTo>
                  <a:pt x="1388732" y="133618"/>
                </a:lnTo>
                <a:lnTo>
                  <a:pt x="1388732" y="26177"/>
                </a:lnTo>
                <a:lnTo>
                  <a:pt x="1386667" y="16013"/>
                </a:lnTo>
                <a:lnTo>
                  <a:pt x="1381043" y="7689"/>
                </a:lnTo>
                <a:lnTo>
                  <a:pt x="1372719" y="2065"/>
                </a:lnTo>
                <a:lnTo>
                  <a:pt x="13625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8" name="object 68" descr=""/>
          <p:cNvGrpSpPr/>
          <p:nvPr/>
        </p:nvGrpSpPr>
        <p:grpSpPr>
          <a:xfrm>
            <a:off x="2119045" y="5275682"/>
            <a:ext cx="1389380" cy="1145540"/>
            <a:chOff x="2119045" y="5275682"/>
            <a:chExt cx="1389380" cy="1145540"/>
          </a:xfrm>
        </p:grpSpPr>
        <p:sp>
          <p:nvSpPr>
            <p:cNvPr id="69" name="object 69" descr=""/>
            <p:cNvSpPr/>
            <p:nvPr/>
          </p:nvSpPr>
          <p:spPr>
            <a:xfrm>
              <a:off x="2209430" y="5275682"/>
              <a:ext cx="1202690" cy="762000"/>
            </a:xfrm>
            <a:custGeom>
              <a:avLst/>
              <a:gdLst/>
              <a:ahLst/>
              <a:cxnLst/>
              <a:rect l="l" t="t" r="r" b="b"/>
              <a:pathLst>
                <a:path w="1202689" h="762000">
                  <a:moveTo>
                    <a:pt x="0" y="761903"/>
                  </a:moveTo>
                  <a:lnTo>
                    <a:pt x="1202298" y="761903"/>
                  </a:lnTo>
                  <a:lnTo>
                    <a:pt x="1202298" y="0"/>
                  </a:lnTo>
                  <a:lnTo>
                    <a:pt x="0" y="0"/>
                  </a:lnTo>
                  <a:lnTo>
                    <a:pt x="0" y="761903"/>
                  </a:lnTo>
                  <a:close/>
                </a:path>
              </a:pathLst>
            </a:custGeom>
            <a:solidFill>
              <a:srgbClr val="99D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209430" y="6037585"/>
              <a:ext cx="1202690" cy="159385"/>
            </a:xfrm>
            <a:custGeom>
              <a:avLst/>
              <a:gdLst/>
              <a:ahLst/>
              <a:cxnLst/>
              <a:rect l="l" t="t" r="r" b="b"/>
              <a:pathLst>
                <a:path w="1202689" h="159385">
                  <a:moveTo>
                    <a:pt x="1202298" y="0"/>
                  </a:moveTo>
                  <a:lnTo>
                    <a:pt x="0" y="0"/>
                  </a:lnTo>
                  <a:lnTo>
                    <a:pt x="0" y="158843"/>
                  </a:lnTo>
                  <a:lnTo>
                    <a:pt x="1202298" y="158843"/>
                  </a:lnTo>
                  <a:lnTo>
                    <a:pt x="12022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315018" y="5395531"/>
              <a:ext cx="870585" cy="545465"/>
            </a:xfrm>
            <a:custGeom>
              <a:avLst/>
              <a:gdLst/>
              <a:ahLst/>
              <a:cxnLst/>
              <a:rect l="l" t="t" r="r" b="b"/>
              <a:pathLst>
                <a:path w="870585" h="545464">
                  <a:moveTo>
                    <a:pt x="870329" y="0"/>
                  </a:moveTo>
                  <a:lnTo>
                    <a:pt x="0" y="0"/>
                  </a:lnTo>
                  <a:lnTo>
                    <a:pt x="0" y="545030"/>
                  </a:lnTo>
                  <a:lnTo>
                    <a:pt x="870329" y="545030"/>
                  </a:lnTo>
                  <a:lnTo>
                    <a:pt x="870329" y="0"/>
                  </a:lnTo>
                  <a:close/>
                </a:path>
              </a:pathLst>
            </a:custGeom>
            <a:solidFill>
              <a:srgbClr val="131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313978" y="5391219"/>
              <a:ext cx="871219" cy="548640"/>
            </a:xfrm>
            <a:custGeom>
              <a:avLst/>
              <a:gdLst/>
              <a:ahLst/>
              <a:cxnLst/>
              <a:rect l="l" t="t" r="r" b="b"/>
              <a:pathLst>
                <a:path w="871219" h="548639">
                  <a:moveTo>
                    <a:pt x="871118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0" y="548640"/>
                  </a:lnTo>
                  <a:lnTo>
                    <a:pt x="24358" y="548640"/>
                  </a:lnTo>
                  <a:lnTo>
                    <a:pt x="24358" y="30480"/>
                  </a:lnTo>
                  <a:lnTo>
                    <a:pt x="871118" y="30480"/>
                  </a:lnTo>
                  <a:lnTo>
                    <a:pt x="871118" y="0"/>
                  </a:lnTo>
                  <a:close/>
                </a:path>
              </a:pathLst>
            </a:custGeom>
            <a:solidFill>
              <a:srgbClr val="0813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230994" y="5395537"/>
              <a:ext cx="154305" cy="52705"/>
            </a:xfrm>
            <a:custGeom>
              <a:avLst/>
              <a:gdLst/>
              <a:ahLst/>
              <a:cxnLst/>
              <a:rect l="l" t="t" r="r" b="b"/>
              <a:pathLst>
                <a:path w="154304" h="52704">
                  <a:moveTo>
                    <a:pt x="90360" y="0"/>
                  </a:moveTo>
                  <a:lnTo>
                    <a:pt x="0" y="0"/>
                  </a:lnTo>
                  <a:lnTo>
                    <a:pt x="0" y="52311"/>
                  </a:lnTo>
                  <a:lnTo>
                    <a:pt x="90360" y="52311"/>
                  </a:lnTo>
                  <a:lnTo>
                    <a:pt x="90360" y="0"/>
                  </a:lnTo>
                  <a:close/>
                </a:path>
                <a:path w="154304" h="52704">
                  <a:moveTo>
                    <a:pt x="154101" y="0"/>
                  </a:moveTo>
                  <a:lnTo>
                    <a:pt x="104635" y="0"/>
                  </a:lnTo>
                  <a:lnTo>
                    <a:pt x="104635" y="52311"/>
                  </a:lnTo>
                  <a:lnTo>
                    <a:pt x="154101" y="52311"/>
                  </a:lnTo>
                  <a:lnTo>
                    <a:pt x="154101" y="0"/>
                  </a:lnTo>
                  <a:close/>
                </a:path>
              </a:pathLst>
            </a:custGeom>
            <a:solidFill>
              <a:srgbClr val="99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241472" y="5769353"/>
              <a:ext cx="49530" cy="52705"/>
            </a:xfrm>
            <a:custGeom>
              <a:avLst/>
              <a:gdLst/>
              <a:ahLst/>
              <a:cxnLst/>
              <a:rect l="l" t="t" r="r" b="b"/>
              <a:pathLst>
                <a:path w="49529" h="52704">
                  <a:moveTo>
                    <a:pt x="49464" y="0"/>
                  </a:moveTo>
                  <a:lnTo>
                    <a:pt x="0" y="0"/>
                  </a:lnTo>
                  <a:lnTo>
                    <a:pt x="0" y="52312"/>
                  </a:lnTo>
                  <a:lnTo>
                    <a:pt x="49464" y="52312"/>
                  </a:lnTo>
                  <a:lnTo>
                    <a:pt x="49464" y="0"/>
                  </a:lnTo>
                  <a:close/>
                </a:path>
              </a:pathLst>
            </a:custGeom>
            <a:solidFill>
              <a:srgbClr val="ADFF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241472" y="5694203"/>
              <a:ext cx="49530" cy="52705"/>
            </a:xfrm>
            <a:custGeom>
              <a:avLst/>
              <a:gdLst/>
              <a:ahLst/>
              <a:cxnLst/>
              <a:rect l="l" t="t" r="r" b="b"/>
              <a:pathLst>
                <a:path w="49529" h="52704">
                  <a:moveTo>
                    <a:pt x="49464" y="0"/>
                  </a:moveTo>
                  <a:lnTo>
                    <a:pt x="0" y="0"/>
                  </a:lnTo>
                  <a:lnTo>
                    <a:pt x="0" y="52312"/>
                  </a:lnTo>
                  <a:lnTo>
                    <a:pt x="49464" y="52312"/>
                  </a:lnTo>
                  <a:lnTo>
                    <a:pt x="49464" y="0"/>
                  </a:lnTo>
                  <a:close/>
                </a:path>
              </a:pathLst>
            </a:custGeom>
            <a:solidFill>
              <a:srgbClr val="FF8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318516" y="5736055"/>
              <a:ext cx="49530" cy="52705"/>
            </a:xfrm>
            <a:custGeom>
              <a:avLst/>
              <a:gdLst/>
              <a:ahLst/>
              <a:cxnLst/>
              <a:rect l="l" t="t" r="r" b="b"/>
              <a:pathLst>
                <a:path w="49529" h="52704">
                  <a:moveTo>
                    <a:pt x="49464" y="0"/>
                  </a:moveTo>
                  <a:lnTo>
                    <a:pt x="0" y="0"/>
                  </a:lnTo>
                  <a:lnTo>
                    <a:pt x="0" y="52312"/>
                  </a:lnTo>
                  <a:lnTo>
                    <a:pt x="49464" y="52312"/>
                  </a:lnTo>
                  <a:lnTo>
                    <a:pt x="49464" y="0"/>
                  </a:lnTo>
                  <a:close/>
                </a:path>
              </a:pathLst>
            </a:custGeom>
            <a:solidFill>
              <a:srgbClr val="F5F7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231004" y="5465922"/>
              <a:ext cx="154305" cy="106045"/>
            </a:xfrm>
            <a:custGeom>
              <a:avLst/>
              <a:gdLst/>
              <a:ahLst/>
              <a:cxnLst/>
              <a:rect l="l" t="t" r="r" b="b"/>
              <a:pathLst>
                <a:path w="154304" h="106045">
                  <a:moveTo>
                    <a:pt x="125964" y="0"/>
                  </a:moveTo>
                  <a:lnTo>
                    <a:pt x="28135" y="0"/>
                  </a:lnTo>
                  <a:lnTo>
                    <a:pt x="17183" y="2209"/>
                  </a:lnTo>
                  <a:lnTo>
                    <a:pt x="8240" y="8235"/>
                  </a:lnTo>
                  <a:lnTo>
                    <a:pt x="2210" y="17174"/>
                  </a:lnTo>
                  <a:lnTo>
                    <a:pt x="0" y="28124"/>
                  </a:lnTo>
                  <a:lnTo>
                    <a:pt x="0" y="77442"/>
                  </a:lnTo>
                  <a:lnTo>
                    <a:pt x="2210" y="88394"/>
                  </a:lnTo>
                  <a:lnTo>
                    <a:pt x="8240" y="97337"/>
                  </a:lnTo>
                  <a:lnTo>
                    <a:pt x="17183" y="103366"/>
                  </a:lnTo>
                  <a:lnTo>
                    <a:pt x="28135" y="105577"/>
                  </a:lnTo>
                  <a:lnTo>
                    <a:pt x="125964" y="105577"/>
                  </a:lnTo>
                  <a:lnTo>
                    <a:pt x="136914" y="103366"/>
                  </a:lnTo>
                  <a:lnTo>
                    <a:pt x="145854" y="97337"/>
                  </a:lnTo>
                  <a:lnTo>
                    <a:pt x="151880" y="88394"/>
                  </a:lnTo>
                  <a:lnTo>
                    <a:pt x="154089" y="77442"/>
                  </a:lnTo>
                  <a:lnTo>
                    <a:pt x="154089" y="28124"/>
                  </a:lnTo>
                  <a:lnTo>
                    <a:pt x="151880" y="17174"/>
                  </a:lnTo>
                  <a:lnTo>
                    <a:pt x="145854" y="8235"/>
                  </a:lnTo>
                  <a:lnTo>
                    <a:pt x="136914" y="2209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25299" y="5848295"/>
              <a:ext cx="142676" cy="142676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2313984" y="5391235"/>
              <a:ext cx="871219" cy="548640"/>
            </a:xfrm>
            <a:custGeom>
              <a:avLst/>
              <a:gdLst/>
              <a:ahLst/>
              <a:cxnLst/>
              <a:rect l="l" t="t" r="r" b="b"/>
              <a:pathLst>
                <a:path w="871219" h="548639">
                  <a:moveTo>
                    <a:pt x="871114" y="0"/>
                  </a:moveTo>
                  <a:lnTo>
                    <a:pt x="854895" y="0"/>
                  </a:lnTo>
                  <a:lnTo>
                    <a:pt x="842304" y="58392"/>
                  </a:lnTo>
                  <a:lnTo>
                    <a:pt x="826718" y="106426"/>
                  </a:lnTo>
                  <a:lnTo>
                    <a:pt x="809961" y="145279"/>
                  </a:lnTo>
                  <a:lnTo>
                    <a:pt x="772070" y="211869"/>
                  </a:lnTo>
                  <a:lnTo>
                    <a:pt x="747448" y="245951"/>
                  </a:lnTo>
                  <a:lnTo>
                    <a:pt x="720103" y="278325"/>
                  </a:lnTo>
                  <a:lnTo>
                    <a:pt x="690142" y="308944"/>
                  </a:lnTo>
                  <a:lnTo>
                    <a:pt x="657672" y="337756"/>
                  </a:lnTo>
                  <a:lnTo>
                    <a:pt x="622802" y="364713"/>
                  </a:lnTo>
                  <a:lnTo>
                    <a:pt x="585639" y="389764"/>
                  </a:lnTo>
                  <a:lnTo>
                    <a:pt x="546290" y="412862"/>
                  </a:lnTo>
                  <a:lnTo>
                    <a:pt x="504864" y="433955"/>
                  </a:lnTo>
                  <a:lnTo>
                    <a:pt x="461467" y="452995"/>
                  </a:lnTo>
                  <a:lnTo>
                    <a:pt x="416208" y="469932"/>
                  </a:lnTo>
                  <a:lnTo>
                    <a:pt x="369194" y="484716"/>
                  </a:lnTo>
                  <a:lnTo>
                    <a:pt x="320532" y="497298"/>
                  </a:lnTo>
                  <a:lnTo>
                    <a:pt x="270332" y="507628"/>
                  </a:lnTo>
                  <a:lnTo>
                    <a:pt x="218699" y="515658"/>
                  </a:lnTo>
                  <a:lnTo>
                    <a:pt x="165741" y="521337"/>
                  </a:lnTo>
                  <a:lnTo>
                    <a:pt x="111567" y="524615"/>
                  </a:lnTo>
                  <a:lnTo>
                    <a:pt x="56284" y="525444"/>
                  </a:lnTo>
                  <a:lnTo>
                    <a:pt x="0" y="523774"/>
                  </a:lnTo>
                  <a:lnTo>
                    <a:pt x="0" y="548255"/>
                  </a:lnTo>
                  <a:lnTo>
                    <a:pt x="871114" y="548255"/>
                  </a:lnTo>
                  <a:lnTo>
                    <a:pt x="871114" y="0"/>
                  </a:lnTo>
                  <a:close/>
                </a:path>
              </a:pathLst>
            </a:custGeom>
            <a:solidFill>
              <a:srgbClr val="0815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2295106" y="6196437"/>
              <a:ext cx="1029969" cy="61594"/>
            </a:xfrm>
            <a:custGeom>
              <a:avLst/>
              <a:gdLst/>
              <a:ahLst/>
              <a:cxnLst/>
              <a:rect l="l" t="t" r="r" b="b"/>
              <a:pathLst>
                <a:path w="1029970" h="61595">
                  <a:moveTo>
                    <a:pt x="149250" y="0"/>
                  </a:moveTo>
                  <a:lnTo>
                    <a:pt x="0" y="0"/>
                  </a:lnTo>
                  <a:lnTo>
                    <a:pt x="0" y="61455"/>
                  </a:lnTo>
                  <a:lnTo>
                    <a:pt x="149250" y="61455"/>
                  </a:lnTo>
                  <a:lnTo>
                    <a:pt x="149250" y="0"/>
                  </a:lnTo>
                  <a:close/>
                </a:path>
                <a:path w="1029970" h="61595">
                  <a:moveTo>
                    <a:pt x="1029525" y="0"/>
                  </a:moveTo>
                  <a:lnTo>
                    <a:pt x="880262" y="0"/>
                  </a:lnTo>
                  <a:lnTo>
                    <a:pt x="880262" y="61455"/>
                  </a:lnTo>
                  <a:lnTo>
                    <a:pt x="1029525" y="61455"/>
                  </a:lnTo>
                  <a:lnTo>
                    <a:pt x="1029525" y="0"/>
                  </a:lnTo>
                  <a:close/>
                </a:path>
              </a:pathLst>
            </a:custGeom>
            <a:solidFill>
              <a:srgbClr val="131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2119045" y="6262355"/>
              <a:ext cx="1389380" cy="158750"/>
            </a:xfrm>
            <a:custGeom>
              <a:avLst/>
              <a:gdLst/>
              <a:ahLst/>
              <a:cxnLst/>
              <a:rect l="l" t="t" r="r" b="b"/>
              <a:pathLst>
                <a:path w="1389379" h="158750">
                  <a:moveTo>
                    <a:pt x="1384010" y="0"/>
                  </a:moveTo>
                  <a:lnTo>
                    <a:pt x="8984" y="0"/>
                  </a:lnTo>
                  <a:lnTo>
                    <a:pt x="0" y="9413"/>
                  </a:lnTo>
                  <a:lnTo>
                    <a:pt x="0" y="23088"/>
                  </a:lnTo>
                  <a:lnTo>
                    <a:pt x="58497" y="23865"/>
                  </a:lnTo>
                  <a:lnTo>
                    <a:pt x="351609" y="25591"/>
                  </a:lnTo>
                  <a:lnTo>
                    <a:pt x="473476" y="26931"/>
                  </a:lnTo>
                  <a:lnTo>
                    <a:pt x="536401" y="27908"/>
                  </a:lnTo>
                  <a:lnTo>
                    <a:pt x="599901" y="29137"/>
                  </a:lnTo>
                  <a:lnTo>
                    <a:pt x="663414" y="30656"/>
                  </a:lnTo>
                  <a:lnTo>
                    <a:pt x="726373" y="32499"/>
                  </a:lnTo>
                  <a:lnTo>
                    <a:pt x="788216" y="34704"/>
                  </a:lnTo>
                  <a:lnTo>
                    <a:pt x="848378" y="37306"/>
                  </a:lnTo>
                  <a:lnTo>
                    <a:pt x="906295" y="40343"/>
                  </a:lnTo>
                  <a:lnTo>
                    <a:pt x="961402" y="43850"/>
                  </a:lnTo>
                  <a:lnTo>
                    <a:pt x="1013136" y="47863"/>
                  </a:lnTo>
                  <a:lnTo>
                    <a:pt x="1060933" y="52418"/>
                  </a:lnTo>
                  <a:lnTo>
                    <a:pt x="1104227" y="57553"/>
                  </a:lnTo>
                  <a:lnTo>
                    <a:pt x="1142456" y="63303"/>
                  </a:lnTo>
                  <a:lnTo>
                    <a:pt x="1201460" y="76793"/>
                  </a:lnTo>
                  <a:lnTo>
                    <a:pt x="1267583" y="106554"/>
                  </a:lnTo>
                  <a:lnTo>
                    <a:pt x="1303315" y="129504"/>
                  </a:lnTo>
                  <a:lnTo>
                    <a:pt x="1340168" y="158382"/>
                  </a:lnTo>
                  <a:lnTo>
                    <a:pt x="1384010" y="158382"/>
                  </a:lnTo>
                  <a:lnTo>
                    <a:pt x="1388921" y="155503"/>
                  </a:lnTo>
                  <a:lnTo>
                    <a:pt x="1388921" y="147126"/>
                  </a:lnTo>
                  <a:lnTo>
                    <a:pt x="1388921" y="9413"/>
                  </a:lnTo>
                  <a:lnTo>
                    <a:pt x="1384010" y="0"/>
                  </a:lnTo>
                  <a:close/>
                </a:path>
              </a:pathLst>
            </a:custGeom>
            <a:solidFill>
              <a:srgbClr val="EC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/>
          <p:nvPr/>
        </p:nvSpPr>
        <p:spPr>
          <a:xfrm>
            <a:off x="2271338" y="6469481"/>
            <a:ext cx="1084580" cy="316865"/>
          </a:xfrm>
          <a:custGeom>
            <a:avLst/>
            <a:gdLst/>
            <a:ahLst/>
            <a:cxnLst/>
            <a:rect l="l" t="t" r="r" b="b"/>
            <a:pathLst>
              <a:path w="1084579" h="316865">
                <a:moveTo>
                  <a:pt x="45255" y="0"/>
                </a:moveTo>
                <a:lnTo>
                  <a:pt x="0" y="0"/>
                </a:lnTo>
                <a:lnTo>
                  <a:pt x="0" y="316765"/>
                </a:lnTo>
                <a:lnTo>
                  <a:pt x="1084333" y="316765"/>
                </a:lnTo>
                <a:lnTo>
                  <a:pt x="1084333" y="275112"/>
                </a:lnTo>
                <a:lnTo>
                  <a:pt x="1006399" y="275719"/>
                </a:lnTo>
                <a:lnTo>
                  <a:pt x="931063" y="275683"/>
                </a:lnTo>
                <a:lnTo>
                  <a:pt x="858443" y="275019"/>
                </a:lnTo>
                <a:lnTo>
                  <a:pt x="788656" y="273743"/>
                </a:lnTo>
                <a:lnTo>
                  <a:pt x="721822" y="271870"/>
                </a:lnTo>
                <a:lnTo>
                  <a:pt x="658057" y="269418"/>
                </a:lnTo>
                <a:lnTo>
                  <a:pt x="597481" y="266402"/>
                </a:lnTo>
                <a:lnTo>
                  <a:pt x="540211" y="262838"/>
                </a:lnTo>
                <a:lnTo>
                  <a:pt x="486366" y="258743"/>
                </a:lnTo>
                <a:lnTo>
                  <a:pt x="436063" y="254132"/>
                </a:lnTo>
                <a:lnTo>
                  <a:pt x="389420" y="249021"/>
                </a:lnTo>
                <a:lnTo>
                  <a:pt x="346557" y="243427"/>
                </a:lnTo>
                <a:lnTo>
                  <a:pt x="307590" y="237366"/>
                </a:lnTo>
                <a:lnTo>
                  <a:pt x="241820" y="223906"/>
                </a:lnTo>
                <a:lnTo>
                  <a:pt x="193055" y="208768"/>
                </a:lnTo>
                <a:lnTo>
                  <a:pt x="119254" y="161668"/>
                </a:lnTo>
                <a:lnTo>
                  <a:pt x="83273" y="123302"/>
                </a:lnTo>
                <a:lnTo>
                  <a:pt x="58448" y="82384"/>
                </a:lnTo>
                <a:lnTo>
                  <a:pt x="47077" y="39225"/>
                </a:lnTo>
                <a:lnTo>
                  <a:pt x="45325" y="18987"/>
                </a:lnTo>
                <a:lnTo>
                  <a:pt x="45255" y="0"/>
                </a:lnTo>
                <a:close/>
              </a:path>
            </a:pathLst>
          </a:custGeom>
          <a:solidFill>
            <a:srgbClr val="EC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2271332" y="7724379"/>
            <a:ext cx="1084580" cy="316865"/>
          </a:xfrm>
          <a:custGeom>
            <a:avLst/>
            <a:gdLst/>
            <a:ahLst/>
            <a:cxnLst/>
            <a:rect l="l" t="t" r="r" b="b"/>
            <a:pathLst>
              <a:path w="1084579" h="316865">
                <a:moveTo>
                  <a:pt x="45485" y="0"/>
                </a:moveTo>
                <a:lnTo>
                  <a:pt x="0" y="0"/>
                </a:lnTo>
                <a:lnTo>
                  <a:pt x="0" y="316775"/>
                </a:lnTo>
                <a:lnTo>
                  <a:pt x="1084343" y="316775"/>
                </a:lnTo>
                <a:lnTo>
                  <a:pt x="1084343" y="281206"/>
                </a:lnTo>
                <a:lnTo>
                  <a:pt x="1006410" y="281814"/>
                </a:lnTo>
                <a:lnTo>
                  <a:pt x="931074" y="281778"/>
                </a:lnTo>
                <a:lnTo>
                  <a:pt x="858453" y="281114"/>
                </a:lnTo>
                <a:lnTo>
                  <a:pt x="788667" y="279838"/>
                </a:lnTo>
                <a:lnTo>
                  <a:pt x="721832" y="277966"/>
                </a:lnTo>
                <a:lnTo>
                  <a:pt x="658068" y="275514"/>
                </a:lnTo>
                <a:lnTo>
                  <a:pt x="597492" y="272499"/>
                </a:lnTo>
                <a:lnTo>
                  <a:pt x="540222" y="268936"/>
                </a:lnTo>
                <a:lnTo>
                  <a:pt x="486376" y="264841"/>
                </a:lnTo>
                <a:lnTo>
                  <a:pt x="436073" y="260230"/>
                </a:lnTo>
                <a:lnTo>
                  <a:pt x="389431" y="255120"/>
                </a:lnTo>
                <a:lnTo>
                  <a:pt x="346567" y="249526"/>
                </a:lnTo>
                <a:lnTo>
                  <a:pt x="307601" y="243465"/>
                </a:lnTo>
                <a:lnTo>
                  <a:pt x="241831" y="230003"/>
                </a:lnTo>
                <a:lnTo>
                  <a:pt x="193066" y="214864"/>
                </a:lnTo>
                <a:lnTo>
                  <a:pt x="119258" y="167716"/>
                </a:lnTo>
                <a:lnTo>
                  <a:pt x="83274" y="129238"/>
                </a:lnTo>
                <a:lnTo>
                  <a:pt x="58448" y="88154"/>
                </a:lnTo>
                <a:lnTo>
                  <a:pt x="46618" y="41242"/>
                </a:lnTo>
                <a:lnTo>
                  <a:pt x="45137" y="19563"/>
                </a:lnTo>
                <a:lnTo>
                  <a:pt x="45485" y="0"/>
                </a:lnTo>
                <a:close/>
              </a:path>
            </a:pathLst>
          </a:custGeom>
          <a:solidFill>
            <a:srgbClr val="EC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2273794" y="6787866"/>
            <a:ext cx="1130935" cy="56515"/>
          </a:xfrm>
          <a:custGeom>
            <a:avLst/>
            <a:gdLst/>
            <a:ahLst/>
            <a:cxnLst/>
            <a:rect l="l" t="t" r="r" b="b"/>
            <a:pathLst>
              <a:path w="1130935" h="56515">
                <a:moveTo>
                  <a:pt x="1130531" y="0"/>
                </a:moveTo>
                <a:lnTo>
                  <a:pt x="0" y="0"/>
                </a:lnTo>
                <a:lnTo>
                  <a:pt x="0" y="56322"/>
                </a:lnTo>
                <a:lnTo>
                  <a:pt x="1130531" y="56322"/>
                </a:lnTo>
                <a:lnTo>
                  <a:pt x="1130531" y="0"/>
                </a:lnTo>
                <a:close/>
              </a:path>
            </a:pathLst>
          </a:custGeom>
          <a:solidFill>
            <a:srgbClr val="E0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2052039" y="8138622"/>
            <a:ext cx="1492885" cy="774065"/>
          </a:xfrm>
          <a:custGeom>
            <a:avLst/>
            <a:gdLst/>
            <a:ahLst/>
            <a:cxnLst/>
            <a:rect l="l" t="t" r="r" b="b"/>
            <a:pathLst>
              <a:path w="1492885" h="774065">
                <a:moveTo>
                  <a:pt x="1492478" y="0"/>
                </a:moveTo>
                <a:lnTo>
                  <a:pt x="1457233" y="0"/>
                </a:lnTo>
                <a:lnTo>
                  <a:pt x="1458685" y="42201"/>
                </a:lnTo>
                <a:lnTo>
                  <a:pt x="1457341" y="88125"/>
                </a:lnTo>
                <a:lnTo>
                  <a:pt x="1452341" y="137377"/>
                </a:lnTo>
                <a:lnTo>
                  <a:pt x="1442822" y="189558"/>
                </a:lnTo>
                <a:lnTo>
                  <a:pt x="1427925" y="244275"/>
                </a:lnTo>
                <a:lnTo>
                  <a:pt x="1402699" y="310318"/>
                </a:lnTo>
                <a:lnTo>
                  <a:pt x="1372722" y="369143"/>
                </a:lnTo>
                <a:lnTo>
                  <a:pt x="1339614" y="420907"/>
                </a:lnTo>
                <a:lnTo>
                  <a:pt x="1304997" y="465767"/>
                </a:lnTo>
                <a:lnTo>
                  <a:pt x="1270489" y="503881"/>
                </a:lnTo>
                <a:lnTo>
                  <a:pt x="1237713" y="535405"/>
                </a:lnTo>
                <a:lnTo>
                  <a:pt x="1208288" y="560497"/>
                </a:lnTo>
                <a:lnTo>
                  <a:pt x="1165974" y="592013"/>
                </a:lnTo>
                <a:lnTo>
                  <a:pt x="1118829" y="623341"/>
                </a:lnTo>
                <a:lnTo>
                  <a:pt x="1085114" y="642693"/>
                </a:lnTo>
                <a:lnTo>
                  <a:pt x="1048629" y="658090"/>
                </a:lnTo>
                <a:lnTo>
                  <a:pt x="993173" y="677550"/>
                </a:lnTo>
                <a:lnTo>
                  <a:pt x="943243" y="691654"/>
                </a:lnTo>
                <a:lnTo>
                  <a:pt x="881243" y="703890"/>
                </a:lnTo>
                <a:lnTo>
                  <a:pt x="807582" y="714233"/>
                </a:lnTo>
                <a:lnTo>
                  <a:pt x="766508" y="718687"/>
                </a:lnTo>
                <a:lnTo>
                  <a:pt x="722673" y="722660"/>
                </a:lnTo>
                <a:lnTo>
                  <a:pt x="676128" y="726148"/>
                </a:lnTo>
                <a:lnTo>
                  <a:pt x="626925" y="729147"/>
                </a:lnTo>
                <a:lnTo>
                  <a:pt x="575116" y="731656"/>
                </a:lnTo>
                <a:lnTo>
                  <a:pt x="520751" y="733672"/>
                </a:lnTo>
                <a:lnTo>
                  <a:pt x="463882" y="735190"/>
                </a:lnTo>
                <a:lnTo>
                  <a:pt x="404560" y="736209"/>
                </a:lnTo>
                <a:lnTo>
                  <a:pt x="342837" y="736725"/>
                </a:lnTo>
                <a:lnTo>
                  <a:pt x="278764" y="736736"/>
                </a:lnTo>
                <a:lnTo>
                  <a:pt x="212393" y="736238"/>
                </a:lnTo>
                <a:lnTo>
                  <a:pt x="143774" y="735228"/>
                </a:lnTo>
                <a:lnTo>
                  <a:pt x="72959" y="733704"/>
                </a:lnTo>
                <a:lnTo>
                  <a:pt x="0" y="731663"/>
                </a:lnTo>
                <a:lnTo>
                  <a:pt x="0" y="773651"/>
                </a:lnTo>
                <a:lnTo>
                  <a:pt x="1492478" y="773651"/>
                </a:lnTo>
                <a:lnTo>
                  <a:pt x="1492478" y="0"/>
                </a:lnTo>
                <a:close/>
              </a:path>
            </a:pathLst>
          </a:custGeom>
          <a:solidFill>
            <a:srgbClr val="E6ECE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6" name="object 86" descr=""/>
          <p:cNvGrpSpPr/>
          <p:nvPr/>
        </p:nvGrpSpPr>
        <p:grpSpPr>
          <a:xfrm>
            <a:off x="1870748" y="9007659"/>
            <a:ext cx="257810" cy="257810"/>
            <a:chOff x="1870748" y="9007659"/>
            <a:chExt cx="257810" cy="257810"/>
          </a:xfrm>
        </p:grpSpPr>
        <p:sp>
          <p:nvSpPr>
            <p:cNvPr id="87" name="object 87" descr=""/>
            <p:cNvSpPr/>
            <p:nvPr/>
          </p:nvSpPr>
          <p:spPr>
            <a:xfrm>
              <a:off x="1870748" y="9007659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09">
                  <a:moveTo>
                    <a:pt x="128676" y="0"/>
                  </a:moveTo>
                  <a:lnTo>
                    <a:pt x="78590" y="10112"/>
                  </a:lnTo>
                  <a:lnTo>
                    <a:pt x="37688" y="37688"/>
                  </a:lnTo>
                  <a:lnTo>
                    <a:pt x="10112" y="78590"/>
                  </a:lnTo>
                  <a:lnTo>
                    <a:pt x="0" y="128676"/>
                  </a:lnTo>
                  <a:lnTo>
                    <a:pt x="10112" y="178763"/>
                  </a:lnTo>
                  <a:lnTo>
                    <a:pt x="37688" y="219664"/>
                  </a:lnTo>
                  <a:lnTo>
                    <a:pt x="78590" y="247241"/>
                  </a:lnTo>
                  <a:lnTo>
                    <a:pt x="128676" y="257353"/>
                  </a:lnTo>
                  <a:lnTo>
                    <a:pt x="178763" y="247241"/>
                  </a:lnTo>
                  <a:lnTo>
                    <a:pt x="219664" y="219664"/>
                  </a:lnTo>
                  <a:lnTo>
                    <a:pt x="247241" y="178763"/>
                  </a:lnTo>
                  <a:lnTo>
                    <a:pt x="257353" y="128676"/>
                  </a:lnTo>
                  <a:lnTo>
                    <a:pt x="247241" y="78590"/>
                  </a:lnTo>
                  <a:lnTo>
                    <a:pt x="219664" y="37688"/>
                  </a:lnTo>
                  <a:lnTo>
                    <a:pt x="178763" y="10112"/>
                  </a:lnTo>
                  <a:lnTo>
                    <a:pt x="128676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7188" y="9034098"/>
              <a:ext cx="204477" cy="204476"/>
            </a:xfrm>
            <a:prstGeom prst="rect">
              <a:avLst/>
            </a:prstGeom>
          </p:spPr>
        </p:pic>
      </p:grpSp>
      <p:grpSp>
        <p:nvGrpSpPr>
          <p:cNvPr id="89" name="object 89" descr=""/>
          <p:cNvGrpSpPr/>
          <p:nvPr/>
        </p:nvGrpSpPr>
        <p:grpSpPr>
          <a:xfrm>
            <a:off x="3468737" y="9005077"/>
            <a:ext cx="257810" cy="257810"/>
            <a:chOff x="3468737" y="9005077"/>
            <a:chExt cx="257810" cy="257810"/>
          </a:xfrm>
        </p:grpSpPr>
        <p:sp>
          <p:nvSpPr>
            <p:cNvPr id="90" name="object 90" descr=""/>
            <p:cNvSpPr/>
            <p:nvPr/>
          </p:nvSpPr>
          <p:spPr>
            <a:xfrm>
              <a:off x="3468737" y="9005077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09">
                  <a:moveTo>
                    <a:pt x="128676" y="0"/>
                  </a:moveTo>
                  <a:lnTo>
                    <a:pt x="78590" y="10112"/>
                  </a:lnTo>
                  <a:lnTo>
                    <a:pt x="37688" y="37688"/>
                  </a:lnTo>
                  <a:lnTo>
                    <a:pt x="10112" y="78590"/>
                  </a:lnTo>
                  <a:lnTo>
                    <a:pt x="0" y="128676"/>
                  </a:lnTo>
                  <a:lnTo>
                    <a:pt x="10112" y="178763"/>
                  </a:lnTo>
                  <a:lnTo>
                    <a:pt x="37688" y="219664"/>
                  </a:lnTo>
                  <a:lnTo>
                    <a:pt x="78590" y="247241"/>
                  </a:lnTo>
                  <a:lnTo>
                    <a:pt x="128676" y="257353"/>
                  </a:lnTo>
                  <a:lnTo>
                    <a:pt x="178763" y="247241"/>
                  </a:lnTo>
                  <a:lnTo>
                    <a:pt x="219664" y="219664"/>
                  </a:lnTo>
                  <a:lnTo>
                    <a:pt x="247241" y="178763"/>
                  </a:lnTo>
                  <a:lnTo>
                    <a:pt x="257353" y="128676"/>
                  </a:lnTo>
                  <a:lnTo>
                    <a:pt x="247241" y="78590"/>
                  </a:lnTo>
                  <a:lnTo>
                    <a:pt x="219664" y="37688"/>
                  </a:lnTo>
                  <a:lnTo>
                    <a:pt x="178763" y="10112"/>
                  </a:lnTo>
                  <a:lnTo>
                    <a:pt x="128676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5178" y="9031516"/>
              <a:ext cx="204476" cy="204476"/>
            </a:xfrm>
            <a:prstGeom prst="rect">
              <a:avLst/>
            </a:prstGeom>
          </p:spPr>
        </p:pic>
      </p:grpSp>
      <p:sp>
        <p:nvSpPr>
          <p:cNvPr id="92" name="object 92" descr=""/>
          <p:cNvSpPr/>
          <p:nvPr/>
        </p:nvSpPr>
        <p:spPr>
          <a:xfrm>
            <a:off x="1839629" y="8911111"/>
            <a:ext cx="320040" cy="120014"/>
          </a:xfrm>
          <a:custGeom>
            <a:avLst/>
            <a:gdLst/>
            <a:ahLst/>
            <a:cxnLst/>
            <a:rect l="l" t="t" r="r" b="b"/>
            <a:pathLst>
              <a:path w="320039" h="120015">
                <a:moveTo>
                  <a:pt x="319602" y="0"/>
                </a:moveTo>
                <a:lnTo>
                  <a:pt x="0" y="0"/>
                </a:lnTo>
                <a:lnTo>
                  <a:pt x="0" y="119849"/>
                </a:lnTo>
                <a:lnTo>
                  <a:pt x="319602" y="119849"/>
                </a:lnTo>
                <a:lnTo>
                  <a:pt x="319602" y="0"/>
                </a:lnTo>
                <a:close/>
              </a:path>
            </a:pathLst>
          </a:custGeom>
          <a:solidFill>
            <a:srgbClr val="A2AE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3437612" y="8911111"/>
            <a:ext cx="320040" cy="120014"/>
          </a:xfrm>
          <a:custGeom>
            <a:avLst/>
            <a:gdLst/>
            <a:ahLst/>
            <a:cxnLst/>
            <a:rect l="l" t="t" r="r" b="b"/>
            <a:pathLst>
              <a:path w="320039" h="120015">
                <a:moveTo>
                  <a:pt x="319602" y="0"/>
                </a:moveTo>
                <a:lnTo>
                  <a:pt x="0" y="0"/>
                </a:lnTo>
                <a:lnTo>
                  <a:pt x="0" y="119849"/>
                </a:lnTo>
                <a:lnTo>
                  <a:pt x="319602" y="119849"/>
                </a:lnTo>
                <a:lnTo>
                  <a:pt x="319602" y="0"/>
                </a:lnTo>
                <a:close/>
              </a:path>
            </a:pathLst>
          </a:custGeom>
          <a:solidFill>
            <a:srgbClr val="A2AE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14224226" y="4927546"/>
            <a:ext cx="1318895" cy="1063625"/>
          </a:xfrm>
          <a:custGeom>
            <a:avLst/>
            <a:gdLst/>
            <a:ahLst/>
            <a:cxnLst/>
            <a:rect l="l" t="t" r="r" b="b"/>
            <a:pathLst>
              <a:path w="1318894" h="1063625">
                <a:moveTo>
                  <a:pt x="1318336" y="0"/>
                </a:moveTo>
                <a:lnTo>
                  <a:pt x="0" y="0"/>
                </a:lnTo>
                <a:lnTo>
                  <a:pt x="0" y="1063423"/>
                </a:lnTo>
                <a:lnTo>
                  <a:pt x="1318336" y="1063423"/>
                </a:lnTo>
                <a:lnTo>
                  <a:pt x="1318336" y="0"/>
                </a:lnTo>
                <a:close/>
              </a:path>
            </a:pathLst>
          </a:custGeom>
          <a:solidFill>
            <a:srgbClr val="99DC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13644671" y="6055239"/>
            <a:ext cx="2260600" cy="415925"/>
          </a:xfrm>
          <a:custGeom>
            <a:avLst/>
            <a:gdLst/>
            <a:ahLst/>
            <a:cxnLst/>
            <a:rect l="l" t="t" r="r" b="b"/>
            <a:pathLst>
              <a:path w="2260600" h="415925">
                <a:moveTo>
                  <a:pt x="2260046" y="0"/>
                </a:moveTo>
                <a:lnTo>
                  <a:pt x="0" y="0"/>
                </a:lnTo>
                <a:lnTo>
                  <a:pt x="0" y="115713"/>
                </a:lnTo>
                <a:lnTo>
                  <a:pt x="85355" y="113659"/>
                </a:lnTo>
                <a:lnTo>
                  <a:pt x="184512" y="112055"/>
                </a:lnTo>
                <a:lnTo>
                  <a:pt x="238529" y="111505"/>
                </a:lnTo>
                <a:lnTo>
                  <a:pt x="295112" y="111168"/>
                </a:lnTo>
                <a:lnTo>
                  <a:pt x="353965" y="111076"/>
                </a:lnTo>
                <a:lnTo>
                  <a:pt x="414793" y="111263"/>
                </a:lnTo>
                <a:lnTo>
                  <a:pt x="578307" y="112384"/>
                </a:lnTo>
                <a:lnTo>
                  <a:pt x="681100" y="113635"/>
                </a:lnTo>
                <a:lnTo>
                  <a:pt x="731016" y="114519"/>
                </a:lnTo>
                <a:lnTo>
                  <a:pt x="780117" y="115622"/>
                </a:lnTo>
                <a:lnTo>
                  <a:pt x="828530" y="116979"/>
                </a:lnTo>
                <a:lnTo>
                  <a:pt x="876385" y="118628"/>
                </a:lnTo>
                <a:lnTo>
                  <a:pt x="923809" y="120602"/>
                </a:lnTo>
                <a:lnTo>
                  <a:pt x="970931" y="122938"/>
                </a:lnTo>
                <a:lnTo>
                  <a:pt x="1017879" y="125670"/>
                </a:lnTo>
                <a:lnTo>
                  <a:pt x="1064782" y="128835"/>
                </a:lnTo>
                <a:lnTo>
                  <a:pt x="1111767" y="132469"/>
                </a:lnTo>
                <a:lnTo>
                  <a:pt x="1158964" y="136606"/>
                </a:lnTo>
                <a:lnTo>
                  <a:pt x="1206500" y="141282"/>
                </a:lnTo>
                <a:lnTo>
                  <a:pt x="1254504" y="146533"/>
                </a:lnTo>
                <a:lnTo>
                  <a:pt x="1303104" y="152394"/>
                </a:lnTo>
                <a:lnTo>
                  <a:pt x="1352429" y="158901"/>
                </a:lnTo>
                <a:lnTo>
                  <a:pt x="1402606" y="166089"/>
                </a:lnTo>
                <a:lnTo>
                  <a:pt x="1464473" y="175355"/>
                </a:lnTo>
                <a:lnTo>
                  <a:pt x="1523168" y="184366"/>
                </a:lnTo>
                <a:lnTo>
                  <a:pt x="1579030" y="193331"/>
                </a:lnTo>
                <a:lnTo>
                  <a:pt x="1632400" y="202463"/>
                </a:lnTo>
                <a:lnTo>
                  <a:pt x="1683616" y="211970"/>
                </a:lnTo>
                <a:lnTo>
                  <a:pt x="1733017" y="222064"/>
                </a:lnTo>
                <a:lnTo>
                  <a:pt x="1780944" y="232956"/>
                </a:lnTo>
                <a:lnTo>
                  <a:pt x="1827735" y="244855"/>
                </a:lnTo>
                <a:lnTo>
                  <a:pt x="1873730" y="257972"/>
                </a:lnTo>
                <a:lnTo>
                  <a:pt x="1919269" y="272519"/>
                </a:lnTo>
                <a:lnTo>
                  <a:pt x="1964690" y="288704"/>
                </a:lnTo>
                <a:lnTo>
                  <a:pt x="2010333" y="306740"/>
                </a:lnTo>
                <a:lnTo>
                  <a:pt x="2056537" y="326836"/>
                </a:lnTo>
                <a:lnTo>
                  <a:pt x="2103642" y="349204"/>
                </a:lnTo>
                <a:lnTo>
                  <a:pt x="2195183" y="400712"/>
                </a:lnTo>
                <a:lnTo>
                  <a:pt x="2223963" y="415851"/>
                </a:lnTo>
                <a:lnTo>
                  <a:pt x="2260046" y="415128"/>
                </a:lnTo>
                <a:lnTo>
                  <a:pt x="2260046" y="0"/>
                </a:lnTo>
                <a:close/>
              </a:path>
            </a:pathLst>
          </a:custGeom>
          <a:solidFill>
            <a:srgbClr val="E0E4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14292716" y="5013145"/>
            <a:ext cx="924560" cy="558800"/>
          </a:xfrm>
          <a:custGeom>
            <a:avLst/>
            <a:gdLst/>
            <a:ahLst/>
            <a:cxnLst/>
            <a:rect l="l" t="t" r="r" b="b"/>
            <a:pathLst>
              <a:path w="924559" h="558800">
                <a:moveTo>
                  <a:pt x="924547" y="0"/>
                </a:moveTo>
                <a:lnTo>
                  <a:pt x="0" y="0"/>
                </a:lnTo>
                <a:lnTo>
                  <a:pt x="0" y="558349"/>
                </a:lnTo>
                <a:lnTo>
                  <a:pt x="924547" y="558349"/>
                </a:lnTo>
                <a:lnTo>
                  <a:pt x="924547" y="0"/>
                </a:lnTo>
                <a:close/>
              </a:path>
            </a:pathLst>
          </a:custGeom>
          <a:solidFill>
            <a:srgbClr val="131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14292716" y="5668047"/>
            <a:ext cx="428625" cy="218440"/>
          </a:xfrm>
          <a:custGeom>
            <a:avLst/>
            <a:gdLst/>
            <a:ahLst/>
            <a:cxnLst/>
            <a:rect l="l" t="t" r="r" b="b"/>
            <a:pathLst>
              <a:path w="428625" h="218439">
                <a:moveTo>
                  <a:pt x="428028" y="0"/>
                </a:moveTo>
                <a:lnTo>
                  <a:pt x="0" y="0"/>
                </a:lnTo>
                <a:lnTo>
                  <a:pt x="0" y="218297"/>
                </a:lnTo>
                <a:lnTo>
                  <a:pt x="428028" y="218297"/>
                </a:lnTo>
                <a:lnTo>
                  <a:pt x="428028" y="0"/>
                </a:lnTo>
                <a:close/>
              </a:path>
            </a:pathLst>
          </a:custGeom>
          <a:solidFill>
            <a:srgbClr val="131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14290383" y="5013534"/>
            <a:ext cx="926465" cy="554990"/>
          </a:xfrm>
          <a:custGeom>
            <a:avLst/>
            <a:gdLst/>
            <a:ahLst/>
            <a:cxnLst/>
            <a:rect l="l" t="t" r="r" b="b"/>
            <a:pathLst>
              <a:path w="926465" h="554989">
                <a:moveTo>
                  <a:pt x="925957" y="0"/>
                </a:moveTo>
                <a:lnTo>
                  <a:pt x="0" y="0"/>
                </a:lnTo>
                <a:lnTo>
                  <a:pt x="0" y="30480"/>
                </a:lnTo>
                <a:lnTo>
                  <a:pt x="0" y="554990"/>
                </a:lnTo>
                <a:lnTo>
                  <a:pt x="30467" y="554990"/>
                </a:lnTo>
                <a:lnTo>
                  <a:pt x="30467" y="30480"/>
                </a:lnTo>
                <a:lnTo>
                  <a:pt x="925957" y="30480"/>
                </a:lnTo>
                <a:lnTo>
                  <a:pt x="925957" y="0"/>
                </a:lnTo>
                <a:close/>
              </a:path>
            </a:pathLst>
          </a:custGeom>
          <a:solidFill>
            <a:srgbClr val="0512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14290383" y="5665094"/>
            <a:ext cx="426720" cy="219710"/>
          </a:xfrm>
          <a:custGeom>
            <a:avLst/>
            <a:gdLst/>
            <a:ahLst/>
            <a:cxnLst/>
            <a:rect l="l" t="t" r="r" b="b"/>
            <a:pathLst>
              <a:path w="426719" h="219710">
                <a:moveTo>
                  <a:pt x="426427" y="0"/>
                </a:moveTo>
                <a:lnTo>
                  <a:pt x="0" y="0"/>
                </a:lnTo>
                <a:lnTo>
                  <a:pt x="0" y="36830"/>
                </a:lnTo>
                <a:lnTo>
                  <a:pt x="0" y="219710"/>
                </a:lnTo>
                <a:lnTo>
                  <a:pt x="30467" y="219710"/>
                </a:lnTo>
                <a:lnTo>
                  <a:pt x="30467" y="36830"/>
                </a:lnTo>
                <a:lnTo>
                  <a:pt x="426427" y="36830"/>
                </a:lnTo>
                <a:lnTo>
                  <a:pt x="426427" y="0"/>
                </a:lnTo>
                <a:close/>
              </a:path>
            </a:pathLst>
          </a:custGeom>
          <a:solidFill>
            <a:srgbClr val="0B154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0" name="object 10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12507" y="5688500"/>
            <a:ext cx="197847" cy="197836"/>
          </a:xfrm>
          <a:prstGeom prst="rect">
            <a:avLst/>
          </a:prstGeom>
        </p:spPr>
      </p:pic>
      <p:grpSp>
        <p:nvGrpSpPr>
          <p:cNvPr id="101" name="object 101" descr=""/>
          <p:cNvGrpSpPr/>
          <p:nvPr/>
        </p:nvGrpSpPr>
        <p:grpSpPr>
          <a:xfrm>
            <a:off x="14772115" y="5711564"/>
            <a:ext cx="345440" cy="131445"/>
            <a:chOff x="14772115" y="5711564"/>
            <a:chExt cx="345440" cy="131445"/>
          </a:xfrm>
        </p:grpSpPr>
        <p:sp>
          <p:nvSpPr>
            <p:cNvPr id="102" name="object 102" descr=""/>
            <p:cNvSpPr/>
            <p:nvPr/>
          </p:nvSpPr>
          <p:spPr>
            <a:xfrm>
              <a:off x="14772107" y="5711564"/>
              <a:ext cx="94615" cy="131445"/>
            </a:xfrm>
            <a:custGeom>
              <a:avLst/>
              <a:gdLst/>
              <a:ahLst/>
              <a:cxnLst/>
              <a:rect l="l" t="t" r="r" b="b"/>
              <a:pathLst>
                <a:path w="94615" h="131445">
                  <a:moveTo>
                    <a:pt x="94170" y="81572"/>
                  </a:moveTo>
                  <a:lnTo>
                    <a:pt x="0" y="81572"/>
                  </a:lnTo>
                  <a:lnTo>
                    <a:pt x="0" y="131267"/>
                  </a:lnTo>
                  <a:lnTo>
                    <a:pt x="94170" y="131267"/>
                  </a:lnTo>
                  <a:lnTo>
                    <a:pt x="94170" y="81572"/>
                  </a:lnTo>
                  <a:close/>
                </a:path>
                <a:path w="94615" h="131445">
                  <a:moveTo>
                    <a:pt x="94170" y="0"/>
                  </a:moveTo>
                  <a:lnTo>
                    <a:pt x="0" y="0"/>
                  </a:lnTo>
                  <a:lnTo>
                    <a:pt x="0" y="49695"/>
                  </a:lnTo>
                  <a:lnTo>
                    <a:pt x="94170" y="49695"/>
                  </a:lnTo>
                  <a:lnTo>
                    <a:pt x="94170" y="0"/>
                  </a:lnTo>
                  <a:close/>
                </a:path>
              </a:pathLst>
            </a:custGeom>
            <a:solidFill>
              <a:srgbClr val="F5F7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4900519" y="5711564"/>
              <a:ext cx="94615" cy="50165"/>
            </a:xfrm>
            <a:custGeom>
              <a:avLst/>
              <a:gdLst/>
              <a:ahLst/>
              <a:cxnLst/>
              <a:rect l="l" t="t" r="r" b="b"/>
              <a:pathLst>
                <a:path w="94615" h="50164">
                  <a:moveTo>
                    <a:pt x="94164" y="0"/>
                  </a:moveTo>
                  <a:lnTo>
                    <a:pt x="0" y="0"/>
                  </a:lnTo>
                  <a:lnTo>
                    <a:pt x="0" y="49694"/>
                  </a:lnTo>
                  <a:lnTo>
                    <a:pt x="94164" y="49694"/>
                  </a:lnTo>
                  <a:lnTo>
                    <a:pt x="94164" y="0"/>
                  </a:lnTo>
                  <a:close/>
                </a:path>
              </a:pathLst>
            </a:custGeom>
            <a:solidFill>
              <a:srgbClr val="FF8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4900519" y="5793132"/>
              <a:ext cx="94615" cy="50165"/>
            </a:xfrm>
            <a:custGeom>
              <a:avLst/>
              <a:gdLst/>
              <a:ahLst/>
              <a:cxnLst/>
              <a:rect l="l" t="t" r="r" b="b"/>
              <a:pathLst>
                <a:path w="94615" h="50164">
                  <a:moveTo>
                    <a:pt x="94164" y="0"/>
                  </a:moveTo>
                  <a:lnTo>
                    <a:pt x="0" y="0"/>
                  </a:lnTo>
                  <a:lnTo>
                    <a:pt x="0" y="49694"/>
                  </a:lnTo>
                  <a:lnTo>
                    <a:pt x="94164" y="49694"/>
                  </a:lnTo>
                  <a:lnTo>
                    <a:pt x="94164" y="0"/>
                  </a:lnTo>
                  <a:close/>
                </a:path>
              </a:pathLst>
            </a:custGeom>
            <a:solidFill>
              <a:srgbClr val="B8C3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5023224" y="5711564"/>
              <a:ext cx="94615" cy="131445"/>
            </a:xfrm>
            <a:custGeom>
              <a:avLst/>
              <a:gdLst/>
              <a:ahLst/>
              <a:cxnLst/>
              <a:rect l="l" t="t" r="r" b="b"/>
              <a:pathLst>
                <a:path w="94615" h="131445">
                  <a:moveTo>
                    <a:pt x="94157" y="81572"/>
                  </a:moveTo>
                  <a:lnTo>
                    <a:pt x="0" y="81572"/>
                  </a:lnTo>
                  <a:lnTo>
                    <a:pt x="0" y="131267"/>
                  </a:lnTo>
                  <a:lnTo>
                    <a:pt x="94157" y="131267"/>
                  </a:lnTo>
                  <a:lnTo>
                    <a:pt x="94157" y="81572"/>
                  </a:lnTo>
                  <a:close/>
                </a:path>
                <a:path w="94615" h="131445">
                  <a:moveTo>
                    <a:pt x="94157" y="0"/>
                  </a:moveTo>
                  <a:lnTo>
                    <a:pt x="0" y="0"/>
                  </a:lnTo>
                  <a:lnTo>
                    <a:pt x="0" y="49695"/>
                  </a:lnTo>
                  <a:lnTo>
                    <a:pt x="94157" y="49695"/>
                  </a:lnTo>
                  <a:lnTo>
                    <a:pt x="94157" y="0"/>
                  </a:lnTo>
                  <a:close/>
                </a:path>
              </a:pathLst>
            </a:custGeom>
            <a:solidFill>
              <a:srgbClr val="ADFF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" name="object 106" descr=""/>
          <p:cNvGrpSpPr/>
          <p:nvPr/>
        </p:nvGrpSpPr>
        <p:grpSpPr>
          <a:xfrm>
            <a:off x="13539378" y="5990980"/>
            <a:ext cx="2477135" cy="126364"/>
            <a:chOff x="13539378" y="5990980"/>
            <a:chExt cx="2477135" cy="126364"/>
          </a:xfrm>
        </p:grpSpPr>
        <p:sp>
          <p:nvSpPr>
            <p:cNvPr id="107" name="object 107" descr=""/>
            <p:cNvSpPr/>
            <p:nvPr/>
          </p:nvSpPr>
          <p:spPr>
            <a:xfrm>
              <a:off x="13539378" y="5990980"/>
              <a:ext cx="2477135" cy="63500"/>
            </a:xfrm>
            <a:custGeom>
              <a:avLst/>
              <a:gdLst/>
              <a:ahLst/>
              <a:cxnLst/>
              <a:rect l="l" t="t" r="r" b="b"/>
              <a:pathLst>
                <a:path w="2477134" h="63500">
                  <a:moveTo>
                    <a:pt x="0" y="63013"/>
                  </a:moveTo>
                  <a:lnTo>
                    <a:pt x="2476877" y="63013"/>
                  </a:lnTo>
                  <a:lnTo>
                    <a:pt x="2476877" y="0"/>
                  </a:lnTo>
                  <a:lnTo>
                    <a:pt x="0" y="0"/>
                  </a:lnTo>
                  <a:lnTo>
                    <a:pt x="0" y="630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3539378" y="6053993"/>
              <a:ext cx="2477135" cy="63500"/>
            </a:xfrm>
            <a:custGeom>
              <a:avLst/>
              <a:gdLst/>
              <a:ahLst/>
              <a:cxnLst/>
              <a:rect l="l" t="t" r="r" b="b"/>
              <a:pathLst>
                <a:path w="2477134" h="63500">
                  <a:moveTo>
                    <a:pt x="2476877" y="0"/>
                  </a:moveTo>
                  <a:lnTo>
                    <a:pt x="0" y="0"/>
                  </a:lnTo>
                  <a:lnTo>
                    <a:pt x="0" y="63013"/>
                  </a:lnTo>
                  <a:lnTo>
                    <a:pt x="2476877" y="63013"/>
                  </a:lnTo>
                  <a:lnTo>
                    <a:pt x="2476877" y="0"/>
                  </a:lnTo>
                  <a:close/>
                </a:path>
              </a:pathLst>
            </a:custGeom>
            <a:solidFill>
              <a:srgbClr val="EC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/>
          <p:nvPr/>
        </p:nvSpPr>
        <p:spPr>
          <a:xfrm>
            <a:off x="14290395" y="5013545"/>
            <a:ext cx="926465" cy="554355"/>
          </a:xfrm>
          <a:custGeom>
            <a:avLst/>
            <a:gdLst/>
            <a:ahLst/>
            <a:cxnLst/>
            <a:rect l="l" t="t" r="r" b="b"/>
            <a:pathLst>
              <a:path w="926465" h="554354">
                <a:moveTo>
                  <a:pt x="925950" y="0"/>
                </a:moveTo>
                <a:lnTo>
                  <a:pt x="885376" y="0"/>
                </a:lnTo>
                <a:lnTo>
                  <a:pt x="872965" y="43048"/>
                </a:lnTo>
                <a:lnTo>
                  <a:pt x="856136" y="89056"/>
                </a:lnTo>
                <a:lnTo>
                  <a:pt x="834225" y="136675"/>
                </a:lnTo>
                <a:lnTo>
                  <a:pt x="806572" y="184559"/>
                </a:lnTo>
                <a:lnTo>
                  <a:pt x="772569" y="231703"/>
                </a:lnTo>
                <a:lnTo>
                  <a:pt x="735819" y="273127"/>
                </a:lnTo>
                <a:lnTo>
                  <a:pt x="696950" y="309292"/>
                </a:lnTo>
                <a:lnTo>
                  <a:pt x="656591" y="340661"/>
                </a:lnTo>
                <a:lnTo>
                  <a:pt x="615369" y="367694"/>
                </a:lnTo>
                <a:lnTo>
                  <a:pt x="573912" y="390853"/>
                </a:lnTo>
                <a:lnTo>
                  <a:pt x="532848" y="410599"/>
                </a:lnTo>
                <a:lnTo>
                  <a:pt x="492804" y="427394"/>
                </a:lnTo>
                <a:lnTo>
                  <a:pt x="454409" y="441700"/>
                </a:lnTo>
                <a:lnTo>
                  <a:pt x="418291" y="453977"/>
                </a:lnTo>
                <a:lnTo>
                  <a:pt x="333402" y="479699"/>
                </a:lnTo>
                <a:lnTo>
                  <a:pt x="282593" y="491606"/>
                </a:lnTo>
                <a:lnTo>
                  <a:pt x="232721" y="500639"/>
                </a:lnTo>
                <a:lnTo>
                  <a:pt x="183860" y="507027"/>
                </a:lnTo>
                <a:lnTo>
                  <a:pt x="136085" y="511001"/>
                </a:lnTo>
                <a:lnTo>
                  <a:pt x="89467" y="512791"/>
                </a:lnTo>
                <a:lnTo>
                  <a:pt x="44081" y="512627"/>
                </a:lnTo>
                <a:lnTo>
                  <a:pt x="0" y="510738"/>
                </a:lnTo>
                <a:lnTo>
                  <a:pt x="0" y="554349"/>
                </a:lnTo>
                <a:lnTo>
                  <a:pt x="925950" y="554349"/>
                </a:lnTo>
                <a:lnTo>
                  <a:pt x="925950" y="0"/>
                </a:lnTo>
                <a:close/>
              </a:path>
            </a:pathLst>
          </a:custGeom>
          <a:solidFill>
            <a:srgbClr val="0815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/>
          <p:nvPr/>
        </p:nvSpPr>
        <p:spPr>
          <a:xfrm>
            <a:off x="14290391" y="5665364"/>
            <a:ext cx="426720" cy="219710"/>
          </a:xfrm>
          <a:custGeom>
            <a:avLst/>
            <a:gdLst/>
            <a:ahLst/>
            <a:cxnLst/>
            <a:rect l="l" t="t" r="r" b="b"/>
            <a:pathLst>
              <a:path w="426719" h="219710">
                <a:moveTo>
                  <a:pt x="426426" y="0"/>
                </a:moveTo>
                <a:lnTo>
                  <a:pt x="396961" y="0"/>
                </a:lnTo>
                <a:lnTo>
                  <a:pt x="386528" y="37030"/>
                </a:lnTo>
                <a:lnTo>
                  <a:pt x="373242" y="66788"/>
                </a:lnTo>
                <a:lnTo>
                  <a:pt x="342439" y="109923"/>
                </a:lnTo>
                <a:lnTo>
                  <a:pt x="310570" y="138678"/>
                </a:lnTo>
                <a:lnTo>
                  <a:pt x="272174" y="161791"/>
                </a:lnTo>
                <a:lnTo>
                  <a:pt x="227757" y="179240"/>
                </a:lnTo>
                <a:lnTo>
                  <a:pt x="177825" y="191002"/>
                </a:lnTo>
                <a:lnTo>
                  <a:pt x="122884" y="197056"/>
                </a:lnTo>
                <a:lnTo>
                  <a:pt x="63441" y="197380"/>
                </a:lnTo>
                <a:lnTo>
                  <a:pt x="0" y="191952"/>
                </a:lnTo>
                <a:lnTo>
                  <a:pt x="0" y="219302"/>
                </a:lnTo>
                <a:lnTo>
                  <a:pt x="426426" y="219302"/>
                </a:lnTo>
                <a:lnTo>
                  <a:pt x="426426" y="0"/>
                </a:lnTo>
                <a:close/>
              </a:path>
            </a:pathLst>
          </a:custGeom>
          <a:solidFill>
            <a:srgbClr val="08154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1" name="object 111" descr=""/>
          <p:cNvGrpSpPr/>
          <p:nvPr/>
        </p:nvGrpSpPr>
        <p:grpSpPr>
          <a:xfrm>
            <a:off x="14016265" y="7492745"/>
            <a:ext cx="1511300" cy="1564005"/>
            <a:chOff x="14016265" y="7492745"/>
            <a:chExt cx="1511300" cy="1564005"/>
          </a:xfrm>
        </p:grpSpPr>
        <p:sp>
          <p:nvSpPr>
            <p:cNvPr id="112" name="object 112" descr=""/>
            <p:cNvSpPr/>
            <p:nvPr/>
          </p:nvSpPr>
          <p:spPr>
            <a:xfrm>
              <a:off x="14020473" y="7492745"/>
              <a:ext cx="1506855" cy="1564005"/>
            </a:xfrm>
            <a:custGeom>
              <a:avLst/>
              <a:gdLst/>
              <a:ahLst/>
              <a:cxnLst/>
              <a:rect l="l" t="t" r="r" b="b"/>
              <a:pathLst>
                <a:path w="1506855" h="1564004">
                  <a:moveTo>
                    <a:pt x="1506676" y="0"/>
                  </a:moveTo>
                  <a:lnTo>
                    <a:pt x="0" y="0"/>
                  </a:lnTo>
                  <a:lnTo>
                    <a:pt x="0" y="1563742"/>
                  </a:lnTo>
                  <a:lnTo>
                    <a:pt x="1506676" y="1563742"/>
                  </a:lnTo>
                  <a:lnTo>
                    <a:pt x="150667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4016265" y="7492895"/>
              <a:ext cx="1511300" cy="1559560"/>
            </a:xfrm>
            <a:custGeom>
              <a:avLst/>
              <a:gdLst/>
              <a:ahLst/>
              <a:cxnLst/>
              <a:rect l="l" t="t" r="r" b="b"/>
              <a:pathLst>
                <a:path w="1511300" h="1559559">
                  <a:moveTo>
                    <a:pt x="1510760" y="0"/>
                  </a:moveTo>
                  <a:lnTo>
                    <a:pt x="1332545" y="0"/>
                  </a:lnTo>
                  <a:lnTo>
                    <a:pt x="1333795" y="37937"/>
                  </a:lnTo>
                  <a:lnTo>
                    <a:pt x="1333960" y="78528"/>
                  </a:lnTo>
                  <a:lnTo>
                    <a:pt x="1332819" y="121592"/>
                  </a:lnTo>
                  <a:lnTo>
                    <a:pt x="1330150" y="166952"/>
                  </a:lnTo>
                  <a:lnTo>
                    <a:pt x="1325733" y="214428"/>
                  </a:lnTo>
                  <a:lnTo>
                    <a:pt x="1319344" y="263841"/>
                  </a:lnTo>
                  <a:lnTo>
                    <a:pt x="1310764" y="315013"/>
                  </a:lnTo>
                  <a:lnTo>
                    <a:pt x="1299771" y="367765"/>
                  </a:lnTo>
                  <a:lnTo>
                    <a:pt x="1286142" y="421918"/>
                  </a:lnTo>
                  <a:lnTo>
                    <a:pt x="1269657" y="477294"/>
                  </a:lnTo>
                  <a:lnTo>
                    <a:pt x="1252916" y="523105"/>
                  </a:lnTo>
                  <a:lnTo>
                    <a:pt x="1227173" y="584427"/>
                  </a:lnTo>
                  <a:lnTo>
                    <a:pt x="1209705" y="622273"/>
                  </a:lnTo>
                  <a:lnTo>
                    <a:pt x="1189073" y="663998"/>
                  </a:lnTo>
                  <a:lnTo>
                    <a:pt x="1165202" y="708918"/>
                  </a:lnTo>
                  <a:lnTo>
                    <a:pt x="1138020" y="756351"/>
                  </a:lnTo>
                  <a:lnTo>
                    <a:pt x="1107451" y="805613"/>
                  </a:lnTo>
                  <a:lnTo>
                    <a:pt x="1073422" y="856021"/>
                  </a:lnTo>
                  <a:lnTo>
                    <a:pt x="1035857" y="906891"/>
                  </a:lnTo>
                  <a:lnTo>
                    <a:pt x="994684" y="957541"/>
                  </a:lnTo>
                  <a:lnTo>
                    <a:pt x="949827" y="1007287"/>
                  </a:lnTo>
                  <a:lnTo>
                    <a:pt x="901213" y="1055445"/>
                  </a:lnTo>
                  <a:lnTo>
                    <a:pt x="848767" y="1101334"/>
                  </a:lnTo>
                  <a:lnTo>
                    <a:pt x="792415" y="1144268"/>
                  </a:lnTo>
                  <a:lnTo>
                    <a:pt x="753613" y="1170321"/>
                  </a:lnTo>
                  <a:lnTo>
                    <a:pt x="713589" y="1194517"/>
                  </a:lnTo>
                  <a:lnTo>
                    <a:pt x="672390" y="1216857"/>
                  </a:lnTo>
                  <a:lnTo>
                    <a:pt x="630067" y="1237342"/>
                  </a:lnTo>
                  <a:lnTo>
                    <a:pt x="586669" y="1255972"/>
                  </a:lnTo>
                  <a:lnTo>
                    <a:pt x="542246" y="1272751"/>
                  </a:lnTo>
                  <a:lnTo>
                    <a:pt x="496846" y="1287677"/>
                  </a:lnTo>
                  <a:lnTo>
                    <a:pt x="450519" y="1300752"/>
                  </a:lnTo>
                  <a:lnTo>
                    <a:pt x="403314" y="1311977"/>
                  </a:lnTo>
                  <a:lnTo>
                    <a:pt x="355281" y="1321354"/>
                  </a:lnTo>
                  <a:lnTo>
                    <a:pt x="306469" y="1328883"/>
                  </a:lnTo>
                  <a:lnTo>
                    <a:pt x="256927" y="1334565"/>
                  </a:lnTo>
                  <a:lnTo>
                    <a:pt x="206705" y="1338401"/>
                  </a:lnTo>
                  <a:lnTo>
                    <a:pt x="155852" y="1340393"/>
                  </a:lnTo>
                  <a:lnTo>
                    <a:pt x="104417" y="1340541"/>
                  </a:lnTo>
                  <a:lnTo>
                    <a:pt x="52450" y="1338846"/>
                  </a:lnTo>
                  <a:lnTo>
                    <a:pt x="0" y="1335310"/>
                  </a:lnTo>
                  <a:lnTo>
                    <a:pt x="0" y="1559491"/>
                  </a:lnTo>
                  <a:lnTo>
                    <a:pt x="1510760" y="1559491"/>
                  </a:lnTo>
                  <a:lnTo>
                    <a:pt x="1510760" y="0"/>
                  </a:lnTo>
                  <a:close/>
                </a:path>
              </a:pathLst>
            </a:custGeom>
            <a:solidFill>
              <a:srgbClr val="E0E4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 descr=""/>
          <p:cNvSpPr/>
          <p:nvPr/>
        </p:nvSpPr>
        <p:spPr>
          <a:xfrm>
            <a:off x="14091822" y="6699450"/>
            <a:ext cx="1364615" cy="508000"/>
          </a:xfrm>
          <a:custGeom>
            <a:avLst/>
            <a:gdLst/>
            <a:ahLst/>
            <a:cxnLst/>
            <a:rect l="l" t="t" r="r" b="b"/>
            <a:pathLst>
              <a:path w="1364615" h="508000">
                <a:moveTo>
                  <a:pt x="0" y="507932"/>
                </a:moveTo>
                <a:lnTo>
                  <a:pt x="1363989" y="507932"/>
                </a:lnTo>
                <a:lnTo>
                  <a:pt x="1363989" y="0"/>
                </a:lnTo>
                <a:lnTo>
                  <a:pt x="0" y="0"/>
                </a:lnTo>
                <a:lnTo>
                  <a:pt x="0" y="507932"/>
                </a:lnTo>
                <a:close/>
              </a:path>
            </a:pathLst>
          </a:custGeom>
          <a:solidFill>
            <a:srgbClr val="D6DA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13949145" y="9007202"/>
            <a:ext cx="142875" cy="278130"/>
          </a:xfrm>
          <a:custGeom>
            <a:avLst/>
            <a:gdLst/>
            <a:ahLst/>
            <a:cxnLst/>
            <a:rect l="l" t="t" r="r" b="b"/>
            <a:pathLst>
              <a:path w="142875" h="278129">
                <a:moveTo>
                  <a:pt x="0" y="277562"/>
                </a:moveTo>
                <a:lnTo>
                  <a:pt x="142676" y="277562"/>
                </a:lnTo>
                <a:lnTo>
                  <a:pt x="142676" y="0"/>
                </a:lnTo>
                <a:lnTo>
                  <a:pt x="0" y="0"/>
                </a:lnTo>
                <a:lnTo>
                  <a:pt x="0" y="277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13949145" y="7609569"/>
            <a:ext cx="142875" cy="1323975"/>
          </a:xfrm>
          <a:custGeom>
            <a:avLst/>
            <a:gdLst/>
            <a:ahLst/>
            <a:cxnLst/>
            <a:rect l="l" t="t" r="r" b="b"/>
            <a:pathLst>
              <a:path w="142875" h="1323975">
                <a:moveTo>
                  <a:pt x="0" y="1323436"/>
                </a:moveTo>
                <a:lnTo>
                  <a:pt x="142676" y="1323436"/>
                </a:lnTo>
                <a:lnTo>
                  <a:pt x="142676" y="0"/>
                </a:lnTo>
                <a:lnTo>
                  <a:pt x="0" y="0"/>
                </a:lnTo>
                <a:lnTo>
                  <a:pt x="0" y="1323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13949145" y="6545350"/>
            <a:ext cx="142875" cy="990600"/>
          </a:xfrm>
          <a:custGeom>
            <a:avLst/>
            <a:gdLst/>
            <a:ahLst/>
            <a:cxnLst/>
            <a:rect l="l" t="t" r="r" b="b"/>
            <a:pathLst>
              <a:path w="142875" h="990600">
                <a:moveTo>
                  <a:pt x="0" y="990022"/>
                </a:moveTo>
                <a:lnTo>
                  <a:pt x="142676" y="990022"/>
                </a:lnTo>
                <a:lnTo>
                  <a:pt x="142676" y="0"/>
                </a:lnTo>
                <a:lnTo>
                  <a:pt x="0" y="0"/>
                </a:lnTo>
                <a:lnTo>
                  <a:pt x="0" y="9900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/>
          <p:nvPr/>
        </p:nvSpPr>
        <p:spPr>
          <a:xfrm>
            <a:off x="15455811" y="9007202"/>
            <a:ext cx="142875" cy="278130"/>
          </a:xfrm>
          <a:custGeom>
            <a:avLst/>
            <a:gdLst/>
            <a:ahLst/>
            <a:cxnLst/>
            <a:rect l="l" t="t" r="r" b="b"/>
            <a:pathLst>
              <a:path w="142875" h="278129">
                <a:moveTo>
                  <a:pt x="0" y="277562"/>
                </a:moveTo>
                <a:lnTo>
                  <a:pt x="142676" y="277562"/>
                </a:lnTo>
                <a:lnTo>
                  <a:pt x="142676" y="0"/>
                </a:lnTo>
                <a:lnTo>
                  <a:pt x="0" y="0"/>
                </a:lnTo>
                <a:lnTo>
                  <a:pt x="0" y="2775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 descr=""/>
          <p:cNvSpPr/>
          <p:nvPr/>
        </p:nvSpPr>
        <p:spPr>
          <a:xfrm>
            <a:off x="15455811" y="7609569"/>
            <a:ext cx="142875" cy="1323975"/>
          </a:xfrm>
          <a:custGeom>
            <a:avLst/>
            <a:gdLst/>
            <a:ahLst/>
            <a:cxnLst/>
            <a:rect l="l" t="t" r="r" b="b"/>
            <a:pathLst>
              <a:path w="142875" h="1323975">
                <a:moveTo>
                  <a:pt x="0" y="1323436"/>
                </a:moveTo>
                <a:lnTo>
                  <a:pt x="142676" y="1323436"/>
                </a:lnTo>
                <a:lnTo>
                  <a:pt x="142676" y="0"/>
                </a:lnTo>
                <a:lnTo>
                  <a:pt x="0" y="0"/>
                </a:lnTo>
                <a:lnTo>
                  <a:pt x="0" y="1323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0" name="object 120" descr=""/>
          <p:cNvGrpSpPr/>
          <p:nvPr/>
        </p:nvGrpSpPr>
        <p:grpSpPr>
          <a:xfrm>
            <a:off x="13949136" y="6545350"/>
            <a:ext cx="1649730" cy="990600"/>
            <a:chOff x="13949136" y="6545350"/>
            <a:chExt cx="1649730" cy="990600"/>
          </a:xfrm>
        </p:grpSpPr>
        <p:sp>
          <p:nvSpPr>
            <p:cNvPr id="121" name="object 121" descr=""/>
            <p:cNvSpPr/>
            <p:nvPr/>
          </p:nvSpPr>
          <p:spPr>
            <a:xfrm>
              <a:off x="13949135" y="6545357"/>
              <a:ext cx="1649730" cy="990600"/>
            </a:xfrm>
            <a:custGeom>
              <a:avLst/>
              <a:gdLst/>
              <a:ahLst/>
              <a:cxnLst/>
              <a:rect l="l" t="t" r="r" b="b"/>
              <a:pathLst>
                <a:path w="1649730" h="990600">
                  <a:moveTo>
                    <a:pt x="1649349" y="0"/>
                  </a:moveTo>
                  <a:lnTo>
                    <a:pt x="1506677" y="0"/>
                  </a:lnTo>
                  <a:lnTo>
                    <a:pt x="0" y="12"/>
                  </a:lnTo>
                  <a:lnTo>
                    <a:pt x="0" y="154101"/>
                  </a:lnTo>
                  <a:lnTo>
                    <a:pt x="1506677" y="154101"/>
                  </a:lnTo>
                  <a:lnTo>
                    <a:pt x="1506677" y="990015"/>
                  </a:lnTo>
                  <a:lnTo>
                    <a:pt x="1649349" y="990015"/>
                  </a:lnTo>
                  <a:lnTo>
                    <a:pt x="1649349" y="154101"/>
                  </a:lnTo>
                  <a:lnTo>
                    <a:pt x="1649349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4120356" y="6735596"/>
              <a:ext cx="1307465" cy="443865"/>
            </a:xfrm>
            <a:custGeom>
              <a:avLst/>
              <a:gdLst/>
              <a:ahLst/>
              <a:cxnLst/>
              <a:rect l="l" t="t" r="r" b="b"/>
              <a:pathLst>
                <a:path w="1307465" h="443865">
                  <a:moveTo>
                    <a:pt x="1306923" y="0"/>
                  </a:moveTo>
                  <a:lnTo>
                    <a:pt x="0" y="0"/>
                  </a:lnTo>
                  <a:lnTo>
                    <a:pt x="0" y="443253"/>
                  </a:lnTo>
                  <a:lnTo>
                    <a:pt x="1306923" y="443253"/>
                  </a:lnTo>
                  <a:lnTo>
                    <a:pt x="1306923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 descr=""/>
          <p:cNvSpPr/>
          <p:nvPr/>
        </p:nvSpPr>
        <p:spPr>
          <a:xfrm>
            <a:off x="14223077" y="7800918"/>
            <a:ext cx="74295" cy="348615"/>
          </a:xfrm>
          <a:custGeom>
            <a:avLst/>
            <a:gdLst/>
            <a:ahLst/>
            <a:cxnLst/>
            <a:rect l="l" t="t" r="r" b="b"/>
            <a:pathLst>
              <a:path w="74294" h="348615">
                <a:moveTo>
                  <a:pt x="40166" y="0"/>
                </a:moveTo>
                <a:lnTo>
                  <a:pt x="34030" y="0"/>
                </a:lnTo>
                <a:lnTo>
                  <a:pt x="20783" y="2674"/>
                </a:lnTo>
                <a:lnTo>
                  <a:pt x="9966" y="9966"/>
                </a:lnTo>
                <a:lnTo>
                  <a:pt x="2674" y="20783"/>
                </a:lnTo>
                <a:lnTo>
                  <a:pt x="0" y="34030"/>
                </a:lnTo>
                <a:lnTo>
                  <a:pt x="0" y="314105"/>
                </a:lnTo>
                <a:lnTo>
                  <a:pt x="2674" y="327352"/>
                </a:lnTo>
                <a:lnTo>
                  <a:pt x="9966" y="338169"/>
                </a:lnTo>
                <a:lnTo>
                  <a:pt x="20783" y="345461"/>
                </a:lnTo>
                <a:lnTo>
                  <a:pt x="34030" y="348135"/>
                </a:lnTo>
                <a:lnTo>
                  <a:pt x="40166" y="348135"/>
                </a:lnTo>
                <a:lnTo>
                  <a:pt x="53412" y="345461"/>
                </a:lnTo>
                <a:lnTo>
                  <a:pt x="64229" y="338169"/>
                </a:lnTo>
                <a:lnTo>
                  <a:pt x="71522" y="327352"/>
                </a:lnTo>
                <a:lnTo>
                  <a:pt x="74196" y="314105"/>
                </a:lnTo>
                <a:lnTo>
                  <a:pt x="74196" y="34030"/>
                </a:lnTo>
                <a:lnTo>
                  <a:pt x="71522" y="20783"/>
                </a:lnTo>
                <a:lnTo>
                  <a:pt x="64229" y="9966"/>
                </a:lnTo>
                <a:lnTo>
                  <a:pt x="53412" y="2674"/>
                </a:lnTo>
                <a:lnTo>
                  <a:pt x="40166" y="0"/>
                </a:lnTo>
                <a:close/>
              </a:path>
            </a:pathLst>
          </a:custGeom>
          <a:solidFill>
            <a:srgbClr val="9093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 descr=""/>
          <p:cNvSpPr/>
          <p:nvPr/>
        </p:nvSpPr>
        <p:spPr>
          <a:xfrm>
            <a:off x="14633990" y="6899199"/>
            <a:ext cx="348615" cy="74295"/>
          </a:xfrm>
          <a:custGeom>
            <a:avLst/>
            <a:gdLst/>
            <a:ahLst/>
            <a:cxnLst/>
            <a:rect l="l" t="t" r="r" b="b"/>
            <a:pathLst>
              <a:path w="348615" h="74295">
                <a:moveTo>
                  <a:pt x="314105" y="0"/>
                </a:moveTo>
                <a:lnTo>
                  <a:pt x="34030" y="0"/>
                </a:lnTo>
                <a:lnTo>
                  <a:pt x="20783" y="2674"/>
                </a:lnTo>
                <a:lnTo>
                  <a:pt x="9966" y="9966"/>
                </a:lnTo>
                <a:lnTo>
                  <a:pt x="2674" y="20783"/>
                </a:lnTo>
                <a:lnTo>
                  <a:pt x="0" y="34030"/>
                </a:lnTo>
                <a:lnTo>
                  <a:pt x="0" y="40166"/>
                </a:lnTo>
                <a:lnTo>
                  <a:pt x="2674" y="53408"/>
                </a:lnTo>
                <a:lnTo>
                  <a:pt x="9966" y="64225"/>
                </a:lnTo>
                <a:lnTo>
                  <a:pt x="20783" y="71521"/>
                </a:lnTo>
                <a:lnTo>
                  <a:pt x="34030" y="74196"/>
                </a:lnTo>
                <a:lnTo>
                  <a:pt x="314105" y="74196"/>
                </a:lnTo>
                <a:lnTo>
                  <a:pt x="327352" y="71521"/>
                </a:lnTo>
                <a:lnTo>
                  <a:pt x="338169" y="64225"/>
                </a:lnTo>
                <a:lnTo>
                  <a:pt x="345461" y="53408"/>
                </a:lnTo>
                <a:lnTo>
                  <a:pt x="348135" y="40166"/>
                </a:lnTo>
                <a:lnTo>
                  <a:pt x="348135" y="34030"/>
                </a:lnTo>
                <a:lnTo>
                  <a:pt x="345461" y="20783"/>
                </a:lnTo>
                <a:lnTo>
                  <a:pt x="338169" y="9966"/>
                </a:lnTo>
                <a:lnTo>
                  <a:pt x="327352" y="2674"/>
                </a:lnTo>
                <a:lnTo>
                  <a:pt x="314105" y="0"/>
                </a:lnTo>
                <a:close/>
              </a:path>
            </a:pathLst>
          </a:custGeom>
          <a:solidFill>
            <a:srgbClr val="9093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 descr=""/>
          <p:cNvSpPr/>
          <p:nvPr/>
        </p:nvSpPr>
        <p:spPr>
          <a:xfrm>
            <a:off x="13949136" y="7566931"/>
            <a:ext cx="1649730" cy="43180"/>
          </a:xfrm>
          <a:custGeom>
            <a:avLst/>
            <a:gdLst/>
            <a:ahLst/>
            <a:cxnLst/>
            <a:rect l="l" t="t" r="r" b="b"/>
            <a:pathLst>
              <a:path w="1649730" h="43179">
                <a:moveTo>
                  <a:pt x="0" y="42637"/>
                </a:moveTo>
                <a:lnTo>
                  <a:pt x="1649352" y="42637"/>
                </a:lnTo>
                <a:lnTo>
                  <a:pt x="1649352" y="0"/>
                </a:lnTo>
                <a:lnTo>
                  <a:pt x="0" y="0"/>
                </a:lnTo>
                <a:lnTo>
                  <a:pt x="0" y="42637"/>
                </a:lnTo>
                <a:close/>
              </a:path>
            </a:pathLst>
          </a:custGeom>
          <a:solidFill>
            <a:srgbClr val="E0E2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13949136" y="8933005"/>
            <a:ext cx="1649730" cy="49530"/>
          </a:xfrm>
          <a:custGeom>
            <a:avLst/>
            <a:gdLst/>
            <a:ahLst/>
            <a:cxnLst/>
            <a:rect l="l" t="t" r="r" b="b"/>
            <a:pathLst>
              <a:path w="1649730" h="49529">
                <a:moveTo>
                  <a:pt x="0" y="49286"/>
                </a:moveTo>
                <a:lnTo>
                  <a:pt x="1649352" y="49286"/>
                </a:lnTo>
                <a:lnTo>
                  <a:pt x="1649352" y="0"/>
                </a:lnTo>
                <a:lnTo>
                  <a:pt x="0" y="0"/>
                </a:lnTo>
                <a:lnTo>
                  <a:pt x="0" y="49286"/>
                </a:lnTo>
                <a:close/>
              </a:path>
            </a:pathLst>
          </a:custGeom>
          <a:solidFill>
            <a:srgbClr val="E0E2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 descr=""/>
          <p:cNvSpPr/>
          <p:nvPr/>
        </p:nvSpPr>
        <p:spPr>
          <a:xfrm>
            <a:off x="13949136" y="7492734"/>
            <a:ext cx="1649730" cy="74295"/>
          </a:xfrm>
          <a:custGeom>
            <a:avLst/>
            <a:gdLst/>
            <a:ahLst/>
            <a:cxnLst/>
            <a:rect l="l" t="t" r="r" b="b"/>
            <a:pathLst>
              <a:path w="1649730" h="74295">
                <a:moveTo>
                  <a:pt x="1649352" y="0"/>
                </a:moveTo>
                <a:lnTo>
                  <a:pt x="0" y="0"/>
                </a:lnTo>
                <a:lnTo>
                  <a:pt x="0" y="74196"/>
                </a:lnTo>
                <a:lnTo>
                  <a:pt x="1649352" y="74196"/>
                </a:lnTo>
                <a:lnTo>
                  <a:pt x="16493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/>
          <p:nvPr/>
        </p:nvSpPr>
        <p:spPr>
          <a:xfrm>
            <a:off x="13949136" y="8982292"/>
            <a:ext cx="1649730" cy="74295"/>
          </a:xfrm>
          <a:custGeom>
            <a:avLst/>
            <a:gdLst/>
            <a:ahLst/>
            <a:cxnLst/>
            <a:rect l="l" t="t" r="r" b="b"/>
            <a:pathLst>
              <a:path w="1649730" h="74295">
                <a:moveTo>
                  <a:pt x="1649352" y="0"/>
                </a:moveTo>
                <a:lnTo>
                  <a:pt x="0" y="0"/>
                </a:lnTo>
                <a:lnTo>
                  <a:pt x="0" y="74196"/>
                </a:lnTo>
                <a:lnTo>
                  <a:pt x="1649352" y="74196"/>
                </a:lnTo>
                <a:lnTo>
                  <a:pt x="16493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14119826" y="6731424"/>
            <a:ext cx="1303655" cy="445134"/>
          </a:xfrm>
          <a:custGeom>
            <a:avLst/>
            <a:gdLst/>
            <a:ahLst/>
            <a:cxnLst/>
            <a:rect l="l" t="t" r="r" b="b"/>
            <a:pathLst>
              <a:path w="1303655" h="445134">
                <a:moveTo>
                  <a:pt x="1303635" y="0"/>
                </a:moveTo>
                <a:lnTo>
                  <a:pt x="1240852" y="0"/>
                </a:lnTo>
                <a:lnTo>
                  <a:pt x="1228500" y="32440"/>
                </a:lnTo>
                <a:lnTo>
                  <a:pt x="1213605" y="65445"/>
                </a:lnTo>
                <a:lnTo>
                  <a:pt x="1175231" y="131001"/>
                </a:lnTo>
                <a:lnTo>
                  <a:pt x="1135196" y="181675"/>
                </a:lnTo>
                <a:lnTo>
                  <a:pt x="1092186" y="224502"/>
                </a:lnTo>
                <a:lnTo>
                  <a:pt x="1047528" y="260265"/>
                </a:lnTo>
                <a:lnTo>
                  <a:pt x="1002551" y="289745"/>
                </a:lnTo>
                <a:lnTo>
                  <a:pt x="958584" y="313723"/>
                </a:lnTo>
                <a:lnTo>
                  <a:pt x="916955" y="332982"/>
                </a:lnTo>
                <a:lnTo>
                  <a:pt x="878993" y="348304"/>
                </a:lnTo>
                <a:lnTo>
                  <a:pt x="806739" y="373394"/>
                </a:lnTo>
                <a:lnTo>
                  <a:pt x="765354" y="384621"/>
                </a:lnTo>
                <a:lnTo>
                  <a:pt x="722028" y="394221"/>
                </a:lnTo>
                <a:lnTo>
                  <a:pt x="676919" y="402262"/>
                </a:lnTo>
                <a:lnTo>
                  <a:pt x="630184" y="408815"/>
                </a:lnTo>
                <a:lnTo>
                  <a:pt x="581982" y="413949"/>
                </a:lnTo>
                <a:lnTo>
                  <a:pt x="532470" y="417733"/>
                </a:lnTo>
                <a:lnTo>
                  <a:pt x="481805" y="420237"/>
                </a:lnTo>
                <a:lnTo>
                  <a:pt x="430146" y="421531"/>
                </a:lnTo>
                <a:lnTo>
                  <a:pt x="377651" y="421683"/>
                </a:lnTo>
                <a:lnTo>
                  <a:pt x="324476" y="420764"/>
                </a:lnTo>
                <a:lnTo>
                  <a:pt x="270780" y="418843"/>
                </a:lnTo>
                <a:lnTo>
                  <a:pt x="216720" y="415989"/>
                </a:lnTo>
                <a:lnTo>
                  <a:pt x="162454" y="412272"/>
                </a:lnTo>
                <a:lnTo>
                  <a:pt x="108141" y="407761"/>
                </a:lnTo>
                <a:lnTo>
                  <a:pt x="53936" y="402526"/>
                </a:lnTo>
                <a:lnTo>
                  <a:pt x="0" y="396637"/>
                </a:lnTo>
                <a:lnTo>
                  <a:pt x="0" y="444698"/>
                </a:lnTo>
                <a:lnTo>
                  <a:pt x="1303635" y="444698"/>
                </a:lnTo>
                <a:lnTo>
                  <a:pt x="1303635" y="0"/>
                </a:lnTo>
                <a:close/>
              </a:path>
            </a:pathLst>
          </a:custGeom>
          <a:solidFill>
            <a:srgbClr val="E0E4E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0" name="object 130" descr=""/>
          <p:cNvGrpSpPr/>
          <p:nvPr/>
        </p:nvGrpSpPr>
        <p:grpSpPr>
          <a:xfrm>
            <a:off x="5600598" y="2732526"/>
            <a:ext cx="408940" cy="808990"/>
            <a:chOff x="5600598" y="2732526"/>
            <a:chExt cx="408940" cy="808990"/>
          </a:xfrm>
        </p:grpSpPr>
        <p:sp>
          <p:nvSpPr>
            <p:cNvPr id="131" name="object 131" descr=""/>
            <p:cNvSpPr/>
            <p:nvPr/>
          </p:nvSpPr>
          <p:spPr>
            <a:xfrm>
              <a:off x="5600606" y="2732526"/>
              <a:ext cx="408940" cy="766445"/>
            </a:xfrm>
            <a:custGeom>
              <a:avLst/>
              <a:gdLst/>
              <a:ahLst/>
              <a:cxnLst/>
              <a:rect l="l" t="t" r="r" b="b"/>
              <a:pathLst>
                <a:path w="408939" h="766445">
                  <a:moveTo>
                    <a:pt x="341403" y="0"/>
                  </a:moveTo>
                  <a:lnTo>
                    <a:pt x="64280" y="0"/>
                  </a:lnTo>
                  <a:lnTo>
                    <a:pt x="39373" y="5028"/>
                  </a:lnTo>
                  <a:lnTo>
                    <a:pt x="19034" y="18740"/>
                  </a:lnTo>
                  <a:lnTo>
                    <a:pt x="5321" y="39076"/>
                  </a:lnTo>
                  <a:lnTo>
                    <a:pt x="293" y="63977"/>
                  </a:lnTo>
                  <a:lnTo>
                    <a:pt x="293" y="600819"/>
                  </a:lnTo>
                  <a:lnTo>
                    <a:pt x="0" y="600819"/>
                  </a:lnTo>
                  <a:lnTo>
                    <a:pt x="7428" y="634572"/>
                  </a:lnTo>
                  <a:lnTo>
                    <a:pt x="28242" y="665804"/>
                  </a:lnTo>
                  <a:lnTo>
                    <a:pt x="60235" y="692666"/>
                  </a:lnTo>
                  <a:lnTo>
                    <a:pt x="101201" y="713308"/>
                  </a:lnTo>
                  <a:lnTo>
                    <a:pt x="101201" y="765934"/>
                  </a:lnTo>
                  <a:lnTo>
                    <a:pt x="307592" y="765934"/>
                  </a:lnTo>
                  <a:lnTo>
                    <a:pt x="307592" y="712596"/>
                  </a:lnTo>
                  <a:lnTo>
                    <a:pt x="325619" y="704808"/>
                  </a:lnTo>
                  <a:lnTo>
                    <a:pt x="370952" y="676900"/>
                  </a:lnTo>
                  <a:lnTo>
                    <a:pt x="398661" y="643328"/>
                  </a:lnTo>
                  <a:lnTo>
                    <a:pt x="408490" y="600819"/>
                  </a:lnTo>
                  <a:lnTo>
                    <a:pt x="408490" y="67086"/>
                  </a:lnTo>
                  <a:lnTo>
                    <a:pt x="403196" y="41037"/>
                  </a:lnTo>
                  <a:lnTo>
                    <a:pt x="388783" y="19706"/>
                  </a:lnTo>
                  <a:lnTo>
                    <a:pt x="367452" y="5293"/>
                  </a:lnTo>
                  <a:lnTo>
                    <a:pt x="3414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5600598" y="2732526"/>
              <a:ext cx="380365" cy="766445"/>
            </a:xfrm>
            <a:custGeom>
              <a:avLst/>
              <a:gdLst/>
              <a:ahLst/>
              <a:cxnLst/>
              <a:rect l="l" t="t" r="r" b="b"/>
              <a:pathLst>
                <a:path w="380364" h="766445">
                  <a:moveTo>
                    <a:pt x="340649" y="0"/>
                  </a:moveTo>
                  <a:lnTo>
                    <a:pt x="64280" y="0"/>
                  </a:lnTo>
                  <a:lnTo>
                    <a:pt x="39079" y="5412"/>
                  </a:lnTo>
                  <a:lnTo>
                    <a:pt x="18776" y="20024"/>
                  </a:lnTo>
                  <a:lnTo>
                    <a:pt x="5231" y="41395"/>
                  </a:lnTo>
                  <a:lnTo>
                    <a:pt x="303" y="67086"/>
                  </a:lnTo>
                  <a:lnTo>
                    <a:pt x="303" y="600819"/>
                  </a:lnTo>
                  <a:lnTo>
                    <a:pt x="0" y="600819"/>
                  </a:lnTo>
                  <a:lnTo>
                    <a:pt x="7428" y="634572"/>
                  </a:lnTo>
                  <a:lnTo>
                    <a:pt x="28243" y="665804"/>
                  </a:lnTo>
                  <a:lnTo>
                    <a:pt x="60240" y="692666"/>
                  </a:lnTo>
                  <a:lnTo>
                    <a:pt x="101211" y="713308"/>
                  </a:lnTo>
                  <a:lnTo>
                    <a:pt x="101211" y="765934"/>
                  </a:lnTo>
                  <a:lnTo>
                    <a:pt x="211281" y="765934"/>
                  </a:lnTo>
                  <a:lnTo>
                    <a:pt x="211281" y="725161"/>
                  </a:lnTo>
                  <a:lnTo>
                    <a:pt x="172643" y="704745"/>
                  </a:lnTo>
                  <a:lnTo>
                    <a:pt x="141299" y="678036"/>
                  </a:lnTo>
                  <a:lnTo>
                    <a:pt x="120274" y="646098"/>
                  </a:lnTo>
                  <a:lnTo>
                    <a:pt x="112593" y="609991"/>
                  </a:lnTo>
                  <a:lnTo>
                    <a:pt x="110384" y="609991"/>
                  </a:lnTo>
                  <a:lnTo>
                    <a:pt x="110384" y="78940"/>
                  </a:lnTo>
                  <a:lnTo>
                    <a:pt x="115703" y="53546"/>
                  </a:lnTo>
                  <a:lnTo>
                    <a:pt x="130109" y="32830"/>
                  </a:lnTo>
                  <a:lnTo>
                    <a:pt x="151275" y="18873"/>
                  </a:lnTo>
                  <a:lnTo>
                    <a:pt x="176874" y="13758"/>
                  </a:lnTo>
                  <a:lnTo>
                    <a:pt x="379779" y="13758"/>
                  </a:lnTo>
                  <a:lnTo>
                    <a:pt x="370979" y="7739"/>
                  </a:lnTo>
                  <a:lnTo>
                    <a:pt x="361423" y="3439"/>
                  </a:lnTo>
                  <a:lnTo>
                    <a:pt x="351263" y="859"/>
                  </a:lnTo>
                  <a:lnTo>
                    <a:pt x="340649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5701805" y="3443424"/>
              <a:ext cx="207010" cy="22225"/>
            </a:xfrm>
            <a:custGeom>
              <a:avLst/>
              <a:gdLst/>
              <a:ahLst/>
              <a:cxnLst/>
              <a:rect l="l" t="t" r="r" b="b"/>
              <a:pathLst>
                <a:path w="207010" h="22225">
                  <a:moveTo>
                    <a:pt x="0" y="21925"/>
                  </a:moveTo>
                  <a:lnTo>
                    <a:pt x="206391" y="21925"/>
                  </a:lnTo>
                  <a:lnTo>
                    <a:pt x="206391" y="0"/>
                  </a:lnTo>
                  <a:lnTo>
                    <a:pt x="0" y="0"/>
                  </a:lnTo>
                  <a:lnTo>
                    <a:pt x="0" y="21925"/>
                  </a:lnTo>
                  <a:close/>
                </a:path>
              </a:pathLst>
            </a:custGeom>
            <a:solidFill>
              <a:srgbClr val="E3F4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5701882" y="3465350"/>
              <a:ext cx="220345" cy="76200"/>
            </a:xfrm>
            <a:custGeom>
              <a:avLst/>
              <a:gdLst/>
              <a:ahLst/>
              <a:cxnLst/>
              <a:rect l="l" t="t" r="r" b="b"/>
              <a:pathLst>
                <a:path w="220345" h="76200">
                  <a:moveTo>
                    <a:pt x="216799" y="0"/>
                  </a:moveTo>
                  <a:lnTo>
                    <a:pt x="212810" y="0"/>
                  </a:lnTo>
                  <a:lnTo>
                    <a:pt x="3235" y="0"/>
                  </a:lnTo>
                  <a:lnTo>
                    <a:pt x="0" y="3235"/>
                  </a:lnTo>
                  <a:lnTo>
                    <a:pt x="0" y="72479"/>
                  </a:lnTo>
                  <a:lnTo>
                    <a:pt x="3235" y="75725"/>
                  </a:lnTo>
                  <a:lnTo>
                    <a:pt x="216799" y="75725"/>
                  </a:lnTo>
                  <a:lnTo>
                    <a:pt x="220045" y="72479"/>
                  </a:lnTo>
                  <a:lnTo>
                    <a:pt x="220045" y="3235"/>
                  </a:lnTo>
                  <a:lnTo>
                    <a:pt x="216799" y="0"/>
                  </a:lnTo>
                  <a:close/>
                </a:path>
              </a:pathLst>
            </a:custGeom>
            <a:solidFill>
              <a:srgbClr val="95CD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5741835" y="2979438"/>
              <a:ext cx="266700" cy="233679"/>
            </a:xfrm>
            <a:custGeom>
              <a:avLst/>
              <a:gdLst/>
              <a:ahLst/>
              <a:cxnLst/>
              <a:rect l="l" t="t" r="r" b="b"/>
              <a:pathLst>
                <a:path w="266700" h="233680">
                  <a:moveTo>
                    <a:pt x="266651" y="0"/>
                  </a:moveTo>
                  <a:lnTo>
                    <a:pt x="0" y="0"/>
                  </a:lnTo>
                  <a:lnTo>
                    <a:pt x="0" y="233081"/>
                  </a:lnTo>
                  <a:lnTo>
                    <a:pt x="266651" y="233081"/>
                  </a:lnTo>
                  <a:lnTo>
                    <a:pt x="266651" y="0"/>
                  </a:lnTo>
                  <a:close/>
                </a:path>
              </a:pathLst>
            </a:custGeom>
            <a:solidFill>
              <a:srgbClr val="FF99A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98241" y="3465352"/>
              <a:ext cx="71107" cy="75714"/>
            </a:xfrm>
            <a:prstGeom prst="rect">
              <a:avLst/>
            </a:prstGeom>
          </p:spPr>
        </p:pic>
      </p:grpSp>
      <p:grpSp>
        <p:nvGrpSpPr>
          <p:cNvPr id="137" name="object 137" descr=""/>
          <p:cNvGrpSpPr/>
          <p:nvPr/>
        </p:nvGrpSpPr>
        <p:grpSpPr>
          <a:xfrm>
            <a:off x="5296363" y="2833040"/>
            <a:ext cx="1910080" cy="6468745"/>
            <a:chOff x="5296363" y="2833040"/>
            <a:chExt cx="1910080" cy="6468745"/>
          </a:xfrm>
        </p:grpSpPr>
        <p:sp>
          <p:nvSpPr>
            <p:cNvPr id="138" name="object 138" descr=""/>
            <p:cNvSpPr/>
            <p:nvPr/>
          </p:nvSpPr>
          <p:spPr>
            <a:xfrm>
              <a:off x="6164241" y="4124230"/>
              <a:ext cx="71755" cy="38735"/>
            </a:xfrm>
            <a:custGeom>
              <a:avLst/>
              <a:gdLst/>
              <a:ahLst/>
              <a:cxnLst/>
              <a:rect l="l" t="t" r="r" b="b"/>
              <a:pathLst>
                <a:path w="71754" h="38735">
                  <a:moveTo>
                    <a:pt x="0" y="38187"/>
                  </a:moveTo>
                  <a:lnTo>
                    <a:pt x="71715" y="38187"/>
                  </a:lnTo>
                  <a:lnTo>
                    <a:pt x="71715" y="0"/>
                  </a:lnTo>
                  <a:lnTo>
                    <a:pt x="0" y="0"/>
                  </a:lnTo>
                  <a:lnTo>
                    <a:pt x="0" y="38187"/>
                  </a:lnTo>
                  <a:close/>
                </a:path>
              </a:pathLst>
            </a:custGeom>
            <a:solidFill>
              <a:srgbClr val="181E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6100626" y="2833040"/>
              <a:ext cx="104139" cy="6330950"/>
            </a:xfrm>
            <a:custGeom>
              <a:avLst/>
              <a:gdLst/>
              <a:ahLst/>
              <a:cxnLst/>
              <a:rect l="l" t="t" r="r" b="b"/>
              <a:pathLst>
                <a:path w="104139" h="6330950">
                  <a:moveTo>
                    <a:pt x="52040" y="0"/>
                  </a:moveTo>
                  <a:lnTo>
                    <a:pt x="31783" y="4089"/>
                  </a:lnTo>
                  <a:lnTo>
                    <a:pt x="15241" y="15241"/>
                  </a:lnTo>
                  <a:lnTo>
                    <a:pt x="4089" y="31783"/>
                  </a:lnTo>
                  <a:lnTo>
                    <a:pt x="0" y="52040"/>
                  </a:lnTo>
                  <a:lnTo>
                    <a:pt x="0" y="6278478"/>
                  </a:lnTo>
                  <a:lnTo>
                    <a:pt x="4089" y="6298736"/>
                  </a:lnTo>
                  <a:lnTo>
                    <a:pt x="15241" y="6315277"/>
                  </a:lnTo>
                  <a:lnTo>
                    <a:pt x="31783" y="6326429"/>
                  </a:lnTo>
                  <a:lnTo>
                    <a:pt x="52040" y="6330519"/>
                  </a:lnTo>
                  <a:lnTo>
                    <a:pt x="72297" y="6326429"/>
                  </a:lnTo>
                  <a:lnTo>
                    <a:pt x="88838" y="6315277"/>
                  </a:lnTo>
                  <a:lnTo>
                    <a:pt x="99991" y="6298736"/>
                  </a:lnTo>
                  <a:lnTo>
                    <a:pt x="104080" y="6278478"/>
                  </a:lnTo>
                  <a:lnTo>
                    <a:pt x="104080" y="52040"/>
                  </a:lnTo>
                  <a:lnTo>
                    <a:pt x="99991" y="31783"/>
                  </a:lnTo>
                  <a:lnTo>
                    <a:pt x="88838" y="15241"/>
                  </a:lnTo>
                  <a:lnTo>
                    <a:pt x="72297" y="4089"/>
                  </a:lnTo>
                  <a:lnTo>
                    <a:pt x="52040" y="0"/>
                  </a:lnTo>
                  <a:close/>
                </a:path>
              </a:pathLst>
            </a:custGeom>
            <a:solidFill>
              <a:srgbClr val="589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6117969" y="2833040"/>
              <a:ext cx="90170" cy="6330950"/>
            </a:xfrm>
            <a:custGeom>
              <a:avLst/>
              <a:gdLst/>
              <a:ahLst/>
              <a:cxnLst/>
              <a:rect l="l" t="t" r="r" b="b"/>
              <a:pathLst>
                <a:path w="90170" h="6330950">
                  <a:moveTo>
                    <a:pt x="36333" y="0"/>
                  </a:moveTo>
                  <a:lnTo>
                    <a:pt x="26156" y="977"/>
                  </a:lnTo>
                  <a:lnTo>
                    <a:pt x="16494" y="3782"/>
                  </a:lnTo>
                  <a:lnTo>
                    <a:pt x="7667" y="8225"/>
                  </a:lnTo>
                  <a:lnTo>
                    <a:pt x="0" y="14114"/>
                  </a:lnTo>
                  <a:lnTo>
                    <a:pt x="14146" y="21502"/>
                  </a:lnTo>
                  <a:lnTo>
                    <a:pt x="25135" y="32751"/>
                  </a:lnTo>
                  <a:lnTo>
                    <a:pt x="32252" y="47014"/>
                  </a:lnTo>
                  <a:lnTo>
                    <a:pt x="34784" y="63443"/>
                  </a:lnTo>
                  <a:lnTo>
                    <a:pt x="34784" y="6289892"/>
                  </a:lnTo>
                  <a:lnTo>
                    <a:pt x="33624" y="6300799"/>
                  </a:lnTo>
                  <a:lnTo>
                    <a:pt x="30315" y="6310907"/>
                  </a:lnTo>
                  <a:lnTo>
                    <a:pt x="25110" y="6319986"/>
                  </a:lnTo>
                  <a:lnTo>
                    <a:pt x="18261" y="6327807"/>
                  </a:lnTo>
                  <a:lnTo>
                    <a:pt x="23444" y="6329545"/>
                  </a:lnTo>
                  <a:lnTo>
                    <a:pt x="30585" y="6330519"/>
                  </a:lnTo>
                  <a:lnTo>
                    <a:pt x="36354" y="6330519"/>
                  </a:lnTo>
                  <a:lnTo>
                    <a:pt x="56863" y="6326429"/>
                  </a:lnTo>
                  <a:lnTo>
                    <a:pt x="73959" y="6315277"/>
                  </a:lnTo>
                  <a:lnTo>
                    <a:pt x="85666" y="6298736"/>
                  </a:lnTo>
                  <a:lnTo>
                    <a:pt x="90007" y="6278478"/>
                  </a:lnTo>
                  <a:lnTo>
                    <a:pt x="90007" y="52040"/>
                  </a:lnTo>
                  <a:lnTo>
                    <a:pt x="85663" y="31783"/>
                  </a:lnTo>
                  <a:lnTo>
                    <a:pt x="73949" y="15241"/>
                  </a:lnTo>
                  <a:lnTo>
                    <a:pt x="56846" y="4089"/>
                  </a:lnTo>
                  <a:lnTo>
                    <a:pt x="36333" y="0"/>
                  </a:lnTo>
                  <a:close/>
                </a:path>
              </a:pathLst>
            </a:custGeom>
            <a:solidFill>
              <a:srgbClr val="83D3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5556529" y="3022745"/>
              <a:ext cx="1649730" cy="447675"/>
            </a:xfrm>
            <a:custGeom>
              <a:avLst/>
              <a:gdLst/>
              <a:ahLst/>
              <a:cxnLst/>
              <a:rect l="l" t="t" r="r" b="b"/>
              <a:pathLst>
                <a:path w="1649729" h="447675">
                  <a:moveTo>
                    <a:pt x="1310157" y="417169"/>
                  </a:moveTo>
                  <a:lnTo>
                    <a:pt x="1307795" y="405523"/>
                  </a:lnTo>
                  <a:lnTo>
                    <a:pt x="1301394" y="396011"/>
                  </a:lnTo>
                  <a:lnTo>
                    <a:pt x="1291882" y="389597"/>
                  </a:lnTo>
                  <a:lnTo>
                    <a:pt x="1280236" y="387248"/>
                  </a:lnTo>
                  <a:lnTo>
                    <a:pt x="117055" y="387248"/>
                  </a:lnTo>
                  <a:lnTo>
                    <a:pt x="105410" y="389597"/>
                  </a:lnTo>
                  <a:lnTo>
                    <a:pt x="95897" y="396011"/>
                  </a:lnTo>
                  <a:lnTo>
                    <a:pt x="89496" y="405523"/>
                  </a:lnTo>
                  <a:lnTo>
                    <a:pt x="87147" y="417169"/>
                  </a:lnTo>
                  <a:lnTo>
                    <a:pt x="89496" y="428802"/>
                  </a:lnTo>
                  <a:lnTo>
                    <a:pt x="95897" y="438315"/>
                  </a:lnTo>
                  <a:lnTo>
                    <a:pt x="105410" y="444715"/>
                  </a:lnTo>
                  <a:lnTo>
                    <a:pt x="117055" y="447065"/>
                  </a:lnTo>
                  <a:lnTo>
                    <a:pt x="1280236" y="447065"/>
                  </a:lnTo>
                  <a:lnTo>
                    <a:pt x="1291882" y="444715"/>
                  </a:lnTo>
                  <a:lnTo>
                    <a:pt x="1301394" y="438315"/>
                  </a:lnTo>
                  <a:lnTo>
                    <a:pt x="1307795" y="428802"/>
                  </a:lnTo>
                  <a:lnTo>
                    <a:pt x="1310157" y="417169"/>
                  </a:lnTo>
                  <a:close/>
                </a:path>
                <a:path w="1649729" h="447675">
                  <a:moveTo>
                    <a:pt x="1649336" y="28663"/>
                  </a:moveTo>
                  <a:lnTo>
                    <a:pt x="1647075" y="17500"/>
                  </a:lnTo>
                  <a:lnTo>
                    <a:pt x="1640941" y="8394"/>
                  </a:lnTo>
                  <a:lnTo>
                    <a:pt x="1631835" y="2247"/>
                  </a:lnTo>
                  <a:lnTo>
                    <a:pt x="1620672" y="0"/>
                  </a:lnTo>
                  <a:lnTo>
                    <a:pt x="28663" y="0"/>
                  </a:lnTo>
                  <a:lnTo>
                    <a:pt x="17500" y="2247"/>
                  </a:lnTo>
                  <a:lnTo>
                    <a:pt x="8394" y="8394"/>
                  </a:lnTo>
                  <a:lnTo>
                    <a:pt x="2247" y="17500"/>
                  </a:lnTo>
                  <a:lnTo>
                    <a:pt x="0" y="28663"/>
                  </a:lnTo>
                  <a:lnTo>
                    <a:pt x="2247" y="39814"/>
                  </a:lnTo>
                  <a:lnTo>
                    <a:pt x="8394" y="48920"/>
                  </a:lnTo>
                  <a:lnTo>
                    <a:pt x="17500" y="55067"/>
                  </a:lnTo>
                  <a:lnTo>
                    <a:pt x="28663" y="57315"/>
                  </a:lnTo>
                  <a:lnTo>
                    <a:pt x="1620672" y="57315"/>
                  </a:lnTo>
                  <a:lnTo>
                    <a:pt x="1631835" y="55067"/>
                  </a:lnTo>
                  <a:lnTo>
                    <a:pt x="1640941" y="48920"/>
                  </a:lnTo>
                  <a:lnTo>
                    <a:pt x="1647075" y="39814"/>
                  </a:lnTo>
                  <a:lnTo>
                    <a:pt x="1649336" y="28663"/>
                  </a:lnTo>
                  <a:close/>
                </a:path>
              </a:pathLst>
            </a:custGeom>
            <a:solidFill>
              <a:srgbClr val="589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6085416" y="4050442"/>
              <a:ext cx="79375" cy="215265"/>
            </a:xfrm>
            <a:custGeom>
              <a:avLst/>
              <a:gdLst/>
              <a:ahLst/>
              <a:cxnLst/>
              <a:rect l="l" t="t" r="r" b="b"/>
              <a:pathLst>
                <a:path w="79375" h="215264">
                  <a:moveTo>
                    <a:pt x="0" y="214789"/>
                  </a:moveTo>
                  <a:lnTo>
                    <a:pt x="78824" y="214789"/>
                  </a:lnTo>
                  <a:lnTo>
                    <a:pt x="78824" y="0"/>
                  </a:lnTo>
                  <a:lnTo>
                    <a:pt x="0" y="0"/>
                  </a:lnTo>
                  <a:lnTo>
                    <a:pt x="0" y="214789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6164241" y="4050442"/>
              <a:ext cx="58419" cy="215265"/>
            </a:xfrm>
            <a:custGeom>
              <a:avLst/>
              <a:gdLst/>
              <a:ahLst/>
              <a:cxnLst/>
              <a:rect l="l" t="t" r="r" b="b"/>
              <a:pathLst>
                <a:path w="58420" h="215264">
                  <a:moveTo>
                    <a:pt x="58396" y="0"/>
                  </a:moveTo>
                  <a:lnTo>
                    <a:pt x="0" y="0"/>
                  </a:lnTo>
                  <a:lnTo>
                    <a:pt x="0" y="214789"/>
                  </a:lnTo>
                  <a:lnTo>
                    <a:pt x="58396" y="214789"/>
                  </a:lnTo>
                  <a:lnTo>
                    <a:pt x="58396" y="0"/>
                  </a:lnTo>
                  <a:close/>
                </a:path>
              </a:pathLst>
            </a:custGeom>
            <a:solidFill>
              <a:srgbClr val="1B3D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6235956" y="4095184"/>
              <a:ext cx="53975" cy="101600"/>
            </a:xfrm>
            <a:custGeom>
              <a:avLst/>
              <a:gdLst/>
              <a:ahLst/>
              <a:cxnLst/>
              <a:rect l="l" t="t" r="r" b="b"/>
              <a:pathLst>
                <a:path w="53975" h="101600">
                  <a:moveTo>
                    <a:pt x="53694" y="0"/>
                  </a:moveTo>
                  <a:lnTo>
                    <a:pt x="0" y="0"/>
                  </a:lnTo>
                  <a:lnTo>
                    <a:pt x="0" y="101431"/>
                  </a:lnTo>
                  <a:lnTo>
                    <a:pt x="53694" y="101431"/>
                  </a:lnTo>
                  <a:lnTo>
                    <a:pt x="53694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6874777" y="4491907"/>
              <a:ext cx="124460" cy="63500"/>
            </a:xfrm>
            <a:custGeom>
              <a:avLst/>
              <a:gdLst/>
              <a:ahLst/>
              <a:cxnLst/>
              <a:rect l="l" t="t" r="r" b="b"/>
              <a:pathLst>
                <a:path w="124459" h="63500">
                  <a:moveTo>
                    <a:pt x="124358" y="54457"/>
                  </a:moveTo>
                  <a:lnTo>
                    <a:pt x="101752" y="54457"/>
                  </a:lnTo>
                  <a:lnTo>
                    <a:pt x="101752" y="0"/>
                  </a:lnTo>
                  <a:lnTo>
                    <a:pt x="22618" y="0"/>
                  </a:lnTo>
                  <a:lnTo>
                    <a:pt x="22618" y="54457"/>
                  </a:lnTo>
                  <a:lnTo>
                    <a:pt x="0" y="54457"/>
                  </a:lnTo>
                  <a:lnTo>
                    <a:pt x="0" y="63500"/>
                  </a:lnTo>
                  <a:lnTo>
                    <a:pt x="124358" y="63500"/>
                  </a:lnTo>
                  <a:lnTo>
                    <a:pt x="124358" y="54457"/>
                  </a:lnTo>
                  <a:close/>
                </a:path>
              </a:pathLst>
            </a:custGeom>
            <a:solidFill>
              <a:srgbClr val="DCEF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6" name="object 14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74784" y="4482862"/>
              <a:ext cx="124352" cy="124459"/>
            </a:xfrm>
            <a:prstGeom prst="rect">
              <a:avLst/>
            </a:prstGeom>
          </p:spPr>
        </p:pic>
        <p:sp>
          <p:nvSpPr>
            <p:cNvPr id="147" name="object 147" descr=""/>
            <p:cNvSpPr/>
            <p:nvPr/>
          </p:nvSpPr>
          <p:spPr>
            <a:xfrm>
              <a:off x="6418072" y="3506672"/>
              <a:ext cx="699135" cy="998855"/>
            </a:xfrm>
            <a:custGeom>
              <a:avLst/>
              <a:gdLst/>
              <a:ahLst/>
              <a:cxnLst/>
              <a:rect l="l" t="t" r="r" b="b"/>
              <a:pathLst>
                <a:path w="699134" h="998854">
                  <a:moveTo>
                    <a:pt x="349287" y="0"/>
                  </a:moveTo>
                  <a:lnTo>
                    <a:pt x="301975" y="532"/>
                  </a:lnTo>
                  <a:lnTo>
                    <a:pt x="256571" y="2448"/>
                  </a:lnTo>
                  <a:lnTo>
                    <a:pt x="213497" y="6505"/>
                  </a:lnTo>
                  <a:lnTo>
                    <a:pt x="173172" y="13462"/>
                  </a:lnTo>
                  <a:lnTo>
                    <a:pt x="136018" y="24075"/>
                  </a:lnTo>
                  <a:lnTo>
                    <a:pt x="72899" y="59307"/>
                  </a:lnTo>
                  <a:lnTo>
                    <a:pt x="27504" y="118267"/>
                  </a:lnTo>
                  <a:lnTo>
                    <a:pt x="12504" y="158540"/>
                  </a:lnTo>
                  <a:lnTo>
                    <a:pt x="3196" y="207019"/>
                  </a:lnTo>
                  <a:lnTo>
                    <a:pt x="0" y="264463"/>
                  </a:lnTo>
                  <a:lnTo>
                    <a:pt x="0" y="782991"/>
                  </a:lnTo>
                  <a:lnTo>
                    <a:pt x="5759" y="832290"/>
                  </a:lnTo>
                  <a:lnTo>
                    <a:pt x="22169" y="877642"/>
                  </a:lnTo>
                  <a:lnTo>
                    <a:pt x="47923" y="917722"/>
                  </a:lnTo>
                  <a:lnTo>
                    <a:pt x="81717" y="951203"/>
                  </a:lnTo>
                  <a:lnTo>
                    <a:pt x="122246" y="976760"/>
                  </a:lnTo>
                  <a:lnTo>
                    <a:pt x="168204" y="993066"/>
                  </a:lnTo>
                  <a:lnTo>
                    <a:pt x="218286" y="998796"/>
                  </a:lnTo>
                  <a:lnTo>
                    <a:pt x="479566" y="998796"/>
                  </a:lnTo>
                  <a:lnTo>
                    <a:pt x="529692" y="993066"/>
                  </a:lnTo>
                  <a:lnTo>
                    <a:pt x="575762" y="976760"/>
                  </a:lnTo>
                  <a:lnTo>
                    <a:pt x="616444" y="951203"/>
                  </a:lnTo>
                  <a:lnTo>
                    <a:pt x="650405" y="917722"/>
                  </a:lnTo>
                  <a:lnTo>
                    <a:pt x="676313" y="877642"/>
                  </a:lnTo>
                  <a:lnTo>
                    <a:pt x="692835" y="832290"/>
                  </a:lnTo>
                  <a:lnTo>
                    <a:pt x="698638" y="782991"/>
                  </a:lnTo>
                  <a:lnTo>
                    <a:pt x="698638" y="273583"/>
                  </a:lnTo>
                  <a:lnTo>
                    <a:pt x="695160" y="211199"/>
                  </a:lnTo>
                  <a:lnTo>
                    <a:pt x="685109" y="159088"/>
                  </a:lnTo>
                  <a:lnTo>
                    <a:pt x="669059" y="116327"/>
                  </a:lnTo>
                  <a:lnTo>
                    <a:pt x="265457" y="105724"/>
                  </a:lnTo>
                  <a:lnTo>
                    <a:pt x="258798" y="100290"/>
                  </a:lnTo>
                  <a:lnTo>
                    <a:pt x="258798" y="84028"/>
                  </a:lnTo>
                  <a:lnTo>
                    <a:pt x="265457" y="78594"/>
                  </a:lnTo>
                  <a:lnTo>
                    <a:pt x="325581" y="78594"/>
                  </a:lnTo>
                  <a:lnTo>
                    <a:pt x="325581" y="74804"/>
                  </a:lnTo>
                  <a:lnTo>
                    <a:pt x="327312" y="66532"/>
                  </a:lnTo>
                  <a:lnTo>
                    <a:pt x="332004" y="59839"/>
                  </a:lnTo>
                  <a:lnTo>
                    <a:pt x="338909" y="55360"/>
                  </a:lnTo>
                  <a:lnTo>
                    <a:pt x="347277" y="53726"/>
                  </a:lnTo>
                  <a:lnTo>
                    <a:pt x="619077" y="53726"/>
                  </a:lnTo>
                  <a:lnTo>
                    <a:pt x="590648" y="34920"/>
                  </a:lnTo>
                  <a:lnTo>
                    <a:pt x="518894" y="10484"/>
                  </a:lnTo>
                  <a:lnTo>
                    <a:pt x="478894" y="4448"/>
                  </a:lnTo>
                  <a:lnTo>
                    <a:pt x="436911" y="1304"/>
                  </a:lnTo>
                  <a:lnTo>
                    <a:pt x="393517" y="129"/>
                  </a:lnTo>
                  <a:lnTo>
                    <a:pt x="349287" y="0"/>
                  </a:lnTo>
                  <a:close/>
                </a:path>
                <a:path w="699134" h="998854">
                  <a:moveTo>
                    <a:pt x="619077" y="53726"/>
                  </a:moveTo>
                  <a:lnTo>
                    <a:pt x="350575" y="53726"/>
                  </a:lnTo>
                  <a:lnTo>
                    <a:pt x="358713" y="55360"/>
                  </a:lnTo>
                  <a:lnTo>
                    <a:pt x="365110" y="59839"/>
                  </a:lnTo>
                  <a:lnTo>
                    <a:pt x="369295" y="66532"/>
                  </a:lnTo>
                  <a:lnTo>
                    <a:pt x="370794" y="74804"/>
                  </a:lnTo>
                  <a:lnTo>
                    <a:pt x="370794" y="78594"/>
                  </a:lnTo>
                  <a:lnTo>
                    <a:pt x="432395" y="78594"/>
                  </a:lnTo>
                  <a:lnTo>
                    <a:pt x="439044" y="84028"/>
                  </a:lnTo>
                  <a:lnTo>
                    <a:pt x="439044" y="100290"/>
                  </a:lnTo>
                  <a:lnTo>
                    <a:pt x="432395" y="105724"/>
                  </a:lnTo>
                  <a:lnTo>
                    <a:pt x="662426" y="105724"/>
                  </a:lnTo>
                  <a:lnTo>
                    <a:pt x="647583" y="81994"/>
                  </a:lnTo>
                  <a:lnTo>
                    <a:pt x="621254" y="55166"/>
                  </a:lnTo>
                  <a:lnTo>
                    <a:pt x="619077" y="53726"/>
                  </a:lnTo>
                  <a:close/>
                </a:path>
              </a:pathLst>
            </a:custGeom>
            <a:solidFill>
              <a:srgbClr val="ED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6417780" y="3506679"/>
              <a:ext cx="636905" cy="1049020"/>
            </a:xfrm>
            <a:custGeom>
              <a:avLst/>
              <a:gdLst/>
              <a:ahLst/>
              <a:cxnLst/>
              <a:rect l="l" t="t" r="r" b="b"/>
              <a:pathLst>
                <a:path w="636904" h="1049020">
                  <a:moveTo>
                    <a:pt x="242201" y="1039685"/>
                  </a:moveTo>
                  <a:lnTo>
                    <a:pt x="219595" y="1039685"/>
                  </a:lnTo>
                  <a:lnTo>
                    <a:pt x="219595" y="985227"/>
                  </a:lnTo>
                  <a:lnTo>
                    <a:pt x="140474" y="985227"/>
                  </a:lnTo>
                  <a:lnTo>
                    <a:pt x="140474" y="1039685"/>
                  </a:lnTo>
                  <a:lnTo>
                    <a:pt x="117856" y="1039685"/>
                  </a:lnTo>
                  <a:lnTo>
                    <a:pt x="117856" y="1048727"/>
                  </a:lnTo>
                  <a:lnTo>
                    <a:pt x="242201" y="1048727"/>
                  </a:lnTo>
                  <a:lnTo>
                    <a:pt x="242201" y="1039685"/>
                  </a:lnTo>
                  <a:close/>
                </a:path>
                <a:path w="636904" h="1049020">
                  <a:moveTo>
                    <a:pt x="632091" y="63601"/>
                  </a:moveTo>
                  <a:lnTo>
                    <a:pt x="597027" y="38849"/>
                  </a:lnTo>
                  <a:lnTo>
                    <a:pt x="556209" y="21488"/>
                  </a:lnTo>
                  <a:lnTo>
                    <a:pt x="510400" y="10223"/>
                  </a:lnTo>
                  <a:lnTo>
                    <a:pt x="460311" y="3746"/>
                  </a:lnTo>
                  <a:lnTo>
                    <a:pt x="406692" y="774"/>
                  </a:lnTo>
                  <a:lnTo>
                    <a:pt x="350253" y="0"/>
                  </a:lnTo>
                  <a:lnTo>
                    <a:pt x="306006" y="127"/>
                  </a:lnTo>
                  <a:lnTo>
                    <a:pt x="262559" y="1295"/>
                  </a:lnTo>
                  <a:lnTo>
                    <a:pt x="220497" y="4445"/>
                  </a:lnTo>
                  <a:lnTo>
                    <a:pt x="180403" y="10477"/>
                  </a:lnTo>
                  <a:lnTo>
                    <a:pt x="142862" y="20332"/>
                  </a:lnTo>
                  <a:lnTo>
                    <a:pt x="77724" y="55156"/>
                  </a:lnTo>
                  <a:lnTo>
                    <a:pt x="29718" y="116319"/>
                  </a:lnTo>
                  <a:lnTo>
                    <a:pt x="13589" y="159080"/>
                  </a:lnTo>
                  <a:lnTo>
                    <a:pt x="3492" y="211188"/>
                  </a:lnTo>
                  <a:lnTo>
                    <a:pt x="0" y="273583"/>
                  </a:lnTo>
                  <a:lnTo>
                    <a:pt x="4102" y="289623"/>
                  </a:lnTo>
                  <a:lnTo>
                    <a:pt x="7404" y="231686"/>
                  </a:lnTo>
                  <a:lnTo>
                    <a:pt x="16916" y="182587"/>
                  </a:lnTo>
                  <a:lnTo>
                    <a:pt x="32092" y="141630"/>
                  </a:lnTo>
                  <a:lnTo>
                    <a:pt x="52387" y="108051"/>
                  </a:lnTo>
                  <a:lnTo>
                    <a:pt x="106045" y="60121"/>
                  </a:lnTo>
                  <a:lnTo>
                    <a:pt x="173456" y="32943"/>
                  </a:lnTo>
                  <a:lnTo>
                    <a:pt x="210921" y="25311"/>
                  </a:lnTo>
                  <a:lnTo>
                    <a:pt x="250151" y="20662"/>
                  </a:lnTo>
                  <a:lnTo>
                    <a:pt x="290588" y="18275"/>
                  </a:lnTo>
                  <a:lnTo>
                    <a:pt x="331673" y="17411"/>
                  </a:lnTo>
                  <a:lnTo>
                    <a:pt x="372846" y="17335"/>
                  </a:lnTo>
                  <a:lnTo>
                    <a:pt x="432993" y="18224"/>
                  </a:lnTo>
                  <a:lnTo>
                    <a:pt x="489877" y="21717"/>
                  </a:lnTo>
                  <a:lnTo>
                    <a:pt x="542607" y="29400"/>
                  </a:lnTo>
                  <a:lnTo>
                    <a:pt x="590308" y="42824"/>
                  </a:lnTo>
                  <a:lnTo>
                    <a:pt x="632091" y="63601"/>
                  </a:lnTo>
                  <a:close/>
                </a:path>
                <a:path w="636904" h="1049020">
                  <a:moveTo>
                    <a:pt x="636371" y="350456"/>
                  </a:moveTo>
                  <a:lnTo>
                    <a:pt x="624446" y="278434"/>
                  </a:lnTo>
                  <a:lnTo>
                    <a:pt x="586587" y="221500"/>
                  </a:lnTo>
                  <a:lnTo>
                    <a:pt x="518350" y="181597"/>
                  </a:lnTo>
                  <a:lnTo>
                    <a:pt x="471424" y="168656"/>
                  </a:lnTo>
                  <a:lnTo>
                    <a:pt x="415239" y="160705"/>
                  </a:lnTo>
                  <a:lnTo>
                    <a:pt x="349211" y="158000"/>
                  </a:lnTo>
                  <a:lnTo>
                    <a:pt x="277863" y="160883"/>
                  </a:lnTo>
                  <a:lnTo>
                    <a:pt x="217678" y="169430"/>
                  </a:lnTo>
                  <a:lnTo>
                    <a:pt x="168135" y="183553"/>
                  </a:lnTo>
                  <a:lnTo>
                    <a:pt x="128727" y="203111"/>
                  </a:lnTo>
                  <a:lnTo>
                    <a:pt x="98933" y="228003"/>
                  </a:lnTo>
                  <a:lnTo>
                    <a:pt x="66103" y="293344"/>
                  </a:lnTo>
                  <a:lnTo>
                    <a:pt x="62052" y="333552"/>
                  </a:lnTo>
                  <a:lnTo>
                    <a:pt x="62052" y="785850"/>
                  </a:lnTo>
                  <a:lnTo>
                    <a:pt x="70040" y="827925"/>
                  </a:lnTo>
                  <a:lnTo>
                    <a:pt x="92290" y="864514"/>
                  </a:lnTo>
                  <a:lnTo>
                    <a:pt x="126187" y="893381"/>
                  </a:lnTo>
                  <a:lnTo>
                    <a:pt x="169151" y="912329"/>
                  </a:lnTo>
                  <a:lnTo>
                    <a:pt x="218579" y="919137"/>
                  </a:lnTo>
                  <a:lnTo>
                    <a:pt x="479844" y="919137"/>
                  </a:lnTo>
                  <a:lnTo>
                    <a:pt x="529272" y="912329"/>
                  </a:lnTo>
                  <a:lnTo>
                    <a:pt x="572236" y="893381"/>
                  </a:lnTo>
                  <a:lnTo>
                    <a:pt x="606132" y="864514"/>
                  </a:lnTo>
                  <a:lnTo>
                    <a:pt x="628383" y="827925"/>
                  </a:lnTo>
                  <a:lnTo>
                    <a:pt x="636371" y="785850"/>
                  </a:lnTo>
                  <a:lnTo>
                    <a:pt x="636371" y="350456"/>
                  </a:lnTo>
                  <a:close/>
                </a:path>
              </a:pathLst>
            </a:custGeom>
            <a:solidFill>
              <a:srgbClr val="DCEF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35642" y="4482862"/>
              <a:ext cx="124352" cy="124459"/>
            </a:xfrm>
            <a:prstGeom prst="rect">
              <a:avLst/>
            </a:prstGeom>
          </p:spPr>
        </p:pic>
        <p:sp>
          <p:nvSpPr>
            <p:cNvPr id="150" name="object 150" descr=""/>
            <p:cNvSpPr/>
            <p:nvPr/>
          </p:nvSpPr>
          <p:spPr>
            <a:xfrm>
              <a:off x="6718313" y="4497317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89">
                  <a:moveTo>
                    <a:pt x="97510" y="0"/>
                  </a:moveTo>
                  <a:lnTo>
                    <a:pt x="0" y="0"/>
                  </a:lnTo>
                  <a:lnTo>
                    <a:pt x="0" y="87287"/>
                  </a:lnTo>
                  <a:lnTo>
                    <a:pt x="0" y="97510"/>
                  </a:lnTo>
                  <a:lnTo>
                    <a:pt x="97510" y="97510"/>
                  </a:lnTo>
                  <a:lnTo>
                    <a:pt x="97510" y="87287"/>
                  </a:lnTo>
                  <a:lnTo>
                    <a:pt x="97510" y="0"/>
                  </a:lnTo>
                  <a:close/>
                </a:path>
              </a:pathLst>
            </a:custGeom>
            <a:solidFill>
              <a:srgbClr val="DCE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6730088" y="4491905"/>
              <a:ext cx="74930" cy="92710"/>
            </a:xfrm>
            <a:custGeom>
              <a:avLst/>
              <a:gdLst/>
              <a:ahLst/>
              <a:cxnLst/>
              <a:rect l="l" t="t" r="r" b="b"/>
              <a:pathLst>
                <a:path w="74929" h="92710">
                  <a:moveTo>
                    <a:pt x="74615" y="0"/>
                  </a:moveTo>
                  <a:lnTo>
                    <a:pt x="0" y="0"/>
                  </a:lnTo>
                  <a:lnTo>
                    <a:pt x="0" y="92698"/>
                  </a:lnTo>
                  <a:lnTo>
                    <a:pt x="74615" y="92698"/>
                  </a:lnTo>
                  <a:lnTo>
                    <a:pt x="74615" y="0"/>
                  </a:lnTo>
                  <a:close/>
                </a:path>
              </a:pathLst>
            </a:custGeom>
            <a:solidFill>
              <a:srgbClr val="ED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6479446" y="4003466"/>
              <a:ext cx="575310" cy="421005"/>
            </a:xfrm>
            <a:custGeom>
              <a:avLst/>
              <a:gdLst/>
              <a:ahLst/>
              <a:cxnLst/>
              <a:rect l="l" t="t" r="r" b="b"/>
              <a:pathLst>
                <a:path w="575309" h="421004">
                  <a:moveTo>
                    <a:pt x="575228" y="0"/>
                  </a:moveTo>
                  <a:lnTo>
                    <a:pt x="535894" y="7224"/>
                  </a:lnTo>
                  <a:lnTo>
                    <a:pt x="490871" y="10750"/>
                  </a:lnTo>
                  <a:lnTo>
                    <a:pt x="432627" y="13137"/>
                  </a:lnTo>
                  <a:lnTo>
                    <a:pt x="363926" y="13572"/>
                  </a:lnTo>
                  <a:lnTo>
                    <a:pt x="287530" y="11245"/>
                  </a:lnTo>
                  <a:lnTo>
                    <a:pt x="194264" y="7200"/>
                  </a:lnTo>
                  <a:lnTo>
                    <a:pt x="121902" y="5042"/>
                  </a:lnTo>
                  <a:lnTo>
                    <a:pt x="31593" y="3372"/>
                  </a:lnTo>
                  <a:lnTo>
                    <a:pt x="9494" y="2350"/>
                  </a:lnTo>
                  <a:lnTo>
                    <a:pt x="0" y="198"/>
                  </a:lnTo>
                  <a:lnTo>
                    <a:pt x="534" y="288671"/>
                  </a:lnTo>
                  <a:lnTo>
                    <a:pt x="8484" y="330616"/>
                  </a:lnTo>
                  <a:lnTo>
                    <a:pt x="30635" y="366865"/>
                  </a:lnTo>
                  <a:lnTo>
                    <a:pt x="64434" y="395337"/>
                  </a:lnTo>
                  <a:lnTo>
                    <a:pt x="107329" y="413948"/>
                  </a:lnTo>
                  <a:lnTo>
                    <a:pt x="156770" y="420615"/>
                  </a:lnTo>
                  <a:lnTo>
                    <a:pt x="418458" y="420615"/>
                  </a:lnTo>
                  <a:lnTo>
                    <a:pt x="467885" y="413948"/>
                  </a:lnTo>
                  <a:lnTo>
                    <a:pt x="510739" y="395337"/>
                  </a:lnTo>
                  <a:lnTo>
                    <a:pt x="544487" y="366865"/>
                  </a:lnTo>
                  <a:lnTo>
                    <a:pt x="566594" y="330616"/>
                  </a:lnTo>
                  <a:lnTo>
                    <a:pt x="574527" y="288671"/>
                  </a:lnTo>
                  <a:lnTo>
                    <a:pt x="575228" y="0"/>
                  </a:lnTo>
                  <a:close/>
                </a:path>
              </a:pathLst>
            </a:custGeom>
            <a:solidFill>
              <a:srgbClr val="95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6479835" y="3983032"/>
              <a:ext cx="574675" cy="41275"/>
            </a:xfrm>
            <a:custGeom>
              <a:avLst/>
              <a:gdLst/>
              <a:ahLst/>
              <a:cxnLst/>
              <a:rect l="l" t="t" r="r" b="b"/>
              <a:pathLst>
                <a:path w="574675" h="41275">
                  <a:moveTo>
                    <a:pt x="287164" y="0"/>
                  </a:moveTo>
                  <a:lnTo>
                    <a:pt x="210825" y="736"/>
                  </a:lnTo>
                  <a:lnTo>
                    <a:pt x="142228" y="2816"/>
                  </a:lnTo>
                  <a:lnTo>
                    <a:pt x="84110" y="6041"/>
                  </a:lnTo>
                  <a:lnTo>
                    <a:pt x="39207" y="10216"/>
                  </a:lnTo>
                  <a:lnTo>
                    <a:pt x="0" y="20627"/>
                  </a:lnTo>
                  <a:lnTo>
                    <a:pt x="10258" y="26111"/>
                  </a:lnTo>
                  <a:lnTo>
                    <a:pt x="84110" y="35213"/>
                  </a:lnTo>
                  <a:lnTo>
                    <a:pt x="142228" y="38439"/>
                  </a:lnTo>
                  <a:lnTo>
                    <a:pt x="210825" y="40518"/>
                  </a:lnTo>
                  <a:lnTo>
                    <a:pt x="287164" y="41255"/>
                  </a:lnTo>
                  <a:lnTo>
                    <a:pt x="363502" y="40518"/>
                  </a:lnTo>
                  <a:lnTo>
                    <a:pt x="432099" y="38439"/>
                  </a:lnTo>
                  <a:lnTo>
                    <a:pt x="490218" y="35213"/>
                  </a:lnTo>
                  <a:lnTo>
                    <a:pt x="535120" y="31038"/>
                  </a:lnTo>
                  <a:lnTo>
                    <a:pt x="574328" y="20627"/>
                  </a:lnTo>
                  <a:lnTo>
                    <a:pt x="564069" y="15144"/>
                  </a:lnTo>
                  <a:lnTo>
                    <a:pt x="490218" y="6041"/>
                  </a:lnTo>
                  <a:lnTo>
                    <a:pt x="432099" y="2816"/>
                  </a:lnTo>
                  <a:lnTo>
                    <a:pt x="363502" y="736"/>
                  </a:lnTo>
                  <a:lnTo>
                    <a:pt x="287164" y="0"/>
                  </a:lnTo>
                  <a:close/>
                </a:path>
              </a:pathLst>
            </a:custGeom>
            <a:solidFill>
              <a:srgbClr val="7BC5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6481378" y="3664675"/>
              <a:ext cx="572135" cy="537210"/>
            </a:xfrm>
            <a:custGeom>
              <a:avLst/>
              <a:gdLst/>
              <a:ahLst/>
              <a:cxnLst/>
              <a:rect l="l" t="t" r="r" b="b"/>
              <a:pathLst>
                <a:path w="572134" h="537210">
                  <a:moveTo>
                    <a:pt x="286012" y="0"/>
                  </a:moveTo>
                  <a:lnTo>
                    <a:pt x="214688" y="2876"/>
                  </a:lnTo>
                  <a:lnTo>
                    <a:pt x="154578" y="11430"/>
                  </a:lnTo>
                  <a:lnTo>
                    <a:pt x="105157" y="25546"/>
                  </a:lnTo>
                  <a:lnTo>
                    <a:pt x="65899" y="45109"/>
                  </a:lnTo>
                  <a:lnTo>
                    <a:pt x="36280" y="70006"/>
                  </a:lnTo>
                  <a:lnTo>
                    <a:pt x="3856" y="135338"/>
                  </a:lnTo>
                  <a:lnTo>
                    <a:pt x="0" y="175544"/>
                  </a:lnTo>
                  <a:lnTo>
                    <a:pt x="0" y="536779"/>
                  </a:lnTo>
                  <a:lnTo>
                    <a:pt x="5815" y="473593"/>
                  </a:lnTo>
                  <a:lnTo>
                    <a:pt x="12288" y="416748"/>
                  </a:lnTo>
                  <a:lnTo>
                    <a:pt x="19247" y="366598"/>
                  </a:lnTo>
                  <a:lnTo>
                    <a:pt x="26517" y="323501"/>
                  </a:lnTo>
                  <a:lnTo>
                    <a:pt x="39808" y="264978"/>
                  </a:lnTo>
                  <a:lnTo>
                    <a:pt x="63021" y="210172"/>
                  </a:lnTo>
                  <a:lnTo>
                    <a:pt x="117857" y="147524"/>
                  </a:lnTo>
                  <a:lnTo>
                    <a:pt x="152193" y="124382"/>
                  </a:lnTo>
                  <a:lnTo>
                    <a:pt x="203177" y="102227"/>
                  </a:lnTo>
                  <a:lnTo>
                    <a:pt x="272815" y="86216"/>
                  </a:lnTo>
                  <a:lnTo>
                    <a:pt x="335672" y="82018"/>
                  </a:lnTo>
                  <a:lnTo>
                    <a:pt x="391583" y="87545"/>
                  </a:lnTo>
                  <a:lnTo>
                    <a:pt x="440384" y="100708"/>
                  </a:lnTo>
                  <a:lnTo>
                    <a:pt x="481913" y="119418"/>
                  </a:lnTo>
                  <a:lnTo>
                    <a:pt x="516005" y="141589"/>
                  </a:lnTo>
                  <a:lnTo>
                    <a:pt x="561224" y="187954"/>
                  </a:lnTo>
                  <a:lnTo>
                    <a:pt x="572024" y="207972"/>
                  </a:lnTo>
                  <a:lnTo>
                    <a:pt x="572024" y="192454"/>
                  </a:lnTo>
                  <a:lnTo>
                    <a:pt x="560517" y="120436"/>
                  </a:lnTo>
                  <a:lnTo>
                    <a:pt x="523005" y="63494"/>
                  </a:lnTo>
                  <a:lnTo>
                    <a:pt x="455001" y="23595"/>
                  </a:lnTo>
                  <a:lnTo>
                    <a:pt x="408164" y="10650"/>
                  </a:lnTo>
                  <a:lnTo>
                    <a:pt x="352021" y="2703"/>
                  </a:lnTo>
                  <a:lnTo>
                    <a:pt x="286012" y="0"/>
                  </a:lnTo>
                  <a:close/>
                </a:path>
              </a:pathLst>
            </a:custGeom>
            <a:solidFill>
              <a:srgbClr val="FFFFFF">
                <a:alpha val="21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6436765" y="3773133"/>
              <a:ext cx="680720" cy="732790"/>
            </a:xfrm>
            <a:custGeom>
              <a:avLst/>
              <a:gdLst/>
              <a:ahLst/>
              <a:cxnLst/>
              <a:rect l="l" t="t" r="r" b="b"/>
              <a:pathLst>
                <a:path w="680720" h="732789">
                  <a:moveTo>
                    <a:pt x="680324" y="0"/>
                  </a:moveTo>
                  <a:lnTo>
                    <a:pt x="678096" y="30080"/>
                  </a:lnTo>
                  <a:lnTo>
                    <a:pt x="675745" y="76435"/>
                  </a:lnTo>
                  <a:lnTo>
                    <a:pt x="667940" y="268460"/>
                  </a:lnTo>
                  <a:lnTo>
                    <a:pt x="665083" y="335225"/>
                  </a:lnTo>
                  <a:lnTo>
                    <a:pt x="662094" y="395919"/>
                  </a:lnTo>
                  <a:lnTo>
                    <a:pt x="658973" y="446074"/>
                  </a:lnTo>
                  <a:lnTo>
                    <a:pt x="652839" y="500611"/>
                  </a:lnTo>
                  <a:lnTo>
                    <a:pt x="636078" y="559222"/>
                  </a:lnTo>
                  <a:lnTo>
                    <a:pt x="618745" y="594191"/>
                  </a:lnTo>
                  <a:lnTo>
                    <a:pt x="595044" y="628594"/>
                  </a:lnTo>
                  <a:lnTo>
                    <a:pt x="550957" y="666084"/>
                  </a:lnTo>
                  <a:lnTo>
                    <a:pt x="513062" y="681658"/>
                  </a:lnTo>
                  <a:lnTo>
                    <a:pt x="472907" y="688680"/>
                  </a:lnTo>
                  <a:lnTo>
                    <a:pt x="420832" y="693742"/>
                  </a:lnTo>
                  <a:lnTo>
                    <a:pt x="371687" y="696145"/>
                  </a:lnTo>
                  <a:lnTo>
                    <a:pt x="324137" y="696633"/>
                  </a:lnTo>
                  <a:lnTo>
                    <a:pt x="276845" y="695952"/>
                  </a:lnTo>
                  <a:lnTo>
                    <a:pt x="228474" y="694847"/>
                  </a:lnTo>
                  <a:lnTo>
                    <a:pt x="168190" y="693911"/>
                  </a:lnTo>
                  <a:lnTo>
                    <a:pt x="125960" y="693849"/>
                  </a:lnTo>
                  <a:lnTo>
                    <a:pt x="66440" y="669573"/>
                  </a:lnTo>
                  <a:lnTo>
                    <a:pt x="34217" y="644398"/>
                  </a:lnTo>
                  <a:lnTo>
                    <a:pt x="0" y="606442"/>
                  </a:lnTo>
                  <a:lnTo>
                    <a:pt x="25689" y="647967"/>
                  </a:lnTo>
                  <a:lnTo>
                    <a:pt x="59939" y="682744"/>
                  </a:lnTo>
                  <a:lnTo>
                    <a:pt x="101305" y="709350"/>
                  </a:lnTo>
                  <a:lnTo>
                    <a:pt x="148339" y="726358"/>
                  </a:lnTo>
                  <a:lnTo>
                    <a:pt x="199596" y="732344"/>
                  </a:lnTo>
                  <a:lnTo>
                    <a:pt x="460876" y="732344"/>
                  </a:lnTo>
                  <a:lnTo>
                    <a:pt x="511025" y="726628"/>
                  </a:lnTo>
                  <a:lnTo>
                    <a:pt x="557155" y="710357"/>
                  </a:lnTo>
                  <a:lnTo>
                    <a:pt x="597918" y="684849"/>
                  </a:lnTo>
                  <a:lnTo>
                    <a:pt x="631969" y="651422"/>
                  </a:lnTo>
                  <a:lnTo>
                    <a:pt x="657958" y="611391"/>
                  </a:lnTo>
                  <a:lnTo>
                    <a:pt x="674540" y="566075"/>
                  </a:lnTo>
                  <a:lnTo>
                    <a:pt x="680366" y="516790"/>
                  </a:lnTo>
                  <a:lnTo>
                    <a:pt x="680324" y="0"/>
                  </a:lnTo>
                  <a:close/>
                </a:path>
              </a:pathLst>
            </a:custGeom>
            <a:solidFill>
              <a:srgbClr val="DCEF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32372" y="4391469"/>
              <a:ext cx="127202" cy="201291"/>
            </a:xfrm>
            <a:prstGeom prst="rect">
              <a:avLst/>
            </a:prstGeom>
          </p:spPr>
        </p:pic>
        <p:pic>
          <p:nvPicPr>
            <p:cNvPr id="157" name="object 15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68152" y="4390758"/>
              <a:ext cx="133626" cy="161438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6734974" y="4078982"/>
              <a:ext cx="319405" cy="345440"/>
            </a:xfrm>
            <a:custGeom>
              <a:avLst/>
              <a:gdLst/>
              <a:ahLst/>
              <a:cxnLst/>
              <a:rect l="l" t="t" r="r" b="b"/>
              <a:pathLst>
                <a:path w="319404" h="345439">
                  <a:moveTo>
                    <a:pt x="319005" y="0"/>
                  </a:moveTo>
                  <a:lnTo>
                    <a:pt x="311103" y="38246"/>
                  </a:lnTo>
                  <a:lnTo>
                    <a:pt x="292807" y="102454"/>
                  </a:lnTo>
                  <a:lnTo>
                    <a:pt x="257908" y="185772"/>
                  </a:lnTo>
                  <a:lnTo>
                    <a:pt x="233791" y="226089"/>
                  </a:lnTo>
                  <a:lnTo>
                    <a:pt x="197292" y="267803"/>
                  </a:lnTo>
                  <a:lnTo>
                    <a:pt x="164277" y="292687"/>
                  </a:lnTo>
                  <a:lnTo>
                    <a:pt x="103827" y="321496"/>
                  </a:lnTo>
                  <a:lnTo>
                    <a:pt x="60874" y="334466"/>
                  </a:lnTo>
                  <a:lnTo>
                    <a:pt x="20686" y="342709"/>
                  </a:lnTo>
                  <a:lnTo>
                    <a:pt x="0" y="345088"/>
                  </a:lnTo>
                  <a:lnTo>
                    <a:pt x="162665" y="345088"/>
                  </a:lnTo>
                  <a:lnTo>
                    <a:pt x="212009" y="338423"/>
                  </a:lnTo>
                  <a:lnTo>
                    <a:pt x="254794" y="319815"/>
                  </a:lnTo>
                  <a:lnTo>
                    <a:pt x="288489" y="291346"/>
                  </a:lnTo>
                  <a:lnTo>
                    <a:pt x="310562" y="255098"/>
                  </a:lnTo>
                  <a:lnTo>
                    <a:pt x="318482" y="213155"/>
                  </a:lnTo>
                  <a:lnTo>
                    <a:pt x="319005" y="0"/>
                  </a:lnTo>
                  <a:close/>
                </a:path>
              </a:pathLst>
            </a:custGeom>
            <a:solidFill>
              <a:srgbClr val="7BC5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6601688" y="3875623"/>
              <a:ext cx="330835" cy="331470"/>
            </a:xfrm>
            <a:custGeom>
              <a:avLst/>
              <a:gdLst/>
              <a:ahLst/>
              <a:cxnLst/>
              <a:rect l="l" t="t" r="r" b="b"/>
              <a:pathLst>
                <a:path w="330834" h="331470">
                  <a:moveTo>
                    <a:pt x="287362" y="0"/>
                  </a:moveTo>
                  <a:lnTo>
                    <a:pt x="43338" y="0"/>
                  </a:lnTo>
                  <a:lnTo>
                    <a:pt x="26513" y="3424"/>
                  </a:lnTo>
                  <a:lnTo>
                    <a:pt x="12732" y="12748"/>
                  </a:lnTo>
                  <a:lnTo>
                    <a:pt x="3420" y="26548"/>
                  </a:lnTo>
                  <a:lnTo>
                    <a:pt x="0" y="43401"/>
                  </a:lnTo>
                  <a:lnTo>
                    <a:pt x="0" y="287823"/>
                  </a:lnTo>
                  <a:lnTo>
                    <a:pt x="3420" y="304672"/>
                  </a:lnTo>
                  <a:lnTo>
                    <a:pt x="12732" y="318473"/>
                  </a:lnTo>
                  <a:lnTo>
                    <a:pt x="26513" y="327799"/>
                  </a:lnTo>
                  <a:lnTo>
                    <a:pt x="43338" y="331225"/>
                  </a:lnTo>
                  <a:lnTo>
                    <a:pt x="287362" y="331225"/>
                  </a:lnTo>
                  <a:lnTo>
                    <a:pt x="304187" y="327799"/>
                  </a:lnTo>
                  <a:lnTo>
                    <a:pt x="317964" y="318473"/>
                  </a:lnTo>
                  <a:lnTo>
                    <a:pt x="327272" y="304672"/>
                  </a:lnTo>
                  <a:lnTo>
                    <a:pt x="330691" y="287823"/>
                  </a:lnTo>
                  <a:lnTo>
                    <a:pt x="330691" y="43401"/>
                  </a:lnTo>
                  <a:lnTo>
                    <a:pt x="327272" y="26548"/>
                  </a:lnTo>
                  <a:lnTo>
                    <a:pt x="317964" y="12748"/>
                  </a:lnTo>
                  <a:lnTo>
                    <a:pt x="304187" y="3424"/>
                  </a:lnTo>
                  <a:lnTo>
                    <a:pt x="287362" y="0"/>
                  </a:lnTo>
                  <a:close/>
                </a:path>
              </a:pathLst>
            </a:custGeom>
            <a:solidFill>
              <a:srgbClr val="1B1B88">
                <a:alpha val="23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6601613" y="3874096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282274" y="0"/>
                  </a:moveTo>
                  <a:lnTo>
                    <a:pt x="42564" y="0"/>
                  </a:lnTo>
                  <a:lnTo>
                    <a:pt x="26036" y="3358"/>
                  </a:lnTo>
                  <a:lnTo>
                    <a:pt x="12502" y="12502"/>
                  </a:lnTo>
                  <a:lnTo>
                    <a:pt x="3358" y="26036"/>
                  </a:lnTo>
                  <a:lnTo>
                    <a:pt x="0" y="42564"/>
                  </a:lnTo>
                  <a:lnTo>
                    <a:pt x="0" y="282274"/>
                  </a:lnTo>
                  <a:lnTo>
                    <a:pt x="3358" y="298802"/>
                  </a:lnTo>
                  <a:lnTo>
                    <a:pt x="12502" y="312336"/>
                  </a:lnTo>
                  <a:lnTo>
                    <a:pt x="26036" y="321480"/>
                  </a:lnTo>
                  <a:lnTo>
                    <a:pt x="42564" y="324838"/>
                  </a:lnTo>
                  <a:lnTo>
                    <a:pt x="282274" y="324838"/>
                  </a:lnTo>
                  <a:lnTo>
                    <a:pt x="298802" y="321480"/>
                  </a:lnTo>
                  <a:lnTo>
                    <a:pt x="312336" y="312336"/>
                  </a:lnTo>
                  <a:lnTo>
                    <a:pt x="321480" y="298802"/>
                  </a:lnTo>
                  <a:lnTo>
                    <a:pt x="324838" y="282274"/>
                  </a:lnTo>
                  <a:lnTo>
                    <a:pt x="324838" y="42564"/>
                  </a:lnTo>
                  <a:lnTo>
                    <a:pt x="321480" y="26036"/>
                  </a:lnTo>
                  <a:lnTo>
                    <a:pt x="312336" y="12502"/>
                  </a:lnTo>
                  <a:lnTo>
                    <a:pt x="298802" y="3358"/>
                  </a:lnTo>
                  <a:lnTo>
                    <a:pt x="282274" y="0"/>
                  </a:lnTo>
                  <a:close/>
                </a:path>
              </a:pathLst>
            </a:custGeom>
            <a:solidFill>
              <a:srgbClr val="F6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6601692" y="3875628"/>
              <a:ext cx="282575" cy="281305"/>
            </a:xfrm>
            <a:custGeom>
              <a:avLst/>
              <a:gdLst/>
              <a:ahLst/>
              <a:cxnLst/>
              <a:rect l="l" t="t" r="r" b="b"/>
              <a:pathLst>
                <a:path w="282575" h="281304">
                  <a:moveTo>
                    <a:pt x="282200" y="0"/>
                  </a:moveTo>
                  <a:lnTo>
                    <a:pt x="42490" y="0"/>
                  </a:lnTo>
                  <a:lnTo>
                    <a:pt x="25974" y="3119"/>
                  </a:lnTo>
                  <a:lnTo>
                    <a:pt x="12465" y="11737"/>
                  </a:lnTo>
                  <a:lnTo>
                    <a:pt x="3346" y="24746"/>
                  </a:lnTo>
                  <a:lnTo>
                    <a:pt x="0" y="41035"/>
                  </a:lnTo>
                  <a:lnTo>
                    <a:pt x="0" y="280745"/>
                  </a:lnTo>
                  <a:lnTo>
                    <a:pt x="4862" y="232199"/>
                  </a:lnTo>
                  <a:lnTo>
                    <a:pt x="10499" y="188313"/>
                  </a:lnTo>
                  <a:lnTo>
                    <a:pt x="18038" y="149069"/>
                  </a:lnTo>
                  <a:lnTo>
                    <a:pt x="43335" y="84433"/>
                  </a:lnTo>
                  <a:lnTo>
                    <a:pt x="89777" y="38142"/>
                  </a:lnTo>
                  <a:lnTo>
                    <a:pt x="166391" y="10047"/>
                  </a:lnTo>
                  <a:lnTo>
                    <a:pt x="218832" y="2777"/>
                  </a:lnTo>
                  <a:lnTo>
                    <a:pt x="282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6645643" y="3941628"/>
              <a:ext cx="240029" cy="226060"/>
            </a:xfrm>
            <a:custGeom>
              <a:avLst/>
              <a:gdLst/>
              <a:ahLst/>
              <a:cxnLst/>
              <a:rect l="l" t="t" r="r" b="b"/>
              <a:pathLst>
                <a:path w="240029" h="226060">
                  <a:moveTo>
                    <a:pt x="109474" y="104076"/>
                  </a:moveTo>
                  <a:lnTo>
                    <a:pt x="107327" y="99834"/>
                  </a:lnTo>
                  <a:lnTo>
                    <a:pt x="104698" y="99834"/>
                  </a:lnTo>
                  <a:lnTo>
                    <a:pt x="6172" y="99834"/>
                  </a:lnTo>
                  <a:lnTo>
                    <a:pt x="4013" y="104076"/>
                  </a:lnTo>
                  <a:lnTo>
                    <a:pt x="4013" y="114465"/>
                  </a:lnTo>
                  <a:lnTo>
                    <a:pt x="6172" y="118694"/>
                  </a:lnTo>
                  <a:lnTo>
                    <a:pt x="107327" y="118694"/>
                  </a:lnTo>
                  <a:lnTo>
                    <a:pt x="109474" y="114465"/>
                  </a:lnTo>
                  <a:lnTo>
                    <a:pt x="109474" y="104076"/>
                  </a:lnTo>
                  <a:close/>
                </a:path>
                <a:path w="240029" h="226060">
                  <a:moveTo>
                    <a:pt x="181330" y="74434"/>
                  </a:moveTo>
                  <a:lnTo>
                    <a:pt x="177711" y="70180"/>
                  </a:lnTo>
                  <a:lnTo>
                    <a:pt x="173291" y="70180"/>
                  </a:lnTo>
                  <a:lnTo>
                    <a:pt x="7632" y="70180"/>
                  </a:lnTo>
                  <a:lnTo>
                    <a:pt x="4025" y="74434"/>
                  </a:lnTo>
                  <a:lnTo>
                    <a:pt x="4025" y="84810"/>
                  </a:lnTo>
                  <a:lnTo>
                    <a:pt x="7632" y="89052"/>
                  </a:lnTo>
                  <a:lnTo>
                    <a:pt x="177711" y="89052"/>
                  </a:lnTo>
                  <a:lnTo>
                    <a:pt x="181330" y="84810"/>
                  </a:lnTo>
                  <a:lnTo>
                    <a:pt x="181330" y="74434"/>
                  </a:lnTo>
                  <a:close/>
                </a:path>
                <a:path w="240029" h="226060">
                  <a:moveTo>
                    <a:pt x="237896" y="33896"/>
                  </a:moveTo>
                  <a:lnTo>
                    <a:pt x="233057" y="29641"/>
                  </a:lnTo>
                  <a:lnTo>
                    <a:pt x="227126" y="29641"/>
                  </a:lnTo>
                  <a:lnTo>
                    <a:pt x="4851" y="29641"/>
                  </a:lnTo>
                  <a:lnTo>
                    <a:pt x="0" y="33896"/>
                  </a:lnTo>
                  <a:lnTo>
                    <a:pt x="0" y="44272"/>
                  </a:lnTo>
                  <a:lnTo>
                    <a:pt x="4851" y="48514"/>
                  </a:lnTo>
                  <a:lnTo>
                    <a:pt x="233057" y="48514"/>
                  </a:lnTo>
                  <a:lnTo>
                    <a:pt x="237896" y="44272"/>
                  </a:lnTo>
                  <a:lnTo>
                    <a:pt x="237896" y="33896"/>
                  </a:lnTo>
                  <a:close/>
                </a:path>
                <a:path w="240029" h="226060">
                  <a:moveTo>
                    <a:pt x="237896" y="4241"/>
                  </a:moveTo>
                  <a:lnTo>
                    <a:pt x="233057" y="0"/>
                  </a:lnTo>
                  <a:lnTo>
                    <a:pt x="227126" y="0"/>
                  </a:lnTo>
                  <a:lnTo>
                    <a:pt x="4851" y="0"/>
                  </a:lnTo>
                  <a:lnTo>
                    <a:pt x="0" y="4241"/>
                  </a:lnTo>
                  <a:lnTo>
                    <a:pt x="0" y="14617"/>
                  </a:lnTo>
                  <a:lnTo>
                    <a:pt x="4851" y="18859"/>
                  </a:lnTo>
                  <a:lnTo>
                    <a:pt x="233057" y="18859"/>
                  </a:lnTo>
                  <a:lnTo>
                    <a:pt x="237896" y="14617"/>
                  </a:lnTo>
                  <a:lnTo>
                    <a:pt x="237896" y="4241"/>
                  </a:lnTo>
                  <a:close/>
                </a:path>
                <a:path w="240029" h="226060">
                  <a:moveTo>
                    <a:pt x="239433" y="211112"/>
                  </a:moveTo>
                  <a:lnTo>
                    <a:pt x="234581" y="206857"/>
                  </a:lnTo>
                  <a:lnTo>
                    <a:pt x="228663" y="206857"/>
                  </a:lnTo>
                  <a:lnTo>
                    <a:pt x="6388" y="206857"/>
                  </a:lnTo>
                  <a:lnTo>
                    <a:pt x="1536" y="211112"/>
                  </a:lnTo>
                  <a:lnTo>
                    <a:pt x="1536" y="221488"/>
                  </a:lnTo>
                  <a:lnTo>
                    <a:pt x="6388" y="225729"/>
                  </a:lnTo>
                  <a:lnTo>
                    <a:pt x="234581" y="225729"/>
                  </a:lnTo>
                  <a:lnTo>
                    <a:pt x="239433" y="221488"/>
                  </a:lnTo>
                  <a:lnTo>
                    <a:pt x="239433" y="211112"/>
                  </a:lnTo>
                  <a:close/>
                </a:path>
                <a:path w="240029" h="226060">
                  <a:moveTo>
                    <a:pt x="239433" y="181457"/>
                  </a:moveTo>
                  <a:lnTo>
                    <a:pt x="234581" y="177203"/>
                  </a:lnTo>
                  <a:lnTo>
                    <a:pt x="228663" y="177203"/>
                  </a:lnTo>
                  <a:lnTo>
                    <a:pt x="6388" y="177203"/>
                  </a:lnTo>
                  <a:lnTo>
                    <a:pt x="1536" y="181457"/>
                  </a:lnTo>
                  <a:lnTo>
                    <a:pt x="1536" y="191833"/>
                  </a:lnTo>
                  <a:lnTo>
                    <a:pt x="6388" y="196075"/>
                  </a:lnTo>
                  <a:lnTo>
                    <a:pt x="234581" y="196075"/>
                  </a:lnTo>
                  <a:lnTo>
                    <a:pt x="239433" y="191833"/>
                  </a:lnTo>
                  <a:lnTo>
                    <a:pt x="239433" y="181457"/>
                  </a:lnTo>
                  <a:close/>
                </a:path>
              </a:pathLst>
            </a:custGeom>
            <a:solidFill>
              <a:srgbClr val="D2E9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5778930" y="4520269"/>
              <a:ext cx="1013460" cy="2025650"/>
            </a:xfrm>
            <a:custGeom>
              <a:avLst/>
              <a:gdLst/>
              <a:ahLst/>
              <a:cxnLst/>
              <a:rect l="l" t="t" r="r" b="b"/>
              <a:pathLst>
                <a:path w="1013459" h="2025650">
                  <a:moveTo>
                    <a:pt x="766150" y="1713644"/>
                  </a:moveTo>
                  <a:lnTo>
                    <a:pt x="729443" y="1713644"/>
                  </a:lnTo>
                  <a:lnTo>
                    <a:pt x="730042" y="1752512"/>
                  </a:lnTo>
                  <a:lnTo>
                    <a:pt x="730381" y="1788181"/>
                  </a:lnTo>
                  <a:lnTo>
                    <a:pt x="730488" y="1858552"/>
                  </a:lnTo>
                  <a:lnTo>
                    <a:pt x="729869" y="1911456"/>
                  </a:lnTo>
                  <a:lnTo>
                    <a:pt x="728690" y="1964124"/>
                  </a:lnTo>
                  <a:lnTo>
                    <a:pt x="726958" y="2016441"/>
                  </a:lnTo>
                  <a:lnTo>
                    <a:pt x="726657" y="2024189"/>
                  </a:lnTo>
                  <a:lnTo>
                    <a:pt x="763326" y="2025603"/>
                  </a:lnTo>
                  <a:lnTo>
                    <a:pt x="765421" y="1963110"/>
                  </a:lnTo>
                  <a:lnTo>
                    <a:pt x="766576" y="1910836"/>
                  </a:lnTo>
                  <a:lnTo>
                    <a:pt x="767183" y="1858552"/>
                  </a:lnTo>
                  <a:lnTo>
                    <a:pt x="767240" y="1805532"/>
                  </a:lnTo>
                  <a:lnTo>
                    <a:pt x="766745" y="1753046"/>
                  </a:lnTo>
                  <a:lnTo>
                    <a:pt x="766150" y="1713644"/>
                  </a:lnTo>
                  <a:close/>
                </a:path>
                <a:path w="1013459" h="2025650">
                  <a:moveTo>
                    <a:pt x="370501" y="1154823"/>
                  </a:moveTo>
                  <a:lnTo>
                    <a:pt x="315322" y="1158355"/>
                  </a:lnTo>
                  <a:lnTo>
                    <a:pt x="269279" y="1167014"/>
                  </a:lnTo>
                  <a:lnTo>
                    <a:pt x="225489" y="1180690"/>
                  </a:lnTo>
                  <a:lnTo>
                    <a:pt x="184408" y="1199209"/>
                  </a:lnTo>
                  <a:lnTo>
                    <a:pt x="146491" y="1222400"/>
                  </a:lnTo>
                  <a:lnTo>
                    <a:pt x="112194" y="1250087"/>
                  </a:lnTo>
                  <a:lnTo>
                    <a:pt x="78636" y="1286420"/>
                  </a:lnTo>
                  <a:lnTo>
                    <a:pt x="53234" y="1321074"/>
                  </a:lnTo>
                  <a:lnTo>
                    <a:pt x="28469" y="1364844"/>
                  </a:lnTo>
                  <a:lnTo>
                    <a:pt x="9128" y="1416322"/>
                  </a:lnTo>
                  <a:lnTo>
                    <a:pt x="0" y="1474099"/>
                  </a:lnTo>
                  <a:lnTo>
                    <a:pt x="5873" y="1536769"/>
                  </a:lnTo>
                  <a:lnTo>
                    <a:pt x="24534" y="1588542"/>
                  </a:lnTo>
                  <a:lnTo>
                    <a:pt x="52738" y="1632292"/>
                  </a:lnTo>
                  <a:lnTo>
                    <a:pt x="87738" y="1668692"/>
                  </a:lnTo>
                  <a:lnTo>
                    <a:pt x="126788" y="1698416"/>
                  </a:lnTo>
                  <a:lnTo>
                    <a:pt x="167141" y="1722138"/>
                  </a:lnTo>
                  <a:lnTo>
                    <a:pt x="206049" y="1740530"/>
                  </a:lnTo>
                  <a:lnTo>
                    <a:pt x="268546" y="1764019"/>
                  </a:lnTo>
                  <a:lnTo>
                    <a:pt x="308859" y="1775948"/>
                  </a:lnTo>
                  <a:lnTo>
                    <a:pt x="350022" y="1784499"/>
                  </a:lnTo>
                  <a:lnTo>
                    <a:pt x="391888" y="1789647"/>
                  </a:lnTo>
                  <a:lnTo>
                    <a:pt x="434310" y="1791369"/>
                  </a:lnTo>
                  <a:lnTo>
                    <a:pt x="493514" y="1788181"/>
                  </a:lnTo>
                  <a:lnTo>
                    <a:pt x="549345" y="1779446"/>
                  </a:lnTo>
                  <a:lnTo>
                    <a:pt x="601329" y="1766395"/>
                  </a:lnTo>
                  <a:lnTo>
                    <a:pt x="635992" y="1754658"/>
                  </a:lnTo>
                  <a:lnTo>
                    <a:pt x="433724" y="1754658"/>
                  </a:lnTo>
                  <a:lnTo>
                    <a:pt x="394559" y="1753062"/>
                  </a:lnTo>
                  <a:lnTo>
                    <a:pt x="355858" y="1748287"/>
                  </a:lnTo>
                  <a:lnTo>
                    <a:pt x="317757" y="1740355"/>
                  </a:lnTo>
                  <a:lnTo>
                    <a:pt x="280388" y="1729287"/>
                  </a:lnTo>
                  <a:lnTo>
                    <a:pt x="213328" y="1703604"/>
                  </a:lnTo>
                  <a:lnTo>
                    <a:pt x="171884" y="1682843"/>
                  </a:lnTo>
                  <a:lnTo>
                    <a:pt x="130158" y="1655700"/>
                  </a:lnTo>
                  <a:lnTo>
                    <a:pt x="92083" y="1621515"/>
                  </a:lnTo>
                  <a:lnTo>
                    <a:pt x="61293" y="1579360"/>
                  </a:lnTo>
                  <a:lnTo>
                    <a:pt x="41621" y="1528487"/>
                  </a:lnTo>
                  <a:lnTo>
                    <a:pt x="37645" y="1464052"/>
                  </a:lnTo>
                  <a:lnTo>
                    <a:pt x="51544" y="1405297"/>
                  </a:lnTo>
                  <a:lnTo>
                    <a:pt x="75877" y="1354720"/>
                  </a:lnTo>
                  <a:lnTo>
                    <a:pt x="103206" y="1314818"/>
                  </a:lnTo>
                  <a:lnTo>
                    <a:pt x="137094" y="1277029"/>
                  </a:lnTo>
                  <a:lnTo>
                    <a:pt x="175271" y="1247435"/>
                  </a:lnTo>
                  <a:lnTo>
                    <a:pt x="218922" y="1223755"/>
                  </a:lnTo>
                  <a:lnTo>
                    <a:pt x="266995" y="1206370"/>
                  </a:lnTo>
                  <a:lnTo>
                    <a:pt x="318434" y="1195660"/>
                  </a:lnTo>
                  <a:lnTo>
                    <a:pt x="372186" y="1192005"/>
                  </a:lnTo>
                  <a:lnTo>
                    <a:pt x="540411" y="1192005"/>
                  </a:lnTo>
                  <a:lnTo>
                    <a:pt x="524846" y="1184397"/>
                  </a:lnTo>
                  <a:lnTo>
                    <a:pt x="475848" y="1168205"/>
                  </a:lnTo>
                  <a:lnTo>
                    <a:pt x="424041" y="1158228"/>
                  </a:lnTo>
                  <a:lnTo>
                    <a:pt x="370501" y="1154823"/>
                  </a:lnTo>
                  <a:close/>
                </a:path>
                <a:path w="1013459" h="2025650">
                  <a:moveTo>
                    <a:pt x="540411" y="1192005"/>
                  </a:moveTo>
                  <a:lnTo>
                    <a:pt x="372186" y="1192005"/>
                  </a:lnTo>
                  <a:lnTo>
                    <a:pt x="420750" y="1194974"/>
                  </a:lnTo>
                  <a:lnTo>
                    <a:pt x="467191" y="1203732"/>
                  </a:lnTo>
                  <a:lnTo>
                    <a:pt x="510836" y="1218058"/>
                  </a:lnTo>
                  <a:lnTo>
                    <a:pt x="551010" y="1237730"/>
                  </a:lnTo>
                  <a:lnTo>
                    <a:pt x="587039" y="1262527"/>
                  </a:lnTo>
                  <a:lnTo>
                    <a:pt x="624849" y="1299843"/>
                  </a:lnTo>
                  <a:lnTo>
                    <a:pt x="654386" y="1342093"/>
                  </a:lnTo>
                  <a:lnTo>
                    <a:pt x="676882" y="1387525"/>
                  </a:lnTo>
                  <a:lnTo>
                    <a:pt x="693569" y="1434388"/>
                  </a:lnTo>
                  <a:lnTo>
                    <a:pt x="705681" y="1480932"/>
                  </a:lnTo>
                  <a:lnTo>
                    <a:pt x="714450" y="1525405"/>
                  </a:lnTo>
                  <a:lnTo>
                    <a:pt x="721108" y="1566057"/>
                  </a:lnTo>
                  <a:lnTo>
                    <a:pt x="725956" y="1609909"/>
                  </a:lnTo>
                  <a:lnTo>
                    <a:pt x="728605" y="1672074"/>
                  </a:lnTo>
                  <a:lnTo>
                    <a:pt x="707385" y="1683544"/>
                  </a:lnTo>
                  <a:lnTo>
                    <a:pt x="651917" y="1709157"/>
                  </a:lnTo>
                  <a:lnTo>
                    <a:pt x="571553" y="1736114"/>
                  </a:lnTo>
                  <a:lnTo>
                    <a:pt x="524983" y="1746397"/>
                  </a:lnTo>
                  <a:lnTo>
                    <a:pt x="478986" y="1752588"/>
                  </a:lnTo>
                  <a:lnTo>
                    <a:pt x="433724" y="1754658"/>
                  </a:lnTo>
                  <a:lnTo>
                    <a:pt x="635992" y="1754658"/>
                  </a:lnTo>
                  <a:lnTo>
                    <a:pt x="648990" y="1750257"/>
                  </a:lnTo>
                  <a:lnTo>
                    <a:pt x="691853" y="1732264"/>
                  </a:lnTo>
                  <a:lnTo>
                    <a:pt x="729443" y="1713644"/>
                  </a:lnTo>
                  <a:lnTo>
                    <a:pt x="766150" y="1713644"/>
                  </a:lnTo>
                  <a:lnTo>
                    <a:pt x="765787" y="1692859"/>
                  </a:lnTo>
                  <a:lnTo>
                    <a:pt x="777670" y="1685339"/>
                  </a:lnTo>
                  <a:lnTo>
                    <a:pt x="786767" y="1679277"/>
                  </a:lnTo>
                  <a:lnTo>
                    <a:pt x="792944" y="1674964"/>
                  </a:lnTo>
                  <a:lnTo>
                    <a:pt x="796069" y="1672692"/>
                  </a:lnTo>
                  <a:lnTo>
                    <a:pt x="817641" y="1655700"/>
                  </a:lnTo>
                  <a:lnTo>
                    <a:pt x="824250" y="1649897"/>
                  </a:lnTo>
                  <a:lnTo>
                    <a:pt x="764688" y="1649897"/>
                  </a:lnTo>
                  <a:lnTo>
                    <a:pt x="763664" y="1625615"/>
                  </a:lnTo>
                  <a:lnTo>
                    <a:pt x="760149" y="1581152"/>
                  </a:lnTo>
                  <a:lnTo>
                    <a:pt x="751244" y="1522808"/>
                  </a:lnTo>
                  <a:lnTo>
                    <a:pt x="743493" y="1481944"/>
                  </a:lnTo>
                  <a:lnTo>
                    <a:pt x="733161" y="1438948"/>
                  </a:lnTo>
                  <a:lnTo>
                    <a:pt x="719315" y="1395020"/>
                  </a:lnTo>
                  <a:lnTo>
                    <a:pt x="701021" y="1351361"/>
                  </a:lnTo>
                  <a:lnTo>
                    <a:pt x="677345" y="1309172"/>
                  </a:lnTo>
                  <a:lnTo>
                    <a:pt x="647355" y="1269652"/>
                  </a:lnTo>
                  <a:lnTo>
                    <a:pt x="610116" y="1234004"/>
                  </a:lnTo>
                  <a:lnTo>
                    <a:pt x="569960" y="1206449"/>
                  </a:lnTo>
                  <a:lnTo>
                    <a:pt x="540411" y="1192005"/>
                  </a:lnTo>
                  <a:close/>
                </a:path>
                <a:path w="1013459" h="2025650">
                  <a:moveTo>
                    <a:pt x="1006555" y="0"/>
                  </a:moveTo>
                  <a:lnTo>
                    <a:pt x="970126" y="1172"/>
                  </a:lnTo>
                  <a:lnTo>
                    <a:pt x="970381" y="13233"/>
                  </a:lnTo>
                  <a:lnTo>
                    <a:pt x="970718" y="34118"/>
                  </a:lnTo>
                  <a:lnTo>
                    <a:pt x="971589" y="99544"/>
                  </a:lnTo>
                  <a:lnTo>
                    <a:pt x="972097" y="142671"/>
                  </a:lnTo>
                  <a:lnTo>
                    <a:pt x="972637" y="191801"/>
                  </a:lnTo>
                  <a:lnTo>
                    <a:pt x="973197" y="246228"/>
                  </a:lnTo>
                  <a:lnTo>
                    <a:pt x="973763" y="305246"/>
                  </a:lnTo>
                  <a:lnTo>
                    <a:pt x="974324" y="368148"/>
                  </a:lnTo>
                  <a:lnTo>
                    <a:pt x="974866" y="434230"/>
                  </a:lnTo>
                  <a:lnTo>
                    <a:pt x="975377" y="502786"/>
                  </a:lnTo>
                  <a:lnTo>
                    <a:pt x="975845" y="573109"/>
                  </a:lnTo>
                  <a:lnTo>
                    <a:pt x="976256" y="644494"/>
                  </a:lnTo>
                  <a:lnTo>
                    <a:pt x="976598" y="716234"/>
                  </a:lnTo>
                  <a:lnTo>
                    <a:pt x="976859" y="787626"/>
                  </a:lnTo>
                  <a:lnTo>
                    <a:pt x="976992" y="843703"/>
                  </a:lnTo>
                  <a:lnTo>
                    <a:pt x="977028" y="992643"/>
                  </a:lnTo>
                  <a:lnTo>
                    <a:pt x="976837" y="1055578"/>
                  </a:lnTo>
                  <a:lnTo>
                    <a:pt x="976502" y="1114634"/>
                  </a:lnTo>
                  <a:lnTo>
                    <a:pt x="976011" y="1169105"/>
                  </a:lnTo>
                  <a:lnTo>
                    <a:pt x="975352" y="1218058"/>
                  </a:lnTo>
                  <a:lnTo>
                    <a:pt x="974506" y="1261471"/>
                  </a:lnTo>
                  <a:lnTo>
                    <a:pt x="972222" y="1327031"/>
                  </a:lnTo>
                  <a:lnTo>
                    <a:pt x="949124" y="1421737"/>
                  </a:lnTo>
                  <a:lnTo>
                    <a:pt x="922454" y="1476511"/>
                  </a:lnTo>
                  <a:lnTo>
                    <a:pt x="891506" y="1524324"/>
                  </a:lnTo>
                  <a:lnTo>
                    <a:pt x="858738" y="1565042"/>
                  </a:lnTo>
                  <a:lnTo>
                    <a:pt x="826610" y="1598534"/>
                  </a:lnTo>
                  <a:lnTo>
                    <a:pt x="797578" y="1624664"/>
                  </a:lnTo>
                  <a:lnTo>
                    <a:pt x="764688" y="1649897"/>
                  </a:lnTo>
                  <a:lnTo>
                    <a:pt x="824250" y="1649897"/>
                  </a:lnTo>
                  <a:lnTo>
                    <a:pt x="873436" y="1603299"/>
                  </a:lnTo>
                  <a:lnTo>
                    <a:pt x="904145" y="1568058"/>
                  </a:lnTo>
                  <a:lnTo>
                    <a:pt x="934386" y="1526902"/>
                  </a:lnTo>
                  <a:lnTo>
                    <a:pt x="962400" y="1479915"/>
                  </a:lnTo>
                  <a:lnTo>
                    <a:pt x="986431" y="1427181"/>
                  </a:lnTo>
                  <a:lnTo>
                    <a:pt x="1004722" y="1368785"/>
                  </a:lnTo>
                  <a:lnTo>
                    <a:pt x="1009632" y="1302326"/>
                  </a:lnTo>
                  <a:lnTo>
                    <a:pt x="1010772" y="1263867"/>
                  </a:lnTo>
                  <a:lnTo>
                    <a:pt x="1011696" y="1218058"/>
                  </a:lnTo>
                  <a:lnTo>
                    <a:pt x="1012371" y="1169105"/>
                  </a:lnTo>
                  <a:lnTo>
                    <a:pt x="1012918" y="1110119"/>
                  </a:lnTo>
                  <a:lnTo>
                    <a:pt x="1013259" y="1048589"/>
                  </a:lnTo>
                  <a:lnTo>
                    <a:pt x="1013413" y="992643"/>
                  </a:lnTo>
                  <a:lnTo>
                    <a:pt x="1013376" y="843703"/>
                  </a:lnTo>
                  <a:lnTo>
                    <a:pt x="1013164" y="771153"/>
                  </a:lnTo>
                  <a:lnTo>
                    <a:pt x="1012852" y="697730"/>
                  </a:lnTo>
                  <a:lnTo>
                    <a:pt x="1012455" y="624188"/>
                  </a:lnTo>
                  <a:lnTo>
                    <a:pt x="1011988" y="551281"/>
                  </a:lnTo>
                  <a:lnTo>
                    <a:pt x="1011468" y="479760"/>
                  </a:lnTo>
                  <a:lnTo>
                    <a:pt x="1010909" y="410380"/>
                  </a:lnTo>
                  <a:lnTo>
                    <a:pt x="1010326" y="343894"/>
                  </a:lnTo>
                  <a:lnTo>
                    <a:pt x="1009735" y="281054"/>
                  </a:lnTo>
                  <a:lnTo>
                    <a:pt x="1009151" y="222615"/>
                  </a:lnTo>
                  <a:lnTo>
                    <a:pt x="1008590" y="169328"/>
                  </a:lnTo>
                  <a:lnTo>
                    <a:pt x="1007597" y="81226"/>
                  </a:lnTo>
                  <a:lnTo>
                    <a:pt x="1006877" y="22775"/>
                  </a:lnTo>
                  <a:lnTo>
                    <a:pt x="1006555" y="0"/>
                  </a:lnTo>
                  <a:close/>
                </a:path>
              </a:pathLst>
            </a:custGeom>
            <a:solidFill>
              <a:srgbClr val="ED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5788104" y="4472445"/>
              <a:ext cx="995680" cy="2064385"/>
            </a:xfrm>
            <a:custGeom>
              <a:avLst/>
              <a:gdLst/>
              <a:ahLst/>
              <a:cxnLst/>
              <a:rect l="l" t="t" r="r" b="b"/>
              <a:pathLst>
                <a:path w="995679" h="2064384">
                  <a:moveTo>
                    <a:pt x="747535" y="1746145"/>
                  </a:moveTo>
                  <a:lnTo>
                    <a:pt x="729171" y="1746145"/>
                  </a:lnTo>
                  <a:lnTo>
                    <a:pt x="730027" y="1799172"/>
                  </a:lnTo>
                  <a:lnTo>
                    <a:pt x="730550" y="1853407"/>
                  </a:lnTo>
                  <a:lnTo>
                    <a:pt x="730493" y="1906330"/>
                  </a:lnTo>
                  <a:lnTo>
                    <a:pt x="729876" y="1959132"/>
                  </a:lnTo>
                  <a:lnTo>
                    <a:pt x="728702" y="2011695"/>
                  </a:lnTo>
                  <a:lnTo>
                    <a:pt x="727003" y="2063204"/>
                  </a:lnTo>
                  <a:lnTo>
                    <a:pt x="745338" y="2063905"/>
                  </a:lnTo>
                  <a:lnTo>
                    <a:pt x="747066" y="2011182"/>
                  </a:lnTo>
                  <a:lnTo>
                    <a:pt x="748226" y="1958808"/>
                  </a:lnTo>
                  <a:lnTo>
                    <a:pt x="748836" y="1906330"/>
                  </a:lnTo>
                  <a:lnTo>
                    <a:pt x="748894" y="1853407"/>
                  </a:lnTo>
                  <a:lnTo>
                    <a:pt x="748376" y="1799172"/>
                  </a:lnTo>
                  <a:lnTo>
                    <a:pt x="747630" y="1751280"/>
                  </a:lnTo>
                  <a:lnTo>
                    <a:pt x="747535" y="1746145"/>
                  </a:lnTo>
                  <a:close/>
                </a:path>
                <a:path w="995679" h="2064384">
                  <a:moveTo>
                    <a:pt x="354145" y="1211889"/>
                  </a:moveTo>
                  <a:lnTo>
                    <a:pt x="298276" y="1216558"/>
                  </a:lnTo>
                  <a:lnTo>
                    <a:pt x="245083" y="1228459"/>
                  </a:lnTo>
                  <a:lnTo>
                    <a:pt x="195333" y="1247302"/>
                  </a:lnTo>
                  <a:lnTo>
                    <a:pt x="149797" y="1272797"/>
                  </a:lnTo>
                  <a:lnTo>
                    <a:pt x="109242" y="1304651"/>
                  </a:lnTo>
                  <a:lnTo>
                    <a:pt x="76605" y="1339962"/>
                  </a:lnTo>
                  <a:lnTo>
                    <a:pt x="51890" y="1373611"/>
                  </a:lnTo>
                  <a:lnTo>
                    <a:pt x="27782" y="1416076"/>
                  </a:lnTo>
                  <a:lnTo>
                    <a:pt x="8934" y="1465973"/>
                  </a:lnTo>
                  <a:lnTo>
                    <a:pt x="0" y="1521918"/>
                  </a:lnTo>
                  <a:lnTo>
                    <a:pt x="5633" y="1582527"/>
                  </a:lnTo>
                  <a:lnTo>
                    <a:pt x="23760" y="1632606"/>
                  </a:lnTo>
                  <a:lnTo>
                    <a:pt x="51264" y="1674981"/>
                  </a:lnTo>
                  <a:lnTo>
                    <a:pt x="85450" y="1710289"/>
                  </a:lnTo>
                  <a:lnTo>
                    <a:pt x="123625" y="1739169"/>
                  </a:lnTo>
                  <a:lnTo>
                    <a:pt x="163094" y="1762258"/>
                  </a:lnTo>
                  <a:lnTo>
                    <a:pt x="201163" y="1780194"/>
                  </a:lnTo>
                  <a:lnTo>
                    <a:pt x="262326" y="1803159"/>
                  </a:lnTo>
                  <a:lnTo>
                    <a:pt x="304222" y="1815462"/>
                  </a:lnTo>
                  <a:lnTo>
                    <a:pt x="345428" y="1823793"/>
                  </a:lnTo>
                  <a:lnTo>
                    <a:pt x="385787" y="1828523"/>
                  </a:lnTo>
                  <a:lnTo>
                    <a:pt x="425138" y="1830017"/>
                  </a:lnTo>
                  <a:lnTo>
                    <a:pt x="488930" y="1826205"/>
                  </a:lnTo>
                  <a:lnTo>
                    <a:pt x="548546" y="1815963"/>
                  </a:lnTo>
                  <a:lnTo>
                    <a:pt x="565034" y="1811466"/>
                  </a:lnTo>
                  <a:lnTo>
                    <a:pt x="411021" y="1811466"/>
                  </a:lnTo>
                  <a:lnTo>
                    <a:pt x="362554" y="1807728"/>
                  </a:lnTo>
                  <a:lnTo>
                    <a:pt x="314946" y="1799172"/>
                  </a:lnTo>
                  <a:lnTo>
                    <a:pt x="268253" y="1785799"/>
                  </a:lnTo>
                  <a:lnTo>
                    <a:pt x="199632" y="1759472"/>
                  </a:lnTo>
                  <a:lnTo>
                    <a:pt x="157204" y="1738123"/>
                  </a:lnTo>
                  <a:lnTo>
                    <a:pt x="114515" y="1710186"/>
                  </a:lnTo>
                  <a:lnTo>
                    <a:pt x="75427" y="1674815"/>
                  </a:lnTo>
                  <a:lnTo>
                    <a:pt x="43803" y="1631163"/>
                  </a:lnTo>
                  <a:lnTo>
                    <a:pt x="23506" y="1578381"/>
                  </a:lnTo>
                  <a:lnTo>
                    <a:pt x="19310" y="1511518"/>
                  </a:lnTo>
                  <a:lnTo>
                    <a:pt x="33572" y="1450655"/>
                  </a:lnTo>
                  <a:lnTo>
                    <a:pt x="58618" y="1398338"/>
                  </a:lnTo>
                  <a:lnTo>
                    <a:pt x="86771" y="1357112"/>
                  </a:lnTo>
                  <a:lnTo>
                    <a:pt x="121702" y="1318116"/>
                  </a:lnTo>
                  <a:lnTo>
                    <a:pt x="162353" y="1286741"/>
                  </a:lnTo>
                  <a:lnTo>
                    <a:pt x="208104" y="1262265"/>
                  </a:lnTo>
                  <a:lnTo>
                    <a:pt x="257660" y="1244731"/>
                  </a:lnTo>
                  <a:lnTo>
                    <a:pt x="309728" y="1234179"/>
                  </a:lnTo>
                  <a:lnTo>
                    <a:pt x="363014" y="1230653"/>
                  </a:lnTo>
                  <a:lnTo>
                    <a:pt x="481599" y="1230653"/>
                  </a:lnTo>
                  <a:lnTo>
                    <a:pt x="460169" y="1223798"/>
                  </a:lnTo>
                  <a:lnTo>
                    <a:pt x="408031" y="1214454"/>
                  </a:lnTo>
                  <a:lnTo>
                    <a:pt x="354145" y="1211889"/>
                  </a:lnTo>
                  <a:close/>
                </a:path>
                <a:path w="995679" h="2064384">
                  <a:moveTo>
                    <a:pt x="481599" y="1230653"/>
                  </a:moveTo>
                  <a:lnTo>
                    <a:pt x="363014" y="1230653"/>
                  </a:lnTo>
                  <a:lnTo>
                    <a:pt x="411065" y="1233536"/>
                  </a:lnTo>
                  <a:lnTo>
                    <a:pt x="458106" y="1242204"/>
                  </a:lnTo>
                  <a:lnTo>
                    <a:pt x="503185" y="1256688"/>
                  </a:lnTo>
                  <a:lnTo>
                    <a:pt x="545346" y="1277019"/>
                  </a:lnTo>
                  <a:lnTo>
                    <a:pt x="583636" y="1303227"/>
                  </a:lnTo>
                  <a:lnTo>
                    <a:pt x="622477" y="1341486"/>
                  </a:lnTo>
                  <a:lnTo>
                    <a:pt x="652791" y="1384652"/>
                  </a:lnTo>
                  <a:lnTo>
                    <a:pt x="675851" y="1430964"/>
                  </a:lnTo>
                  <a:lnTo>
                    <a:pt x="692929" y="1478661"/>
                  </a:lnTo>
                  <a:lnTo>
                    <a:pt x="705297" y="1525983"/>
                  </a:lnTo>
                  <a:lnTo>
                    <a:pt x="714227" y="1571167"/>
                  </a:lnTo>
                  <a:lnTo>
                    <a:pt x="720993" y="1612453"/>
                  </a:lnTo>
                  <a:lnTo>
                    <a:pt x="726177" y="1660791"/>
                  </a:lnTo>
                  <a:lnTo>
                    <a:pt x="728731" y="1725141"/>
                  </a:lnTo>
                  <a:lnTo>
                    <a:pt x="705836" y="1737745"/>
                  </a:lnTo>
                  <a:lnTo>
                    <a:pt x="647331" y="1765025"/>
                  </a:lnTo>
                  <a:lnTo>
                    <a:pt x="561021" y="1793784"/>
                  </a:lnTo>
                  <a:lnTo>
                    <a:pt x="510310" y="1804494"/>
                  </a:lnTo>
                  <a:lnTo>
                    <a:pt x="460292" y="1810388"/>
                  </a:lnTo>
                  <a:lnTo>
                    <a:pt x="411021" y="1811466"/>
                  </a:lnTo>
                  <a:lnTo>
                    <a:pt x="565034" y="1811466"/>
                  </a:lnTo>
                  <a:lnTo>
                    <a:pt x="603184" y="1801062"/>
                  </a:lnTo>
                  <a:lnTo>
                    <a:pt x="652037" y="1783277"/>
                  </a:lnTo>
                  <a:lnTo>
                    <a:pt x="694301" y="1764381"/>
                  </a:lnTo>
                  <a:lnTo>
                    <a:pt x="729171" y="1746145"/>
                  </a:lnTo>
                  <a:lnTo>
                    <a:pt x="747535" y="1746145"/>
                  </a:lnTo>
                  <a:lnTo>
                    <a:pt x="747338" y="1735633"/>
                  </a:lnTo>
                  <a:lnTo>
                    <a:pt x="760823" y="1727244"/>
                  </a:lnTo>
                  <a:lnTo>
                    <a:pt x="771107" y="1720476"/>
                  </a:lnTo>
                  <a:lnTo>
                    <a:pt x="778021" y="1715686"/>
                  </a:lnTo>
                  <a:lnTo>
                    <a:pt x="779913" y="1714314"/>
                  </a:lnTo>
                  <a:lnTo>
                    <a:pt x="746835" y="1714314"/>
                  </a:lnTo>
                  <a:lnTo>
                    <a:pt x="745779" y="1683563"/>
                  </a:lnTo>
                  <a:lnTo>
                    <a:pt x="742094" y="1632097"/>
                  </a:lnTo>
                  <a:lnTo>
                    <a:pt x="732137" y="1567056"/>
                  </a:lnTo>
                  <a:lnTo>
                    <a:pt x="722883" y="1520444"/>
                  </a:lnTo>
                  <a:lnTo>
                    <a:pt x="710005" y="1471561"/>
                  </a:lnTo>
                  <a:lnTo>
                    <a:pt x="692147" y="1422191"/>
                  </a:lnTo>
                  <a:lnTo>
                    <a:pt x="667959" y="1374115"/>
                  </a:lnTo>
                  <a:lnTo>
                    <a:pt x="636085" y="1329116"/>
                  </a:lnTo>
                  <a:lnTo>
                    <a:pt x="595175" y="1288976"/>
                  </a:lnTo>
                  <a:lnTo>
                    <a:pt x="554835" y="1261412"/>
                  </a:lnTo>
                  <a:lnTo>
                    <a:pt x="509468" y="1239568"/>
                  </a:lnTo>
                  <a:lnTo>
                    <a:pt x="481599" y="1230653"/>
                  </a:lnTo>
                  <a:close/>
                </a:path>
                <a:path w="995679" h="2064384">
                  <a:moveTo>
                    <a:pt x="988849" y="0"/>
                  </a:moveTo>
                  <a:lnTo>
                    <a:pt x="969467" y="0"/>
                  </a:lnTo>
                  <a:lnTo>
                    <a:pt x="969713" y="11620"/>
                  </a:lnTo>
                  <a:lnTo>
                    <a:pt x="970040" y="31839"/>
                  </a:lnTo>
                  <a:lnTo>
                    <a:pt x="970889" y="95426"/>
                  </a:lnTo>
                  <a:lnTo>
                    <a:pt x="971389" y="137472"/>
                  </a:lnTo>
                  <a:lnTo>
                    <a:pt x="971922" y="185474"/>
                  </a:lnTo>
                  <a:lnTo>
                    <a:pt x="972478" y="238769"/>
                  </a:lnTo>
                  <a:lnTo>
                    <a:pt x="973045" y="296696"/>
                  </a:lnTo>
                  <a:lnTo>
                    <a:pt x="973612" y="358596"/>
                  </a:lnTo>
                  <a:lnTo>
                    <a:pt x="974166" y="423806"/>
                  </a:lnTo>
                  <a:lnTo>
                    <a:pt x="974696" y="491667"/>
                  </a:lnTo>
                  <a:lnTo>
                    <a:pt x="975191" y="561517"/>
                  </a:lnTo>
                  <a:lnTo>
                    <a:pt x="975639" y="632696"/>
                  </a:lnTo>
                  <a:lnTo>
                    <a:pt x="976028" y="704542"/>
                  </a:lnTo>
                  <a:lnTo>
                    <a:pt x="976347" y="776395"/>
                  </a:lnTo>
                  <a:lnTo>
                    <a:pt x="976584" y="847595"/>
                  </a:lnTo>
                  <a:lnTo>
                    <a:pt x="976687" y="1050660"/>
                  </a:lnTo>
                  <a:lnTo>
                    <a:pt x="976480" y="1112635"/>
                  </a:lnTo>
                  <a:lnTo>
                    <a:pt x="976133" y="1170652"/>
                  </a:lnTo>
                  <a:lnTo>
                    <a:pt x="975637" y="1223798"/>
                  </a:lnTo>
                  <a:lnTo>
                    <a:pt x="974972" y="1272167"/>
                  </a:lnTo>
                  <a:lnTo>
                    <a:pt x="974149" y="1313671"/>
                  </a:lnTo>
                  <a:lnTo>
                    <a:pt x="971891" y="1378232"/>
                  </a:lnTo>
                  <a:lnTo>
                    <a:pt x="948501" y="1473189"/>
                  </a:lnTo>
                  <a:lnTo>
                    <a:pt x="921350" y="1528955"/>
                  </a:lnTo>
                  <a:lnTo>
                    <a:pt x="889856" y="1577602"/>
                  </a:lnTo>
                  <a:lnTo>
                    <a:pt x="856517" y="1619008"/>
                  </a:lnTo>
                  <a:lnTo>
                    <a:pt x="823832" y="1653049"/>
                  </a:lnTo>
                  <a:lnTo>
                    <a:pt x="794302" y="1679602"/>
                  </a:lnTo>
                  <a:lnTo>
                    <a:pt x="763715" y="1703296"/>
                  </a:lnTo>
                  <a:lnTo>
                    <a:pt x="746835" y="1714314"/>
                  </a:lnTo>
                  <a:lnTo>
                    <a:pt x="779913" y="1714314"/>
                  </a:lnTo>
                  <a:lnTo>
                    <a:pt x="828576" y="1673776"/>
                  </a:lnTo>
                  <a:lnTo>
                    <a:pt x="857521" y="1645056"/>
                  </a:lnTo>
                  <a:lnTo>
                    <a:pt x="887733" y="1610449"/>
                  </a:lnTo>
                  <a:lnTo>
                    <a:pt x="917479" y="1570036"/>
                  </a:lnTo>
                  <a:lnTo>
                    <a:pt x="945030" y="1523895"/>
                  </a:lnTo>
                  <a:lnTo>
                    <a:pt x="968657" y="1472107"/>
                  </a:lnTo>
                  <a:lnTo>
                    <a:pt x="986629" y="1414752"/>
                  </a:lnTo>
                  <a:lnTo>
                    <a:pt x="991364" y="1350828"/>
                  </a:lnTo>
                  <a:lnTo>
                    <a:pt x="993408" y="1269753"/>
                  </a:lnTo>
                  <a:lnTo>
                    <a:pt x="994136" y="1219774"/>
                  </a:lnTo>
                  <a:lnTo>
                    <a:pt x="994687" y="1164430"/>
                  </a:lnTo>
                  <a:lnTo>
                    <a:pt x="995073" y="1104422"/>
                  </a:lnTo>
                  <a:lnTo>
                    <a:pt x="995271" y="1050660"/>
                  </a:lnTo>
                  <a:lnTo>
                    <a:pt x="995388" y="985388"/>
                  </a:lnTo>
                  <a:lnTo>
                    <a:pt x="995271" y="847595"/>
                  </a:lnTo>
                  <a:lnTo>
                    <a:pt x="995005" y="758840"/>
                  </a:lnTo>
                  <a:lnTo>
                    <a:pt x="994685" y="685505"/>
                  </a:lnTo>
                  <a:lnTo>
                    <a:pt x="994294" y="612393"/>
                  </a:lnTo>
                  <a:lnTo>
                    <a:pt x="993846" y="540202"/>
                  </a:lnTo>
                  <a:lnTo>
                    <a:pt x="993353" y="469631"/>
                  </a:lnTo>
                  <a:lnTo>
                    <a:pt x="992830" y="401379"/>
                  </a:lnTo>
                  <a:lnTo>
                    <a:pt x="992289" y="336143"/>
                  </a:lnTo>
                  <a:lnTo>
                    <a:pt x="991745" y="274622"/>
                  </a:lnTo>
                  <a:lnTo>
                    <a:pt x="991210" y="217515"/>
                  </a:lnTo>
                  <a:lnTo>
                    <a:pt x="990221" y="119333"/>
                  </a:lnTo>
                  <a:lnTo>
                    <a:pt x="989430" y="47186"/>
                  </a:lnTo>
                  <a:lnTo>
                    <a:pt x="988944" y="6659"/>
                  </a:lnTo>
                  <a:lnTo>
                    <a:pt x="988849" y="0"/>
                  </a:lnTo>
                  <a:close/>
                </a:path>
              </a:pathLst>
            </a:custGeom>
            <a:solidFill>
              <a:srgbClr val="DCE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6505654" y="6617719"/>
              <a:ext cx="42545" cy="101600"/>
            </a:xfrm>
            <a:custGeom>
              <a:avLst/>
              <a:gdLst/>
              <a:ahLst/>
              <a:cxnLst/>
              <a:rect l="l" t="t" r="r" b="b"/>
              <a:pathLst>
                <a:path w="42545" h="101600">
                  <a:moveTo>
                    <a:pt x="0" y="101582"/>
                  </a:moveTo>
                  <a:lnTo>
                    <a:pt x="42197" y="101582"/>
                  </a:lnTo>
                  <a:lnTo>
                    <a:pt x="42197" y="0"/>
                  </a:lnTo>
                  <a:lnTo>
                    <a:pt x="0" y="0"/>
                  </a:lnTo>
                  <a:lnTo>
                    <a:pt x="0" y="101582"/>
                  </a:lnTo>
                  <a:close/>
                </a:path>
              </a:pathLst>
            </a:custGeom>
            <a:solidFill>
              <a:srgbClr val="EDF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6518056" y="6617719"/>
              <a:ext cx="17780" cy="101600"/>
            </a:xfrm>
            <a:custGeom>
              <a:avLst/>
              <a:gdLst/>
              <a:ahLst/>
              <a:cxnLst/>
              <a:rect l="l" t="t" r="r" b="b"/>
              <a:pathLst>
                <a:path w="17779" h="101600">
                  <a:moveTo>
                    <a:pt x="0" y="101505"/>
                  </a:moveTo>
                  <a:lnTo>
                    <a:pt x="17475" y="101505"/>
                  </a:lnTo>
                  <a:lnTo>
                    <a:pt x="17475" y="0"/>
                  </a:lnTo>
                  <a:lnTo>
                    <a:pt x="0" y="0"/>
                  </a:lnTo>
                  <a:lnTo>
                    <a:pt x="0" y="101505"/>
                  </a:lnTo>
                  <a:close/>
                </a:path>
              </a:pathLst>
            </a:custGeom>
            <a:solidFill>
              <a:srgbClr val="DCE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6480146" y="6372930"/>
              <a:ext cx="92075" cy="245110"/>
            </a:xfrm>
            <a:custGeom>
              <a:avLst/>
              <a:gdLst/>
              <a:ahLst/>
              <a:cxnLst/>
              <a:rect l="l" t="t" r="r" b="b"/>
              <a:pathLst>
                <a:path w="92075" h="245109">
                  <a:moveTo>
                    <a:pt x="90374" y="0"/>
                  </a:moveTo>
                  <a:lnTo>
                    <a:pt x="0" y="565"/>
                  </a:lnTo>
                  <a:lnTo>
                    <a:pt x="1539" y="244788"/>
                  </a:lnTo>
                  <a:lnTo>
                    <a:pt x="91913" y="244212"/>
                  </a:lnTo>
                  <a:lnTo>
                    <a:pt x="90374" y="0"/>
                  </a:lnTo>
                  <a:close/>
                </a:path>
              </a:pathLst>
            </a:custGeom>
            <a:solidFill>
              <a:srgbClr val="589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6480146" y="6373339"/>
              <a:ext cx="26670" cy="244475"/>
            </a:xfrm>
            <a:custGeom>
              <a:avLst/>
              <a:gdLst/>
              <a:ahLst/>
              <a:cxnLst/>
              <a:rect l="l" t="t" r="r" b="b"/>
              <a:pathLst>
                <a:path w="26670" h="244475">
                  <a:moveTo>
                    <a:pt x="24836" y="0"/>
                  </a:moveTo>
                  <a:lnTo>
                    <a:pt x="0" y="157"/>
                  </a:lnTo>
                  <a:lnTo>
                    <a:pt x="1539" y="244379"/>
                  </a:lnTo>
                  <a:lnTo>
                    <a:pt x="26376" y="244222"/>
                  </a:lnTo>
                  <a:lnTo>
                    <a:pt x="24836" y="0"/>
                  </a:lnTo>
                  <a:close/>
                </a:path>
              </a:pathLst>
            </a:custGeom>
            <a:solidFill>
              <a:srgbClr val="83D3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6548345" y="6373374"/>
              <a:ext cx="12700" cy="244475"/>
            </a:xfrm>
            <a:custGeom>
              <a:avLst/>
              <a:gdLst/>
              <a:ahLst/>
              <a:cxnLst/>
              <a:rect l="l" t="t" r="r" b="b"/>
              <a:pathLst>
                <a:path w="12700" h="244475">
                  <a:moveTo>
                    <a:pt x="10565" y="0"/>
                  </a:moveTo>
                  <a:lnTo>
                    <a:pt x="722" y="62"/>
                  </a:lnTo>
                  <a:lnTo>
                    <a:pt x="0" y="244296"/>
                  </a:lnTo>
                  <a:lnTo>
                    <a:pt x="12093" y="244222"/>
                  </a:lnTo>
                  <a:lnTo>
                    <a:pt x="10565" y="0"/>
                  </a:lnTo>
                  <a:close/>
                </a:path>
              </a:pathLst>
            </a:custGeom>
            <a:solidFill>
              <a:srgbClr val="7BC5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6129833" y="3375970"/>
              <a:ext cx="652780" cy="2383155"/>
            </a:xfrm>
            <a:custGeom>
              <a:avLst/>
              <a:gdLst/>
              <a:ahLst/>
              <a:cxnLst/>
              <a:rect l="l" t="t" r="r" b="b"/>
              <a:pathLst>
                <a:path w="652779" h="2383154">
                  <a:moveTo>
                    <a:pt x="41275" y="2203767"/>
                  </a:moveTo>
                  <a:lnTo>
                    <a:pt x="39662" y="2195728"/>
                  </a:lnTo>
                  <a:lnTo>
                    <a:pt x="35242" y="2189175"/>
                  </a:lnTo>
                  <a:lnTo>
                    <a:pt x="28676" y="2184743"/>
                  </a:lnTo>
                  <a:lnTo>
                    <a:pt x="20637" y="2183130"/>
                  </a:lnTo>
                  <a:lnTo>
                    <a:pt x="12611" y="2184743"/>
                  </a:lnTo>
                  <a:lnTo>
                    <a:pt x="6045" y="2189175"/>
                  </a:lnTo>
                  <a:lnTo>
                    <a:pt x="1625" y="2195728"/>
                  </a:lnTo>
                  <a:lnTo>
                    <a:pt x="0" y="2203767"/>
                  </a:lnTo>
                  <a:lnTo>
                    <a:pt x="0" y="2361996"/>
                  </a:lnTo>
                  <a:lnTo>
                    <a:pt x="1625" y="2370036"/>
                  </a:lnTo>
                  <a:lnTo>
                    <a:pt x="6045" y="2376589"/>
                  </a:lnTo>
                  <a:lnTo>
                    <a:pt x="12611" y="2381021"/>
                  </a:lnTo>
                  <a:lnTo>
                    <a:pt x="20637" y="2382634"/>
                  </a:lnTo>
                  <a:lnTo>
                    <a:pt x="28676" y="2381021"/>
                  </a:lnTo>
                  <a:lnTo>
                    <a:pt x="35242" y="2376589"/>
                  </a:lnTo>
                  <a:lnTo>
                    <a:pt x="39662" y="2370036"/>
                  </a:lnTo>
                  <a:lnTo>
                    <a:pt x="41275" y="2361996"/>
                  </a:lnTo>
                  <a:lnTo>
                    <a:pt x="41275" y="2203767"/>
                  </a:lnTo>
                  <a:close/>
                </a:path>
                <a:path w="652779" h="2383154">
                  <a:moveTo>
                    <a:pt x="652373" y="7239"/>
                  </a:moveTo>
                  <a:lnTo>
                    <a:pt x="645134" y="0"/>
                  </a:lnTo>
                  <a:lnTo>
                    <a:pt x="636193" y="0"/>
                  </a:lnTo>
                  <a:lnTo>
                    <a:pt x="627253" y="0"/>
                  </a:lnTo>
                  <a:lnTo>
                    <a:pt x="620014" y="7239"/>
                  </a:lnTo>
                  <a:lnTo>
                    <a:pt x="620014" y="211366"/>
                  </a:lnTo>
                  <a:lnTo>
                    <a:pt x="627253" y="218617"/>
                  </a:lnTo>
                  <a:lnTo>
                    <a:pt x="645134" y="218617"/>
                  </a:lnTo>
                  <a:lnTo>
                    <a:pt x="652373" y="211366"/>
                  </a:lnTo>
                  <a:lnTo>
                    <a:pt x="652373" y="7239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58183" y="9081459"/>
              <a:ext cx="220139" cy="220150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54741" y="9081459"/>
              <a:ext cx="220139" cy="220150"/>
            </a:xfrm>
            <a:prstGeom prst="rect">
              <a:avLst/>
            </a:prstGeom>
          </p:spPr>
        </p:pic>
        <p:sp>
          <p:nvSpPr>
            <p:cNvPr id="173" name="object 173" descr=""/>
            <p:cNvSpPr/>
            <p:nvPr/>
          </p:nvSpPr>
          <p:spPr>
            <a:xfrm>
              <a:off x="5296363" y="9033010"/>
              <a:ext cx="1714500" cy="80645"/>
            </a:xfrm>
            <a:custGeom>
              <a:avLst/>
              <a:gdLst/>
              <a:ahLst/>
              <a:cxnLst/>
              <a:rect l="l" t="t" r="r" b="b"/>
              <a:pathLst>
                <a:path w="1714500" h="80645">
                  <a:moveTo>
                    <a:pt x="1673750" y="0"/>
                  </a:moveTo>
                  <a:lnTo>
                    <a:pt x="40312" y="0"/>
                  </a:lnTo>
                  <a:lnTo>
                    <a:pt x="24622" y="3168"/>
                  </a:lnTo>
                  <a:lnTo>
                    <a:pt x="11808" y="11809"/>
                  </a:lnTo>
                  <a:lnTo>
                    <a:pt x="3168" y="24627"/>
                  </a:lnTo>
                  <a:lnTo>
                    <a:pt x="0" y="40323"/>
                  </a:lnTo>
                  <a:lnTo>
                    <a:pt x="3168" y="56013"/>
                  </a:lnTo>
                  <a:lnTo>
                    <a:pt x="11808" y="68827"/>
                  </a:lnTo>
                  <a:lnTo>
                    <a:pt x="24622" y="77467"/>
                  </a:lnTo>
                  <a:lnTo>
                    <a:pt x="40312" y="80636"/>
                  </a:lnTo>
                  <a:lnTo>
                    <a:pt x="1673750" y="80636"/>
                  </a:lnTo>
                  <a:lnTo>
                    <a:pt x="1689446" y="77467"/>
                  </a:lnTo>
                  <a:lnTo>
                    <a:pt x="1702263" y="68827"/>
                  </a:lnTo>
                  <a:lnTo>
                    <a:pt x="1710904" y="56013"/>
                  </a:lnTo>
                  <a:lnTo>
                    <a:pt x="1714073" y="40323"/>
                  </a:lnTo>
                  <a:lnTo>
                    <a:pt x="1710904" y="24627"/>
                  </a:lnTo>
                  <a:lnTo>
                    <a:pt x="1702263" y="11809"/>
                  </a:lnTo>
                  <a:lnTo>
                    <a:pt x="1689446" y="3168"/>
                  </a:lnTo>
                  <a:lnTo>
                    <a:pt x="1673750" y="0"/>
                  </a:lnTo>
                  <a:close/>
                </a:path>
              </a:pathLst>
            </a:custGeom>
            <a:solidFill>
              <a:srgbClr val="589DB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4" name="object 174" descr=""/>
          <p:cNvGrpSpPr/>
          <p:nvPr/>
        </p:nvGrpSpPr>
        <p:grpSpPr>
          <a:xfrm>
            <a:off x="3195400" y="2944706"/>
            <a:ext cx="1918970" cy="1546860"/>
            <a:chOff x="3195400" y="2944706"/>
            <a:chExt cx="1918970" cy="1546860"/>
          </a:xfrm>
        </p:grpSpPr>
        <p:sp>
          <p:nvSpPr>
            <p:cNvPr id="175" name="object 175" descr=""/>
            <p:cNvSpPr/>
            <p:nvPr/>
          </p:nvSpPr>
          <p:spPr>
            <a:xfrm>
              <a:off x="3195400" y="2944706"/>
              <a:ext cx="1918970" cy="1546860"/>
            </a:xfrm>
            <a:custGeom>
              <a:avLst/>
              <a:gdLst/>
              <a:ahLst/>
              <a:cxnLst/>
              <a:rect l="l" t="t" r="r" b="b"/>
              <a:pathLst>
                <a:path w="1918970" h="1546860">
                  <a:moveTo>
                    <a:pt x="1918810" y="0"/>
                  </a:moveTo>
                  <a:lnTo>
                    <a:pt x="0" y="0"/>
                  </a:lnTo>
                  <a:lnTo>
                    <a:pt x="0" y="1546277"/>
                  </a:lnTo>
                  <a:lnTo>
                    <a:pt x="1918810" y="1546277"/>
                  </a:lnTo>
                  <a:lnTo>
                    <a:pt x="1918810" y="0"/>
                  </a:lnTo>
                  <a:close/>
                </a:path>
              </a:pathLst>
            </a:custGeom>
            <a:solidFill>
              <a:srgbClr val="B0D9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25210" y="3058045"/>
              <a:ext cx="1658354" cy="1360175"/>
            </a:xfrm>
            <a:prstGeom prst="rect">
              <a:avLst/>
            </a:prstGeom>
          </p:spPr>
        </p:pic>
      </p:grpSp>
      <p:sp>
        <p:nvSpPr>
          <p:cNvPr id="177" name="object 177" descr=""/>
          <p:cNvSpPr/>
          <p:nvPr/>
        </p:nvSpPr>
        <p:spPr>
          <a:xfrm>
            <a:off x="17606959" y="6826575"/>
            <a:ext cx="415290" cy="339725"/>
          </a:xfrm>
          <a:custGeom>
            <a:avLst/>
            <a:gdLst/>
            <a:ahLst/>
            <a:cxnLst/>
            <a:rect l="l" t="t" r="r" b="b"/>
            <a:pathLst>
              <a:path w="415290" h="339725">
                <a:moveTo>
                  <a:pt x="330471" y="0"/>
                </a:moveTo>
                <a:lnTo>
                  <a:pt x="88018" y="0"/>
                </a:lnTo>
                <a:lnTo>
                  <a:pt x="54885" y="6271"/>
                </a:lnTo>
                <a:lnTo>
                  <a:pt x="26945" y="23483"/>
                </a:lnTo>
                <a:lnTo>
                  <a:pt x="7649" y="49236"/>
                </a:lnTo>
                <a:lnTo>
                  <a:pt x="450" y="81128"/>
                </a:lnTo>
                <a:lnTo>
                  <a:pt x="0" y="339172"/>
                </a:lnTo>
                <a:lnTo>
                  <a:pt x="52762" y="315121"/>
                </a:lnTo>
                <a:lnTo>
                  <a:pt x="52762" y="81788"/>
                </a:lnTo>
                <a:lnTo>
                  <a:pt x="55105" y="69357"/>
                </a:lnTo>
                <a:lnTo>
                  <a:pt x="61609" y="59334"/>
                </a:lnTo>
                <a:lnTo>
                  <a:pt x="71488" y="52643"/>
                </a:lnTo>
                <a:lnTo>
                  <a:pt x="83955" y="50207"/>
                </a:lnTo>
                <a:lnTo>
                  <a:pt x="330471" y="50207"/>
                </a:lnTo>
                <a:lnTo>
                  <a:pt x="343866" y="52790"/>
                </a:lnTo>
                <a:lnTo>
                  <a:pt x="354765" y="59885"/>
                </a:lnTo>
                <a:lnTo>
                  <a:pt x="362092" y="70510"/>
                </a:lnTo>
                <a:lnTo>
                  <a:pt x="364774" y="83683"/>
                </a:lnTo>
                <a:lnTo>
                  <a:pt x="364774" y="315602"/>
                </a:lnTo>
                <a:lnTo>
                  <a:pt x="414992" y="315602"/>
                </a:lnTo>
                <a:lnTo>
                  <a:pt x="414992" y="81788"/>
                </a:lnTo>
                <a:lnTo>
                  <a:pt x="408270" y="49792"/>
                </a:lnTo>
                <a:lnTo>
                  <a:pt x="390024" y="23813"/>
                </a:lnTo>
                <a:lnTo>
                  <a:pt x="363132" y="6374"/>
                </a:lnTo>
                <a:lnTo>
                  <a:pt x="33047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 descr=""/>
          <p:cNvSpPr/>
          <p:nvPr/>
        </p:nvSpPr>
        <p:spPr>
          <a:xfrm>
            <a:off x="17605370" y="8895708"/>
            <a:ext cx="49530" cy="250825"/>
          </a:xfrm>
          <a:custGeom>
            <a:avLst/>
            <a:gdLst/>
            <a:ahLst/>
            <a:cxnLst/>
            <a:rect l="l" t="t" r="r" b="b"/>
            <a:pathLst>
              <a:path w="49530" h="250825">
                <a:moveTo>
                  <a:pt x="0" y="250212"/>
                </a:moveTo>
                <a:lnTo>
                  <a:pt x="49108" y="250212"/>
                </a:lnTo>
                <a:lnTo>
                  <a:pt x="49108" y="0"/>
                </a:lnTo>
                <a:lnTo>
                  <a:pt x="0" y="0"/>
                </a:lnTo>
                <a:lnTo>
                  <a:pt x="0" y="250212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9" name="object 179" descr=""/>
          <p:cNvGrpSpPr/>
          <p:nvPr/>
        </p:nvGrpSpPr>
        <p:grpSpPr>
          <a:xfrm>
            <a:off x="17605370" y="6826575"/>
            <a:ext cx="452755" cy="2319655"/>
            <a:chOff x="17605370" y="6826575"/>
            <a:chExt cx="452755" cy="2319655"/>
          </a:xfrm>
        </p:grpSpPr>
        <p:sp>
          <p:nvSpPr>
            <p:cNvPr id="180" name="object 180" descr=""/>
            <p:cNvSpPr/>
            <p:nvPr/>
          </p:nvSpPr>
          <p:spPr>
            <a:xfrm>
              <a:off x="17605370" y="7141102"/>
              <a:ext cx="49530" cy="1701164"/>
            </a:xfrm>
            <a:custGeom>
              <a:avLst/>
              <a:gdLst/>
              <a:ahLst/>
              <a:cxnLst/>
              <a:rect l="l" t="t" r="r" b="b"/>
              <a:pathLst>
                <a:path w="49530" h="1701165">
                  <a:moveTo>
                    <a:pt x="0" y="1700963"/>
                  </a:moveTo>
                  <a:lnTo>
                    <a:pt x="49108" y="1700963"/>
                  </a:lnTo>
                  <a:lnTo>
                    <a:pt x="49108" y="0"/>
                  </a:lnTo>
                  <a:lnTo>
                    <a:pt x="0" y="0"/>
                  </a:lnTo>
                  <a:lnTo>
                    <a:pt x="0" y="1700963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7646283" y="6826586"/>
              <a:ext cx="412115" cy="2319655"/>
            </a:xfrm>
            <a:custGeom>
              <a:avLst/>
              <a:gdLst/>
              <a:ahLst/>
              <a:cxnLst/>
              <a:rect l="l" t="t" r="r" b="b"/>
              <a:pathLst>
                <a:path w="412115" h="2319654">
                  <a:moveTo>
                    <a:pt x="49110" y="1033983"/>
                  </a:moveTo>
                  <a:lnTo>
                    <a:pt x="0" y="1033983"/>
                  </a:lnTo>
                  <a:lnTo>
                    <a:pt x="0" y="2319337"/>
                  </a:lnTo>
                  <a:lnTo>
                    <a:pt x="49110" y="2319337"/>
                  </a:lnTo>
                  <a:lnTo>
                    <a:pt x="49110" y="1033983"/>
                  </a:lnTo>
                  <a:close/>
                </a:path>
                <a:path w="412115" h="2319654">
                  <a:moveTo>
                    <a:pt x="411518" y="81788"/>
                  </a:moveTo>
                  <a:lnTo>
                    <a:pt x="404914" y="49784"/>
                  </a:lnTo>
                  <a:lnTo>
                    <a:pt x="386918" y="23812"/>
                  </a:lnTo>
                  <a:lnTo>
                    <a:pt x="360235" y="6375"/>
                  </a:lnTo>
                  <a:lnTo>
                    <a:pt x="327571" y="0"/>
                  </a:lnTo>
                  <a:lnTo>
                    <a:pt x="83908" y="0"/>
                  </a:lnTo>
                  <a:lnTo>
                    <a:pt x="51663" y="6375"/>
                  </a:lnTo>
                  <a:lnTo>
                    <a:pt x="25920" y="23812"/>
                  </a:lnTo>
                  <a:lnTo>
                    <a:pt x="8851" y="49784"/>
                  </a:lnTo>
                  <a:lnTo>
                    <a:pt x="2679" y="81788"/>
                  </a:lnTo>
                  <a:lnTo>
                    <a:pt x="2679" y="314515"/>
                  </a:lnTo>
                  <a:lnTo>
                    <a:pt x="0" y="314515"/>
                  </a:lnTo>
                  <a:lnTo>
                    <a:pt x="0" y="364451"/>
                  </a:lnTo>
                  <a:lnTo>
                    <a:pt x="49110" y="364451"/>
                  </a:lnTo>
                  <a:lnTo>
                    <a:pt x="49110" y="315595"/>
                  </a:lnTo>
                  <a:lnTo>
                    <a:pt x="49288" y="315595"/>
                  </a:lnTo>
                  <a:lnTo>
                    <a:pt x="49288" y="81788"/>
                  </a:lnTo>
                  <a:lnTo>
                    <a:pt x="51511" y="69354"/>
                  </a:lnTo>
                  <a:lnTo>
                    <a:pt x="57772" y="59334"/>
                  </a:lnTo>
                  <a:lnTo>
                    <a:pt x="67411" y="52641"/>
                  </a:lnTo>
                  <a:lnTo>
                    <a:pt x="79806" y="50203"/>
                  </a:lnTo>
                  <a:lnTo>
                    <a:pt x="327571" y="50203"/>
                  </a:lnTo>
                  <a:lnTo>
                    <a:pt x="340918" y="52781"/>
                  </a:lnTo>
                  <a:lnTo>
                    <a:pt x="351612" y="59880"/>
                  </a:lnTo>
                  <a:lnTo>
                    <a:pt x="358736" y="70510"/>
                  </a:lnTo>
                  <a:lnTo>
                    <a:pt x="361315" y="83680"/>
                  </a:lnTo>
                  <a:lnTo>
                    <a:pt x="361315" y="315595"/>
                  </a:lnTo>
                  <a:lnTo>
                    <a:pt x="411518" y="315595"/>
                  </a:lnTo>
                  <a:lnTo>
                    <a:pt x="411518" y="81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2" name="object 182" descr=""/>
          <p:cNvSpPr/>
          <p:nvPr/>
        </p:nvSpPr>
        <p:spPr>
          <a:xfrm>
            <a:off x="15996794" y="6826586"/>
            <a:ext cx="415290" cy="2319655"/>
          </a:xfrm>
          <a:custGeom>
            <a:avLst/>
            <a:gdLst/>
            <a:ahLst/>
            <a:cxnLst/>
            <a:rect l="l" t="t" r="r" b="b"/>
            <a:pathLst>
              <a:path w="415290" h="2319654">
                <a:moveTo>
                  <a:pt x="414845" y="81788"/>
                </a:moveTo>
                <a:lnTo>
                  <a:pt x="411480" y="65100"/>
                </a:lnTo>
                <a:lnTo>
                  <a:pt x="411480" y="49593"/>
                </a:lnTo>
                <a:lnTo>
                  <a:pt x="408254" y="49593"/>
                </a:lnTo>
                <a:lnTo>
                  <a:pt x="390753" y="23812"/>
                </a:lnTo>
                <a:lnTo>
                  <a:pt x="364464" y="6375"/>
                </a:lnTo>
                <a:lnTo>
                  <a:pt x="332079" y="0"/>
                </a:lnTo>
                <a:lnTo>
                  <a:pt x="89623" y="0"/>
                </a:lnTo>
                <a:lnTo>
                  <a:pt x="28549" y="23482"/>
                </a:lnTo>
                <a:lnTo>
                  <a:pt x="2057" y="81127"/>
                </a:lnTo>
                <a:lnTo>
                  <a:pt x="850" y="314515"/>
                </a:lnTo>
                <a:lnTo>
                  <a:pt x="0" y="314515"/>
                </a:lnTo>
                <a:lnTo>
                  <a:pt x="0" y="2319337"/>
                </a:lnTo>
                <a:lnTo>
                  <a:pt x="49123" y="2319337"/>
                </a:lnTo>
                <a:lnTo>
                  <a:pt x="49123" y="316738"/>
                </a:lnTo>
                <a:lnTo>
                  <a:pt x="52603" y="315112"/>
                </a:lnTo>
                <a:lnTo>
                  <a:pt x="52603" y="81788"/>
                </a:lnTo>
                <a:lnTo>
                  <a:pt x="55219" y="69354"/>
                </a:lnTo>
                <a:lnTo>
                  <a:pt x="62331" y="59334"/>
                </a:lnTo>
                <a:lnTo>
                  <a:pt x="72821" y="52641"/>
                </a:lnTo>
                <a:lnTo>
                  <a:pt x="85559" y="50203"/>
                </a:lnTo>
                <a:lnTo>
                  <a:pt x="332079" y="50203"/>
                </a:lnTo>
                <a:lnTo>
                  <a:pt x="345757" y="52781"/>
                </a:lnTo>
                <a:lnTo>
                  <a:pt x="357289" y="59880"/>
                </a:lnTo>
                <a:lnTo>
                  <a:pt x="362356" y="66662"/>
                </a:lnTo>
                <a:lnTo>
                  <a:pt x="362356" y="2319337"/>
                </a:lnTo>
                <a:lnTo>
                  <a:pt x="411480" y="2319337"/>
                </a:lnTo>
                <a:lnTo>
                  <a:pt x="411480" y="315595"/>
                </a:lnTo>
                <a:lnTo>
                  <a:pt x="414845" y="315595"/>
                </a:lnTo>
                <a:lnTo>
                  <a:pt x="414845" y="81788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17973766" y="7144191"/>
            <a:ext cx="49530" cy="2005330"/>
          </a:xfrm>
          <a:custGeom>
            <a:avLst/>
            <a:gdLst/>
            <a:ahLst/>
            <a:cxnLst/>
            <a:rect l="l" t="t" r="r" b="b"/>
            <a:pathLst>
              <a:path w="49530" h="2005329">
                <a:moveTo>
                  <a:pt x="49118" y="0"/>
                </a:moveTo>
                <a:lnTo>
                  <a:pt x="0" y="0"/>
                </a:lnTo>
                <a:lnTo>
                  <a:pt x="0" y="2004818"/>
                </a:lnTo>
                <a:lnTo>
                  <a:pt x="49118" y="2004818"/>
                </a:lnTo>
                <a:lnTo>
                  <a:pt x="49118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 descr=""/>
          <p:cNvSpPr/>
          <p:nvPr/>
        </p:nvSpPr>
        <p:spPr>
          <a:xfrm>
            <a:off x="16400098" y="7141102"/>
            <a:ext cx="49530" cy="2005330"/>
          </a:xfrm>
          <a:custGeom>
            <a:avLst/>
            <a:gdLst/>
            <a:ahLst/>
            <a:cxnLst/>
            <a:rect l="l" t="t" r="r" b="b"/>
            <a:pathLst>
              <a:path w="49530" h="2005329">
                <a:moveTo>
                  <a:pt x="49108" y="0"/>
                </a:moveTo>
                <a:lnTo>
                  <a:pt x="0" y="0"/>
                </a:lnTo>
                <a:lnTo>
                  <a:pt x="0" y="2004818"/>
                </a:lnTo>
                <a:lnTo>
                  <a:pt x="49108" y="2004818"/>
                </a:lnTo>
                <a:lnTo>
                  <a:pt x="491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 descr=""/>
          <p:cNvSpPr/>
          <p:nvPr/>
        </p:nvSpPr>
        <p:spPr>
          <a:xfrm>
            <a:off x="16037742" y="7141102"/>
            <a:ext cx="49530" cy="2005330"/>
          </a:xfrm>
          <a:custGeom>
            <a:avLst/>
            <a:gdLst/>
            <a:ahLst/>
            <a:cxnLst/>
            <a:rect l="l" t="t" r="r" b="b"/>
            <a:pathLst>
              <a:path w="49530" h="2005329">
                <a:moveTo>
                  <a:pt x="49108" y="0"/>
                </a:moveTo>
                <a:lnTo>
                  <a:pt x="0" y="0"/>
                </a:lnTo>
                <a:lnTo>
                  <a:pt x="0" y="2004818"/>
                </a:lnTo>
                <a:lnTo>
                  <a:pt x="49108" y="2004818"/>
                </a:lnTo>
                <a:lnTo>
                  <a:pt x="491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6" name="object 186" descr=""/>
          <p:cNvGrpSpPr/>
          <p:nvPr/>
        </p:nvGrpSpPr>
        <p:grpSpPr>
          <a:xfrm>
            <a:off x="15904712" y="6826575"/>
            <a:ext cx="2165350" cy="2479675"/>
            <a:chOff x="15904712" y="6826575"/>
            <a:chExt cx="2165350" cy="2479675"/>
          </a:xfrm>
        </p:grpSpPr>
        <p:sp>
          <p:nvSpPr>
            <p:cNvPr id="187" name="object 187" descr=""/>
            <p:cNvSpPr/>
            <p:nvPr/>
          </p:nvSpPr>
          <p:spPr>
            <a:xfrm>
              <a:off x="16400082" y="7141114"/>
              <a:ext cx="1664335" cy="2008505"/>
            </a:xfrm>
            <a:custGeom>
              <a:avLst/>
              <a:gdLst/>
              <a:ahLst/>
              <a:cxnLst/>
              <a:rect l="l" t="t" r="r" b="b"/>
              <a:pathLst>
                <a:path w="1664334" h="2008504">
                  <a:moveTo>
                    <a:pt x="1663725" y="0"/>
                  </a:moveTo>
                  <a:lnTo>
                    <a:pt x="0" y="0"/>
                  </a:lnTo>
                  <a:lnTo>
                    <a:pt x="0" y="49936"/>
                  </a:lnTo>
                  <a:lnTo>
                    <a:pt x="1614614" y="49936"/>
                  </a:lnTo>
                  <a:lnTo>
                    <a:pt x="1614614" y="2007895"/>
                  </a:lnTo>
                  <a:lnTo>
                    <a:pt x="1663725" y="2007895"/>
                  </a:lnTo>
                  <a:lnTo>
                    <a:pt x="1663725" y="49936"/>
                  </a:lnTo>
                  <a:lnTo>
                    <a:pt x="1663725" y="3086"/>
                  </a:lnTo>
                  <a:lnTo>
                    <a:pt x="1663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6449206" y="7191037"/>
              <a:ext cx="1565910" cy="669925"/>
            </a:xfrm>
            <a:custGeom>
              <a:avLst/>
              <a:gdLst/>
              <a:ahLst/>
              <a:cxnLst/>
              <a:rect l="l" t="t" r="r" b="b"/>
              <a:pathLst>
                <a:path w="1565909" h="669925">
                  <a:moveTo>
                    <a:pt x="1565502" y="0"/>
                  </a:moveTo>
                  <a:lnTo>
                    <a:pt x="0" y="0"/>
                  </a:lnTo>
                  <a:lnTo>
                    <a:pt x="0" y="669529"/>
                  </a:lnTo>
                  <a:lnTo>
                    <a:pt x="1565502" y="669529"/>
                  </a:lnTo>
                  <a:lnTo>
                    <a:pt x="1565502" y="0"/>
                  </a:lnTo>
                  <a:close/>
                </a:path>
              </a:pathLst>
            </a:custGeom>
            <a:solidFill>
              <a:srgbClr val="EFF7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6035046" y="6826586"/>
              <a:ext cx="1979930" cy="2069464"/>
            </a:xfrm>
            <a:custGeom>
              <a:avLst/>
              <a:gdLst/>
              <a:ahLst/>
              <a:cxnLst/>
              <a:rect l="l" t="t" r="r" b="b"/>
              <a:pathLst>
                <a:path w="1979930" h="2069465">
                  <a:moveTo>
                    <a:pt x="416039" y="81788"/>
                  </a:moveTo>
                  <a:lnTo>
                    <a:pt x="409143" y="49784"/>
                  </a:lnTo>
                  <a:lnTo>
                    <a:pt x="390525" y="23812"/>
                  </a:lnTo>
                  <a:lnTo>
                    <a:pt x="363207" y="6375"/>
                  </a:lnTo>
                  <a:lnTo>
                    <a:pt x="330250" y="0"/>
                  </a:lnTo>
                  <a:lnTo>
                    <a:pt x="86588" y="0"/>
                  </a:lnTo>
                  <a:lnTo>
                    <a:pt x="53517" y="6375"/>
                  </a:lnTo>
                  <a:lnTo>
                    <a:pt x="25920" y="23812"/>
                  </a:lnTo>
                  <a:lnTo>
                    <a:pt x="7023" y="49784"/>
                  </a:lnTo>
                  <a:lnTo>
                    <a:pt x="0" y="81788"/>
                  </a:lnTo>
                  <a:lnTo>
                    <a:pt x="0" y="315595"/>
                  </a:lnTo>
                  <a:lnTo>
                    <a:pt x="2692" y="315595"/>
                  </a:lnTo>
                  <a:lnTo>
                    <a:pt x="2692" y="364464"/>
                  </a:lnTo>
                  <a:lnTo>
                    <a:pt x="365048" y="364464"/>
                  </a:lnTo>
                  <a:lnTo>
                    <a:pt x="365048" y="314528"/>
                  </a:lnTo>
                  <a:lnTo>
                    <a:pt x="53809" y="314528"/>
                  </a:lnTo>
                  <a:lnTo>
                    <a:pt x="53809" y="81788"/>
                  </a:lnTo>
                  <a:lnTo>
                    <a:pt x="55740" y="69354"/>
                  </a:lnTo>
                  <a:lnTo>
                    <a:pt x="61366" y="59334"/>
                  </a:lnTo>
                  <a:lnTo>
                    <a:pt x="70383" y="52641"/>
                  </a:lnTo>
                  <a:lnTo>
                    <a:pt x="82499" y="50203"/>
                  </a:lnTo>
                  <a:lnTo>
                    <a:pt x="330250" y="50203"/>
                  </a:lnTo>
                  <a:lnTo>
                    <a:pt x="343877" y="52781"/>
                  </a:lnTo>
                  <a:lnTo>
                    <a:pt x="355219" y="59880"/>
                  </a:lnTo>
                  <a:lnTo>
                    <a:pt x="362953" y="70510"/>
                  </a:lnTo>
                  <a:lnTo>
                    <a:pt x="365823" y="83680"/>
                  </a:lnTo>
                  <a:lnTo>
                    <a:pt x="365823" y="315595"/>
                  </a:lnTo>
                  <a:lnTo>
                    <a:pt x="416039" y="315595"/>
                  </a:lnTo>
                  <a:lnTo>
                    <a:pt x="416039" y="81788"/>
                  </a:lnTo>
                  <a:close/>
                </a:path>
                <a:path w="1979930" h="2069465">
                  <a:moveTo>
                    <a:pt x="1979650" y="2015490"/>
                  </a:moveTo>
                  <a:lnTo>
                    <a:pt x="414159" y="2015490"/>
                  </a:lnTo>
                  <a:lnTo>
                    <a:pt x="414159" y="2069122"/>
                  </a:lnTo>
                  <a:lnTo>
                    <a:pt x="1979650" y="2069122"/>
                  </a:lnTo>
                  <a:lnTo>
                    <a:pt x="1979650" y="20154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6021365" y="8842076"/>
              <a:ext cx="373380" cy="50800"/>
            </a:xfrm>
            <a:custGeom>
              <a:avLst/>
              <a:gdLst/>
              <a:ahLst/>
              <a:cxnLst/>
              <a:rect l="l" t="t" r="r" b="b"/>
              <a:pathLst>
                <a:path w="373380" h="50800">
                  <a:moveTo>
                    <a:pt x="373140" y="0"/>
                  </a:moveTo>
                  <a:lnTo>
                    <a:pt x="0" y="0"/>
                  </a:lnTo>
                  <a:lnTo>
                    <a:pt x="0" y="50218"/>
                  </a:lnTo>
                  <a:lnTo>
                    <a:pt x="373140" y="50218"/>
                  </a:lnTo>
                  <a:lnTo>
                    <a:pt x="37314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268991" y="9145930"/>
              <a:ext cx="180214" cy="160131"/>
            </a:xfrm>
            <a:prstGeom prst="rect">
              <a:avLst/>
            </a:prstGeom>
          </p:spPr>
        </p:pic>
        <p:pic>
          <p:nvPicPr>
            <p:cNvPr id="192" name="object 19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904712" y="9145930"/>
              <a:ext cx="180214" cy="160131"/>
            </a:xfrm>
            <a:prstGeom prst="rect">
              <a:avLst/>
            </a:prstGeom>
          </p:spPr>
        </p:pic>
        <p:pic>
          <p:nvPicPr>
            <p:cNvPr id="193" name="object 19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889824" y="9141907"/>
              <a:ext cx="180214" cy="160121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521453" y="9141907"/>
              <a:ext cx="180214" cy="160121"/>
            </a:xfrm>
            <a:prstGeom prst="rect">
              <a:avLst/>
            </a:prstGeom>
          </p:spPr>
        </p:pic>
        <p:sp>
          <p:nvSpPr>
            <p:cNvPr id="195" name="object 195" descr=""/>
            <p:cNvSpPr/>
            <p:nvPr/>
          </p:nvSpPr>
          <p:spPr>
            <a:xfrm>
              <a:off x="17068496" y="7336148"/>
              <a:ext cx="322580" cy="378460"/>
            </a:xfrm>
            <a:custGeom>
              <a:avLst/>
              <a:gdLst/>
              <a:ahLst/>
              <a:cxnLst/>
              <a:rect l="l" t="t" r="r" b="b"/>
              <a:pathLst>
                <a:path w="322580" h="378459">
                  <a:moveTo>
                    <a:pt x="321970" y="340614"/>
                  </a:moveTo>
                  <a:lnTo>
                    <a:pt x="0" y="340614"/>
                  </a:lnTo>
                  <a:lnTo>
                    <a:pt x="0" y="378155"/>
                  </a:lnTo>
                  <a:lnTo>
                    <a:pt x="321970" y="378155"/>
                  </a:lnTo>
                  <a:lnTo>
                    <a:pt x="321970" y="340614"/>
                  </a:lnTo>
                  <a:close/>
                </a:path>
                <a:path w="322580" h="378459">
                  <a:moveTo>
                    <a:pt x="321970" y="0"/>
                  </a:moveTo>
                  <a:lnTo>
                    <a:pt x="0" y="0"/>
                  </a:lnTo>
                  <a:lnTo>
                    <a:pt x="0" y="37553"/>
                  </a:lnTo>
                  <a:lnTo>
                    <a:pt x="321970" y="37553"/>
                  </a:lnTo>
                  <a:lnTo>
                    <a:pt x="321970" y="0"/>
                  </a:lnTo>
                  <a:close/>
                </a:path>
              </a:pathLst>
            </a:custGeom>
            <a:solidFill>
              <a:srgbClr val="DAE4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6084919" y="7191051"/>
              <a:ext cx="1933575" cy="672465"/>
            </a:xfrm>
            <a:custGeom>
              <a:avLst/>
              <a:gdLst/>
              <a:ahLst/>
              <a:cxnLst/>
              <a:rect l="l" t="t" r="r" b="b"/>
              <a:pathLst>
                <a:path w="1933575" h="672465">
                  <a:moveTo>
                    <a:pt x="274231" y="0"/>
                  </a:moveTo>
                  <a:lnTo>
                    <a:pt x="0" y="0"/>
                  </a:lnTo>
                  <a:lnTo>
                    <a:pt x="0" y="669531"/>
                  </a:lnTo>
                  <a:lnTo>
                    <a:pt x="274231" y="669531"/>
                  </a:lnTo>
                  <a:lnTo>
                    <a:pt x="274231" y="0"/>
                  </a:lnTo>
                  <a:close/>
                </a:path>
                <a:path w="1933575" h="672465">
                  <a:moveTo>
                    <a:pt x="1933435" y="1346"/>
                  </a:moveTo>
                  <a:lnTo>
                    <a:pt x="366166" y="1346"/>
                  </a:lnTo>
                  <a:lnTo>
                    <a:pt x="366166" y="33096"/>
                  </a:lnTo>
                  <a:lnTo>
                    <a:pt x="1890395" y="33096"/>
                  </a:lnTo>
                  <a:lnTo>
                    <a:pt x="1890395" y="671906"/>
                  </a:lnTo>
                  <a:lnTo>
                    <a:pt x="1933435" y="671906"/>
                  </a:lnTo>
                  <a:lnTo>
                    <a:pt x="1933435" y="33096"/>
                  </a:lnTo>
                  <a:lnTo>
                    <a:pt x="1933435" y="1346"/>
                  </a:lnTo>
                  <a:close/>
                </a:path>
              </a:pathLst>
            </a:custGeom>
            <a:solidFill>
              <a:srgbClr val="E1EC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7" name="object 197" descr=""/>
          <p:cNvSpPr/>
          <p:nvPr/>
        </p:nvSpPr>
        <p:spPr>
          <a:xfrm>
            <a:off x="4159788" y="6664414"/>
            <a:ext cx="1133475" cy="262255"/>
          </a:xfrm>
          <a:custGeom>
            <a:avLst/>
            <a:gdLst/>
            <a:ahLst/>
            <a:cxnLst/>
            <a:rect l="l" t="t" r="r" b="b"/>
            <a:pathLst>
              <a:path w="1133475" h="262254">
                <a:moveTo>
                  <a:pt x="1058355" y="0"/>
                </a:moveTo>
                <a:lnTo>
                  <a:pt x="1029633" y="0"/>
                </a:lnTo>
                <a:lnTo>
                  <a:pt x="1030073" y="6094"/>
                </a:lnTo>
                <a:lnTo>
                  <a:pt x="1029507" y="8104"/>
                </a:lnTo>
                <a:lnTo>
                  <a:pt x="1029507" y="49967"/>
                </a:lnTo>
                <a:lnTo>
                  <a:pt x="1022116" y="95787"/>
                </a:lnTo>
                <a:lnTo>
                  <a:pt x="1001535" y="135582"/>
                </a:lnTo>
                <a:lnTo>
                  <a:pt x="970151" y="166964"/>
                </a:lnTo>
                <a:lnTo>
                  <a:pt x="930353" y="187545"/>
                </a:lnTo>
                <a:lnTo>
                  <a:pt x="884528" y="194936"/>
                </a:lnTo>
                <a:lnTo>
                  <a:pt x="0" y="194936"/>
                </a:lnTo>
                <a:lnTo>
                  <a:pt x="0" y="254180"/>
                </a:lnTo>
                <a:lnTo>
                  <a:pt x="7769" y="261950"/>
                </a:lnTo>
                <a:lnTo>
                  <a:pt x="1126248" y="261950"/>
                </a:lnTo>
                <a:lnTo>
                  <a:pt x="1133064" y="255123"/>
                </a:lnTo>
                <a:lnTo>
                  <a:pt x="1133064" y="74709"/>
                </a:lnTo>
                <a:lnTo>
                  <a:pt x="1127169" y="45702"/>
                </a:lnTo>
                <a:lnTo>
                  <a:pt x="1111118" y="21946"/>
                </a:lnTo>
                <a:lnTo>
                  <a:pt x="1087362" y="5895"/>
                </a:lnTo>
                <a:lnTo>
                  <a:pt x="1058355" y="0"/>
                </a:lnTo>
                <a:close/>
              </a:path>
            </a:pathLst>
          </a:custGeom>
          <a:solidFill>
            <a:srgbClr val="79D1C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8" name="object 198" descr=""/>
          <p:cNvGrpSpPr/>
          <p:nvPr/>
        </p:nvGrpSpPr>
        <p:grpSpPr>
          <a:xfrm>
            <a:off x="8272669" y="2753570"/>
            <a:ext cx="1998980" cy="2731135"/>
            <a:chOff x="8272669" y="2753570"/>
            <a:chExt cx="1998980" cy="2731135"/>
          </a:xfrm>
        </p:grpSpPr>
        <p:sp>
          <p:nvSpPr>
            <p:cNvPr id="199" name="object 199" descr=""/>
            <p:cNvSpPr/>
            <p:nvPr/>
          </p:nvSpPr>
          <p:spPr>
            <a:xfrm>
              <a:off x="8272669" y="2753570"/>
              <a:ext cx="1998980" cy="2731135"/>
            </a:xfrm>
            <a:custGeom>
              <a:avLst/>
              <a:gdLst/>
              <a:ahLst/>
              <a:cxnLst/>
              <a:rect l="l" t="t" r="r" b="b"/>
              <a:pathLst>
                <a:path w="1998979" h="2731135">
                  <a:moveTo>
                    <a:pt x="1998693" y="0"/>
                  </a:moveTo>
                  <a:lnTo>
                    <a:pt x="0" y="0"/>
                  </a:lnTo>
                  <a:lnTo>
                    <a:pt x="0" y="2730524"/>
                  </a:lnTo>
                  <a:lnTo>
                    <a:pt x="1998693" y="2730524"/>
                  </a:lnTo>
                  <a:lnTo>
                    <a:pt x="19986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485129" y="2974350"/>
              <a:ext cx="1584438" cy="2344723"/>
            </a:xfrm>
            <a:prstGeom prst="rect">
              <a:avLst/>
            </a:prstGeom>
          </p:spPr>
        </p:pic>
      </p:grpSp>
      <p:grpSp>
        <p:nvGrpSpPr>
          <p:cNvPr id="201" name="object 201" descr=""/>
          <p:cNvGrpSpPr/>
          <p:nvPr/>
        </p:nvGrpSpPr>
        <p:grpSpPr>
          <a:xfrm>
            <a:off x="10934330" y="2524762"/>
            <a:ext cx="1143000" cy="1143000"/>
            <a:chOff x="10934330" y="2524762"/>
            <a:chExt cx="1143000" cy="1143000"/>
          </a:xfrm>
        </p:grpSpPr>
        <p:sp>
          <p:nvSpPr>
            <p:cNvPr id="202" name="object 202" descr=""/>
            <p:cNvSpPr/>
            <p:nvPr/>
          </p:nvSpPr>
          <p:spPr>
            <a:xfrm>
              <a:off x="10934330" y="2524762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571228" y="0"/>
                  </a:moveTo>
                  <a:lnTo>
                    <a:pt x="524379" y="1893"/>
                  </a:lnTo>
                  <a:lnTo>
                    <a:pt x="478573" y="7476"/>
                  </a:lnTo>
                  <a:lnTo>
                    <a:pt x="433956" y="16600"/>
                  </a:lnTo>
                  <a:lnTo>
                    <a:pt x="390677" y="29120"/>
                  </a:lnTo>
                  <a:lnTo>
                    <a:pt x="348882" y="44888"/>
                  </a:lnTo>
                  <a:lnTo>
                    <a:pt x="308717" y="63757"/>
                  </a:lnTo>
                  <a:lnTo>
                    <a:pt x="270331" y="85581"/>
                  </a:lnTo>
                  <a:lnTo>
                    <a:pt x="233869" y="110211"/>
                  </a:lnTo>
                  <a:lnTo>
                    <a:pt x="199480" y="137501"/>
                  </a:lnTo>
                  <a:lnTo>
                    <a:pt x="167310" y="167305"/>
                  </a:lnTo>
                  <a:lnTo>
                    <a:pt x="137506" y="199474"/>
                  </a:lnTo>
                  <a:lnTo>
                    <a:pt x="110215" y="233863"/>
                  </a:lnTo>
                  <a:lnTo>
                    <a:pt x="85584" y="270323"/>
                  </a:lnTo>
                  <a:lnTo>
                    <a:pt x="63760" y="308709"/>
                  </a:lnTo>
                  <a:lnTo>
                    <a:pt x="44890" y="348873"/>
                  </a:lnTo>
                  <a:lnTo>
                    <a:pt x="29121" y="390668"/>
                  </a:lnTo>
                  <a:lnTo>
                    <a:pt x="16601" y="433947"/>
                  </a:lnTo>
                  <a:lnTo>
                    <a:pt x="7476" y="478563"/>
                  </a:lnTo>
                  <a:lnTo>
                    <a:pt x="1893" y="524369"/>
                  </a:lnTo>
                  <a:lnTo>
                    <a:pt x="0" y="571218"/>
                  </a:lnTo>
                  <a:lnTo>
                    <a:pt x="1893" y="618067"/>
                  </a:lnTo>
                  <a:lnTo>
                    <a:pt x="7476" y="663873"/>
                  </a:lnTo>
                  <a:lnTo>
                    <a:pt x="16601" y="708489"/>
                  </a:lnTo>
                  <a:lnTo>
                    <a:pt x="29121" y="751768"/>
                  </a:lnTo>
                  <a:lnTo>
                    <a:pt x="44890" y="793563"/>
                  </a:lnTo>
                  <a:lnTo>
                    <a:pt x="63760" y="833726"/>
                  </a:lnTo>
                  <a:lnTo>
                    <a:pt x="85584" y="872112"/>
                  </a:lnTo>
                  <a:lnTo>
                    <a:pt x="110215" y="908573"/>
                  </a:lnTo>
                  <a:lnTo>
                    <a:pt x="137506" y="942961"/>
                  </a:lnTo>
                  <a:lnTo>
                    <a:pt x="167310" y="975131"/>
                  </a:lnTo>
                  <a:lnTo>
                    <a:pt x="199480" y="1004934"/>
                  </a:lnTo>
                  <a:lnTo>
                    <a:pt x="233869" y="1032225"/>
                  </a:lnTo>
                  <a:lnTo>
                    <a:pt x="270331" y="1056855"/>
                  </a:lnTo>
                  <a:lnTo>
                    <a:pt x="308717" y="1078678"/>
                  </a:lnTo>
                  <a:lnTo>
                    <a:pt x="348882" y="1097547"/>
                  </a:lnTo>
                  <a:lnTo>
                    <a:pt x="390677" y="1113315"/>
                  </a:lnTo>
                  <a:lnTo>
                    <a:pt x="433956" y="1125835"/>
                  </a:lnTo>
                  <a:lnTo>
                    <a:pt x="478573" y="1134960"/>
                  </a:lnTo>
                  <a:lnTo>
                    <a:pt x="524379" y="1140542"/>
                  </a:lnTo>
                  <a:lnTo>
                    <a:pt x="571228" y="1142436"/>
                  </a:lnTo>
                  <a:lnTo>
                    <a:pt x="618077" y="1140542"/>
                  </a:lnTo>
                  <a:lnTo>
                    <a:pt x="663883" y="1134960"/>
                  </a:lnTo>
                  <a:lnTo>
                    <a:pt x="708499" y="1125835"/>
                  </a:lnTo>
                  <a:lnTo>
                    <a:pt x="751778" y="1113315"/>
                  </a:lnTo>
                  <a:lnTo>
                    <a:pt x="793573" y="1097547"/>
                  </a:lnTo>
                  <a:lnTo>
                    <a:pt x="833737" y="1078678"/>
                  </a:lnTo>
                  <a:lnTo>
                    <a:pt x="872123" y="1056855"/>
                  </a:lnTo>
                  <a:lnTo>
                    <a:pt x="908583" y="1032225"/>
                  </a:lnTo>
                  <a:lnTo>
                    <a:pt x="942972" y="1004934"/>
                  </a:lnTo>
                  <a:lnTo>
                    <a:pt x="975141" y="975131"/>
                  </a:lnTo>
                  <a:lnTo>
                    <a:pt x="1004945" y="942961"/>
                  </a:lnTo>
                  <a:lnTo>
                    <a:pt x="1032235" y="908573"/>
                  </a:lnTo>
                  <a:lnTo>
                    <a:pt x="1056865" y="872112"/>
                  </a:lnTo>
                  <a:lnTo>
                    <a:pt x="1078688" y="833726"/>
                  </a:lnTo>
                  <a:lnTo>
                    <a:pt x="1097558" y="793563"/>
                  </a:lnTo>
                  <a:lnTo>
                    <a:pt x="1113326" y="751768"/>
                  </a:lnTo>
                  <a:lnTo>
                    <a:pt x="1125845" y="708489"/>
                  </a:lnTo>
                  <a:lnTo>
                    <a:pt x="1134970" y="663873"/>
                  </a:lnTo>
                  <a:lnTo>
                    <a:pt x="1140553" y="618067"/>
                  </a:lnTo>
                  <a:lnTo>
                    <a:pt x="1142446" y="571218"/>
                  </a:lnTo>
                  <a:lnTo>
                    <a:pt x="1140553" y="524369"/>
                  </a:lnTo>
                  <a:lnTo>
                    <a:pt x="1134970" y="478563"/>
                  </a:lnTo>
                  <a:lnTo>
                    <a:pt x="1125845" y="433947"/>
                  </a:lnTo>
                  <a:lnTo>
                    <a:pt x="1113326" y="390668"/>
                  </a:lnTo>
                  <a:lnTo>
                    <a:pt x="1097558" y="348873"/>
                  </a:lnTo>
                  <a:lnTo>
                    <a:pt x="1078688" y="308709"/>
                  </a:lnTo>
                  <a:lnTo>
                    <a:pt x="1056865" y="270323"/>
                  </a:lnTo>
                  <a:lnTo>
                    <a:pt x="1032235" y="233863"/>
                  </a:lnTo>
                  <a:lnTo>
                    <a:pt x="1004945" y="199474"/>
                  </a:lnTo>
                  <a:lnTo>
                    <a:pt x="975141" y="167305"/>
                  </a:lnTo>
                  <a:lnTo>
                    <a:pt x="942972" y="137501"/>
                  </a:lnTo>
                  <a:lnTo>
                    <a:pt x="908583" y="110211"/>
                  </a:lnTo>
                  <a:lnTo>
                    <a:pt x="872123" y="85581"/>
                  </a:lnTo>
                  <a:lnTo>
                    <a:pt x="833737" y="63757"/>
                  </a:lnTo>
                  <a:lnTo>
                    <a:pt x="793573" y="44888"/>
                  </a:lnTo>
                  <a:lnTo>
                    <a:pt x="751778" y="29120"/>
                  </a:lnTo>
                  <a:lnTo>
                    <a:pt x="708499" y="16600"/>
                  </a:lnTo>
                  <a:lnTo>
                    <a:pt x="663883" y="7476"/>
                  </a:lnTo>
                  <a:lnTo>
                    <a:pt x="618077" y="1893"/>
                  </a:lnTo>
                  <a:lnTo>
                    <a:pt x="571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0996081" y="2586509"/>
              <a:ext cx="1019175" cy="1019175"/>
            </a:xfrm>
            <a:custGeom>
              <a:avLst/>
              <a:gdLst/>
              <a:ahLst/>
              <a:cxnLst/>
              <a:rect l="l" t="t" r="r" b="b"/>
              <a:pathLst>
                <a:path w="1019175" h="1019175">
                  <a:moveTo>
                    <a:pt x="509471" y="0"/>
                  </a:moveTo>
                  <a:lnTo>
                    <a:pt x="460405" y="2332"/>
                  </a:lnTo>
                  <a:lnTo>
                    <a:pt x="412659" y="9186"/>
                  </a:lnTo>
                  <a:lnTo>
                    <a:pt x="366446" y="20349"/>
                  </a:lnTo>
                  <a:lnTo>
                    <a:pt x="321980" y="35607"/>
                  </a:lnTo>
                  <a:lnTo>
                    <a:pt x="279474" y="54746"/>
                  </a:lnTo>
                  <a:lnTo>
                    <a:pt x="239141" y="77554"/>
                  </a:lnTo>
                  <a:lnTo>
                    <a:pt x="201196" y="103816"/>
                  </a:lnTo>
                  <a:lnTo>
                    <a:pt x="165851" y="133320"/>
                  </a:lnTo>
                  <a:lnTo>
                    <a:pt x="133320" y="165851"/>
                  </a:lnTo>
                  <a:lnTo>
                    <a:pt x="103816" y="201196"/>
                  </a:lnTo>
                  <a:lnTo>
                    <a:pt x="77554" y="239141"/>
                  </a:lnTo>
                  <a:lnTo>
                    <a:pt x="54746" y="279474"/>
                  </a:lnTo>
                  <a:lnTo>
                    <a:pt x="35607" y="321980"/>
                  </a:lnTo>
                  <a:lnTo>
                    <a:pt x="20349" y="366446"/>
                  </a:lnTo>
                  <a:lnTo>
                    <a:pt x="9186" y="412659"/>
                  </a:lnTo>
                  <a:lnTo>
                    <a:pt x="2332" y="460405"/>
                  </a:lnTo>
                  <a:lnTo>
                    <a:pt x="0" y="509471"/>
                  </a:lnTo>
                  <a:lnTo>
                    <a:pt x="2332" y="558536"/>
                  </a:lnTo>
                  <a:lnTo>
                    <a:pt x="9186" y="606282"/>
                  </a:lnTo>
                  <a:lnTo>
                    <a:pt x="20349" y="652495"/>
                  </a:lnTo>
                  <a:lnTo>
                    <a:pt x="35607" y="696962"/>
                  </a:lnTo>
                  <a:lnTo>
                    <a:pt x="54746" y="739468"/>
                  </a:lnTo>
                  <a:lnTo>
                    <a:pt x="77554" y="779801"/>
                  </a:lnTo>
                  <a:lnTo>
                    <a:pt x="103816" y="817746"/>
                  </a:lnTo>
                  <a:lnTo>
                    <a:pt x="133320" y="853091"/>
                  </a:lnTo>
                  <a:lnTo>
                    <a:pt x="165851" y="885622"/>
                  </a:lnTo>
                  <a:lnTo>
                    <a:pt x="201196" y="915125"/>
                  </a:lnTo>
                  <a:lnTo>
                    <a:pt x="239141" y="941388"/>
                  </a:lnTo>
                  <a:lnTo>
                    <a:pt x="279474" y="964195"/>
                  </a:lnTo>
                  <a:lnTo>
                    <a:pt x="321980" y="983335"/>
                  </a:lnTo>
                  <a:lnTo>
                    <a:pt x="366446" y="998593"/>
                  </a:lnTo>
                  <a:lnTo>
                    <a:pt x="412659" y="1009756"/>
                  </a:lnTo>
                  <a:lnTo>
                    <a:pt x="460405" y="1016610"/>
                  </a:lnTo>
                  <a:lnTo>
                    <a:pt x="509471" y="1018942"/>
                  </a:lnTo>
                  <a:lnTo>
                    <a:pt x="558536" y="1016610"/>
                  </a:lnTo>
                  <a:lnTo>
                    <a:pt x="606282" y="1009756"/>
                  </a:lnTo>
                  <a:lnTo>
                    <a:pt x="652495" y="998593"/>
                  </a:lnTo>
                  <a:lnTo>
                    <a:pt x="696962" y="983335"/>
                  </a:lnTo>
                  <a:lnTo>
                    <a:pt x="739468" y="964195"/>
                  </a:lnTo>
                  <a:lnTo>
                    <a:pt x="779801" y="941388"/>
                  </a:lnTo>
                  <a:lnTo>
                    <a:pt x="817746" y="915125"/>
                  </a:lnTo>
                  <a:lnTo>
                    <a:pt x="853091" y="885622"/>
                  </a:lnTo>
                  <a:lnTo>
                    <a:pt x="885622" y="853091"/>
                  </a:lnTo>
                  <a:lnTo>
                    <a:pt x="915125" y="817746"/>
                  </a:lnTo>
                  <a:lnTo>
                    <a:pt x="941388" y="779801"/>
                  </a:lnTo>
                  <a:lnTo>
                    <a:pt x="964195" y="739468"/>
                  </a:lnTo>
                  <a:lnTo>
                    <a:pt x="983335" y="696962"/>
                  </a:lnTo>
                  <a:lnTo>
                    <a:pt x="998593" y="652495"/>
                  </a:lnTo>
                  <a:lnTo>
                    <a:pt x="1009756" y="606282"/>
                  </a:lnTo>
                  <a:lnTo>
                    <a:pt x="1016610" y="558536"/>
                  </a:lnTo>
                  <a:lnTo>
                    <a:pt x="1018942" y="509471"/>
                  </a:lnTo>
                  <a:lnTo>
                    <a:pt x="1016610" y="460405"/>
                  </a:lnTo>
                  <a:lnTo>
                    <a:pt x="1009756" y="412659"/>
                  </a:lnTo>
                  <a:lnTo>
                    <a:pt x="998593" y="366446"/>
                  </a:lnTo>
                  <a:lnTo>
                    <a:pt x="983335" y="321980"/>
                  </a:lnTo>
                  <a:lnTo>
                    <a:pt x="964195" y="279474"/>
                  </a:lnTo>
                  <a:lnTo>
                    <a:pt x="941388" y="239141"/>
                  </a:lnTo>
                  <a:lnTo>
                    <a:pt x="915125" y="201196"/>
                  </a:lnTo>
                  <a:lnTo>
                    <a:pt x="885622" y="165851"/>
                  </a:lnTo>
                  <a:lnTo>
                    <a:pt x="853091" y="133320"/>
                  </a:lnTo>
                  <a:lnTo>
                    <a:pt x="817746" y="103816"/>
                  </a:lnTo>
                  <a:lnTo>
                    <a:pt x="779801" y="77554"/>
                  </a:lnTo>
                  <a:lnTo>
                    <a:pt x="739468" y="54746"/>
                  </a:lnTo>
                  <a:lnTo>
                    <a:pt x="696962" y="35607"/>
                  </a:lnTo>
                  <a:lnTo>
                    <a:pt x="652495" y="20349"/>
                  </a:lnTo>
                  <a:lnTo>
                    <a:pt x="606282" y="9186"/>
                  </a:lnTo>
                  <a:lnTo>
                    <a:pt x="558536" y="2332"/>
                  </a:lnTo>
                  <a:lnTo>
                    <a:pt x="509471" y="0"/>
                  </a:lnTo>
                  <a:close/>
                </a:path>
              </a:pathLst>
            </a:custGeom>
            <a:solidFill>
              <a:srgbClr val="BD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1032101" y="2622536"/>
              <a:ext cx="947419" cy="947419"/>
            </a:xfrm>
            <a:custGeom>
              <a:avLst/>
              <a:gdLst/>
              <a:ahLst/>
              <a:cxnLst/>
              <a:rect l="l" t="t" r="r" b="b"/>
              <a:pathLst>
                <a:path w="947420" h="947420">
                  <a:moveTo>
                    <a:pt x="473451" y="0"/>
                  </a:moveTo>
                  <a:lnTo>
                    <a:pt x="425113" y="2448"/>
                  </a:lnTo>
                  <a:lnTo>
                    <a:pt x="378155" y="9635"/>
                  </a:lnTo>
                  <a:lnTo>
                    <a:pt x="332817" y="21320"/>
                  </a:lnTo>
                  <a:lnTo>
                    <a:pt x="289340" y="37263"/>
                  </a:lnTo>
                  <a:lnTo>
                    <a:pt x="247962" y="57225"/>
                  </a:lnTo>
                  <a:lnTo>
                    <a:pt x="208924" y="80965"/>
                  </a:lnTo>
                  <a:lnTo>
                    <a:pt x="172466" y="108244"/>
                  </a:lnTo>
                  <a:lnTo>
                    <a:pt x="138828" y="138822"/>
                  </a:lnTo>
                  <a:lnTo>
                    <a:pt x="108248" y="172460"/>
                  </a:lnTo>
                  <a:lnTo>
                    <a:pt x="80968" y="208917"/>
                  </a:lnTo>
                  <a:lnTo>
                    <a:pt x="57227" y="247954"/>
                  </a:lnTo>
                  <a:lnTo>
                    <a:pt x="37265" y="289331"/>
                  </a:lnTo>
                  <a:lnTo>
                    <a:pt x="21321" y="332807"/>
                  </a:lnTo>
                  <a:lnTo>
                    <a:pt x="9636" y="378145"/>
                  </a:lnTo>
                  <a:lnTo>
                    <a:pt x="2448" y="425102"/>
                  </a:lnTo>
                  <a:lnTo>
                    <a:pt x="0" y="473441"/>
                  </a:lnTo>
                  <a:lnTo>
                    <a:pt x="2448" y="521779"/>
                  </a:lnTo>
                  <a:lnTo>
                    <a:pt x="9636" y="568737"/>
                  </a:lnTo>
                  <a:lnTo>
                    <a:pt x="21321" y="614075"/>
                  </a:lnTo>
                  <a:lnTo>
                    <a:pt x="37265" y="657552"/>
                  </a:lnTo>
                  <a:lnTo>
                    <a:pt x="57227" y="698930"/>
                  </a:lnTo>
                  <a:lnTo>
                    <a:pt x="80968" y="737967"/>
                  </a:lnTo>
                  <a:lnTo>
                    <a:pt x="108248" y="774425"/>
                  </a:lnTo>
                  <a:lnTo>
                    <a:pt x="138828" y="808064"/>
                  </a:lnTo>
                  <a:lnTo>
                    <a:pt x="172466" y="838643"/>
                  </a:lnTo>
                  <a:lnTo>
                    <a:pt x="208924" y="865923"/>
                  </a:lnTo>
                  <a:lnTo>
                    <a:pt x="247962" y="889665"/>
                  </a:lnTo>
                  <a:lnTo>
                    <a:pt x="289340" y="909627"/>
                  </a:lnTo>
                  <a:lnTo>
                    <a:pt x="332817" y="925571"/>
                  </a:lnTo>
                  <a:lnTo>
                    <a:pt x="378155" y="937256"/>
                  </a:lnTo>
                  <a:lnTo>
                    <a:pt x="425113" y="944443"/>
                  </a:lnTo>
                  <a:lnTo>
                    <a:pt x="473451" y="946892"/>
                  </a:lnTo>
                  <a:lnTo>
                    <a:pt x="521790" y="944443"/>
                  </a:lnTo>
                  <a:lnTo>
                    <a:pt x="568747" y="937256"/>
                  </a:lnTo>
                  <a:lnTo>
                    <a:pt x="614085" y="925571"/>
                  </a:lnTo>
                  <a:lnTo>
                    <a:pt x="657563" y="909627"/>
                  </a:lnTo>
                  <a:lnTo>
                    <a:pt x="698940" y="889665"/>
                  </a:lnTo>
                  <a:lnTo>
                    <a:pt x="737978" y="865923"/>
                  </a:lnTo>
                  <a:lnTo>
                    <a:pt x="774436" y="838643"/>
                  </a:lnTo>
                  <a:lnTo>
                    <a:pt x="808074" y="808064"/>
                  </a:lnTo>
                  <a:lnTo>
                    <a:pt x="838654" y="774425"/>
                  </a:lnTo>
                  <a:lnTo>
                    <a:pt x="865934" y="737967"/>
                  </a:lnTo>
                  <a:lnTo>
                    <a:pt x="889675" y="698930"/>
                  </a:lnTo>
                  <a:lnTo>
                    <a:pt x="909637" y="657552"/>
                  </a:lnTo>
                  <a:lnTo>
                    <a:pt x="925581" y="614075"/>
                  </a:lnTo>
                  <a:lnTo>
                    <a:pt x="937267" y="568737"/>
                  </a:lnTo>
                  <a:lnTo>
                    <a:pt x="944454" y="521779"/>
                  </a:lnTo>
                  <a:lnTo>
                    <a:pt x="946903" y="473441"/>
                  </a:lnTo>
                  <a:lnTo>
                    <a:pt x="944454" y="425102"/>
                  </a:lnTo>
                  <a:lnTo>
                    <a:pt x="937267" y="378145"/>
                  </a:lnTo>
                  <a:lnTo>
                    <a:pt x="925581" y="332807"/>
                  </a:lnTo>
                  <a:lnTo>
                    <a:pt x="909637" y="289331"/>
                  </a:lnTo>
                  <a:lnTo>
                    <a:pt x="889675" y="247954"/>
                  </a:lnTo>
                  <a:lnTo>
                    <a:pt x="865934" y="208917"/>
                  </a:lnTo>
                  <a:lnTo>
                    <a:pt x="838654" y="172460"/>
                  </a:lnTo>
                  <a:lnTo>
                    <a:pt x="808074" y="138822"/>
                  </a:lnTo>
                  <a:lnTo>
                    <a:pt x="774436" y="108244"/>
                  </a:lnTo>
                  <a:lnTo>
                    <a:pt x="737978" y="80965"/>
                  </a:lnTo>
                  <a:lnTo>
                    <a:pt x="698940" y="57225"/>
                  </a:lnTo>
                  <a:lnTo>
                    <a:pt x="657563" y="37263"/>
                  </a:lnTo>
                  <a:lnTo>
                    <a:pt x="614085" y="21320"/>
                  </a:lnTo>
                  <a:lnTo>
                    <a:pt x="568747" y="9635"/>
                  </a:lnTo>
                  <a:lnTo>
                    <a:pt x="521790" y="2448"/>
                  </a:lnTo>
                  <a:lnTo>
                    <a:pt x="473451" y="0"/>
                  </a:lnTo>
                  <a:close/>
                </a:path>
              </a:pathLst>
            </a:custGeom>
            <a:solidFill>
              <a:srgbClr val="A7E0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5" name="object 20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465135" y="3055564"/>
              <a:ext cx="80835" cy="80835"/>
            </a:xfrm>
            <a:prstGeom prst="rect">
              <a:avLst/>
            </a:prstGeom>
          </p:spPr>
        </p:pic>
        <p:sp>
          <p:nvSpPr>
            <p:cNvPr id="206" name="object 206" descr=""/>
            <p:cNvSpPr/>
            <p:nvPr/>
          </p:nvSpPr>
          <p:spPr>
            <a:xfrm>
              <a:off x="11095815" y="3072159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60">
                  <a:moveTo>
                    <a:pt x="23810" y="0"/>
                  </a:moveTo>
                  <a:lnTo>
                    <a:pt x="14550" y="1875"/>
                  </a:lnTo>
                  <a:lnTo>
                    <a:pt x="6981" y="6986"/>
                  </a:lnTo>
                  <a:lnTo>
                    <a:pt x="1873" y="14559"/>
                  </a:lnTo>
                  <a:lnTo>
                    <a:pt x="0" y="23821"/>
                  </a:lnTo>
                  <a:lnTo>
                    <a:pt x="1873" y="33082"/>
                  </a:lnTo>
                  <a:lnTo>
                    <a:pt x="6981" y="40655"/>
                  </a:lnTo>
                  <a:lnTo>
                    <a:pt x="14550" y="45766"/>
                  </a:lnTo>
                  <a:lnTo>
                    <a:pt x="23810" y="47642"/>
                  </a:lnTo>
                  <a:lnTo>
                    <a:pt x="33076" y="45766"/>
                  </a:lnTo>
                  <a:lnTo>
                    <a:pt x="40649" y="40655"/>
                  </a:lnTo>
                  <a:lnTo>
                    <a:pt x="45757" y="33082"/>
                  </a:lnTo>
                  <a:lnTo>
                    <a:pt x="47632" y="23821"/>
                  </a:lnTo>
                  <a:lnTo>
                    <a:pt x="45757" y="14559"/>
                  </a:lnTo>
                  <a:lnTo>
                    <a:pt x="40649" y="6986"/>
                  </a:lnTo>
                  <a:lnTo>
                    <a:pt x="33076" y="1875"/>
                  </a:lnTo>
                  <a:lnTo>
                    <a:pt x="23810" y="0"/>
                  </a:lnTo>
                  <a:close/>
                </a:path>
              </a:pathLst>
            </a:custGeom>
            <a:solidFill>
              <a:srgbClr val="2528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1201396" y="2656279"/>
              <a:ext cx="777875" cy="913765"/>
            </a:xfrm>
            <a:custGeom>
              <a:avLst/>
              <a:gdLst/>
              <a:ahLst/>
              <a:cxnLst/>
              <a:rect l="l" t="t" r="r" b="b"/>
              <a:pathLst>
                <a:path w="777875" h="913764">
                  <a:moveTo>
                    <a:pt x="479671" y="0"/>
                  </a:moveTo>
                  <a:lnTo>
                    <a:pt x="516641" y="34570"/>
                  </a:lnTo>
                  <a:lnTo>
                    <a:pt x="549758" y="72872"/>
                  </a:lnTo>
                  <a:lnTo>
                    <a:pt x="578689" y="114574"/>
                  </a:lnTo>
                  <a:lnTo>
                    <a:pt x="603104" y="159347"/>
                  </a:lnTo>
                  <a:lnTo>
                    <a:pt x="622671" y="206858"/>
                  </a:lnTo>
                  <a:lnTo>
                    <a:pt x="637057" y="256779"/>
                  </a:lnTo>
                  <a:lnTo>
                    <a:pt x="645932" y="308777"/>
                  </a:lnTo>
                  <a:lnTo>
                    <a:pt x="648964" y="362522"/>
                  </a:lnTo>
                  <a:lnTo>
                    <a:pt x="646515" y="410861"/>
                  </a:lnTo>
                  <a:lnTo>
                    <a:pt x="639328" y="457818"/>
                  </a:lnTo>
                  <a:lnTo>
                    <a:pt x="627643" y="503156"/>
                  </a:lnTo>
                  <a:lnTo>
                    <a:pt x="611699" y="546632"/>
                  </a:lnTo>
                  <a:lnTo>
                    <a:pt x="591736" y="588009"/>
                  </a:lnTo>
                  <a:lnTo>
                    <a:pt x="567995" y="627046"/>
                  </a:lnTo>
                  <a:lnTo>
                    <a:pt x="540715" y="663503"/>
                  </a:lnTo>
                  <a:lnTo>
                    <a:pt x="510136" y="697141"/>
                  </a:lnTo>
                  <a:lnTo>
                    <a:pt x="476497" y="727719"/>
                  </a:lnTo>
                  <a:lnTo>
                    <a:pt x="440039" y="754998"/>
                  </a:lnTo>
                  <a:lnTo>
                    <a:pt x="401002" y="778738"/>
                  </a:lnTo>
                  <a:lnTo>
                    <a:pt x="359624" y="798700"/>
                  </a:lnTo>
                  <a:lnTo>
                    <a:pt x="316147" y="814643"/>
                  </a:lnTo>
                  <a:lnTo>
                    <a:pt x="270809" y="826328"/>
                  </a:lnTo>
                  <a:lnTo>
                    <a:pt x="223851" y="833515"/>
                  </a:lnTo>
                  <a:lnTo>
                    <a:pt x="175512" y="835964"/>
                  </a:lnTo>
                  <a:lnTo>
                    <a:pt x="129578" y="833750"/>
                  </a:lnTo>
                  <a:lnTo>
                    <a:pt x="84878" y="827249"/>
                  </a:lnTo>
                  <a:lnTo>
                    <a:pt x="41617" y="816668"/>
                  </a:lnTo>
                  <a:lnTo>
                    <a:pt x="0" y="802216"/>
                  </a:lnTo>
                  <a:lnTo>
                    <a:pt x="36700" y="830148"/>
                  </a:lnTo>
                  <a:lnTo>
                    <a:pt x="76065" y="854468"/>
                  </a:lnTo>
                  <a:lnTo>
                    <a:pt x="117846" y="874928"/>
                  </a:lnTo>
                  <a:lnTo>
                    <a:pt x="161794" y="891277"/>
                  </a:lnTo>
                  <a:lnTo>
                    <a:pt x="207661" y="903265"/>
                  </a:lnTo>
                  <a:lnTo>
                    <a:pt x="255199" y="910641"/>
                  </a:lnTo>
                  <a:lnTo>
                    <a:pt x="304158" y="913155"/>
                  </a:lnTo>
                  <a:lnTo>
                    <a:pt x="352496" y="910706"/>
                  </a:lnTo>
                  <a:lnTo>
                    <a:pt x="399454" y="903519"/>
                  </a:lnTo>
                  <a:lnTo>
                    <a:pt x="444791" y="891834"/>
                  </a:lnTo>
                  <a:lnTo>
                    <a:pt x="488268" y="875890"/>
                  </a:lnTo>
                  <a:lnTo>
                    <a:pt x="529644" y="855927"/>
                  </a:lnTo>
                  <a:lnTo>
                    <a:pt x="568681" y="832186"/>
                  </a:lnTo>
                  <a:lnTo>
                    <a:pt x="605138" y="804906"/>
                  </a:lnTo>
                  <a:lnTo>
                    <a:pt x="638776" y="774327"/>
                  </a:lnTo>
                  <a:lnTo>
                    <a:pt x="669354" y="740688"/>
                  </a:lnTo>
                  <a:lnTo>
                    <a:pt x="696633" y="704230"/>
                  </a:lnTo>
                  <a:lnTo>
                    <a:pt x="720374" y="665192"/>
                  </a:lnTo>
                  <a:lnTo>
                    <a:pt x="740335" y="623815"/>
                  </a:lnTo>
                  <a:lnTo>
                    <a:pt x="756278" y="580337"/>
                  </a:lnTo>
                  <a:lnTo>
                    <a:pt x="767963" y="535000"/>
                  </a:lnTo>
                  <a:lnTo>
                    <a:pt x="775150" y="488042"/>
                  </a:lnTo>
                  <a:lnTo>
                    <a:pt x="777599" y="439703"/>
                  </a:lnTo>
                  <a:lnTo>
                    <a:pt x="775068" y="390565"/>
                  </a:lnTo>
                  <a:lnTo>
                    <a:pt x="767642" y="342859"/>
                  </a:lnTo>
                  <a:lnTo>
                    <a:pt x="755574" y="296837"/>
                  </a:lnTo>
                  <a:lnTo>
                    <a:pt x="739117" y="252752"/>
                  </a:lnTo>
                  <a:lnTo>
                    <a:pt x="718521" y="210855"/>
                  </a:lnTo>
                  <a:lnTo>
                    <a:pt x="694040" y="171397"/>
                  </a:lnTo>
                  <a:lnTo>
                    <a:pt x="665925" y="134632"/>
                  </a:lnTo>
                  <a:lnTo>
                    <a:pt x="634429" y="100810"/>
                  </a:lnTo>
                  <a:lnTo>
                    <a:pt x="599803" y="70185"/>
                  </a:lnTo>
                  <a:lnTo>
                    <a:pt x="562300" y="43006"/>
                  </a:lnTo>
                  <a:lnTo>
                    <a:pt x="522172" y="19527"/>
                  </a:lnTo>
                  <a:lnTo>
                    <a:pt x="479671" y="0"/>
                  </a:lnTo>
                  <a:close/>
                </a:path>
              </a:pathLst>
            </a:custGeom>
            <a:solidFill>
              <a:srgbClr val="97DC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1056722" y="2623051"/>
              <a:ext cx="620395" cy="833119"/>
            </a:xfrm>
            <a:custGeom>
              <a:avLst/>
              <a:gdLst/>
              <a:ahLst/>
              <a:cxnLst/>
              <a:rect l="l" t="t" r="r" b="b"/>
              <a:pathLst>
                <a:path w="620395" h="833120">
                  <a:moveTo>
                    <a:pt x="427405" y="0"/>
                  </a:moveTo>
                  <a:lnTo>
                    <a:pt x="383425" y="4025"/>
                  </a:lnTo>
                  <a:lnTo>
                    <a:pt x="0" y="623722"/>
                  </a:lnTo>
                  <a:lnTo>
                    <a:pt x="4914" y="637616"/>
                  </a:lnTo>
                  <a:lnTo>
                    <a:pt x="10261" y="651306"/>
                  </a:lnTo>
                  <a:lnTo>
                    <a:pt x="16014" y="664794"/>
                  </a:lnTo>
                  <a:lnTo>
                    <a:pt x="22161" y="678065"/>
                  </a:lnTo>
                  <a:lnTo>
                    <a:pt x="427405" y="0"/>
                  </a:lnTo>
                  <a:close/>
                </a:path>
                <a:path w="620395" h="833120">
                  <a:moveTo>
                    <a:pt x="620255" y="31610"/>
                  </a:moveTo>
                  <a:lnTo>
                    <a:pt x="593598" y="22136"/>
                  </a:lnTo>
                  <a:lnTo>
                    <a:pt x="566254" y="14236"/>
                  </a:lnTo>
                  <a:lnTo>
                    <a:pt x="538251" y="7975"/>
                  </a:lnTo>
                  <a:lnTo>
                    <a:pt x="509663" y="3390"/>
                  </a:lnTo>
                  <a:lnTo>
                    <a:pt x="64223" y="748715"/>
                  </a:lnTo>
                  <a:lnTo>
                    <a:pt x="81622" y="771448"/>
                  </a:lnTo>
                  <a:lnTo>
                    <a:pt x="100342" y="793064"/>
                  </a:lnTo>
                  <a:lnTo>
                    <a:pt x="120307" y="813511"/>
                  </a:lnTo>
                  <a:lnTo>
                    <a:pt x="141452" y="832739"/>
                  </a:lnTo>
                  <a:lnTo>
                    <a:pt x="620255" y="31610"/>
                  </a:lnTo>
                  <a:close/>
                </a:path>
              </a:pathLst>
            </a:custGeom>
            <a:solidFill>
              <a:srgbClr val="FFFFFF">
                <a:alpha val="2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1208855" y="2686246"/>
              <a:ext cx="706755" cy="819785"/>
            </a:xfrm>
            <a:custGeom>
              <a:avLst/>
              <a:gdLst/>
              <a:ahLst/>
              <a:cxnLst/>
              <a:rect l="l" t="t" r="r" b="b"/>
              <a:pathLst>
                <a:path w="706754" h="819785">
                  <a:moveTo>
                    <a:pt x="47612" y="682625"/>
                  </a:moveTo>
                  <a:lnTo>
                    <a:pt x="45872" y="673658"/>
                  </a:lnTo>
                  <a:lnTo>
                    <a:pt x="40640" y="665784"/>
                  </a:lnTo>
                  <a:lnTo>
                    <a:pt x="32766" y="660565"/>
                  </a:lnTo>
                  <a:lnTo>
                    <a:pt x="23799" y="658825"/>
                  </a:lnTo>
                  <a:lnTo>
                    <a:pt x="14833" y="660565"/>
                  </a:lnTo>
                  <a:lnTo>
                    <a:pt x="6959" y="665784"/>
                  </a:lnTo>
                  <a:lnTo>
                    <a:pt x="1739" y="673658"/>
                  </a:lnTo>
                  <a:lnTo>
                    <a:pt x="0" y="682625"/>
                  </a:lnTo>
                  <a:lnTo>
                    <a:pt x="1739" y="691603"/>
                  </a:lnTo>
                  <a:lnTo>
                    <a:pt x="6959" y="699477"/>
                  </a:lnTo>
                  <a:lnTo>
                    <a:pt x="14833" y="704697"/>
                  </a:lnTo>
                  <a:lnTo>
                    <a:pt x="23799" y="706437"/>
                  </a:lnTo>
                  <a:lnTo>
                    <a:pt x="32766" y="704697"/>
                  </a:lnTo>
                  <a:lnTo>
                    <a:pt x="40640" y="699477"/>
                  </a:lnTo>
                  <a:lnTo>
                    <a:pt x="45872" y="691603"/>
                  </a:lnTo>
                  <a:lnTo>
                    <a:pt x="47612" y="682625"/>
                  </a:lnTo>
                  <a:close/>
                </a:path>
                <a:path w="706754" h="819785">
                  <a:moveTo>
                    <a:pt x="47612" y="136855"/>
                  </a:moveTo>
                  <a:lnTo>
                    <a:pt x="45872" y="127889"/>
                  </a:lnTo>
                  <a:lnTo>
                    <a:pt x="40640" y="120015"/>
                  </a:lnTo>
                  <a:lnTo>
                    <a:pt x="32766" y="114782"/>
                  </a:lnTo>
                  <a:lnTo>
                    <a:pt x="23799" y="113042"/>
                  </a:lnTo>
                  <a:lnTo>
                    <a:pt x="14833" y="114782"/>
                  </a:lnTo>
                  <a:lnTo>
                    <a:pt x="6959" y="120015"/>
                  </a:lnTo>
                  <a:lnTo>
                    <a:pt x="1739" y="127889"/>
                  </a:lnTo>
                  <a:lnTo>
                    <a:pt x="0" y="136855"/>
                  </a:lnTo>
                  <a:lnTo>
                    <a:pt x="1739" y="145821"/>
                  </a:lnTo>
                  <a:lnTo>
                    <a:pt x="6959" y="153695"/>
                  </a:lnTo>
                  <a:lnTo>
                    <a:pt x="14833" y="158915"/>
                  </a:lnTo>
                  <a:lnTo>
                    <a:pt x="23799" y="160655"/>
                  </a:lnTo>
                  <a:lnTo>
                    <a:pt x="32766" y="158915"/>
                  </a:lnTo>
                  <a:lnTo>
                    <a:pt x="40640" y="153695"/>
                  </a:lnTo>
                  <a:lnTo>
                    <a:pt x="45872" y="145821"/>
                  </a:lnTo>
                  <a:lnTo>
                    <a:pt x="47612" y="136855"/>
                  </a:lnTo>
                  <a:close/>
                </a:path>
                <a:path w="706754" h="819785">
                  <a:moveTo>
                    <a:pt x="320509" y="795667"/>
                  </a:moveTo>
                  <a:lnTo>
                    <a:pt x="318643" y="786396"/>
                  </a:lnTo>
                  <a:lnTo>
                    <a:pt x="313524" y="778827"/>
                  </a:lnTo>
                  <a:lnTo>
                    <a:pt x="305955" y="773722"/>
                  </a:lnTo>
                  <a:lnTo>
                    <a:pt x="296697" y="771842"/>
                  </a:lnTo>
                  <a:lnTo>
                    <a:pt x="287426" y="773722"/>
                  </a:lnTo>
                  <a:lnTo>
                    <a:pt x="279857" y="778827"/>
                  </a:lnTo>
                  <a:lnTo>
                    <a:pt x="274739" y="786396"/>
                  </a:lnTo>
                  <a:lnTo>
                    <a:pt x="272872" y="795667"/>
                  </a:lnTo>
                  <a:lnTo>
                    <a:pt x="274739" y="804926"/>
                  </a:lnTo>
                  <a:lnTo>
                    <a:pt x="279857" y="812495"/>
                  </a:lnTo>
                  <a:lnTo>
                    <a:pt x="287426" y="817600"/>
                  </a:lnTo>
                  <a:lnTo>
                    <a:pt x="296697" y="819480"/>
                  </a:lnTo>
                  <a:lnTo>
                    <a:pt x="305955" y="817600"/>
                  </a:lnTo>
                  <a:lnTo>
                    <a:pt x="313524" y="812495"/>
                  </a:lnTo>
                  <a:lnTo>
                    <a:pt x="318643" y="804926"/>
                  </a:lnTo>
                  <a:lnTo>
                    <a:pt x="320509" y="795667"/>
                  </a:lnTo>
                  <a:close/>
                </a:path>
                <a:path w="706754" h="819785">
                  <a:moveTo>
                    <a:pt x="320509" y="23812"/>
                  </a:moveTo>
                  <a:lnTo>
                    <a:pt x="318643" y="14554"/>
                  </a:lnTo>
                  <a:lnTo>
                    <a:pt x="313524" y="6985"/>
                  </a:lnTo>
                  <a:lnTo>
                    <a:pt x="305955" y="1879"/>
                  </a:lnTo>
                  <a:lnTo>
                    <a:pt x="296697" y="0"/>
                  </a:lnTo>
                  <a:lnTo>
                    <a:pt x="287426" y="1879"/>
                  </a:lnTo>
                  <a:lnTo>
                    <a:pt x="279857" y="6985"/>
                  </a:lnTo>
                  <a:lnTo>
                    <a:pt x="274739" y="14554"/>
                  </a:lnTo>
                  <a:lnTo>
                    <a:pt x="272872" y="23812"/>
                  </a:lnTo>
                  <a:lnTo>
                    <a:pt x="274739" y="33083"/>
                  </a:lnTo>
                  <a:lnTo>
                    <a:pt x="279857" y="40652"/>
                  </a:lnTo>
                  <a:lnTo>
                    <a:pt x="287426" y="45758"/>
                  </a:lnTo>
                  <a:lnTo>
                    <a:pt x="296697" y="47637"/>
                  </a:lnTo>
                  <a:lnTo>
                    <a:pt x="305955" y="45758"/>
                  </a:lnTo>
                  <a:lnTo>
                    <a:pt x="313524" y="40652"/>
                  </a:lnTo>
                  <a:lnTo>
                    <a:pt x="318643" y="33083"/>
                  </a:lnTo>
                  <a:lnTo>
                    <a:pt x="320509" y="23812"/>
                  </a:lnTo>
                  <a:close/>
                </a:path>
                <a:path w="706754" h="819785">
                  <a:moveTo>
                    <a:pt x="542429" y="633095"/>
                  </a:moveTo>
                  <a:lnTo>
                    <a:pt x="309562" y="400227"/>
                  </a:lnTo>
                  <a:lnTo>
                    <a:pt x="306425" y="403377"/>
                  </a:lnTo>
                  <a:lnTo>
                    <a:pt x="306425" y="82931"/>
                  </a:lnTo>
                  <a:lnTo>
                    <a:pt x="281470" y="82931"/>
                  </a:lnTo>
                  <a:lnTo>
                    <a:pt x="281470" y="412356"/>
                  </a:lnTo>
                  <a:lnTo>
                    <a:pt x="297434" y="412356"/>
                  </a:lnTo>
                  <a:lnTo>
                    <a:pt x="284099" y="425704"/>
                  </a:lnTo>
                  <a:lnTo>
                    <a:pt x="516966" y="658558"/>
                  </a:lnTo>
                  <a:lnTo>
                    <a:pt x="542429" y="633095"/>
                  </a:lnTo>
                  <a:close/>
                </a:path>
                <a:path w="706754" h="819785">
                  <a:moveTo>
                    <a:pt x="593394" y="682625"/>
                  </a:moveTo>
                  <a:lnTo>
                    <a:pt x="591642" y="673658"/>
                  </a:lnTo>
                  <a:lnTo>
                    <a:pt x="586422" y="665784"/>
                  </a:lnTo>
                  <a:lnTo>
                    <a:pt x="578548" y="660565"/>
                  </a:lnTo>
                  <a:lnTo>
                    <a:pt x="569582" y="658825"/>
                  </a:lnTo>
                  <a:lnTo>
                    <a:pt x="560616" y="660565"/>
                  </a:lnTo>
                  <a:lnTo>
                    <a:pt x="552742" y="665784"/>
                  </a:lnTo>
                  <a:lnTo>
                    <a:pt x="547509" y="673658"/>
                  </a:lnTo>
                  <a:lnTo>
                    <a:pt x="545769" y="682625"/>
                  </a:lnTo>
                  <a:lnTo>
                    <a:pt x="547509" y="691603"/>
                  </a:lnTo>
                  <a:lnTo>
                    <a:pt x="552742" y="699477"/>
                  </a:lnTo>
                  <a:lnTo>
                    <a:pt x="560616" y="704697"/>
                  </a:lnTo>
                  <a:lnTo>
                    <a:pt x="569582" y="706437"/>
                  </a:lnTo>
                  <a:lnTo>
                    <a:pt x="578548" y="704697"/>
                  </a:lnTo>
                  <a:lnTo>
                    <a:pt x="586422" y="699477"/>
                  </a:lnTo>
                  <a:lnTo>
                    <a:pt x="591642" y="691603"/>
                  </a:lnTo>
                  <a:lnTo>
                    <a:pt x="593394" y="682625"/>
                  </a:lnTo>
                  <a:close/>
                </a:path>
                <a:path w="706754" h="819785">
                  <a:moveTo>
                    <a:pt x="593394" y="136855"/>
                  </a:moveTo>
                  <a:lnTo>
                    <a:pt x="591642" y="127889"/>
                  </a:lnTo>
                  <a:lnTo>
                    <a:pt x="586422" y="120015"/>
                  </a:lnTo>
                  <a:lnTo>
                    <a:pt x="578548" y="114782"/>
                  </a:lnTo>
                  <a:lnTo>
                    <a:pt x="569582" y="113042"/>
                  </a:lnTo>
                  <a:lnTo>
                    <a:pt x="560616" y="114782"/>
                  </a:lnTo>
                  <a:lnTo>
                    <a:pt x="552742" y="120015"/>
                  </a:lnTo>
                  <a:lnTo>
                    <a:pt x="547509" y="127889"/>
                  </a:lnTo>
                  <a:lnTo>
                    <a:pt x="545769" y="136855"/>
                  </a:lnTo>
                  <a:lnTo>
                    <a:pt x="547509" y="145821"/>
                  </a:lnTo>
                  <a:lnTo>
                    <a:pt x="552742" y="153695"/>
                  </a:lnTo>
                  <a:lnTo>
                    <a:pt x="560616" y="158915"/>
                  </a:lnTo>
                  <a:lnTo>
                    <a:pt x="569582" y="160655"/>
                  </a:lnTo>
                  <a:lnTo>
                    <a:pt x="578548" y="158915"/>
                  </a:lnTo>
                  <a:lnTo>
                    <a:pt x="586422" y="153695"/>
                  </a:lnTo>
                  <a:lnTo>
                    <a:pt x="591642" y="145821"/>
                  </a:lnTo>
                  <a:lnTo>
                    <a:pt x="593394" y="136855"/>
                  </a:lnTo>
                  <a:close/>
                </a:path>
                <a:path w="706754" h="819785">
                  <a:moveTo>
                    <a:pt x="706424" y="409740"/>
                  </a:moveTo>
                  <a:lnTo>
                    <a:pt x="704557" y="400481"/>
                  </a:lnTo>
                  <a:lnTo>
                    <a:pt x="699452" y="392899"/>
                  </a:lnTo>
                  <a:lnTo>
                    <a:pt x="691883" y="387794"/>
                  </a:lnTo>
                  <a:lnTo>
                    <a:pt x="682612" y="385914"/>
                  </a:lnTo>
                  <a:lnTo>
                    <a:pt x="673354" y="387794"/>
                  </a:lnTo>
                  <a:lnTo>
                    <a:pt x="665784" y="392899"/>
                  </a:lnTo>
                  <a:lnTo>
                    <a:pt x="660666" y="400481"/>
                  </a:lnTo>
                  <a:lnTo>
                    <a:pt x="658799" y="409740"/>
                  </a:lnTo>
                  <a:lnTo>
                    <a:pt x="660666" y="418998"/>
                  </a:lnTo>
                  <a:lnTo>
                    <a:pt x="665784" y="426580"/>
                  </a:lnTo>
                  <a:lnTo>
                    <a:pt x="673354" y="431685"/>
                  </a:lnTo>
                  <a:lnTo>
                    <a:pt x="682612" y="433565"/>
                  </a:lnTo>
                  <a:lnTo>
                    <a:pt x="691883" y="431685"/>
                  </a:lnTo>
                  <a:lnTo>
                    <a:pt x="699452" y="426580"/>
                  </a:lnTo>
                  <a:lnTo>
                    <a:pt x="704557" y="418998"/>
                  </a:lnTo>
                  <a:lnTo>
                    <a:pt x="706424" y="409740"/>
                  </a:lnTo>
                  <a:close/>
                </a:path>
              </a:pathLst>
            </a:custGeom>
            <a:solidFill>
              <a:srgbClr val="25285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0" name="object 210" descr=""/>
          <p:cNvGrpSpPr/>
          <p:nvPr/>
        </p:nvGrpSpPr>
        <p:grpSpPr>
          <a:xfrm>
            <a:off x="14083560" y="2814595"/>
            <a:ext cx="1583690" cy="1925955"/>
            <a:chOff x="14083560" y="2814595"/>
            <a:chExt cx="1583690" cy="1925955"/>
          </a:xfrm>
        </p:grpSpPr>
        <p:sp>
          <p:nvSpPr>
            <p:cNvPr id="211" name="object 211" descr=""/>
            <p:cNvSpPr/>
            <p:nvPr/>
          </p:nvSpPr>
          <p:spPr>
            <a:xfrm>
              <a:off x="14083560" y="2814595"/>
              <a:ext cx="1583690" cy="1925955"/>
            </a:xfrm>
            <a:custGeom>
              <a:avLst/>
              <a:gdLst/>
              <a:ahLst/>
              <a:cxnLst/>
              <a:rect l="l" t="t" r="r" b="b"/>
              <a:pathLst>
                <a:path w="1583690" h="1925954">
                  <a:moveTo>
                    <a:pt x="1583281" y="0"/>
                  </a:moveTo>
                  <a:lnTo>
                    <a:pt x="0" y="0"/>
                  </a:lnTo>
                  <a:lnTo>
                    <a:pt x="0" y="1925742"/>
                  </a:lnTo>
                  <a:lnTo>
                    <a:pt x="1583281" y="1925742"/>
                  </a:lnTo>
                  <a:lnTo>
                    <a:pt x="1583281" y="0"/>
                  </a:lnTo>
                  <a:close/>
                </a:path>
              </a:pathLst>
            </a:custGeom>
            <a:solidFill>
              <a:srgbClr val="F1F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4272676" y="3063959"/>
              <a:ext cx="524510" cy="363855"/>
            </a:xfrm>
            <a:custGeom>
              <a:avLst/>
              <a:gdLst/>
              <a:ahLst/>
              <a:cxnLst/>
              <a:rect l="l" t="t" r="r" b="b"/>
              <a:pathLst>
                <a:path w="524509" h="363854">
                  <a:moveTo>
                    <a:pt x="251848" y="258452"/>
                  </a:moveTo>
                  <a:lnTo>
                    <a:pt x="242778" y="258452"/>
                  </a:lnTo>
                  <a:lnTo>
                    <a:pt x="243814" y="265217"/>
                  </a:lnTo>
                  <a:lnTo>
                    <a:pt x="244084" y="269688"/>
                  </a:lnTo>
                  <a:lnTo>
                    <a:pt x="244198" y="279258"/>
                  </a:lnTo>
                  <a:lnTo>
                    <a:pt x="244141" y="303257"/>
                  </a:lnTo>
                  <a:lnTo>
                    <a:pt x="243568" y="319498"/>
                  </a:lnTo>
                  <a:lnTo>
                    <a:pt x="243450" y="323844"/>
                  </a:lnTo>
                  <a:lnTo>
                    <a:pt x="243209" y="336124"/>
                  </a:lnTo>
                  <a:lnTo>
                    <a:pt x="243093" y="346366"/>
                  </a:lnTo>
                  <a:lnTo>
                    <a:pt x="242966" y="363842"/>
                  </a:lnTo>
                  <a:lnTo>
                    <a:pt x="245751" y="363496"/>
                  </a:lnTo>
                  <a:lnTo>
                    <a:pt x="250934" y="363015"/>
                  </a:lnTo>
                  <a:lnTo>
                    <a:pt x="251509" y="344701"/>
                  </a:lnTo>
                  <a:lnTo>
                    <a:pt x="251970" y="326581"/>
                  </a:lnTo>
                  <a:lnTo>
                    <a:pt x="251897" y="311781"/>
                  </a:lnTo>
                  <a:lnTo>
                    <a:pt x="252020" y="292945"/>
                  </a:lnTo>
                  <a:lnTo>
                    <a:pt x="251918" y="261897"/>
                  </a:lnTo>
                  <a:lnTo>
                    <a:pt x="251848" y="258452"/>
                  </a:lnTo>
                  <a:close/>
                </a:path>
                <a:path w="524509" h="363854">
                  <a:moveTo>
                    <a:pt x="499675" y="75055"/>
                  </a:moveTo>
                  <a:lnTo>
                    <a:pt x="10785" y="75055"/>
                  </a:lnTo>
                  <a:lnTo>
                    <a:pt x="7810" y="83940"/>
                  </a:lnTo>
                  <a:lnTo>
                    <a:pt x="78" y="128111"/>
                  </a:lnTo>
                  <a:lnTo>
                    <a:pt x="0" y="147660"/>
                  </a:lnTo>
                  <a:lnTo>
                    <a:pt x="188" y="160947"/>
                  </a:lnTo>
                  <a:lnTo>
                    <a:pt x="738" y="177118"/>
                  </a:lnTo>
                  <a:lnTo>
                    <a:pt x="2470" y="200935"/>
                  </a:lnTo>
                  <a:lnTo>
                    <a:pt x="3256" y="219197"/>
                  </a:lnTo>
                  <a:lnTo>
                    <a:pt x="3725" y="239428"/>
                  </a:lnTo>
                  <a:lnTo>
                    <a:pt x="3851" y="246666"/>
                  </a:lnTo>
                  <a:lnTo>
                    <a:pt x="3963" y="279258"/>
                  </a:lnTo>
                  <a:lnTo>
                    <a:pt x="3882" y="292945"/>
                  </a:lnTo>
                  <a:lnTo>
                    <a:pt x="3985" y="299477"/>
                  </a:lnTo>
                  <a:lnTo>
                    <a:pt x="19465" y="337633"/>
                  </a:lnTo>
                  <a:lnTo>
                    <a:pt x="58165" y="352533"/>
                  </a:lnTo>
                  <a:lnTo>
                    <a:pt x="59548" y="352575"/>
                  </a:lnTo>
                  <a:lnTo>
                    <a:pt x="62846" y="352575"/>
                  </a:lnTo>
                  <a:lnTo>
                    <a:pt x="98525" y="345989"/>
                  </a:lnTo>
                  <a:lnTo>
                    <a:pt x="102478" y="344701"/>
                  </a:lnTo>
                  <a:lnTo>
                    <a:pt x="104677" y="343947"/>
                  </a:lnTo>
                  <a:lnTo>
                    <a:pt x="106984" y="343120"/>
                  </a:lnTo>
                  <a:lnTo>
                    <a:pt x="110195" y="341968"/>
                  </a:lnTo>
                  <a:lnTo>
                    <a:pt x="148852" y="326581"/>
                  </a:lnTo>
                  <a:lnTo>
                    <a:pt x="184391" y="309447"/>
                  </a:lnTo>
                  <a:lnTo>
                    <a:pt x="209107" y="286908"/>
                  </a:lnTo>
                  <a:lnTo>
                    <a:pt x="215655" y="280198"/>
                  </a:lnTo>
                  <a:lnTo>
                    <a:pt x="242778" y="258452"/>
                  </a:lnTo>
                  <a:lnTo>
                    <a:pt x="251848" y="258452"/>
                  </a:lnTo>
                  <a:lnTo>
                    <a:pt x="251832" y="257648"/>
                  </a:lnTo>
                  <a:lnTo>
                    <a:pt x="278105" y="245271"/>
                  </a:lnTo>
                  <a:lnTo>
                    <a:pt x="286054" y="242955"/>
                  </a:lnTo>
                  <a:lnTo>
                    <a:pt x="322105" y="222286"/>
                  </a:lnTo>
                  <a:lnTo>
                    <a:pt x="332010" y="212935"/>
                  </a:lnTo>
                  <a:lnTo>
                    <a:pt x="344744" y="212935"/>
                  </a:lnTo>
                  <a:lnTo>
                    <a:pt x="382354" y="201868"/>
                  </a:lnTo>
                  <a:lnTo>
                    <a:pt x="413789" y="174993"/>
                  </a:lnTo>
                  <a:lnTo>
                    <a:pt x="417268" y="170472"/>
                  </a:lnTo>
                  <a:lnTo>
                    <a:pt x="421005" y="165828"/>
                  </a:lnTo>
                  <a:lnTo>
                    <a:pt x="452467" y="140247"/>
                  </a:lnTo>
                  <a:lnTo>
                    <a:pt x="501052" y="129828"/>
                  </a:lnTo>
                  <a:lnTo>
                    <a:pt x="503785" y="129388"/>
                  </a:lnTo>
                  <a:lnTo>
                    <a:pt x="508633" y="128111"/>
                  </a:lnTo>
                  <a:lnTo>
                    <a:pt x="524319" y="97766"/>
                  </a:lnTo>
                  <a:lnTo>
                    <a:pt x="518172" y="90154"/>
                  </a:lnTo>
                  <a:lnTo>
                    <a:pt x="515209" y="86604"/>
                  </a:lnTo>
                  <a:lnTo>
                    <a:pt x="509335" y="80841"/>
                  </a:lnTo>
                  <a:lnTo>
                    <a:pt x="502853" y="76547"/>
                  </a:lnTo>
                  <a:lnTo>
                    <a:pt x="499675" y="75055"/>
                  </a:lnTo>
                  <a:close/>
                </a:path>
                <a:path w="524509" h="363854">
                  <a:moveTo>
                    <a:pt x="344744" y="212935"/>
                  </a:moveTo>
                  <a:lnTo>
                    <a:pt x="332010" y="212935"/>
                  </a:lnTo>
                  <a:lnTo>
                    <a:pt x="336241" y="213092"/>
                  </a:lnTo>
                  <a:lnTo>
                    <a:pt x="339790" y="213082"/>
                  </a:lnTo>
                  <a:lnTo>
                    <a:pt x="343905" y="212998"/>
                  </a:lnTo>
                  <a:lnTo>
                    <a:pt x="344744" y="212935"/>
                  </a:lnTo>
                  <a:close/>
                </a:path>
                <a:path w="524509" h="363854">
                  <a:moveTo>
                    <a:pt x="141974" y="0"/>
                  </a:moveTo>
                  <a:lnTo>
                    <a:pt x="84705" y="6501"/>
                  </a:lnTo>
                  <a:lnTo>
                    <a:pt x="30082" y="41391"/>
                  </a:lnTo>
                  <a:lnTo>
                    <a:pt x="10764" y="75076"/>
                  </a:lnTo>
                  <a:lnTo>
                    <a:pt x="499675" y="75055"/>
                  </a:lnTo>
                  <a:lnTo>
                    <a:pt x="460957" y="61767"/>
                  </a:lnTo>
                  <a:lnTo>
                    <a:pt x="418975" y="54895"/>
                  </a:lnTo>
                  <a:lnTo>
                    <a:pt x="399195" y="54215"/>
                  </a:lnTo>
                  <a:lnTo>
                    <a:pt x="375296" y="52511"/>
                  </a:lnTo>
                  <a:lnTo>
                    <a:pt x="298370" y="38270"/>
                  </a:lnTo>
                  <a:lnTo>
                    <a:pt x="247674" y="22503"/>
                  </a:lnTo>
                  <a:lnTo>
                    <a:pt x="193179" y="7554"/>
                  </a:lnTo>
                  <a:lnTo>
                    <a:pt x="141974" y="0"/>
                  </a:lnTo>
                  <a:close/>
                </a:path>
              </a:pathLst>
            </a:custGeom>
            <a:solidFill>
              <a:srgbClr val="92C4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3" name="object 21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964454" y="3049664"/>
              <a:ext cx="557674" cy="922034"/>
            </a:xfrm>
            <a:prstGeom prst="rect">
              <a:avLst/>
            </a:prstGeom>
          </p:spPr>
        </p:pic>
        <p:sp>
          <p:nvSpPr>
            <p:cNvPr id="214" name="object 214" descr=""/>
            <p:cNvSpPr/>
            <p:nvPr/>
          </p:nvSpPr>
          <p:spPr>
            <a:xfrm>
              <a:off x="14272878" y="3979767"/>
              <a:ext cx="523240" cy="541020"/>
            </a:xfrm>
            <a:custGeom>
              <a:avLst/>
              <a:gdLst/>
              <a:ahLst/>
              <a:cxnLst/>
              <a:rect l="l" t="t" r="r" b="b"/>
              <a:pathLst>
                <a:path w="523240" h="541020">
                  <a:moveTo>
                    <a:pt x="63906" y="510539"/>
                  </a:moveTo>
                  <a:lnTo>
                    <a:pt x="787" y="510539"/>
                  </a:lnTo>
                  <a:lnTo>
                    <a:pt x="860" y="513963"/>
                  </a:lnTo>
                  <a:lnTo>
                    <a:pt x="43361" y="528025"/>
                  </a:lnTo>
                  <a:lnTo>
                    <a:pt x="46031" y="529271"/>
                  </a:lnTo>
                  <a:lnTo>
                    <a:pt x="47927" y="530119"/>
                  </a:lnTo>
                  <a:lnTo>
                    <a:pt x="49654" y="530161"/>
                  </a:lnTo>
                  <a:lnTo>
                    <a:pt x="51455" y="534465"/>
                  </a:lnTo>
                  <a:lnTo>
                    <a:pt x="52084" y="540622"/>
                  </a:lnTo>
                  <a:lnTo>
                    <a:pt x="53780" y="539512"/>
                  </a:lnTo>
                  <a:lnTo>
                    <a:pt x="62012" y="519238"/>
                  </a:lnTo>
                  <a:lnTo>
                    <a:pt x="63906" y="510539"/>
                  </a:lnTo>
                  <a:close/>
                </a:path>
                <a:path w="523240" h="541020">
                  <a:moveTo>
                    <a:pt x="96116" y="297594"/>
                  </a:moveTo>
                  <a:lnTo>
                    <a:pt x="55750" y="310751"/>
                  </a:lnTo>
                  <a:lnTo>
                    <a:pt x="29173" y="342670"/>
                  </a:lnTo>
                  <a:lnTo>
                    <a:pt x="13440" y="400307"/>
                  </a:lnTo>
                  <a:lnTo>
                    <a:pt x="6305" y="445966"/>
                  </a:lnTo>
                  <a:lnTo>
                    <a:pt x="1063" y="488549"/>
                  </a:lnTo>
                  <a:lnTo>
                    <a:pt x="0" y="510539"/>
                  </a:lnTo>
                  <a:lnTo>
                    <a:pt x="1" y="511795"/>
                  </a:lnTo>
                  <a:lnTo>
                    <a:pt x="787" y="510539"/>
                  </a:lnTo>
                  <a:lnTo>
                    <a:pt x="63906" y="510539"/>
                  </a:lnTo>
                  <a:lnTo>
                    <a:pt x="70835" y="478691"/>
                  </a:lnTo>
                  <a:lnTo>
                    <a:pt x="79915" y="435084"/>
                  </a:lnTo>
                  <a:lnTo>
                    <a:pt x="89590" y="402406"/>
                  </a:lnTo>
                  <a:lnTo>
                    <a:pt x="91203" y="399087"/>
                  </a:lnTo>
                  <a:lnTo>
                    <a:pt x="92857" y="396752"/>
                  </a:lnTo>
                  <a:lnTo>
                    <a:pt x="97485" y="393872"/>
                  </a:lnTo>
                  <a:lnTo>
                    <a:pt x="103506" y="391506"/>
                  </a:lnTo>
                  <a:lnTo>
                    <a:pt x="485444" y="391506"/>
                  </a:lnTo>
                  <a:lnTo>
                    <a:pt x="495494" y="374920"/>
                  </a:lnTo>
                  <a:lnTo>
                    <a:pt x="503548" y="358596"/>
                  </a:lnTo>
                  <a:lnTo>
                    <a:pt x="508824" y="345675"/>
                  </a:lnTo>
                  <a:lnTo>
                    <a:pt x="511747" y="337245"/>
                  </a:lnTo>
                  <a:lnTo>
                    <a:pt x="512388" y="335006"/>
                  </a:lnTo>
                  <a:lnTo>
                    <a:pt x="229780" y="335006"/>
                  </a:lnTo>
                  <a:lnTo>
                    <a:pt x="218828" y="334560"/>
                  </a:lnTo>
                  <a:lnTo>
                    <a:pt x="212581" y="333696"/>
                  </a:lnTo>
                  <a:lnTo>
                    <a:pt x="200404" y="330548"/>
                  </a:lnTo>
                  <a:lnTo>
                    <a:pt x="191094" y="326928"/>
                  </a:lnTo>
                  <a:lnTo>
                    <a:pt x="186799" y="325613"/>
                  </a:lnTo>
                  <a:lnTo>
                    <a:pt x="158154" y="325613"/>
                  </a:lnTo>
                  <a:lnTo>
                    <a:pt x="151023" y="323435"/>
                  </a:lnTo>
                  <a:lnTo>
                    <a:pt x="144318" y="320288"/>
                  </a:lnTo>
                  <a:lnTo>
                    <a:pt x="139348" y="316072"/>
                  </a:lnTo>
                  <a:lnTo>
                    <a:pt x="135085" y="311368"/>
                  </a:lnTo>
                  <a:lnTo>
                    <a:pt x="130500" y="306755"/>
                  </a:lnTo>
                  <a:lnTo>
                    <a:pt x="113919" y="298797"/>
                  </a:lnTo>
                  <a:lnTo>
                    <a:pt x="96116" y="297594"/>
                  </a:lnTo>
                  <a:close/>
                </a:path>
                <a:path w="523240" h="541020">
                  <a:moveTo>
                    <a:pt x="485444" y="391506"/>
                  </a:moveTo>
                  <a:lnTo>
                    <a:pt x="103506" y="391506"/>
                  </a:lnTo>
                  <a:lnTo>
                    <a:pt x="117129" y="394940"/>
                  </a:lnTo>
                  <a:lnTo>
                    <a:pt x="120668" y="401045"/>
                  </a:lnTo>
                  <a:lnTo>
                    <a:pt x="145861" y="435452"/>
                  </a:lnTo>
                  <a:lnTo>
                    <a:pt x="175529" y="462525"/>
                  </a:lnTo>
                  <a:lnTo>
                    <a:pt x="216500" y="481334"/>
                  </a:lnTo>
                  <a:lnTo>
                    <a:pt x="267103" y="491504"/>
                  </a:lnTo>
                  <a:lnTo>
                    <a:pt x="291088" y="493047"/>
                  </a:lnTo>
                  <a:lnTo>
                    <a:pt x="319007" y="491890"/>
                  </a:lnTo>
                  <a:lnTo>
                    <a:pt x="372103" y="481081"/>
                  </a:lnTo>
                  <a:lnTo>
                    <a:pt x="423838" y="454910"/>
                  </a:lnTo>
                  <a:lnTo>
                    <a:pt x="469066" y="413652"/>
                  </a:lnTo>
                  <a:lnTo>
                    <a:pt x="484166" y="393615"/>
                  </a:lnTo>
                  <a:lnTo>
                    <a:pt x="485444" y="391506"/>
                  </a:lnTo>
                  <a:close/>
                </a:path>
                <a:path w="523240" h="541020">
                  <a:moveTo>
                    <a:pt x="241711" y="19706"/>
                  </a:moveTo>
                  <a:lnTo>
                    <a:pt x="239397" y="23381"/>
                  </a:lnTo>
                  <a:lnTo>
                    <a:pt x="237711" y="27349"/>
                  </a:lnTo>
                  <a:lnTo>
                    <a:pt x="236905" y="31674"/>
                  </a:lnTo>
                  <a:lnTo>
                    <a:pt x="236863" y="32250"/>
                  </a:lnTo>
                  <a:lnTo>
                    <a:pt x="240430" y="47297"/>
                  </a:lnTo>
                  <a:lnTo>
                    <a:pt x="251443" y="71845"/>
                  </a:lnTo>
                  <a:lnTo>
                    <a:pt x="267684" y="99480"/>
                  </a:lnTo>
                  <a:lnTo>
                    <a:pt x="286935" y="123786"/>
                  </a:lnTo>
                  <a:lnTo>
                    <a:pt x="301915" y="138701"/>
                  </a:lnTo>
                  <a:lnTo>
                    <a:pt x="306959" y="144726"/>
                  </a:lnTo>
                  <a:lnTo>
                    <a:pt x="319007" y="184067"/>
                  </a:lnTo>
                  <a:lnTo>
                    <a:pt x="319510" y="192056"/>
                  </a:lnTo>
                  <a:lnTo>
                    <a:pt x="319437" y="199815"/>
                  </a:lnTo>
                  <a:lnTo>
                    <a:pt x="312745" y="243553"/>
                  </a:lnTo>
                  <a:lnTo>
                    <a:pt x="293596" y="291017"/>
                  </a:lnTo>
                  <a:lnTo>
                    <a:pt x="268449" y="322669"/>
                  </a:lnTo>
                  <a:lnTo>
                    <a:pt x="229780" y="335006"/>
                  </a:lnTo>
                  <a:lnTo>
                    <a:pt x="512388" y="335006"/>
                  </a:lnTo>
                  <a:lnTo>
                    <a:pt x="522729" y="280567"/>
                  </a:lnTo>
                  <a:lnTo>
                    <a:pt x="523170" y="248172"/>
                  </a:lnTo>
                  <a:lnTo>
                    <a:pt x="520746" y="223717"/>
                  </a:lnTo>
                  <a:lnTo>
                    <a:pt x="504605" y="167530"/>
                  </a:lnTo>
                  <a:lnTo>
                    <a:pt x="486679" y="133699"/>
                  </a:lnTo>
                  <a:lnTo>
                    <a:pt x="460490" y="101762"/>
                  </a:lnTo>
                  <a:lnTo>
                    <a:pt x="460109" y="101546"/>
                  </a:lnTo>
                  <a:lnTo>
                    <a:pt x="352378" y="101546"/>
                  </a:lnTo>
                  <a:lnTo>
                    <a:pt x="348756" y="101158"/>
                  </a:lnTo>
                  <a:lnTo>
                    <a:pt x="302682" y="51094"/>
                  </a:lnTo>
                  <a:lnTo>
                    <a:pt x="289589" y="19978"/>
                  </a:lnTo>
                  <a:lnTo>
                    <a:pt x="241795" y="19978"/>
                  </a:lnTo>
                  <a:lnTo>
                    <a:pt x="241711" y="19706"/>
                  </a:lnTo>
                  <a:close/>
                </a:path>
                <a:path w="523240" h="541020">
                  <a:moveTo>
                    <a:pt x="170258" y="323435"/>
                  </a:moveTo>
                  <a:lnTo>
                    <a:pt x="162415" y="323885"/>
                  </a:lnTo>
                  <a:lnTo>
                    <a:pt x="158154" y="325613"/>
                  </a:lnTo>
                  <a:lnTo>
                    <a:pt x="186799" y="325613"/>
                  </a:lnTo>
                  <a:lnTo>
                    <a:pt x="181947" y="324127"/>
                  </a:lnTo>
                  <a:lnTo>
                    <a:pt x="170258" y="323435"/>
                  </a:lnTo>
                  <a:close/>
                </a:path>
                <a:path w="523240" h="541020">
                  <a:moveTo>
                    <a:pt x="426319" y="82366"/>
                  </a:moveTo>
                  <a:lnTo>
                    <a:pt x="384450" y="86154"/>
                  </a:lnTo>
                  <a:lnTo>
                    <a:pt x="374334" y="91373"/>
                  </a:lnTo>
                  <a:lnTo>
                    <a:pt x="366934" y="96312"/>
                  </a:lnTo>
                  <a:lnTo>
                    <a:pt x="360274" y="100020"/>
                  </a:lnTo>
                  <a:lnTo>
                    <a:pt x="352378" y="101546"/>
                  </a:lnTo>
                  <a:lnTo>
                    <a:pt x="460109" y="101546"/>
                  </a:lnTo>
                  <a:lnTo>
                    <a:pt x="426319" y="82366"/>
                  </a:lnTo>
                  <a:close/>
                </a:path>
                <a:path w="523240" h="541020">
                  <a:moveTo>
                    <a:pt x="253837" y="6963"/>
                  </a:moveTo>
                  <a:lnTo>
                    <a:pt x="251051" y="8952"/>
                  </a:lnTo>
                  <a:lnTo>
                    <a:pt x="248423" y="11298"/>
                  </a:lnTo>
                  <a:lnTo>
                    <a:pt x="246099" y="13905"/>
                  </a:lnTo>
                  <a:lnTo>
                    <a:pt x="246182" y="14208"/>
                  </a:lnTo>
                  <a:lnTo>
                    <a:pt x="244559" y="16020"/>
                  </a:lnTo>
                  <a:lnTo>
                    <a:pt x="243083" y="17957"/>
                  </a:lnTo>
                  <a:lnTo>
                    <a:pt x="241795" y="19978"/>
                  </a:lnTo>
                  <a:lnTo>
                    <a:pt x="289589" y="19978"/>
                  </a:lnTo>
                  <a:lnTo>
                    <a:pt x="286511" y="11269"/>
                  </a:lnTo>
                  <a:lnTo>
                    <a:pt x="284325" y="7298"/>
                  </a:lnTo>
                  <a:lnTo>
                    <a:pt x="253941" y="7298"/>
                  </a:lnTo>
                  <a:lnTo>
                    <a:pt x="253837" y="6963"/>
                  </a:lnTo>
                  <a:close/>
                </a:path>
                <a:path w="523240" h="541020">
                  <a:moveTo>
                    <a:pt x="272684" y="0"/>
                  </a:moveTo>
                  <a:lnTo>
                    <a:pt x="271197" y="52"/>
                  </a:lnTo>
                  <a:lnTo>
                    <a:pt x="268957" y="198"/>
                  </a:lnTo>
                  <a:lnTo>
                    <a:pt x="266622" y="691"/>
                  </a:lnTo>
                  <a:lnTo>
                    <a:pt x="264266" y="1486"/>
                  </a:lnTo>
                  <a:lnTo>
                    <a:pt x="264402" y="1874"/>
                  </a:lnTo>
                  <a:lnTo>
                    <a:pt x="260863" y="3047"/>
                  </a:lnTo>
                  <a:lnTo>
                    <a:pt x="257292" y="4910"/>
                  </a:lnTo>
                  <a:lnTo>
                    <a:pt x="253941" y="7298"/>
                  </a:lnTo>
                  <a:lnTo>
                    <a:pt x="284325" y="7298"/>
                  </a:lnTo>
                  <a:lnTo>
                    <a:pt x="273972" y="52"/>
                  </a:lnTo>
                  <a:lnTo>
                    <a:pt x="272684" y="0"/>
                  </a:lnTo>
                  <a:close/>
                </a:path>
              </a:pathLst>
            </a:custGeom>
            <a:solidFill>
              <a:srgbClr val="92C4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4266697" y="3543814"/>
              <a:ext cx="1232535" cy="953769"/>
            </a:xfrm>
            <a:custGeom>
              <a:avLst/>
              <a:gdLst/>
              <a:ahLst/>
              <a:cxnLst/>
              <a:rect l="l" t="t" r="r" b="b"/>
              <a:pathLst>
                <a:path w="1232534" h="953770">
                  <a:moveTo>
                    <a:pt x="169443" y="233527"/>
                  </a:moveTo>
                  <a:lnTo>
                    <a:pt x="167982" y="226301"/>
                  </a:lnTo>
                  <a:lnTo>
                    <a:pt x="164007" y="220395"/>
                  </a:lnTo>
                  <a:lnTo>
                    <a:pt x="158102" y="216420"/>
                  </a:lnTo>
                  <a:lnTo>
                    <a:pt x="150863" y="214960"/>
                  </a:lnTo>
                  <a:lnTo>
                    <a:pt x="18580" y="214960"/>
                  </a:lnTo>
                  <a:lnTo>
                    <a:pt x="11341" y="216420"/>
                  </a:lnTo>
                  <a:lnTo>
                    <a:pt x="5448" y="220395"/>
                  </a:lnTo>
                  <a:lnTo>
                    <a:pt x="1460" y="226301"/>
                  </a:lnTo>
                  <a:lnTo>
                    <a:pt x="0" y="233527"/>
                  </a:lnTo>
                  <a:lnTo>
                    <a:pt x="1460" y="240766"/>
                  </a:lnTo>
                  <a:lnTo>
                    <a:pt x="5448" y="246672"/>
                  </a:lnTo>
                  <a:lnTo>
                    <a:pt x="11341" y="250647"/>
                  </a:lnTo>
                  <a:lnTo>
                    <a:pt x="18580" y="252107"/>
                  </a:lnTo>
                  <a:lnTo>
                    <a:pt x="150863" y="252107"/>
                  </a:lnTo>
                  <a:lnTo>
                    <a:pt x="158102" y="250647"/>
                  </a:lnTo>
                  <a:lnTo>
                    <a:pt x="164007" y="246672"/>
                  </a:lnTo>
                  <a:lnTo>
                    <a:pt x="167982" y="240766"/>
                  </a:lnTo>
                  <a:lnTo>
                    <a:pt x="169443" y="233527"/>
                  </a:lnTo>
                  <a:close/>
                </a:path>
                <a:path w="1232534" h="953770">
                  <a:moveTo>
                    <a:pt x="171056" y="89293"/>
                  </a:moveTo>
                  <a:lnTo>
                    <a:pt x="169595" y="82054"/>
                  </a:lnTo>
                  <a:lnTo>
                    <a:pt x="165620" y="76149"/>
                  </a:lnTo>
                  <a:lnTo>
                    <a:pt x="159715" y="72174"/>
                  </a:lnTo>
                  <a:lnTo>
                    <a:pt x="152488" y="70713"/>
                  </a:lnTo>
                  <a:lnTo>
                    <a:pt x="20193" y="70713"/>
                  </a:lnTo>
                  <a:lnTo>
                    <a:pt x="12966" y="72174"/>
                  </a:lnTo>
                  <a:lnTo>
                    <a:pt x="7061" y="76149"/>
                  </a:lnTo>
                  <a:lnTo>
                    <a:pt x="3073" y="82054"/>
                  </a:lnTo>
                  <a:lnTo>
                    <a:pt x="1612" y="89293"/>
                  </a:lnTo>
                  <a:lnTo>
                    <a:pt x="3073" y="96520"/>
                  </a:lnTo>
                  <a:lnTo>
                    <a:pt x="7061" y="102425"/>
                  </a:lnTo>
                  <a:lnTo>
                    <a:pt x="12966" y="106400"/>
                  </a:lnTo>
                  <a:lnTo>
                    <a:pt x="20193" y="107861"/>
                  </a:lnTo>
                  <a:lnTo>
                    <a:pt x="152488" y="107861"/>
                  </a:lnTo>
                  <a:lnTo>
                    <a:pt x="159715" y="106400"/>
                  </a:lnTo>
                  <a:lnTo>
                    <a:pt x="165620" y="102425"/>
                  </a:lnTo>
                  <a:lnTo>
                    <a:pt x="169595" y="96520"/>
                  </a:lnTo>
                  <a:lnTo>
                    <a:pt x="171056" y="89293"/>
                  </a:lnTo>
                  <a:close/>
                </a:path>
                <a:path w="1232534" h="953770">
                  <a:moveTo>
                    <a:pt x="199821" y="381495"/>
                  </a:moveTo>
                  <a:lnTo>
                    <a:pt x="198361" y="374269"/>
                  </a:lnTo>
                  <a:lnTo>
                    <a:pt x="194386" y="368363"/>
                  </a:lnTo>
                  <a:lnTo>
                    <a:pt x="188480" y="364388"/>
                  </a:lnTo>
                  <a:lnTo>
                    <a:pt x="181254" y="362927"/>
                  </a:lnTo>
                  <a:lnTo>
                    <a:pt x="18580" y="362927"/>
                  </a:lnTo>
                  <a:lnTo>
                    <a:pt x="11341" y="364388"/>
                  </a:lnTo>
                  <a:lnTo>
                    <a:pt x="5448" y="368363"/>
                  </a:lnTo>
                  <a:lnTo>
                    <a:pt x="1460" y="374269"/>
                  </a:lnTo>
                  <a:lnTo>
                    <a:pt x="0" y="381495"/>
                  </a:lnTo>
                  <a:lnTo>
                    <a:pt x="1460" y="388734"/>
                  </a:lnTo>
                  <a:lnTo>
                    <a:pt x="5448" y="394639"/>
                  </a:lnTo>
                  <a:lnTo>
                    <a:pt x="11341" y="398614"/>
                  </a:lnTo>
                  <a:lnTo>
                    <a:pt x="18580" y="400075"/>
                  </a:lnTo>
                  <a:lnTo>
                    <a:pt x="181254" y="400075"/>
                  </a:lnTo>
                  <a:lnTo>
                    <a:pt x="188480" y="398614"/>
                  </a:lnTo>
                  <a:lnTo>
                    <a:pt x="194386" y="394639"/>
                  </a:lnTo>
                  <a:lnTo>
                    <a:pt x="198361" y="388734"/>
                  </a:lnTo>
                  <a:lnTo>
                    <a:pt x="199821" y="381495"/>
                  </a:lnTo>
                  <a:close/>
                </a:path>
                <a:path w="1232534" h="953770">
                  <a:moveTo>
                    <a:pt x="199821" y="162814"/>
                  </a:moveTo>
                  <a:lnTo>
                    <a:pt x="198361" y="155587"/>
                  </a:lnTo>
                  <a:lnTo>
                    <a:pt x="194386" y="149682"/>
                  </a:lnTo>
                  <a:lnTo>
                    <a:pt x="188480" y="145694"/>
                  </a:lnTo>
                  <a:lnTo>
                    <a:pt x="181254" y="144246"/>
                  </a:lnTo>
                  <a:lnTo>
                    <a:pt x="18580" y="144246"/>
                  </a:lnTo>
                  <a:lnTo>
                    <a:pt x="11341" y="145694"/>
                  </a:lnTo>
                  <a:lnTo>
                    <a:pt x="5448" y="149682"/>
                  </a:lnTo>
                  <a:lnTo>
                    <a:pt x="1460" y="155587"/>
                  </a:lnTo>
                  <a:lnTo>
                    <a:pt x="0" y="162814"/>
                  </a:lnTo>
                  <a:lnTo>
                    <a:pt x="1460" y="170053"/>
                  </a:lnTo>
                  <a:lnTo>
                    <a:pt x="5448" y="175945"/>
                  </a:lnTo>
                  <a:lnTo>
                    <a:pt x="11341" y="179933"/>
                  </a:lnTo>
                  <a:lnTo>
                    <a:pt x="18580" y="181394"/>
                  </a:lnTo>
                  <a:lnTo>
                    <a:pt x="181254" y="181394"/>
                  </a:lnTo>
                  <a:lnTo>
                    <a:pt x="188480" y="179933"/>
                  </a:lnTo>
                  <a:lnTo>
                    <a:pt x="194386" y="175945"/>
                  </a:lnTo>
                  <a:lnTo>
                    <a:pt x="198361" y="170053"/>
                  </a:lnTo>
                  <a:lnTo>
                    <a:pt x="199821" y="162814"/>
                  </a:lnTo>
                  <a:close/>
                </a:path>
                <a:path w="1232534" h="953770">
                  <a:moveTo>
                    <a:pt x="201434" y="18567"/>
                  </a:moveTo>
                  <a:lnTo>
                    <a:pt x="199974" y="11341"/>
                  </a:lnTo>
                  <a:lnTo>
                    <a:pt x="195999" y="5435"/>
                  </a:lnTo>
                  <a:lnTo>
                    <a:pt x="190093" y="1460"/>
                  </a:lnTo>
                  <a:lnTo>
                    <a:pt x="182867" y="0"/>
                  </a:lnTo>
                  <a:lnTo>
                    <a:pt x="20193" y="0"/>
                  </a:lnTo>
                  <a:lnTo>
                    <a:pt x="12966" y="1460"/>
                  </a:lnTo>
                  <a:lnTo>
                    <a:pt x="7061" y="5435"/>
                  </a:lnTo>
                  <a:lnTo>
                    <a:pt x="3073" y="11341"/>
                  </a:lnTo>
                  <a:lnTo>
                    <a:pt x="1612" y="18567"/>
                  </a:lnTo>
                  <a:lnTo>
                    <a:pt x="3073" y="25806"/>
                  </a:lnTo>
                  <a:lnTo>
                    <a:pt x="7061" y="31711"/>
                  </a:lnTo>
                  <a:lnTo>
                    <a:pt x="12966" y="35687"/>
                  </a:lnTo>
                  <a:lnTo>
                    <a:pt x="20193" y="37147"/>
                  </a:lnTo>
                  <a:lnTo>
                    <a:pt x="182867" y="37147"/>
                  </a:lnTo>
                  <a:lnTo>
                    <a:pt x="190093" y="35687"/>
                  </a:lnTo>
                  <a:lnTo>
                    <a:pt x="195999" y="31711"/>
                  </a:lnTo>
                  <a:lnTo>
                    <a:pt x="199974" y="25806"/>
                  </a:lnTo>
                  <a:lnTo>
                    <a:pt x="201434" y="18567"/>
                  </a:lnTo>
                  <a:close/>
                </a:path>
                <a:path w="1232534" h="953770">
                  <a:moveTo>
                    <a:pt x="253365" y="308851"/>
                  </a:moveTo>
                  <a:lnTo>
                    <a:pt x="251904" y="301625"/>
                  </a:lnTo>
                  <a:lnTo>
                    <a:pt x="247929" y="295719"/>
                  </a:lnTo>
                  <a:lnTo>
                    <a:pt x="242023" y="291744"/>
                  </a:lnTo>
                  <a:lnTo>
                    <a:pt x="234797" y="290283"/>
                  </a:lnTo>
                  <a:lnTo>
                    <a:pt x="18580" y="290283"/>
                  </a:lnTo>
                  <a:lnTo>
                    <a:pt x="11341" y="291744"/>
                  </a:lnTo>
                  <a:lnTo>
                    <a:pt x="5448" y="295719"/>
                  </a:lnTo>
                  <a:lnTo>
                    <a:pt x="1460" y="301625"/>
                  </a:lnTo>
                  <a:lnTo>
                    <a:pt x="0" y="308851"/>
                  </a:lnTo>
                  <a:lnTo>
                    <a:pt x="1460" y="316090"/>
                  </a:lnTo>
                  <a:lnTo>
                    <a:pt x="5448" y="321995"/>
                  </a:lnTo>
                  <a:lnTo>
                    <a:pt x="11341" y="325970"/>
                  </a:lnTo>
                  <a:lnTo>
                    <a:pt x="18580" y="327431"/>
                  </a:lnTo>
                  <a:lnTo>
                    <a:pt x="234797" y="327431"/>
                  </a:lnTo>
                  <a:lnTo>
                    <a:pt x="242023" y="325970"/>
                  </a:lnTo>
                  <a:lnTo>
                    <a:pt x="247929" y="321995"/>
                  </a:lnTo>
                  <a:lnTo>
                    <a:pt x="251904" y="316090"/>
                  </a:lnTo>
                  <a:lnTo>
                    <a:pt x="253365" y="308851"/>
                  </a:lnTo>
                  <a:close/>
                </a:path>
                <a:path w="1232534" h="953770">
                  <a:moveTo>
                    <a:pt x="498640" y="308851"/>
                  </a:moveTo>
                  <a:lnTo>
                    <a:pt x="496455" y="301625"/>
                  </a:lnTo>
                  <a:lnTo>
                    <a:pt x="490499" y="295719"/>
                  </a:lnTo>
                  <a:lnTo>
                    <a:pt x="481672" y="291744"/>
                  </a:lnTo>
                  <a:lnTo>
                    <a:pt x="470865" y="290283"/>
                  </a:lnTo>
                  <a:lnTo>
                    <a:pt x="322935" y="290283"/>
                  </a:lnTo>
                  <a:lnTo>
                    <a:pt x="312127" y="291744"/>
                  </a:lnTo>
                  <a:lnTo>
                    <a:pt x="303301" y="295719"/>
                  </a:lnTo>
                  <a:lnTo>
                    <a:pt x="297345" y="301625"/>
                  </a:lnTo>
                  <a:lnTo>
                    <a:pt x="295160" y="308851"/>
                  </a:lnTo>
                  <a:lnTo>
                    <a:pt x="297345" y="316090"/>
                  </a:lnTo>
                  <a:lnTo>
                    <a:pt x="303301" y="321995"/>
                  </a:lnTo>
                  <a:lnTo>
                    <a:pt x="312127" y="325970"/>
                  </a:lnTo>
                  <a:lnTo>
                    <a:pt x="322935" y="327431"/>
                  </a:lnTo>
                  <a:lnTo>
                    <a:pt x="470865" y="327431"/>
                  </a:lnTo>
                  <a:lnTo>
                    <a:pt x="481672" y="325970"/>
                  </a:lnTo>
                  <a:lnTo>
                    <a:pt x="490499" y="321995"/>
                  </a:lnTo>
                  <a:lnTo>
                    <a:pt x="496455" y="316090"/>
                  </a:lnTo>
                  <a:lnTo>
                    <a:pt x="498640" y="308851"/>
                  </a:lnTo>
                  <a:close/>
                </a:path>
                <a:path w="1232534" h="953770">
                  <a:moveTo>
                    <a:pt x="511149" y="233527"/>
                  </a:moveTo>
                  <a:lnTo>
                    <a:pt x="509193" y="226301"/>
                  </a:lnTo>
                  <a:lnTo>
                    <a:pt x="503834" y="220395"/>
                  </a:lnTo>
                  <a:lnTo>
                    <a:pt x="495884" y="216420"/>
                  </a:lnTo>
                  <a:lnTo>
                    <a:pt x="486156" y="214960"/>
                  </a:lnTo>
                  <a:lnTo>
                    <a:pt x="224815" y="214960"/>
                  </a:lnTo>
                  <a:lnTo>
                    <a:pt x="215087" y="216420"/>
                  </a:lnTo>
                  <a:lnTo>
                    <a:pt x="207137" y="220395"/>
                  </a:lnTo>
                  <a:lnTo>
                    <a:pt x="201790" y="226301"/>
                  </a:lnTo>
                  <a:lnTo>
                    <a:pt x="199821" y="233527"/>
                  </a:lnTo>
                  <a:lnTo>
                    <a:pt x="201790" y="240766"/>
                  </a:lnTo>
                  <a:lnTo>
                    <a:pt x="207137" y="246672"/>
                  </a:lnTo>
                  <a:lnTo>
                    <a:pt x="215087" y="250647"/>
                  </a:lnTo>
                  <a:lnTo>
                    <a:pt x="224815" y="252107"/>
                  </a:lnTo>
                  <a:lnTo>
                    <a:pt x="486156" y="252107"/>
                  </a:lnTo>
                  <a:lnTo>
                    <a:pt x="495884" y="250647"/>
                  </a:lnTo>
                  <a:lnTo>
                    <a:pt x="503834" y="246672"/>
                  </a:lnTo>
                  <a:lnTo>
                    <a:pt x="509193" y="240766"/>
                  </a:lnTo>
                  <a:lnTo>
                    <a:pt x="511149" y="233527"/>
                  </a:lnTo>
                  <a:close/>
                </a:path>
                <a:path w="1232534" h="953770">
                  <a:moveTo>
                    <a:pt x="511149" y="162814"/>
                  </a:moveTo>
                  <a:lnTo>
                    <a:pt x="508279" y="155587"/>
                  </a:lnTo>
                  <a:lnTo>
                    <a:pt x="500443" y="149682"/>
                  </a:lnTo>
                  <a:lnTo>
                    <a:pt x="488823" y="145694"/>
                  </a:lnTo>
                  <a:lnTo>
                    <a:pt x="474586" y="144246"/>
                  </a:lnTo>
                  <a:lnTo>
                    <a:pt x="279933" y="144246"/>
                  </a:lnTo>
                  <a:lnTo>
                    <a:pt x="265709" y="145694"/>
                  </a:lnTo>
                  <a:lnTo>
                    <a:pt x="254088" y="149682"/>
                  </a:lnTo>
                  <a:lnTo>
                    <a:pt x="246253" y="155587"/>
                  </a:lnTo>
                  <a:lnTo>
                    <a:pt x="243382" y="162814"/>
                  </a:lnTo>
                  <a:lnTo>
                    <a:pt x="246253" y="170053"/>
                  </a:lnTo>
                  <a:lnTo>
                    <a:pt x="254088" y="175945"/>
                  </a:lnTo>
                  <a:lnTo>
                    <a:pt x="265709" y="179933"/>
                  </a:lnTo>
                  <a:lnTo>
                    <a:pt x="279933" y="181394"/>
                  </a:lnTo>
                  <a:lnTo>
                    <a:pt x="474586" y="181394"/>
                  </a:lnTo>
                  <a:lnTo>
                    <a:pt x="488823" y="179933"/>
                  </a:lnTo>
                  <a:lnTo>
                    <a:pt x="500443" y="175945"/>
                  </a:lnTo>
                  <a:lnTo>
                    <a:pt x="508279" y="170053"/>
                  </a:lnTo>
                  <a:lnTo>
                    <a:pt x="511149" y="162814"/>
                  </a:lnTo>
                  <a:close/>
                </a:path>
                <a:path w="1232534" h="953770">
                  <a:moveTo>
                    <a:pt x="512762" y="89293"/>
                  </a:moveTo>
                  <a:lnTo>
                    <a:pt x="510806" y="82054"/>
                  </a:lnTo>
                  <a:lnTo>
                    <a:pt x="505447" y="76149"/>
                  </a:lnTo>
                  <a:lnTo>
                    <a:pt x="497497" y="72174"/>
                  </a:lnTo>
                  <a:lnTo>
                    <a:pt x="487768" y="70713"/>
                  </a:lnTo>
                  <a:lnTo>
                    <a:pt x="226428" y="70713"/>
                  </a:lnTo>
                  <a:lnTo>
                    <a:pt x="216700" y="72174"/>
                  </a:lnTo>
                  <a:lnTo>
                    <a:pt x="208762" y="76149"/>
                  </a:lnTo>
                  <a:lnTo>
                    <a:pt x="203403" y="82054"/>
                  </a:lnTo>
                  <a:lnTo>
                    <a:pt x="201434" y="89293"/>
                  </a:lnTo>
                  <a:lnTo>
                    <a:pt x="203403" y="96520"/>
                  </a:lnTo>
                  <a:lnTo>
                    <a:pt x="208762" y="102425"/>
                  </a:lnTo>
                  <a:lnTo>
                    <a:pt x="216700" y="106400"/>
                  </a:lnTo>
                  <a:lnTo>
                    <a:pt x="226428" y="107861"/>
                  </a:lnTo>
                  <a:lnTo>
                    <a:pt x="487768" y="107861"/>
                  </a:lnTo>
                  <a:lnTo>
                    <a:pt x="497497" y="106400"/>
                  </a:lnTo>
                  <a:lnTo>
                    <a:pt x="505447" y="102425"/>
                  </a:lnTo>
                  <a:lnTo>
                    <a:pt x="510806" y="96520"/>
                  </a:lnTo>
                  <a:lnTo>
                    <a:pt x="512762" y="89293"/>
                  </a:lnTo>
                  <a:close/>
                </a:path>
                <a:path w="1232534" h="953770">
                  <a:moveTo>
                    <a:pt x="512762" y="18567"/>
                  </a:moveTo>
                  <a:lnTo>
                    <a:pt x="509892" y="11341"/>
                  </a:lnTo>
                  <a:lnTo>
                    <a:pt x="502056" y="5435"/>
                  </a:lnTo>
                  <a:lnTo>
                    <a:pt x="490435" y="1460"/>
                  </a:lnTo>
                  <a:lnTo>
                    <a:pt x="476199" y="0"/>
                  </a:lnTo>
                  <a:lnTo>
                    <a:pt x="281546" y="0"/>
                  </a:lnTo>
                  <a:lnTo>
                    <a:pt x="267322" y="1460"/>
                  </a:lnTo>
                  <a:lnTo>
                    <a:pt x="255701" y="5435"/>
                  </a:lnTo>
                  <a:lnTo>
                    <a:pt x="247865" y="11341"/>
                  </a:lnTo>
                  <a:lnTo>
                    <a:pt x="244995" y="18567"/>
                  </a:lnTo>
                  <a:lnTo>
                    <a:pt x="247865" y="25806"/>
                  </a:lnTo>
                  <a:lnTo>
                    <a:pt x="255701" y="31711"/>
                  </a:lnTo>
                  <a:lnTo>
                    <a:pt x="267322" y="35687"/>
                  </a:lnTo>
                  <a:lnTo>
                    <a:pt x="281546" y="37147"/>
                  </a:lnTo>
                  <a:lnTo>
                    <a:pt x="476199" y="37147"/>
                  </a:lnTo>
                  <a:lnTo>
                    <a:pt x="490435" y="35687"/>
                  </a:lnTo>
                  <a:lnTo>
                    <a:pt x="502056" y="31711"/>
                  </a:lnTo>
                  <a:lnTo>
                    <a:pt x="509892" y="25806"/>
                  </a:lnTo>
                  <a:lnTo>
                    <a:pt x="512762" y="18567"/>
                  </a:lnTo>
                  <a:close/>
                </a:path>
                <a:path w="1232534" h="953770">
                  <a:moveTo>
                    <a:pt x="854900" y="772845"/>
                  </a:moveTo>
                  <a:lnTo>
                    <a:pt x="847153" y="764527"/>
                  </a:lnTo>
                  <a:lnTo>
                    <a:pt x="837590" y="764527"/>
                  </a:lnTo>
                  <a:lnTo>
                    <a:pt x="626567" y="764527"/>
                  </a:lnTo>
                  <a:lnTo>
                    <a:pt x="618820" y="772845"/>
                  </a:lnTo>
                  <a:lnTo>
                    <a:pt x="618820" y="793369"/>
                  </a:lnTo>
                  <a:lnTo>
                    <a:pt x="626567" y="801687"/>
                  </a:lnTo>
                  <a:lnTo>
                    <a:pt x="847153" y="801687"/>
                  </a:lnTo>
                  <a:lnTo>
                    <a:pt x="854900" y="793369"/>
                  </a:lnTo>
                  <a:lnTo>
                    <a:pt x="854900" y="772845"/>
                  </a:lnTo>
                  <a:close/>
                </a:path>
                <a:path w="1232534" h="953770">
                  <a:moveTo>
                    <a:pt x="937006" y="705700"/>
                  </a:moveTo>
                  <a:lnTo>
                    <a:pt x="933704" y="698474"/>
                  </a:lnTo>
                  <a:lnTo>
                    <a:pt x="924712" y="692569"/>
                  </a:lnTo>
                  <a:lnTo>
                    <a:pt x="911377" y="688594"/>
                  </a:lnTo>
                  <a:lnTo>
                    <a:pt x="895032" y="687133"/>
                  </a:lnTo>
                  <a:lnTo>
                    <a:pt x="671576" y="687133"/>
                  </a:lnTo>
                  <a:lnTo>
                    <a:pt x="655243" y="688594"/>
                  </a:lnTo>
                  <a:lnTo>
                    <a:pt x="641908" y="692569"/>
                  </a:lnTo>
                  <a:lnTo>
                    <a:pt x="632904" y="698474"/>
                  </a:lnTo>
                  <a:lnTo>
                    <a:pt x="629615" y="705700"/>
                  </a:lnTo>
                  <a:lnTo>
                    <a:pt x="632904" y="712939"/>
                  </a:lnTo>
                  <a:lnTo>
                    <a:pt x="641908" y="718845"/>
                  </a:lnTo>
                  <a:lnTo>
                    <a:pt x="655243" y="722820"/>
                  </a:lnTo>
                  <a:lnTo>
                    <a:pt x="671576" y="724281"/>
                  </a:lnTo>
                  <a:lnTo>
                    <a:pt x="895032" y="724281"/>
                  </a:lnTo>
                  <a:lnTo>
                    <a:pt x="911377" y="722820"/>
                  </a:lnTo>
                  <a:lnTo>
                    <a:pt x="924712" y="718845"/>
                  </a:lnTo>
                  <a:lnTo>
                    <a:pt x="933704" y="712939"/>
                  </a:lnTo>
                  <a:lnTo>
                    <a:pt x="937006" y="705700"/>
                  </a:lnTo>
                  <a:close/>
                </a:path>
                <a:path w="1232534" h="953770">
                  <a:moveTo>
                    <a:pt x="945603" y="862533"/>
                  </a:moveTo>
                  <a:lnTo>
                    <a:pt x="942098" y="855306"/>
                  </a:lnTo>
                  <a:lnTo>
                    <a:pt x="932535" y="849401"/>
                  </a:lnTo>
                  <a:lnTo>
                    <a:pt x="918349" y="845413"/>
                  </a:lnTo>
                  <a:lnTo>
                    <a:pt x="900988" y="843953"/>
                  </a:lnTo>
                  <a:lnTo>
                    <a:pt x="663435" y="843953"/>
                  </a:lnTo>
                  <a:lnTo>
                    <a:pt x="646074" y="845413"/>
                  </a:lnTo>
                  <a:lnTo>
                    <a:pt x="631888" y="849401"/>
                  </a:lnTo>
                  <a:lnTo>
                    <a:pt x="622325" y="855306"/>
                  </a:lnTo>
                  <a:lnTo>
                    <a:pt x="618820" y="862533"/>
                  </a:lnTo>
                  <a:lnTo>
                    <a:pt x="622325" y="869759"/>
                  </a:lnTo>
                  <a:lnTo>
                    <a:pt x="631888" y="875665"/>
                  </a:lnTo>
                  <a:lnTo>
                    <a:pt x="646074" y="879652"/>
                  </a:lnTo>
                  <a:lnTo>
                    <a:pt x="663435" y="881113"/>
                  </a:lnTo>
                  <a:lnTo>
                    <a:pt x="900988" y="881113"/>
                  </a:lnTo>
                  <a:lnTo>
                    <a:pt x="918349" y="879652"/>
                  </a:lnTo>
                  <a:lnTo>
                    <a:pt x="932535" y="875665"/>
                  </a:lnTo>
                  <a:lnTo>
                    <a:pt x="942098" y="869759"/>
                  </a:lnTo>
                  <a:lnTo>
                    <a:pt x="945603" y="862533"/>
                  </a:lnTo>
                  <a:close/>
                </a:path>
                <a:path w="1232534" h="953770">
                  <a:moveTo>
                    <a:pt x="988783" y="559663"/>
                  </a:moveTo>
                  <a:lnTo>
                    <a:pt x="985913" y="552437"/>
                  </a:lnTo>
                  <a:lnTo>
                    <a:pt x="978077" y="546531"/>
                  </a:lnTo>
                  <a:lnTo>
                    <a:pt x="966457" y="542544"/>
                  </a:lnTo>
                  <a:lnTo>
                    <a:pt x="952220" y="541083"/>
                  </a:lnTo>
                  <a:lnTo>
                    <a:pt x="757567" y="541083"/>
                  </a:lnTo>
                  <a:lnTo>
                    <a:pt x="743343" y="542544"/>
                  </a:lnTo>
                  <a:lnTo>
                    <a:pt x="731710" y="546531"/>
                  </a:lnTo>
                  <a:lnTo>
                    <a:pt x="723887" y="552437"/>
                  </a:lnTo>
                  <a:lnTo>
                    <a:pt x="721004" y="559663"/>
                  </a:lnTo>
                  <a:lnTo>
                    <a:pt x="723887" y="566902"/>
                  </a:lnTo>
                  <a:lnTo>
                    <a:pt x="731710" y="572795"/>
                  </a:lnTo>
                  <a:lnTo>
                    <a:pt x="743343" y="576783"/>
                  </a:lnTo>
                  <a:lnTo>
                    <a:pt x="757567" y="578243"/>
                  </a:lnTo>
                  <a:lnTo>
                    <a:pt x="952220" y="578243"/>
                  </a:lnTo>
                  <a:lnTo>
                    <a:pt x="966457" y="576783"/>
                  </a:lnTo>
                  <a:lnTo>
                    <a:pt x="978077" y="572795"/>
                  </a:lnTo>
                  <a:lnTo>
                    <a:pt x="985913" y="566902"/>
                  </a:lnTo>
                  <a:lnTo>
                    <a:pt x="988783" y="559663"/>
                  </a:lnTo>
                  <a:close/>
                </a:path>
                <a:path w="1232534" h="953770">
                  <a:moveTo>
                    <a:pt x="990180" y="935177"/>
                  </a:moveTo>
                  <a:lnTo>
                    <a:pt x="987983" y="927938"/>
                  </a:lnTo>
                  <a:lnTo>
                    <a:pt x="981976" y="922032"/>
                  </a:lnTo>
                  <a:lnTo>
                    <a:pt x="973086" y="918057"/>
                  </a:lnTo>
                  <a:lnTo>
                    <a:pt x="962202" y="916597"/>
                  </a:lnTo>
                  <a:lnTo>
                    <a:pt x="636485" y="916597"/>
                  </a:lnTo>
                  <a:lnTo>
                    <a:pt x="625589" y="918057"/>
                  </a:lnTo>
                  <a:lnTo>
                    <a:pt x="616699" y="922032"/>
                  </a:lnTo>
                  <a:lnTo>
                    <a:pt x="610704" y="927938"/>
                  </a:lnTo>
                  <a:lnTo>
                    <a:pt x="608507" y="935177"/>
                  </a:lnTo>
                  <a:lnTo>
                    <a:pt x="610704" y="942403"/>
                  </a:lnTo>
                  <a:lnTo>
                    <a:pt x="616699" y="948309"/>
                  </a:lnTo>
                  <a:lnTo>
                    <a:pt x="625589" y="952284"/>
                  </a:lnTo>
                  <a:lnTo>
                    <a:pt x="636485" y="953744"/>
                  </a:lnTo>
                  <a:lnTo>
                    <a:pt x="962202" y="953744"/>
                  </a:lnTo>
                  <a:lnTo>
                    <a:pt x="973086" y="952284"/>
                  </a:lnTo>
                  <a:lnTo>
                    <a:pt x="981976" y="948309"/>
                  </a:lnTo>
                  <a:lnTo>
                    <a:pt x="987983" y="942403"/>
                  </a:lnTo>
                  <a:lnTo>
                    <a:pt x="990180" y="935177"/>
                  </a:lnTo>
                  <a:close/>
                </a:path>
                <a:path w="1232534" h="953770">
                  <a:moveTo>
                    <a:pt x="1027734" y="772693"/>
                  </a:moveTo>
                  <a:lnTo>
                    <a:pt x="1021753" y="764374"/>
                  </a:lnTo>
                  <a:lnTo>
                    <a:pt x="1014399" y="764374"/>
                  </a:lnTo>
                  <a:lnTo>
                    <a:pt x="890244" y="764374"/>
                  </a:lnTo>
                  <a:lnTo>
                    <a:pt x="884262" y="772693"/>
                  </a:lnTo>
                  <a:lnTo>
                    <a:pt x="884262" y="793216"/>
                  </a:lnTo>
                  <a:lnTo>
                    <a:pt x="890244" y="801535"/>
                  </a:lnTo>
                  <a:lnTo>
                    <a:pt x="1021753" y="801535"/>
                  </a:lnTo>
                  <a:lnTo>
                    <a:pt x="1027734" y="793216"/>
                  </a:lnTo>
                  <a:lnTo>
                    <a:pt x="1027734" y="772693"/>
                  </a:lnTo>
                  <a:close/>
                </a:path>
                <a:path w="1232534" h="953770">
                  <a:moveTo>
                    <a:pt x="1032344" y="630377"/>
                  </a:moveTo>
                  <a:lnTo>
                    <a:pt x="1030376" y="623150"/>
                  </a:lnTo>
                  <a:lnTo>
                    <a:pt x="1025017" y="617245"/>
                  </a:lnTo>
                  <a:lnTo>
                    <a:pt x="1017079" y="613257"/>
                  </a:lnTo>
                  <a:lnTo>
                    <a:pt x="1007351" y="611809"/>
                  </a:lnTo>
                  <a:lnTo>
                    <a:pt x="746010" y="611809"/>
                  </a:lnTo>
                  <a:lnTo>
                    <a:pt x="736282" y="613257"/>
                  </a:lnTo>
                  <a:lnTo>
                    <a:pt x="728332" y="617245"/>
                  </a:lnTo>
                  <a:lnTo>
                    <a:pt x="722972" y="623150"/>
                  </a:lnTo>
                  <a:lnTo>
                    <a:pt x="721004" y="630377"/>
                  </a:lnTo>
                  <a:lnTo>
                    <a:pt x="722972" y="637616"/>
                  </a:lnTo>
                  <a:lnTo>
                    <a:pt x="728332" y="643509"/>
                  </a:lnTo>
                  <a:lnTo>
                    <a:pt x="736282" y="647496"/>
                  </a:lnTo>
                  <a:lnTo>
                    <a:pt x="746010" y="648957"/>
                  </a:lnTo>
                  <a:lnTo>
                    <a:pt x="1007351" y="648957"/>
                  </a:lnTo>
                  <a:lnTo>
                    <a:pt x="1017079" y="647496"/>
                  </a:lnTo>
                  <a:lnTo>
                    <a:pt x="1025017" y="643509"/>
                  </a:lnTo>
                  <a:lnTo>
                    <a:pt x="1030376" y="637616"/>
                  </a:lnTo>
                  <a:lnTo>
                    <a:pt x="1032344" y="630377"/>
                  </a:lnTo>
                  <a:close/>
                </a:path>
                <a:path w="1232534" h="953770">
                  <a:moveTo>
                    <a:pt x="1226781" y="852271"/>
                  </a:moveTo>
                  <a:lnTo>
                    <a:pt x="1219085" y="843953"/>
                  </a:lnTo>
                  <a:lnTo>
                    <a:pt x="1209573" y="843953"/>
                  </a:lnTo>
                  <a:lnTo>
                    <a:pt x="999705" y="843953"/>
                  </a:lnTo>
                  <a:lnTo>
                    <a:pt x="991997" y="852271"/>
                  </a:lnTo>
                  <a:lnTo>
                    <a:pt x="991997" y="872794"/>
                  </a:lnTo>
                  <a:lnTo>
                    <a:pt x="999705" y="881113"/>
                  </a:lnTo>
                  <a:lnTo>
                    <a:pt x="1219085" y="881113"/>
                  </a:lnTo>
                  <a:lnTo>
                    <a:pt x="1226781" y="872794"/>
                  </a:lnTo>
                  <a:lnTo>
                    <a:pt x="1226781" y="852271"/>
                  </a:lnTo>
                  <a:close/>
                </a:path>
                <a:path w="1232534" h="953770">
                  <a:moveTo>
                    <a:pt x="1226794" y="924915"/>
                  </a:moveTo>
                  <a:lnTo>
                    <a:pt x="1219047" y="916597"/>
                  </a:lnTo>
                  <a:lnTo>
                    <a:pt x="1209509" y="916597"/>
                  </a:lnTo>
                  <a:lnTo>
                    <a:pt x="1048664" y="916597"/>
                  </a:lnTo>
                  <a:lnTo>
                    <a:pt x="1040942" y="924915"/>
                  </a:lnTo>
                  <a:lnTo>
                    <a:pt x="1040942" y="945438"/>
                  </a:lnTo>
                  <a:lnTo>
                    <a:pt x="1048664" y="953744"/>
                  </a:lnTo>
                  <a:lnTo>
                    <a:pt x="1219047" y="953744"/>
                  </a:lnTo>
                  <a:lnTo>
                    <a:pt x="1226794" y="945438"/>
                  </a:lnTo>
                  <a:lnTo>
                    <a:pt x="1226794" y="924915"/>
                  </a:lnTo>
                  <a:close/>
                </a:path>
                <a:path w="1232534" h="953770">
                  <a:moveTo>
                    <a:pt x="1232154" y="772693"/>
                  </a:moveTo>
                  <a:lnTo>
                    <a:pt x="1225105" y="764374"/>
                  </a:lnTo>
                  <a:lnTo>
                    <a:pt x="1216406" y="764374"/>
                  </a:lnTo>
                  <a:lnTo>
                    <a:pt x="1069759" y="764374"/>
                  </a:lnTo>
                  <a:lnTo>
                    <a:pt x="1062723" y="772693"/>
                  </a:lnTo>
                  <a:lnTo>
                    <a:pt x="1062723" y="793216"/>
                  </a:lnTo>
                  <a:lnTo>
                    <a:pt x="1069759" y="801535"/>
                  </a:lnTo>
                  <a:lnTo>
                    <a:pt x="1225105" y="801535"/>
                  </a:lnTo>
                  <a:lnTo>
                    <a:pt x="1232154" y="793216"/>
                  </a:lnTo>
                  <a:lnTo>
                    <a:pt x="1232154" y="772693"/>
                  </a:lnTo>
                  <a:close/>
                </a:path>
                <a:path w="1232534" h="953770">
                  <a:moveTo>
                    <a:pt x="1232154" y="705700"/>
                  </a:moveTo>
                  <a:lnTo>
                    <a:pt x="1230706" y="698474"/>
                  </a:lnTo>
                  <a:lnTo>
                    <a:pt x="1226718" y="692569"/>
                  </a:lnTo>
                  <a:lnTo>
                    <a:pt x="1220812" y="688594"/>
                  </a:lnTo>
                  <a:lnTo>
                    <a:pt x="1213586" y="687133"/>
                  </a:lnTo>
                  <a:lnTo>
                    <a:pt x="997369" y="687133"/>
                  </a:lnTo>
                  <a:lnTo>
                    <a:pt x="990142" y="688594"/>
                  </a:lnTo>
                  <a:lnTo>
                    <a:pt x="984237" y="692569"/>
                  </a:lnTo>
                  <a:lnTo>
                    <a:pt x="980249" y="698474"/>
                  </a:lnTo>
                  <a:lnTo>
                    <a:pt x="978801" y="705700"/>
                  </a:lnTo>
                  <a:lnTo>
                    <a:pt x="980249" y="712939"/>
                  </a:lnTo>
                  <a:lnTo>
                    <a:pt x="984237" y="718845"/>
                  </a:lnTo>
                  <a:lnTo>
                    <a:pt x="990142" y="722820"/>
                  </a:lnTo>
                  <a:lnTo>
                    <a:pt x="997369" y="724281"/>
                  </a:lnTo>
                  <a:lnTo>
                    <a:pt x="1213586" y="724281"/>
                  </a:lnTo>
                  <a:lnTo>
                    <a:pt x="1220812" y="722820"/>
                  </a:lnTo>
                  <a:lnTo>
                    <a:pt x="1226718" y="718845"/>
                  </a:lnTo>
                  <a:lnTo>
                    <a:pt x="1230706" y="712939"/>
                  </a:lnTo>
                  <a:lnTo>
                    <a:pt x="1232154" y="705700"/>
                  </a:lnTo>
                  <a:close/>
                </a:path>
                <a:path w="1232534" h="953770">
                  <a:moveTo>
                    <a:pt x="1232154" y="630377"/>
                  </a:moveTo>
                  <a:lnTo>
                    <a:pt x="1230706" y="623150"/>
                  </a:lnTo>
                  <a:lnTo>
                    <a:pt x="1226718" y="617245"/>
                  </a:lnTo>
                  <a:lnTo>
                    <a:pt x="1220812" y="613257"/>
                  </a:lnTo>
                  <a:lnTo>
                    <a:pt x="1213586" y="611809"/>
                  </a:lnTo>
                  <a:lnTo>
                    <a:pt x="1081290" y="611809"/>
                  </a:lnTo>
                  <a:lnTo>
                    <a:pt x="1074064" y="613257"/>
                  </a:lnTo>
                  <a:lnTo>
                    <a:pt x="1068158" y="617245"/>
                  </a:lnTo>
                  <a:lnTo>
                    <a:pt x="1064183" y="623150"/>
                  </a:lnTo>
                  <a:lnTo>
                    <a:pt x="1062723" y="630377"/>
                  </a:lnTo>
                  <a:lnTo>
                    <a:pt x="1064183" y="637616"/>
                  </a:lnTo>
                  <a:lnTo>
                    <a:pt x="1068158" y="643509"/>
                  </a:lnTo>
                  <a:lnTo>
                    <a:pt x="1074064" y="647496"/>
                  </a:lnTo>
                  <a:lnTo>
                    <a:pt x="1081290" y="648957"/>
                  </a:lnTo>
                  <a:lnTo>
                    <a:pt x="1213586" y="648957"/>
                  </a:lnTo>
                  <a:lnTo>
                    <a:pt x="1220812" y="647496"/>
                  </a:lnTo>
                  <a:lnTo>
                    <a:pt x="1226718" y="643509"/>
                  </a:lnTo>
                  <a:lnTo>
                    <a:pt x="1230706" y="637616"/>
                  </a:lnTo>
                  <a:lnTo>
                    <a:pt x="1232154" y="630377"/>
                  </a:lnTo>
                  <a:close/>
                </a:path>
                <a:path w="1232534" h="953770">
                  <a:moveTo>
                    <a:pt x="1232154" y="559663"/>
                  </a:moveTo>
                  <a:lnTo>
                    <a:pt x="1230706" y="552437"/>
                  </a:lnTo>
                  <a:lnTo>
                    <a:pt x="1226718" y="546531"/>
                  </a:lnTo>
                  <a:lnTo>
                    <a:pt x="1220812" y="542544"/>
                  </a:lnTo>
                  <a:lnTo>
                    <a:pt x="1213586" y="541083"/>
                  </a:lnTo>
                  <a:lnTo>
                    <a:pt x="1050925" y="541083"/>
                  </a:lnTo>
                  <a:lnTo>
                    <a:pt x="1043686" y="542544"/>
                  </a:lnTo>
                  <a:lnTo>
                    <a:pt x="1037780" y="546531"/>
                  </a:lnTo>
                  <a:lnTo>
                    <a:pt x="1033805" y="552437"/>
                  </a:lnTo>
                  <a:lnTo>
                    <a:pt x="1032344" y="559663"/>
                  </a:lnTo>
                  <a:lnTo>
                    <a:pt x="1033805" y="566902"/>
                  </a:lnTo>
                  <a:lnTo>
                    <a:pt x="1037780" y="572795"/>
                  </a:lnTo>
                  <a:lnTo>
                    <a:pt x="1043686" y="576783"/>
                  </a:lnTo>
                  <a:lnTo>
                    <a:pt x="1050925" y="578243"/>
                  </a:lnTo>
                  <a:lnTo>
                    <a:pt x="1213586" y="578243"/>
                  </a:lnTo>
                  <a:lnTo>
                    <a:pt x="1220812" y="576783"/>
                  </a:lnTo>
                  <a:lnTo>
                    <a:pt x="1226718" y="572795"/>
                  </a:lnTo>
                  <a:lnTo>
                    <a:pt x="1230706" y="566902"/>
                  </a:lnTo>
                  <a:lnTo>
                    <a:pt x="1232154" y="559663"/>
                  </a:lnTo>
                  <a:close/>
                </a:path>
              </a:pathLst>
            </a:custGeom>
            <a:solidFill>
              <a:srgbClr val="A6DF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6" name="object 216" descr=""/>
          <p:cNvSpPr txBox="1"/>
          <p:nvPr/>
        </p:nvSpPr>
        <p:spPr>
          <a:xfrm>
            <a:off x="624163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569369" y="10068752"/>
            <a:ext cx="2334260" cy="327025"/>
          </a:xfrm>
          <a:custGeom>
            <a:avLst/>
            <a:gdLst/>
            <a:ahLst/>
            <a:cxnLst/>
            <a:rect l="l" t="t" r="r" b="b"/>
            <a:pathLst>
              <a:path w="2334259" h="327025">
                <a:moveTo>
                  <a:pt x="1166885" y="0"/>
                </a:moveTo>
                <a:lnTo>
                  <a:pt x="1090163" y="347"/>
                </a:lnTo>
                <a:lnTo>
                  <a:pt x="1014765" y="1375"/>
                </a:lnTo>
                <a:lnTo>
                  <a:pt x="940846" y="3063"/>
                </a:lnTo>
                <a:lnTo>
                  <a:pt x="868560" y="5388"/>
                </a:lnTo>
                <a:lnTo>
                  <a:pt x="798060" y="8329"/>
                </a:lnTo>
                <a:lnTo>
                  <a:pt x="729500" y="11865"/>
                </a:lnTo>
                <a:lnTo>
                  <a:pt x="663035" y="15974"/>
                </a:lnTo>
                <a:lnTo>
                  <a:pt x="598816" y="20634"/>
                </a:lnTo>
                <a:lnTo>
                  <a:pt x="537000" y="25824"/>
                </a:lnTo>
                <a:lnTo>
                  <a:pt x="477739" y="31523"/>
                </a:lnTo>
                <a:lnTo>
                  <a:pt x="421186" y="37709"/>
                </a:lnTo>
                <a:lnTo>
                  <a:pt x="367496" y="44361"/>
                </a:lnTo>
                <a:lnTo>
                  <a:pt x="316823" y="51456"/>
                </a:lnTo>
                <a:lnTo>
                  <a:pt x="269320" y="58973"/>
                </a:lnTo>
                <a:lnTo>
                  <a:pt x="225141" y="66892"/>
                </a:lnTo>
                <a:lnTo>
                  <a:pt x="184440" y="75190"/>
                </a:lnTo>
                <a:lnTo>
                  <a:pt x="114086" y="92837"/>
                </a:lnTo>
                <a:lnTo>
                  <a:pt x="59488" y="111743"/>
                </a:lnTo>
                <a:lnTo>
                  <a:pt x="21877" y="131737"/>
                </a:lnTo>
                <a:lnTo>
                  <a:pt x="0" y="163387"/>
                </a:lnTo>
                <a:lnTo>
                  <a:pt x="2482" y="174130"/>
                </a:lnTo>
                <a:lnTo>
                  <a:pt x="38482" y="205159"/>
                </a:lnTo>
                <a:lnTo>
                  <a:pt x="84741" y="224631"/>
                </a:lnTo>
                <a:lnTo>
                  <a:pt x="147370" y="242929"/>
                </a:lnTo>
                <a:lnTo>
                  <a:pt x="225141" y="259883"/>
                </a:lnTo>
                <a:lnTo>
                  <a:pt x="269320" y="267801"/>
                </a:lnTo>
                <a:lnTo>
                  <a:pt x="316823" y="275319"/>
                </a:lnTo>
                <a:lnTo>
                  <a:pt x="367496" y="282414"/>
                </a:lnTo>
                <a:lnTo>
                  <a:pt x="421186" y="289065"/>
                </a:lnTo>
                <a:lnTo>
                  <a:pt x="477739" y="295251"/>
                </a:lnTo>
                <a:lnTo>
                  <a:pt x="537000" y="300950"/>
                </a:lnTo>
                <a:lnTo>
                  <a:pt x="598816" y="306140"/>
                </a:lnTo>
                <a:lnTo>
                  <a:pt x="663035" y="310801"/>
                </a:lnTo>
                <a:lnTo>
                  <a:pt x="729500" y="314910"/>
                </a:lnTo>
                <a:lnTo>
                  <a:pt x="798060" y="318445"/>
                </a:lnTo>
                <a:lnTo>
                  <a:pt x="868560" y="321387"/>
                </a:lnTo>
                <a:lnTo>
                  <a:pt x="940846" y="323712"/>
                </a:lnTo>
                <a:lnTo>
                  <a:pt x="1014765" y="325399"/>
                </a:lnTo>
                <a:lnTo>
                  <a:pt x="1090163" y="326427"/>
                </a:lnTo>
                <a:lnTo>
                  <a:pt x="1166885" y="326775"/>
                </a:lnTo>
                <a:lnTo>
                  <a:pt x="1243608" y="326427"/>
                </a:lnTo>
                <a:lnTo>
                  <a:pt x="1319006" y="325399"/>
                </a:lnTo>
                <a:lnTo>
                  <a:pt x="1392925" y="323712"/>
                </a:lnTo>
                <a:lnTo>
                  <a:pt x="1465211" y="321387"/>
                </a:lnTo>
                <a:lnTo>
                  <a:pt x="1535711" y="318445"/>
                </a:lnTo>
                <a:lnTo>
                  <a:pt x="1604271" y="314910"/>
                </a:lnTo>
                <a:lnTo>
                  <a:pt x="1670736" y="310801"/>
                </a:lnTo>
                <a:lnTo>
                  <a:pt x="1734954" y="306140"/>
                </a:lnTo>
                <a:lnTo>
                  <a:pt x="1796771" y="300950"/>
                </a:lnTo>
                <a:lnTo>
                  <a:pt x="1856032" y="295251"/>
                </a:lnTo>
                <a:lnTo>
                  <a:pt x="1912585" y="289065"/>
                </a:lnTo>
                <a:lnTo>
                  <a:pt x="1966274" y="282414"/>
                </a:lnTo>
                <a:lnTo>
                  <a:pt x="2016948" y="275319"/>
                </a:lnTo>
                <a:lnTo>
                  <a:pt x="2064451" y="267801"/>
                </a:lnTo>
                <a:lnTo>
                  <a:pt x="2108630" y="259883"/>
                </a:lnTo>
                <a:lnTo>
                  <a:pt x="2149331" y="251585"/>
                </a:lnTo>
                <a:lnTo>
                  <a:pt x="2219685" y="233937"/>
                </a:lnTo>
                <a:lnTo>
                  <a:pt x="2274283" y="215031"/>
                </a:lnTo>
                <a:lnTo>
                  <a:pt x="2311894" y="195038"/>
                </a:lnTo>
                <a:lnTo>
                  <a:pt x="2333771" y="163387"/>
                </a:lnTo>
                <a:lnTo>
                  <a:pt x="2331289" y="152644"/>
                </a:lnTo>
                <a:lnTo>
                  <a:pt x="2295289" y="121615"/>
                </a:lnTo>
                <a:lnTo>
                  <a:pt x="2249030" y="102144"/>
                </a:lnTo>
                <a:lnTo>
                  <a:pt x="2186400" y="83845"/>
                </a:lnTo>
                <a:lnTo>
                  <a:pt x="2108630" y="66892"/>
                </a:lnTo>
                <a:lnTo>
                  <a:pt x="2064451" y="58973"/>
                </a:lnTo>
                <a:lnTo>
                  <a:pt x="2016948" y="51456"/>
                </a:lnTo>
                <a:lnTo>
                  <a:pt x="1966274" y="44361"/>
                </a:lnTo>
                <a:lnTo>
                  <a:pt x="1912585" y="37709"/>
                </a:lnTo>
                <a:lnTo>
                  <a:pt x="1856032" y="31523"/>
                </a:lnTo>
                <a:lnTo>
                  <a:pt x="1796771" y="25824"/>
                </a:lnTo>
                <a:lnTo>
                  <a:pt x="1734954" y="20634"/>
                </a:lnTo>
                <a:lnTo>
                  <a:pt x="1670736" y="15974"/>
                </a:lnTo>
                <a:lnTo>
                  <a:pt x="1604271" y="11865"/>
                </a:lnTo>
                <a:lnTo>
                  <a:pt x="1535711" y="8329"/>
                </a:lnTo>
                <a:lnTo>
                  <a:pt x="1465211" y="5388"/>
                </a:lnTo>
                <a:lnTo>
                  <a:pt x="1392925" y="3063"/>
                </a:lnTo>
                <a:lnTo>
                  <a:pt x="1319006" y="1375"/>
                </a:lnTo>
                <a:lnTo>
                  <a:pt x="1243608" y="347"/>
                </a:lnTo>
                <a:lnTo>
                  <a:pt x="1166885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619560" y="10104939"/>
            <a:ext cx="1779270" cy="249554"/>
          </a:xfrm>
          <a:custGeom>
            <a:avLst/>
            <a:gdLst/>
            <a:ahLst/>
            <a:cxnLst/>
            <a:rect l="l" t="t" r="r" b="b"/>
            <a:pathLst>
              <a:path w="1779270" h="249554">
                <a:moveTo>
                  <a:pt x="889501" y="0"/>
                </a:moveTo>
                <a:lnTo>
                  <a:pt x="812751" y="457"/>
                </a:lnTo>
                <a:lnTo>
                  <a:pt x="737814" y="1803"/>
                </a:lnTo>
                <a:lnTo>
                  <a:pt x="664957" y="4002"/>
                </a:lnTo>
                <a:lnTo>
                  <a:pt x="594447" y="7015"/>
                </a:lnTo>
                <a:lnTo>
                  <a:pt x="526551" y="10805"/>
                </a:lnTo>
                <a:lnTo>
                  <a:pt x="461536" y="15335"/>
                </a:lnTo>
                <a:lnTo>
                  <a:pt x="399669" y="20567"/>
                </a:lnTo>
                <a:lnTo>
                  <a:pt x="341217" y="26465"/>
                </a:lnTo>
                <a:lnTo>
                  <a:pt x="286448" y="32990"/>
                </a:lnTo>
                <a:lnTo>
                  <a:pt x="235627" y="40105"/>
                </a:lnTo>
                <a:lnTo>
                  <a:pt x="189022" y="47774"/>
                </a:lnTo>
                <a:lnTo>
                  <a:pt x="146900" y="55958"/>
                </a:lnTo>
                <a:lnTo>
                  <a:pt x="109529" y="64620"/>
                </a:lnTo>
                <a:lnTo>
                  <a:pt x="50103" y="83229"/>
                </a:lnTo>
                <a:lnTo>
                  <a:pt x="12881" y="103302"/>
                </a:lnTo>
                <a:lnTo>
                  <a:pt x="0" y="124540"/>
                </a:lnTo>
                <a:lnTo>
                  <a:pt x="3264" y="135286"/>
                </a:lnTo>
                <a:lnTo>
                  <a:pt x="50103" y="165852"/>
                </a:lnTo>
                <a:lnTo>
                  <a:pt x="109529" y="184461"/>
                </a:lnTo>
                <a:lnTo>
                  <a:pt x="146900" y="193123"/>
                </a:lnTo>
                <a:lnTo>
                  <a:pt x="189022" y="201307"/>
                </a:lnTo>
                <a:lnTo>
                  <a:pt x="235627" y="208975"/>
                </a:lnTo>
                <a:lnTo>
                  <a:pt x="286448" y="216091"/>
                </a:lnTo>
                <a:lnTo>
                  <a:pt x="341217" y="222616"/>
                </a:lnTo>
                <a:lnTo>
                  <a:pt x="399669" y="228513"/>
                </a:lnTo>
                <a:lnTo>
                  <a:pt x="461536" y="233746"/>
                </a:lnTo>
                <a:lnTo>
                  <a:pt x="526551" y="238276"/>
                </a:lnTo>
                <a:lnTo>
                  <a:pt x="594447" y="242066"/>
                </a:lnTo>
                <a:lnTo>
                  <a:pt x="664957" y="245079"/>
                </a:lnTo>
                <a:lnTo>
                  <a:pt x="737814" y="247277"/>
                </a:lnTo>
                <a:lnTo>
                  <a:pt x="812751" y="248624"/>
                </a:lnTo>
                <a:lnTo>
                  <a:pt x="889501" y="249081"/>
                </a:lnTo>
                <a:lnTo>
                  <a:pt x="966250" y="248624"/>
                </a:lnTo>
                <a:lnTo>
                  <a:pt x="1041186" y="247277"/>
                </a:lnTo>
                <a:lnTo>
                  <a:pt x="1114042" y="245079"/>
                </a:lnTo>
                <a:lnTo>
                  <a:pt x="1184551" y="242066"/>
                </a:lnTo>
                <a:lnTo>
                  <a:pt x="1252447" y="238276"/>
                </a:lnTo>
                <a:lnTo>
                  <a:pt x="1317462" y="233746"/>
                </a:lnTo>
                <a:lnTo>
                  <a:pt x="1379329" y="228513"/>
                </a:lnTo>
                <a:lnTo>
                  <a:pt x="1437781" y="222616"/>
                </a:lnTo>
                <a:lnTo>
                  <a:pt x="1492551" y="216091"/>
                </a:lnTo>
                <a:lnTo>
                  <a:pt x="1543372" y="208975"/>
                </a:lnTo>
                <a:lnTo>
                  <a:pt x="1589977" y="201307"/>
                </a:lnTo>
                <a:lnTo>
                  <a:pt x="1632099" y="193123"/>
                </a:lnTo>
                <a:lnTo>
                  <a:pt x="1669472" y="184461"/>
                </a:lnTo>
                <a:lnTo>
                  <a:pt x="1728898" y="165852"/>
                </a:lnTo>
                <a:lnTo>
                  <a:pt x="1766121" y="145778"/>
                </a:lnTo>
                <a:lnTo>
                  <a:pt x="1779003" y="124540"/>
                </a:lnTo>
                <a:lnTo>
                  <a:pt x="1775738" y="113794"/>
                </a:lnTo>
                <a:lnTo>
                  <a:pt x="1728898" y="83229"/>
                </a:lnTo>
                <a:lnTo>
                  <a:pt x="1669472" y="64620"/>
                </a:lnTo>
                <a:lnTo>
                  <a:pt x="1632099" y="55958"/>
                </a:lnTo>
                <a:lnTo>
                  <a:pt x="1589977" y="47774"/>
                </a:lnTo>
                <a:lnTo>
                  <a:pt x="1543372" y="40105"/>
                </a:lnTo>
                <a:lnTo>
                  <a:pt x="1492551" y="32990"/>
                </a:lnTo>
                <a:lnTo>
                  <a:pt x="1437781" y="26465"/>
                </a:lnTo>
                <a:lnTo>
                  <a:pt x="1379329" y="20567"/>
                </a:lnTo>
                <a:lnTo>
                  <a:pt x="1317462" y="15335"/>
                </a:lnTo>
                <a:lnTo>
                  <a:pt x="1252447" y="10805"/>
                </a:lnTo>
                <a:lnTo>
                  <a:pt x="1184551" y="7015"/>
                </a:lnTo>
                <a:lnTo>
                  <a:pt x="1114042" y="4002"/>
                </a:lnTo>
                <a:lnTo>
                  <a:pt x="1041186" y="1803"/>
                </a:lnTo>
                <a:lnTo>
                  <a:pt x="966250" y="457"/>
                </a:lnTo>
                <a:lnTo>
                  <a:pt x="88950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20104100" cy="10350500"/>
            <a:chOff x="0" y="0"/>
            <a:chExt cx="20104100" cy="10350500"/>
          </a:xfrm>
        </p:grpSpPr>
        <p:sp>
          <p:nvSpPr>
            <p:cNvPr id="5" name="object 5" descr=""/>
            <p:cNvSpPr/>
            <p:nvPr/>
          </p:nvSpPr>
          <p:spPr>
            <a:xfrm>
              <a:off x="0" y="0"/>
              <a:ext cx="20104100" cy="8030845"/>
            </a:xfrm>
            <a:custGeom>
              <a:avLst/>
              <a:gdLst/>
              <a:ahLst/>
              <a:cxnLst/>
              <a:rect l="l" t="t" r="r" b="b"/>
              <a:pathLst>
                <a:path w="20104100" h="8030845">
                  <a:moveTo>
                    <a:pt x="0" y="0"/>
                  </a:moveTo>
                  <a:lnTo>
                    <a:pt x="0" y="8030540"/>
                  </a:lnTo>
                  <a:lnTo>
                    <a:pt x="20104099" y="8030540"/>
                  </a:lnTo>
                  <a:lnTo>
                    <a:pt x="201040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E7F6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019239"/>
              <a:ext cx="20104099" cy="110480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105200" y="5"/>
              <a:ext cx="13877925" cy="1243330"/>
            </a:xfrm>
            <a:custGeom>
              <a:avLst/>
              <a:gdLst/>
              <a:ahLst/>
              <a:cxnLst/>
              <a:rect l="l" t="t" r="r" b="b"/>
              <a:pathLst>
                <a:path w="13877925" h="1243330">
                  <a:moveTo>
                    <a:pt x="3726878" y="1242733"/>
                  </a:moveTo>
                  <a:lnTo>
                    <a:pt x="3723754" y="1196314"/>
                  </a:lnTo>
                  <a:lnTo>
                    <a:pt x="3714661" y="1151788"/>
                  </a:lnTo>
                  <a:lnTo>
                    <a:pt x="3699992" y="1109573"/>
                  </a:lnTo>
                  <a:lnTo>
                    <a:pt x="3680168" y="1070063"/>
                  </a:lnTo>
                  <a:lnTo>
                    <a:pt x="3655593" y="1033691"/>
                  </a:lnTo>
                  <a:lnTo>
                    <a:pt x="3626675" y="1000836"/>
                  </a:lnTo>
                  <a:lnTo>
                    <a:pt x="3593833" y="971918"/>
                  </a:lnTo>
                  <a:lnTo>
                    <a:pt x="3557447" y="947343"/>
                  </a:lnTo>
                  <a:lnTo>
                    <a:pt x="3517938" y="927519"/>
                  </a:lnTo>
                  <a:lnTo>
                    <a:pt x="3475723" y="912863"/>
                  </a:lnTo>
                  <a:lnTo>
                    <a:pt x="3431209" y="903757"/>
                  </a:lnTo>
                  <a:lnTo>
                    <a:pt x="3384778" y="900633"/>
                  </a:lnTo>
                  <a:lnTo>
                    <a:pt x="3081223" y="900633"/>
                  </a:lnTo>
                  <a:lnTo>
                    <a:pt x="3081223" y="0"/>
                  </a:lnTo>
                  <a:lnTo>
                    <a:pt x="3048190" y="0"/>
                  </a:lnTo>
                  <a:lnTo>
                    <a:pt x="3048190" y="900633"/>
                  </a:lnTo>
                  <a:lnTo>
                    <a:pt x="628357" y="900633"/>
                  </a:lnTo>
                  <a:lnTo>
                    <a:pt x="628357" y="0"/>
                  </a:lnTo>
                  <a:lnTo>
                    <a:pt x="595325" y="0"/>
                  </a:lnTo>
                  <a:lnTo>
                    <a:pt x="595325" y="900633"/>
                  </a:lnTo>
                  <a:lnTo>
                    <a:pt x="342099" y="900633"/>
                  </a:lnTo>
                  <a:lnTo>
                    <a:pt x="295681" y="903757"/>
                  </a:lnTo>
                  <a:lnTo>
                    <a:pt x="251155" y="912863"/>
                  </a:lnTo>
                  <a:lnTo>
                    <a:pt x="208940" y="927519"/>
                  </a:lnTo>
                  <a:lnTo>
                    <a:pt x="169443" y="947343"/>
                  </a:lnTo>
                  <a:lnTo>
                    <a:pt x="133057" y="971918"/>
                  </a:lnTo>
                  <a:lnTo>
                    <a:pt x="100203" y="1000836"/>
                  </a:lnTo>
                  <a:lnTo>
                    <a:pt x="71285" y="1033691"/>
                  </a:lnTo>
                  <a:lnTo>
                    <a:pt x="46710" y="1070063"/>
                  </a:lnTo>
                  <a:lnTo>
                    <a:pt x="26885" y="1109573"/>
                  </a:lnTo>
                  <a:lnTo>
                    <a:pt x="12230" y="1151788"/>
                  </a:lnTo>
                  <a:lnTo>
                    <a:pt x="3124" y="1196314"/>
                  </a:lnTo>
                  <a:lnTo>
                    <a:pt x="0" y="1242733"/>
                  </a:lnTo>
                  <a:lnTo>
                    <a:pt x="3726878" y="1242733"/>
                  </a:lnTo>
                  <a:close/>
                </a:path>
                <a:path w="13877925" h="1243330">
                  <a:moveTo>
                    <a:pt x="13877785" y="1242733"/>
                  </a:moveTo>
                  <a:lnTo>
                    <a:pt x="13874661" y="1196314"/>
                  </a:lnTo>
                  <a:lnTo>
                    <a:pt x="13865568" y="1151788"/>
                  </a:lnTo>
                  <a:lnTo>
                    <a:pt x="13850900" y="1109573"/>
                  </a:lnTo>
                  <a:lnTo>
                    <a:pt x="13831075" y="1070063"/>
                  </a:lnTo>
                  <a:lnTo>
                    <a:pt x="13806500" y="1033691"/>
                  </a:lnTo>
                  <a:lnTo>
                    <a:pt x="13777582" y="1000836"/>
                  </a:lnTo>
                  <a:lnTo>
                    <a:pt x="13744740" y="971918"/>
                  </a:lnTo>
                  <a:lnTo>
                    <a:pt x="13708355" y="947343"/>
                  </a:lnTo>
                  <a:lnTo>
                    <a:pt x="13668845" y="927519"/>
                  </a:lnTo>
                  <a:lnTo>
                    <a:pt x="13626630" y="912863"/>
                  </a:lnTo>
                  <a:lnTo>
                    <a:pt x="13582117" y="903757"/>
                  </a:lnTo>
                  <a:lnTo>
                    <a:pt x="13535686" y="900633"/>
                  </a:lnTo>
                  <a:lnTo>
                    <a:pt x="13232130" y="900633"/>
                  </a:lnTo>
                  <a:lnTo>
                    <a:pt x="13232130" y="0"/>
                  </a:lnTo>
                  <a:lnTo>
                    <a:pt x="13199097" y="0"/>
                  </a:lnTo>
                  <a:lnTo>
                    <a:pt x="13199097" y="900633"/>
                  </a:lnTo>
                  <a:lnTo>
                    <a:pt x="10779265" y="900633"/>
                  </a:lnTo>
                  <a:lnTo>
                    <a:pt x="10779265" y="0"/>
                  </a:lnTo>
                  <a:lnTo>
                    <a:pt x="10746232" y="0"/>
                  </a:lnTo>
                  <a:lnTo>
                    <a:pt x="10746232" y="900633"/>
                  </a:lnTo>
                  <a:lnTo>
                    <a:pt x="10493007" y="900633"/>
                  </a:lnTo>
                  <a:lnTo>
                    <a:pt x="10446588" y="903757"/>
                  </a:lnTo>
                  <a:lnTo>
                    <a:pt x="10402062" y="912863"/>
                  </a:lnTo>
                  <a:lnTo>
                    <a:pt x="10359847" y="927519"/>
                  </a:lnTo>
                  <a:lnTo>
                    <a:pt x="10320350" y="947343"/>
                  </a:lnTo>
                  <a:lnTo>
                    <a:pt x="10283965" y="971918"/>
                  </a:lnTo>
                  <a:lnTo>
                    <a:pt x="10251110" y="1000836"/>
                  </a:lnTo>
                  <a:lnTo>
                    <a:pt x="10222192" y="1033691"/>
                  </a:lnTo>
                  <a:lnTo>
                    <a:pt x="10197617" y="1070063"/>
                  </a:lnTo>
                  <a:lnTo>
                    <a:pt x="10177793" y="1109573"/>
                  </a:lnTo>
                  <a:lnTo>
                    <a:pt x="10163137" y="1151788"/>
                  </a:lnTo>
                  <a:lnTo>
                    <a:pt x="10154031" y="1196314"/>
                  </a:lnTo>
                  <a:lnTo>
                    <a:pt x="10150907" y="1242733"/>
                  </a:lnTo>
                  <a:lnTo>
                    <a:pt x="13877785" y="12427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5019249"/>
              <a:ext cx="19020790" cy="1104900"/>
            </a:xfrm>
            <a:custGeom>
              <a:avLst/>
              <a:gdLst/>
              <a:ahLst/>
              <a:cxnLst/>
              <a:rect l="l" t="t" r="r" b="b"/>
              <a:pathLst>
                <a:path w="19020790" h="1104900">
                  <a:moveTo>
                    <a:pt x="1184351" y="0"/>
                  </a:moveTo>
                  <a:lnTo>
                    <a:pt x="0" y="0"/>
                  </a:lnTo>
                  <a:lnTo>
                    <a:pt x="0" y="1104798"/>
                  </a:lnTo>
                  <a:lnTo>
                    <a:pt x="1184351" y="1104798"/>
                  </a:lnTo>
                  <a:lnTo>
                    <a:pt x="1184351" y="0"/>
                  </a:lnTo>
                  <a:close/>
                </a:path>
                <a:path w="19020790" h="1104900">
                  <a:moveTo>
                    <a:pt x="19020587" y="0"/>
                  </a:moveTo>
                  <a:lnTo>
                    <a:pt x="4166997" y="0"/>
                  </a:lnTo>
                  <a:lnTo>
                    <a:pt x="4166997" y="1104798"/>
                  </a:lnTo>
                  <a:lnTo>
                    <a:pt x="19020587" y="1104798"/>
                  </a:lnTo>
                  <a:lnTo>
                    <a:pt x="19020587" y="0"/>
                  </a:lnTo>
                  <a:close/>
                </a:path>
              </a:pathLst>
            </a:custGeom>
            <a:solidFill>
              <a:srgbClr val="80CAEB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4761362"/>
              <a:ext cx="19020790" cy="132715"/>
            </a:xfrm>
            <a:custGeom>
              <a:avLst/>
              <a:gdLst/>
              <a:ahLst/>
              <a:cxnLst/>
              <a:rect l="l" t="t" r="r" b="b"/>
              <a:pathLst>
                <a:path w="19020790" h="132714">
                  <a:moveTo>
                    <a:pt x="1184351" y="0"/>
                  </a:moveTo>
                  <a:lnTo>
                    <a:pt x="0" y="0"/>
                  </a:lnTo>
                  <a:lnTo>
                    <a:pt x="0" y="132334"/>
                  </a:lnTo>
                  <a:lnTo>
                    <a:pt x="1184351" y="132334"/>
                  </a:lnTo>
                  <a:lnTo>
                    <a:pt x="1184351" y="0"/>
                  </a:lnTo>
                  <a:close/>
                </a:path>
                <a:path w="19020790" h="132714">
                  <a:moveTo>
                    <a:pt x="19020587" y="0"/>
                  </a:moveTo>
                  <a:lnTo>
                    <a:pt x="4166997" y="0"/>
                  </a:lnTo>
                  <a:lnTo>
                    <a:pt x="4166997" y="132334"/>
                  </a:lnTo>
                  <a:lnTo>
                    <a:pt x="19020587" y="132334"/>
                  </a:lnTo>
                  <a:lnTo>
                    <a:pt x="19020587" y="0"/>
                  </a:lnTo>
                  <a:close/>
                </a:path>
              </a:pathLst>
            </a:custGeom>
            <a:solidFill>
              <a:srgbClr val="FADFE1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84351" y="2190069"/>
              <a:ext cx="2983230" cy="5840730"/>
            </a:xfrm>
            <a:custGeom>
              <a:avLst/>
              <a:gdLst/>
              <a:ahLst/>
              <a:cxnLst/>
              <a:rect l="l" t="t" r="r" b="b"/>
              <a:pathLst>
                <a:path w="2983229" h="5840730">
                  <a:moveTo>
                    <a:pt x="2982652" y="0"/>
                  </a:moveTo>
                  <a:lnTo>
                    <a:pt x="0" y="0"/>
                  </a:lnTo>
                  <a:lnTo>
                    <a:pt x="0" y="5840481"/>
                  </a:lnTo>
                  <a:lnTo>
                    <a:pt x="2982652" y="5840481"/>
                  </a:lnTo>
                  <a:lnTo>
                    <a:pt x="2982652" y="0"/>
                  </a:lnTo>
                  <a:close/>
                </a:path>
              </a:pathLst>
            </a:custGeom>
            <a:solidFill>
              <a:srgbClr val="80C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44008" y="2443381"/>
              <a:ext cx="2463165" cy="5587365"/>
            </a:xfrm>
            <a:custGeom>
              <a:avLst/>
              <a:gdLst/>
              <a:ahLst/>
              <a:cxnLst/>
              <a:rect l="l" t="t" r="r" b="b"/>
              <a:pathLst>
                <a:path w="2463165" h="5587365">
                  <a:moveTo>
                    <a:pt x="2463108" y="0"/>
                  </a:moveTo>
                  <a:lnTo>
                    <a:pt x="0" y="0"/>
                  </a:lnTo>
                  <a:lnTo>
                    <a:pt x="0" y="5587170"/>
                  </a:lnTo>
                  <a:lnTo>
                    <a:pt x="2463108" y="5587170"/>
                  </a:lnTo>
                  <a:lnTo>
                    <a:pt x="2463108" y="0"/>
                  </a:lnTo>
                  <a:close/>
                </a:path>
              </a:pathLst>
            </a:custGeom>
            <a:solidFill>
              <a:srgbClr val="FFFFFF">
                <a:alpha val="4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85166" y="4958629"/>
              <a:ext cx="403225" cy="514350"/>
            </a:xfrm>
            <a:custGeom>
              <a:avLst/>
              <a:gdLst/>
              <a:ahLst/>
              <a:cxnLst/>
              <a:rect l="l" t="t" r="r" b="b"/>
              <a:pathLst>
                <a:path w="403225" h="514350">
                  <a:moveTo>
                    <a:pt x="350303" y="0"/>
                  </a:moveTo>
                  <a:lnTo>
                    <a:pt x="329897" y="4328"/>
                  </a:lnTo>
                  <a:lnTo>
                    <a:pt x="313232" y="16131"/>
                  </a:lnTo>
                  <a:lnTo>
                    <a:pt x="301996" y="33638"/>
                  </a:lnTo>
                  <a:lnTo>
                    <a:pt x="297875" y="55076"/>
                  </a:lnTo>
                  <a:lnTo>
                    <a:pt x="297875" y="201941"/>
                  </a:lnTo>
                  <a:lnTo>
                    <a:pt x="52417" y="201941"/>
                  </a:lnTo>
                  <a:lnTo>
                    <a:pt x="32012" y="206269"/>
                  </a:lnTo>
                  <a:lnTo>
                    <a:pt x="15351" y="218073"/>
                  </a:lnTo>
                  <a:lnTo>
                    <a:pt x="4118" y="235580"/>
                  </a:lnTo>
                  <a:lnTo>
                    <a:pt x="0" y="257018"/>
                  </a:lnTo>
                  <a:lnTo>
                    <a:pt x="4118" y="278450"/>
                  </a:lnTo>
                  <a:lnTo>
                    <a:pt x="15351" y="295954"/>
                  </a:lnTo>
                  <a:lnTo>
                    <a:pt x="32012" y="307756"/>
                  </a:lnTo>
                  <a:lnTo>
                    <a:pt x="52417" y="312084"/>
                  </a:lnTo>
                  <a:lnTo>
                    <a:pt x="297875" y="312084"/>
                  </a:lnTo>
                  <a:lnTo>
                    <a:pt x="297875" y="458949"/>
                  </a:lnTo>
                  <a:lnTo>
                    <a:pt x="301996" y="480387"/>
                  </a:lnTo>
                  <a:lnTo>
                    <a:pt x="313232" y="497894"/>
                  </a:lnTo>
                  <a:lnTo>
                    <a:pt x="329897" y="509697"/>
                  </a:lnTo>
                  <a:lnTo>
                    <a:pt x="350303" y="514026"/>
                  </a:lnTo>
                  <a:lnTo>
                    <a:pt x="370707" y="509697"/>
                  </a:lnTo>
                  <a:lnTo>
                    <a:pt x="387369" y="497894"/>
                  </a:lnTo>
                  <a:lnTo>
                    <a:pt x="398601" y="480387"/>
                  </a:lnTo>
                  <a:lnTo>
                    <a:pt x="402720" y="458949"/>
                  </a:lnTo>
                  <a:lnTo>
                    <a:pt x="402720" y="55076"/>
                  </a:lnTo>
                  <a:lnTo>
                    <a:pt x="398601" y="33638"/>
                  </a:lnTo>
                  <a:lnTo>
                    <a:pt x="387369" y="16131"/>
                  </a:lnTo>
                  <a:lnTo>
                    <a:pt x="370707" y="4328"/>
                  </a:lnTo>
                  <a:lnTo>
                    <a:pt x="350303" y="0"/>
                  </a:lnTo>
                  <a:close/>
                </a:path>
              </a:pathLst>
            </a:custGeom>
            <a:solidFill>
              <a:srgbClr val="80C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022089" y="3417432"/>
              <a:ext cx="1339850" cy="457200"/>
            </a:xfrm>
            <a:custGeom>
              <a:avLst/>
              <a:gdLst/>
              <a:ahLst/>
              <a:cxnLst/>
              <a:rect l="l" t="t" r="r" b="b"/>
              <a:pathLst>
                <a:path w="1339850" h="457200">
                  <a:moveTo>
                    <a:pt x="1298117" y="0"/>
                  </a:moveTo>
                  <a:lnTo>
                    <a:pt x="41653" y="0"/>
                  </a:lnTo>
                  <a:lnTo>
                    <a:pt x="25439" y="3273"/>
                  </a:lnTo>
                  <a:lnTo>
                    <a:pt x="12199" y="12199"/>
                  </a:lnTo>
                  <a:lnTo>
                    <a:pt x="3273" y="25439"/>
                  </a:lnTo>
                  <a:lnTo>
                    <a:pt x="0" y="41653"/>
                  </a:lnTo>
                  <a:lnTo>
                    <a:pt x="0" y="415547"/>
                  </a:lnTo>
                  <a:lnTo>
                    <a:pt x="3273" y="431760"/>
                  </a:lnTo>
                  <a:lnTo>
                    <a:pt x="12199" y="445000"/>
                  </a:lnTo>
                  <a:lnTo>
                    <a:pt x="25439" y="453927"/>
                  </a:lnTo>
                  <a:lnTo>
                    <a:pt x="41653" y="457200"/>
                  </a:lnTo>
                  <a:lnTo>
                    <a:pt x="1298117" y="457200"/>
                  </a:lnTo>
                  <a:lnTo>
                    <a:pt x="1314330" y="453927"/>
                  </a:lnTo>
                  <a:lnTo>
                    <a:pt x="1327570" y="445000"/>
                  </a:lnTo>
                  <a:lnTo>
                    <a:pt x="1336497" y="431760"/>
                  </a:lnTo>
                  <a:lnTo>
                    <a:pt x="1339770" y="415547"/>
                  </a:lnTo>
                  <a:lnTo>
                    <a:pt x="1339770" y="41653"/>
                  </a:lnTo>
                  <a:lnTo>
                    <a:pt x="1336497" y="25439"/>
                  </a:lnTo>
                  <a:lnTo>
                    <a:pt x="1327570" y="12199"/>
                  </a:lnTo>
                  <a:lnTo>
                    <a:pt x="1314330" y="3273"/>
                  </a:lnTo>
                  <a:lnTo>
                    <a:pt x="12981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020594" y="2471485"/>
              <a:ext cx="1083945" cy="5559425"/>
            </a:xfrm>
            <a:custGeom>
              <a:avLst/>
              <a:gdLst/>
              <a:ahLst/>
              <a:cxnLst/>
              <a:rect l="l" t="t" r="r" b="b"/>
              <a:pathLst>
                <a:path w="1083944" h="5559425">
                  <a:moveTo>
                    <a:pt x="1083506" y="0"/>
                  </a:moveTo>
                  <a:lnTo>
                    <a:pt x="0" y="0"/>
                  </a:lnTo>
                  <a:lnTo>
                    <a:pt x="0" y="5559066"/>
                  </a:lnTo>
                  <a:lnTo>
                    <a:pt x="1083506" y="5559066"/>
                  </a:lnTo>
                  <a:lnTo>
                    <a:pt x="1083506" y="0"/>
                  </a:lnTo>
                  <a:close/>
                </a:path>
              </a:pathLst>
            </a:custGeom>
            <a:solidFill>
              <a:srgbClr val="80C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280249" y="2712587"/>
              <a:ext cx="824230" cy="5318125"/>
            </a:xfrm>
            <a:custGeom>
              <a:avLst/>
              <a:gdLst/>
              <a:ahLst/>
              <a:cxnLst/>
              <a:rect l="l" t="t" r="r" b="b"/>
              <a:pathLst>
                <a:path w="824230" h="5318125">
                  <a:moveTo>
                    <a:pt x="823849" y="0"/>
                  </a:moveTo>
                  <a:lnTo>
                    <a:pt x="823849" y="5317963"/>
                  </a:lnTo>
                  <a:lnTo>
                    <a:pt x="0" y="5317963"/>
                  </a:lnTo>
                  <a:lnTo>
                    <a:pt x="0" y="0"/>
                  </a:lnTo>
                  <a:lnTo>
                    <a:pt x="823849" y="0"/>
                  </a:lnTo>
                  <a:close/>
                </a:path>
              </a:pathLst>
            </a:custGeom>
            <a:solidFill>
              <a:srgbClr val="FFFFFF">
                <a:alpha val="4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295138" y="2205897"/>
              <a:ext cx="1261745" cy="1646555"/>
            </a:xfrm>
            <a:custGeom>
              <a:avLst/>
              <a:gdLst/>
              <a:ahLst/>
              <a:cxnLst/>
              <a:rect l="l" t="t" r="r" b="b"/>
              <a:pathLst>
                <a:path w="1261744" h="1646554">
                  <a:moveTo>
                    <a:pt x="1196246" y="0"/>
                  </a:moveTo>
                  <a:lnTo>
                    <a:pt x="64877" y="0"/>
                  </a:lnTo>
                  <a:lnTo>
                    <a:pt x="39624" y="5098"/>
                  </a:lnTo>
                  <a:lnTo>
                    <a:pt x="19002" y="19002"/>
                  </a:lnTo>
                  <a:lnTo>
                    <a:pt x="5098" y="39624"/>
                  </a:lnTo>
                  <a:lnTo>
                    <a:pt x="0" y="64877"/>
                  </a:lnTo>
                  <a:lnTo>
                    <a:pt x="0" y="1581595"/>
                  </a:lnTo>
                  <a:lnTo>
                    <a:pt x="5098" y="1606849"/>
                  </a:lnTo>
                  <a:lnTo>
                    <a:pt x="19002" y="1627471"/>
                  </a:lnTo>
                  <a:lnTo>
                    <a:pt x="39624" y="1641375"/>
                  </a:lnTo>
                  <a:lnTo>
                    <a:pt x="64877" y="1646473"/>
                  </a:lnTo>
                  <a:lnTo>
                    <a:pt x="1196246" y="1646473"/>
                  </a:lnTo>
                  <a:lnTo>
                    <a:pt x="1221499" y="1641375"/>
                  </a:lnTo>
                  <a:lnTo>
                    <a:pt x="1242121" y="1627471"/>
                  </a:lnTo>
                  <a:lnTo>
                    <a:pt x="1256025" y="1606849"/>
                  </a:lnTo>
                  <a:lnTo>
                    <a:pt x="1261123" y="1581595"/>
                  </a:lnTo>
                  <a:lnTo>
                    <a:pt x="1261123" y="64877"/>
                  </a:lnTo>
                  <a:lnTo>
                    <a:pt x="1256025" y="39624"/>
                  </a:lnTo>
                  <a:lnTo>
                    <a:pt x="1242121" y="19002"/>
                  </a:lnTo>
                  <a:lnTo>
                    <a:pt x="1221499" y="5098"/>
                  </a:lnTo>
                  <a:lnTo>
                    <a:pt x="1196246" y="0"/>
                  </a:lnTo>
                  <a:close/>
                </a:path>
              </a:pathLst>
            </a:custGeom>
            <a:solidFill>
              <a:srgbClr val="80C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062826" y="2359304"/>
              <a:ext cx="344805" cy="344805"/>
            </a:xfrm>
            <a:custGeom>
              <a:avLst/>
              <a:gdLst/>
              <a:ahLst/>
              <a:cxnLst/>
              <a:rect l="l" t="t" r="r" b="b"/>
              <a:pathLst>
                <a:path w="344805" h="344805">
                  <a:moveTo>
                    <a:pt x="241008" y="0"/>
                  </a:moveTo>
                  <a:lnTo>
                    <a:pt x="103452" y="0"/>
                  </a:lnTo>
                  <a:lnTo>
                    <a:pt x="96279" y="7183"/>
                  </a:lnTo>
                  <a:lnTo>
                    <a:pt x="96279" y="96290"/>
                  </a:lnTo>
                  <a:lnTo>
                    <a:pt x="16020" y="96290"/>
                  </a:lnTo>
                  <a:lnTo>
                    <a:pt x="7172" y="96290"/>
                  </a:lnTo>
                  <a:lnTo>
                    <a:pt x="0" y="103462"/>
                  </a:lnTo>
                  <a:lnTo>
                    <a:pt x="0" y="241018"/>
                  </a:lnTo>
                  <a:lnTo>
                    <a:pt x="7183" y="248201"/>
                  </a:lnTo>
                  <a:lnTo>
                    <a:pt x="96290" y="248201"/>
                  </a:lnTo>
                  <a:lnTo>
                    <a:pt x="96290" y="337288"/>
                  </a:lnTo>
                  <a:lnTo>
                    <a:pt x="103462" y="344471"/>
                  </a:lnTo>
                  <a:lnTo>
                    <a:pt x="241008" y="344471"/>
                  </a:lnTo>
                  <a:lnTo>
                    <a:pt x="248191" y="337288"/>
                  </a:lnTo>
                  <a:lnTo>
                    <a:pt x="248191" y="248180"/>
                  </a:lnTo>
                  <a:lnTo>
                    <a:pt x="337298" y="248180"/>
                  </a:lnTo>
                  <a:lnTo>
                    <a:pt x="344471" y="241008"/>
                  </a:lnTo>
                  <a:lnTo>
                    <a:pt x="344471" y="103462"/>
                  </a:lnTo>
                  <a:lnTo>
                    <a:pt x="337298" y="96290"/>
                  </a:lnTo>
                  <a:lnTo>
                    <a:pt x="248180" y="96290"/>
                  </a:lnTo>
                  <a:lnTo>
                    <a:pt x="248180" y="7183"/>
                  </a:lnTo>
                  <a:lnTo>
                    <a:pt x="241008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400238" y="2381052"/>
              <a:ext cx="1050925" cy="1069975"/>
            </a:xfrm>
            <a:custGeom>
              <a:avLst/>
              <a:gdLst/>
              <a:ahLst/>
              <a:cxnLst/>
              <a:rect l="l" t="t" r="r" b="b"/>
              <a:pathLst>
                <a:path w="1050925" h="1069975">
                  <a:moveTo>
                    <a:pt x="350291" y="162026"/>
                  </a:moveTo>
                  <a:lnTo>
                    <a:pt x="348564" y="153504"/>
                  </a:lnTo>
                  <a:lnTo>
                    <a:pt x="343877" y="146545"/>
                  </a:lnTo>
                  <a:lnTo>
                    <a:pt x="336918" y="141859"/>
                  </a:lnTo>
                  <a:lnTo>
                    <a:pt x="328396" y="140131"/>
                  </a:lnTo>
                  <a:lnTo>
                    <a:pt x="26263" y="140131"/>
                  </a:lnTo>
                  <a:lnTo>
                    <a:pt x="17741" y="141859"/>
                  </a:lnTo>
                  <a:lnTo>
                    <a:pt x="10782" y="146545"/>
                  </a:lnTo>
                  <a:lnTo>
                    <a:pt x="6096" y="153504"/>
                  </a:lnTo>
                  <a:lnTo>
                    <a:pt x="4368" y="162026"/>
                  </a:lnTo>
                  <a:lnTo>
                    <a:pt x="6096" y="170548"/>
                  </a:lnTo>
                  <a:lnTo>
                    <a:pt x="10782" y="177507"/>
                  </a:lnTo>
                  <a:lnTo>
                    <a:pt x="17741" y="182206"/>
                  </a:lnTo>
                  <a:lnTo>
                    <a:pt x="26263" y="183921"/>
                  </a:lnTo>
                  <a:lnTo>
                    <a:pt x="328396" y="183921"/>
                  </a:lnTo>
                  <a:lnTo>
                    <a:pt x="336918" y="182206"/>
                  </a:lnTo>
                  <a:lnTo>
                    <a:pt x="343877" y="177507"/>
                  </a:lnTo>
                  <a:lnTo>
                    <a:pt x="348564" y="170548"/>
                  </a:lnTo>
                  <a:lnTo>
                    <a:pt x="350291" y="162026"/>
                  </a:lnTo>
                  <a:close/>
                </a:path>
                <a:path w="1050925" h="1069975">
                  <a:moveTo>
                    <a:pt x="350291" y="21894"/>
                  </a:moveTo>
                  <a:lnTo>
                    <a:pt x="348564" y="13373"/>
                  </a:lnTo>
                  <a:lnTo>
                    <a:pt x="343877" y="6413"/>
                  </a:lnTo>
                  <a:lnTo>
                    <a:pt x="336918" y="1727"/>
                  </a:lnTo>
                  <a:lnTo>
                    <a:pt x="328396" y="0"/>
                  </a:lnTo>
                  <a:lnTo>
                    <a:pt x="26263" y="0"/>
                  </a:lnTo>
                  <a:lnTo>
                    <a:pt x="17741" y="1727"/>
                  </a:lnTo>
                  <a:lnTo>
                    <a:pt x="10782" y="6413"/>
                  </a:lnTo>
                  <a:lnTo>
                    <a:pt x="6096" y="13373"/>
                  </a:lnTo>
                  <a:lnTo>
                    <a:pt x="4368" y="21894"/>
                  </a:lnTo>
                  <a:lnTo>
                    <a:pt x="6096" y="30429"/>
                  </a:lnTo>
                  <a:lnTo>
                    <a:pt x="10782" y="37388"/>
                  </a:lnTo>
                  <a:lnTo>
                    <a:pt x="17741" y="42075"/>
                  </a:lnTo>
                  <a:lnTo>
                    <a:pt x="26263" y="43789"/>
                  </a:lnTo>
                  <a:lnTo>
                    <a:pt x="328396" y="43789"/>
                  </a:lnTo>
                  <a:lnTo>
                    <a:pt x="336918" y="42075"/>
                  </a:lnTo>
                  <a:lnTo>
                    <a:pt x="343877" y="37388"/>
                  </a:lnTo>
                  <a:lnTo>
                    <a:pt x="348564" y="30429"/>
                  </a:lnTo>
                  <a:lnTo>
                    <a:pt x="350291" y="21894"/>
                  </a:lnTo>
                  <a:close/>
                </a:path>
                <a:path w="1050925" h="1069975">
                  <a:moveTo>
                    <a:pt x="963358" y="1048016"/>
                  </a:moveTo>
                  <a:lnTo>
                    <a:pt x="961644" y="1039495"/>
                  </a:lnTo>
                  <a:lnTo>
                    <a:pt x="956945" y="1032535"/>
                  </a:lnTo>
                  <a:lnTo>
                    <a:pt x="949985" y="1027836"/>
                  </a:lnTo>
                  <a:lnTo>
                    <a:pt x="941463" y="1026121"/>
                  </a:lnTo>
                  <a:lnTo>
                    <a:pt x="551700" y="1026121"/>
                  </a:lnTo>
                  <a:lnTo>
                    <a:pt x="543166" y="1027836"/>
                  </a:lnTo>
                  <a:lnTo>
                    <a:pt x="536206" y="1032535"/>
                  </a:lnTo>
                  <a:lnTo>
                    <a:pt x="531520" y="1039495"/>
                  </a:lnTo>
                  <a:lnTo>
                    <a:pt x="529805" y="1048016"/>
                  </a:lnTo>
                  <a:lnTo>
                    <a:pt x="531520" y="1056538"/>
                  </a:lnTo>
                  <a:lnTo>
                    <a:pt x="536206" y="1063498"/>
                  </a:lnTo>
                  <a:lnTo>
                    <a:pt x="543166" y="1068184"/>
                  </a:lnTo>
                  <a:lnTo>
                    <a:pt x="551700" y="1069911"/>
                  </a:lnTo>
                  <a:lnTo>
                    <a:pt x="941463" y="1069911"/>
                  </a:lnTo>
                  <a:lnTo>
                    <a:pt x="949985" y="1068184"/>
                  </a:lnTo>
                  <a:lnTo>
                    <a:pt x="956945" y="1063498"/>
                  </a:lnTo>
                  <a:lnTo>
                    <a:pt x="961644" y="1056538"/>
                  </a:lnTo>
                  <a:lnTo>
                    <a:pt x="963358" y="1048016"/>
                  </a:lnTo>
                  <a:close/>
                </a:path>
                <a:path w="1050925" h="1069975">
                  <a:moveTo>
                    <a:pt x="963358" y="896239"/>
                  </a:moveTo>
                  <a:lnTo>
                    <a:pt x="961644" y="887717"/>
                  </a:lnTo>
                  <a:lnTo>
                    <a:pt x="956945" y="880757"/>
                  </a:lnTo>
                  <a:lnTo>
                    <a:pt x="949985" y="876058"/>
                  </a:lnTo>
                  <a:lnTo>
                    <a:pt x="941463" y="874344"/>
                  </a:lnTo>
                  <a:lnTo>
                    <a:pt x="109423" y="874344"/>
                  </a:lnTo>
                  <a:lnTo>
                    <a:pt x="100901" y="876058"/>
                  </a:lnTo>
                  <a:lnTo>
                    <a:pt x="93941" y="880757"/>
                  </a:lnTo>
                  <a:lnTo>
                    <a:pt x="89255" y="887717"/>
                  </a:lnTo>
                  <a:lnTo>
                    <a:pt x="87528" y="896239"/>
                  </a:lnTo>
                  <a:lnTo>
                    <a:pt x="89255" y="904760"/>
                  </a:lnTo>
                  <a:lnTo>
                    <a:pt x="93941" y="911720"/>
                  </a:lnTo>
                  <a:lnTo>
                    <a:pt x="100901" y="916419"/>
                  </a:lnTo>
                  <a:lnTo>
                    <a:pt x="109423" y="918133"/>
                  </a:lnTo>
                  <a:lnTo>
                    <a:pt x="941463" y="918133"/>
                  </a:lnTo>
                  <a:lnTo>
                    <a:pt x="949985" y="916419"/>
                  </a:lnTo>
                  <a:lnTo>
                    <a:pt x="956945" y="911720"/>
                  </a:lnTo>
                  <a:lnTo>
                    <a:pt x="961644" y="904760"/>
                  </a:lnTo>
                  <a:lnTo>
                    <a:pt x="963358" y="896239"/>
                  </a:lnTo>
                  <a:close/>
                </a:path>
                <a:path w="1050925" h="1069975">
                  <a:moveTo>
                    <a:pt x="963358" y="744423"/>
                  </a:moveTo>
                  <a:lnTo>
                    <a:pt x="961644" y="735901"/>
                  </a:lnTo>
                  <a:lnTo>
                    <a:pt x="956945" y="728941"/>
                  </a:lnTo>
                  <a:lnTo>
                    <a:pt x="949985" y="724242"/>
                  </a:lnTo>
                  <a:lnTo>
                    <a:pt x="941463" y="722528"/>
                  </a:lnTo>
                  <a:lnTo>
                    <a:pt x="109423" y="722528"/>
                  </a:lnTo>
                  <a:lnTo>
                    <a:pt x="100901" y="724242"/>
                  </a:lnTo>
                  <a:lnTo>
                    <a:pt x="93941" y="728941"/>
                  </a:lnTo>
                  <a:lnTo>
                    <a:pt x="89255" y="735901"/>
                  </a:lnTo>
                  <a:lnTo>
                    <a:pt x="87528" y="744423"/>
                  </a:lnTo>
                  <a:lnTo>
                    <a:pt x="89255" y="752944"/>
                  </a:lnTo>
                  <a:lnTo>
                    <a:pt x="93941" y="759904"/>
                  </a:lnTo>
                  <a:lnTo>
                    <a:pt x="100901" y="764590"/>
                  </a:lnTo>
                  <a:lnTo>
                    <a:pt x="109423" y="766318"/>
                  </a:lnTo>
                  <a:lnTo>
                    <a:pt x="941463" y="766318"/>
                  </a:lnTo>
                  <a:lnTo>
                    <a:pt x="949985" y="764590"/>
                  </a:lnTo>
                  <a:lnTo>
                    <a:pt x="956945" y="759904"/>
                  </a:lnTo>
                  <a:lnTo>
                    <a:pt x="961644" y="752944"/>
                  </a:lnTo>
                  <a:lnTo>
                    <a:pt x="963358" y="744423"/>
                  </a:lnTo>
                  <a:close/>
                </a:path>
                <a:path w="1050925" h="1069975">
                  <a:moveTo>
                    <a:pt x="1050925" y="481685"/>
                  </a:moveTo>
                  <a:lnTo>
                    <a:pt x="1048854" y="471449"/>
                  </a:lnTo>
                  <a:lnTo>
                    <a:pt x="1043228" y="463105"/>
                  </a:lnTo>
                  <a:lnTo>
                    <a:pt x="1034884" y="457479"/>
                  </a:lnTo>
                  <a:lnTo>
                    <a:pt x="1024648" y="455409"/>
                  </a:lnTo>
                  <a:lnTo>
                    <a:pt x="26263" y="455409"/>
                  </a:lnTo>
                  <a:lnTo>
                    <a:pt x="16040" y="457479"/>
                  </a:lnTo>
                  <a:lnTo>
                    <a:pt x="7683" y="463105"/>
                  </a:lnTo>
                  <a:lnTo>
                    <a:pt x="2057" y="471449"/>
                  </a:lnTo>
                  <a:lnTo>
                    <a:pt x="0" y="481685"/>
                  </a:lnTo>
                  <a:lnTo>
                    <a:pt x="2057" y="491909"/>
                  </a:lnTo>
                  <a:lnTo>
                    <a:pt x="7683" y="500265"/>
                  </a:lnTo>
                  <a:lnTo>
                    <a:pt x="16040" y="505891"/>
                  </a:lnTo>
                  <a:lnTo>
                    <a:pt x="26263" y="507949"/>
                  </a:lnTo>
                  <a:lnTo>
                    <a:pt x="1024648" y="507949"/>
                  </a:lnTo>
                  <a:lnTo>
                    <a:pt x="1034884" y="505891"/>
                  </a:lnTo>
                  <a:lnTo>
                    <a:pt x="1043228" y="500265"/>
                  </a:lnTo>
                  <a:lnTo>
                    <a:pt x="1048854" y="491909"/>
                  </a:lnTo>
                  <a:lnTo>
                    <a:pt x="1050925" y="481685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432822" y="2220128"/>
              <a:ext cx="2033905" cy="1194435"/>
            </a:xfrm>
            <a:custGeom>
              <a:avLst/>
              <a:gdLst/>
              <a:ahLst/>
              <a:cxnLst/>
              <a:rect l="l" t="t" r="r" b="b"/>
              <a:pathLst>
                <a:path w="2033905" h="1194435">
                  <a:moveTo>
                    <a:pt x="1939291" y="0"/>
                  </a:moveTo>
                  <a:lnTo>
                    <a:pt x="94415" y="0"/>
                  </a:lnTo>
                  <a:lnTo>
                    <a:pt x="57664" y="7419"/>
                  </a:lnTo>
                  <a:lnTo>
                    <a:pt x="27653" y="27652"/>
                  </a:lnTo>
                  <a:lnTo>
                    <a:pt x="7419" y="57660"/>
                  </a:lnTo>
                  <a:lnTo>
                    <a:pt x="0" y="94405"/>
                  </a:lnTo>
                  <a:lnTo>
                    <a:pt x="0" y="1099631"/>
                  </a:lnTo>
                  <a:lnTo>
                    <a:pt x="7419" y="1136382"/>
                  </a:lnTo>
                  <a:lnTo>
                    <a:pt x="27653" y="1166393"/>
                  </a:lnTo>
                  <a:lnTo>
                    <a:pt x="57664" y="1186627"/>
                  </a:lnTo>
                  <a:lnTo>
                    <a:pt x="94415" y="1194047"/>
                  </a:lnTo>
                  <a:lnTo>
                    <a:pt x="1939291" y="1194047"/>
                  </a:lnTo>
                  <a:lnTo>
                    <a:pt x="1976036" y="1186627"/>
                  </a:lnTo>
                  <a:lnTo>
                    <a:pt x="2006044" y="1166393"/>
                  </a:lnTo>
                  <a:lnTo>
                    <a:pt x="2026277" y="1136382"/>
                  </a:lnTo>
                  <a:lnTo>
                    <a:pt x="2033697" y="1099631"/>
                  </a:lnTo>
                  <a:lnTo>
                    <a:pt x="2033697" y="94405"/>
                  </a:lnTo>
                  <a:lnTo>
                    <a:pt x="2026277" y="57660"/>
                  </a:lnTo>
                  <a:lnTo>
                    <a:pt x="2006044" y="27652"/>
                  </a:lnTo>
                  <a:lnTo>
                    <a:pt x="1976036" y="7419"/>
                  </a:lnTo>
                  <a:lnTo>
                    <a:pt x="1939291" y="0"/>
                  </a:lnTo>
                  <a:close/>
                </a:path>
              </a:pathLst>
            </a:custGeom>
            <a:solidFill>
              <a:srgbClr val="80C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1721655" y="2686678"/>
              <a:ext cx="691515" cy="293370"/>
            </a:xfrm>
            <a:custGeom>
              <a:avLst/>
              <a:gdLst/>
              <a:ahLst/>
              <a:cxnLst/>
              <a:rect l="l" t="t" r="r" b="b"/>
              <a:pathLst>
                <a:path w="691515" h="293369">
                  <a:moveTo>
                    <a:pt x="691210" y="272783"/>
                  </a:moveTo>
                  <a:lnTo>
                    <a:pt x="686866" y="268452"/>
                  </a:lnTo>
                  <a:lnTo>
                    <a:pt x="274053" y="268452"/>
                  </a:lnTo>
                  <a:lnTo>
                    <a:pt x="269722" y="272783"/>
                  </a:lnTo>
                  <a:lnTo>
                    <a:pt x="269722" y="289013"/>
                  </a:lnTo>
                  <a:lnTo>
                    <a:pt x="274053" y="293344"/>
                  </a:lnTo>
                  <a:lnTo>
                    <a:pt x="279412" y="293344"/>
                  </a:lnTo>
                  <a:lnTo>
                    <a:pt x="686866" y="293344"/>
                  </a:lnTo>
                  <a:lnTo>
                    <a:pt x="691210" y="289013"/>
                  </a:lnTo>
                  <a:lnTo>
                    <a:pt x="691210" y="272783"/>
                  </a:lnTo>
                  <a:close/>
                </a:path>
                <a:path w="691515" h="293369">
                  <a:moveTo>
                    <a:pt x="691210" y="134810"/>
                  </a:moveTo>
                  <a:lnTo>
                    <a:pt x="686866" y="130467"/>
                  </a:lnTo>
                  <a:lnTo>
                    <a:pt x="4343" y="130467"/>
                  </a:lnTo>
                  <a:lnTo>
                    <a:pt x="0" y="134810"/>
                  </a:lnTo>
                  <a:lnTo>
                    <a:pt x="0" y="151041"/>
                  </a:lnTo>
                  <a:lnTo>
                    <a:pt x="4343" y="155371"/>
                  </a:lnTo>
                  <a:lnTo>
                    <a:pt x="9690" y="155371"/>
                  </a:lnTo>
                  <a:lnTo>
                    <a:pt x="686866" y="155371"/>
                  </a:lnTo>
                  <a:lnTo>
                    <a:pt x="691210" y="151041"/>
                  </a:lnTo>
                  <a:lnTo>
                    <a:pt x="691210" y="134810"/>
                  </a:lnTo>
                  <a:close/>
                </a:path>
                <a:path w="691515" h="293369">
                  <a:moveTo>
                    <a:pt x="691210" y="4330"/>
                  </a:moveTo>
                  <a:lnTo>
                    <a:pt x="686866" y="0"/>
                  </a:lnTo>
                  <a:lnTo>
                    <a:pt x="4343" y="0"/>
                  </a:lnTo>
                  <a:lnTo>
                    <a:pt x="0" y="4330"/>
                  </a:lnTo>
                  <a:lnTo>
                    <a:pt x="0" y="20561"/>
                  </a:lnTo>
                  <a:lnTo>
                    <a:pt x="4343" y="24892"/>
                  </a:lnTo>
                  <a:lnTo>
                    <a:pt x="9690" y="24892"/>
                  </a:lnTo>
                  <a:lnTo>
                    <a:pt x="686866" y="24892"/>
                  </a:lnTo>
                  <a:lnTo>
                    <a:pt x="691210" y="20561"/>
                  </a:lnTo>
                  <a:lnTo>
                    <a:pt x="691210" y="433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2654330" y="2507404"/>
              <a:ext cx="566420" cy="619760"/>
            </a:xfrm>
            <a:custGeom>
              <a:avLst/>
              <a:gdLst/>
              <a:ahLst/>
              <a:cxnLst/>
              <a:rect l="l" t="t" r="r" b="b"/>
              <a:pathLst>
                <a:path w="566419" h="619760">
                  <a:moveTo>
                    <a:pt x="342969" y="0"/>
                  </a:moveTo>
                  <a:lnTo>
                    <a:pt x="278249" y="0"/>
                  </a:lnTo>
                  <a:lnTo>
                    <a:pt x="276197" y="1821"/>
                  </a:lnTo>
                  <a:lnTo>
                    <a:pt x="275882" y="4240"/>
                  </a:lnTo>
                  <a:lnTo>
                    <a:pt x="274786" y="23028"/>
                  </a:lnTo>
                  <a:lnTo>
                    <a:pt x="276350" y="41784"/>
                  </a:lnTo>
                  <a:lnTo>
                    <a:pt x="298886" y="97183"/>
                  </a:lnTo>
                  <a:lnTo>
                    <a:pt x="331083" y="128898"/>
                  </a:lnTo>
                  <a:lnTo>
                    <a:pt x="353911" y="141639"/>
                  </a:lnTo>
                  <a:lnTo>
                    <a:pt x="354131" y="145995"/>
                  </a:lnTo>
                  <a:lnTo>
                    <a:pt x="311788" y="185089"/>
                  </a:lnTo>
                  <a:lnTo>
                    <a:pt x="291777" y="235469"/>
                  </a:lnTo>
                  <a:lnTo>
                    <a:pt x="289927" y="267270"/>
                  </a:lnTo>
                  <a:lnTo>
                    <a:pt x="289960" y="283264"/>
                  </a:lnTo>
                  <a:lnTo>
                    <a:pt x="289505" y="299236"/>
                  </a:lnTo>
                  <a:lnTo>
                    <a:pt x="276823" y="345105"/>
                  </a:lnTo>
                  <a:lnTo>
                    <a:pt x="246245" y="369971"/>
                  </a:lnTo>
                  <a:lnTo>
                    <a:pt x="196704" y="377756"/>
                  </a:lnTo>
                  <a:lnTo>
                    <a:pt x="171111" y="378281"/>
                  </a:lnTo>
                  <a:lnTo>
                    <a:pt x="119479" y="388690"/>
                  </a:lnTo>
                  <a:lnTo>
                    <a:pt x="72853" y="414241"/>
                  </a:lnTo>
                  <a:lnTo>
                    <a:pt x="35339" y="451207"/>
                  </a:lnTo>
                  <a:lnTo>
                    <a:pt x="11042" y="495859"/>
                  </a:lnTo>
                  <a:lnTo>
                    <a:pt x="0" y="556449"/>
                  </a:lnTo>
                  <a:lnTo>
                    <a:pt x="1461" y="586289"/>
                  </a:lnTo>
                  <a:lnTo>
                    <a:pt x="7042" y="615876"/>
                  </a:lnTo>
                  <a:lnTo>
                    <a:pt x="7587" y="618012"/>
                  </a:lnTo>
                  <a:lnTo>
                    <a:pt x="9524" y="619499"/>
                  </a:lnTo>
                  <a:lnTo>
                    <a:pt x="71208" y="619499"/>
                  </a:lnTo>
                  <a:lnTo>
                    <a:pt x="73522" y="616421"/>
                  </a:lnTo>
                  <a:lnTo>
                    <a:pt x="70589" y="605662"/>
                  </a:lnTo>
                  <a:lnTo>
                    <a:pt x="68822" y="597926"/>
                  </a:lnTo>
                  <a:lnTo>
                    <a:pt x="67324" y="590124"/>
                  </a:lnTo>
                  <a:lnTo>
                    <a:pt x="66088" y="582264"/>
                  </a:lnTo>
                  <a:lnTo>
                    <a:pt x="67819" y="536784"/>
                  </a:lnTo>
                  <a:lnTo>
                    <a:pt x="85554" y="493728"/>
                  </a:lnTo>
                  <a:lnTo>
                    <a:pt x="119893" y="462609"/>
                  </a:lnTo>
                  <a:lnTo>
                    <a:pt x="171435" y="452939"/>
                  </a:lnTo>
                  <a:lnTo>
                    <a:pt x="202679" y="462720"/>
                  </a:lnTo>
                  <a:lnTo>
                    <a:pt x="227441" y="482318"/>
                  </a:lnTo>
                  <a:lnTo>
                    <a:pt x="252812" y="504846"/>
                  </a:lnTo>
                  <a:lnTo>
                    <a:pt x="285880" y="523415"/>
                  </a:lnTo>
                  <a:lnTo>
                    <a:pt x="333734" y="531135"/>
                  </a:lnTo>
                  <a:lnTo>
                    <a:pt x="375577" y="526869"/>
                  </a:lnTo>
                  <a:lnTo>
                    <a:pt x="417348" y="513866"/>
                  </a:lnTo>
                  <a:lnTo>
                    <a:pt x="457315" y="491818"/>
                  </a:lnTo>
                  <a:lnTo>
                    <a:pt x="493743" y="460414"/>
                  </a:lnTo>
                  <a:lnTo>
                    <a:pt x="524901" y="419348"/>
                  </a:lnTo>
                  <a:lnTo>
                    <a:pt x="544808" y="378722"/>
                  </a:lnTo>
                  <a:lnTo>
                    <a:pt x="559575" y="330200"/>
                  </a:lnTo>
                  <a:lnTo>
                    <a:pt x="566112" y="277919"/>
                  </a:lnTo>
                  <a:lnTo>
                    <a:pt x="561329" y="226014"/>
                  </a:lnTo>
                  <a:lnTo>
                    <a:pt x="539541" y="171029"/>
                  </a:lnTo>
                  <a:lnTo>
                    <a:pt x="507594" y="135287"/>
                  </a:lnTo>
                  <a:lnTo>
                    <a:pt x="470206" y="113306"/>
                  </a:lnTo>
                  <a:lnTo>
                    <a:pt x="432096" y="99605"/>
                  </a:lnTo>
                  <a:lnTo>
                    <a:pt x="397982" y="88703"/>
                  </a:lnTo>
                  <a:lnTo>
                    <a:pt x="372581" y="75118"/>
                  </a:lnTo>
                  <a:lnTo>
                    <a:pt x="358159" y="58572"/>
                  </a:lnTo>
                  <a:lnTo>
                    <a:pt x="349569" y="40432"/>
                  </a:lnTo>
                  <a:lnTo>
                    <a:pt x="345600" y="22116"/>
                  </a:lnTo>
                  <a:lnTo>
                    <a:pt x="345043" y="5046"/>
                  </a:lnTo>
                  <a:lnTo>
                    <a:pt x="345168" y="2293"/>
                  </a:lnTo>
                  <a:lnTo>
                    <a:pt x="342969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717099" y="2548333"/>
              <a:ext cx="691515" cy="25400"/>
            </a:xfrm>
            <a:custGeom>
              <a:avLst/>
              <a:gdLst/>
              <a:ahLst/>
              <a:cxnLst/>
              <a:rect l="l" t="t" r="r" b="b"/>
              <a:pathLst>
                <a:path w="691515" h="25400">
                  <a:moveTo>
                    <a:pt x="686858" y="0"/>
                  </a:moveTo>
                  <a:lnTo>
                    <a:pt x="4334" y="0"/>
                  </a:lnTo>
                  <a:lnTo>
                    <a:pt x="0" y="4334"/>
                  </a:lnTo>
                  <a:lnTo>
                    <a:pt x="0" y="20564"/>
                  </a:lnTo>
                  <a:lnTo>
                    <a:pt x="4334" y="24899"/>
                  </a:lnTo>
                  <a:lnTo>
                    <a:pt x="9685" y="24899"/>
                  </a:lnTo>
                  <a:lnTo>
                    <a:pt x="686858" y="24899"/>
                  </a:lnTo>
                  <a:lnTo>
                    <a:pt x="691204" y="20564"/>
                  </a:lnTo>
                  <a:lnTo>
                    <a:pt x="691204" y="4334"/>
                  </a:lnTo>
                  <a:lnTo>
                    <a:pt x="686858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149907" y="5524569"/>
              <a:ext cx="1076960" cy="2564765"/>
            </a:xfrm>
            <a:custGeom>
              <a:avLst/>
              <a:gdLst/>
              <a:ahLst/>
              <a:cxnLst/>
              <a:rect l="l" t="t" r="r" b="b"/>
              <a:pathLst>
                <a:path w="1076959" h="2564765">
                  <a:moveTo>
                    <a:pt x="861115" y="0"/>
                  </a:moveTo>
                  <a:lnTo>
                    <a:pt x="538193" y="0"/>
                  </a:lnTo>
                  <a:lnTo>
                    <a:pt x="587555" y="5418"/>
                  </a:lnTo>
                  <a:lnTo>
                    <a:pt x="632868" y="20854"/>
                  </a:lnTo>
                  <a:lnTo>
                    <a:pt x="672840" y="45074"/>
                  </a:lnTo>
                  <a:lnTo>
                    <a:pt x="706179" y="76847"/>
                  </a:lnTo>
                  <a:lnTo>
                    <a:pt x="731593" y="114941"/>
                  </a:lnTo>
                  <a:lnTo>
                    <a:pt x="747788" y="158125"/>
                  </a:lnTo>
                  <a:lnTo>
                    <a:pt x="753474" y="205166"/>
                  </a:lnTo>
                  <a:lnTo>
                    <a:pt x="753474" y="1128405"/>
                  </a:lnTo>
                  <a:lnTo>
                    <a:pt x="215270" y="1128405"/>
                  </a:lnTo>
                  <a:lnTo>
                    <a:pt x="165912" y="1133824"/>
                  </a:lnTo>
                  <a:lnTo>
                    <a:pt x="120602" y="1149259"/>
                  </a:lnTo>
                  <a:lnTo>
                    <a:pt x="80631" y="1173479"/>
                  </a:lnTo>
                  <a:lnTo>
                    <a:pt x="47293" y="1205252"/>
                  </a:lnTo>
                  <a:lnTo>
                    <a:pt x="21881" y="1243347"/>
                  </a:lnTo>
                  <a:lnTo>
                    <a:pt x="5685" y="1286530"/>
                  </a:lnTo>
                  <a:lnTo>
                    <a:pt x="0" y="1333571"/>
                  </a:lnTo>
                  <a:lnTo>
                    <a:pt x="0" y="2564560"/>
                  </a:lnTo>
                  <a:lnTo>
                    <a:pt x="1076396" y="2564560"/>
                  </a:lnTo>
                  <a:lnTo>
                    <a:pt x="1076396" y="205166"/>
                  </a:lnTo>
                  <a:lnTo>
                    <a:pt x="1070710" y="158125"/>
                  </a:lnTo>
                  <a:lnTo>
                    <a:pt x="1054515" y="114941"/>
                  </a:lnTo>
                  <a:lnTo>
                    <a:pt x="1029101" y="76847"/>
                  </a:lnTo>
                  <a:lnTo>
                    <a:pt x="995762" y="45074"/>
                  </a:lnTo>
                  <a:lnTo>
                    <a:pt x="955790" y="20854"/>
                  </a:lnTo>
                  <a:lnTo>
                    <a:pt x="910477" y="5418"/>
                  </a:lnTo>
                  <a:lnTo>
                    <a:pt x="861115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181143" y="5524569"/>
              <a:ext cx="1722755" cy="1641475"/>
            </a:xfrm>
            <a:custGeom>
              <a:avLst/>
              <a:gdLst/>
              <a:ahLst/>
              <a:cxnLst/>
              <a:rect l="l" t="t" r="r" b="b"/>
              <a:pathLst>
                <a:path w="1722755" h="1641475">
                  <a:moveTo>
                    <a:pt x="1506959" y="0"/>
                  </a:moveTo>
                  <a:lnTo>
                    <a:pt x="215281" y="0"/>
                  </a:lnTo>
                  <a:lnTo>
                    <a:pt x="165919" y="5425"/>
                  </a:lnTo>
                  <a:lnTo>
                    <a:pt x="120607" y="20863"/>
                  </a:lnTo>
                  <a:lnTo>
                    <a:pt x="80637" y="45083"/>
                  </a:lnTo>
                  <a:lnTo>
                    <a:pt x="47299" y="76853"/>
                  </a:lnTo>
                  <a:lnTo>
                    <a:pt x="21885" y="114945"/>
                  </a:lnTo>
                  <a:lnTo>
                    <a:pt x="5689" y="158126"/>
                  </a:lnTo>
                  <a:lnTo>
                    <a:pt x="0" y="205166"/>
                  </a:lnTo>
                  <a:lnTo>
                    <a:pt x="0" y="1538738"/>
                  </a:lnTo>
                  <a:lnTo>
                    <a:pt x="538255" y="1538738"/>
                  </a:lnTo>
                  <a:lnTo>
                    <a:pt x="580141" y="1546806"/>
                  </a:lnTo>
                  <a:lnTo>
                    <a:pt x="614341" y="1568795"/>
                  </a:lnTo>
                  <a:lnTo>
                    <a:pt x="637395" y="1601400"/>
                  </a:lnTo>
                  <a:lnTo>
                    <a:pt x="645844" y="1641321"/>
                  </a:lnTo>
                  <a:lnTo>
                    <a:pt x="645844" y="1333571"/>
                  </a:lnTo>
                  <a:lnTo>
                    <a:pt x="651533" y="1286531"/>
                  </a:lnTo>
                  <a:lnTo>
                    <a:pt x="667729" y="1243350"/>
                  </a:lnTo>
                  <a:lnTo>
                    <a:pt x="693142" y="1205259"/>
                  </a:lnTo>
                  <a:lnTo>
                    <a:pt x="726479" y="1173488"/>
                  </a:lnTo>
                  <a:lnTo>
                    <a:pt x="766448" y="1149268"/>
                  </a:lnTo>
                  <a:lnTo>
                    <a:pt x="811757" y="1133830"/>
                  </a:lnTo>
                  <a:lnTo>
                    <a:pt x="861115" y="1128405"/>
                  </a:lnTo>
                  <a:lnTo>
                    <a:pt x="1722240" y="1128405"/>
                  </a:lnTo>
                  <a:lnTo>
                    <a:pt x="1722240" y="205166"/>
                  </a:lnTo>
                  <a:lnTo>
                    <a:pt x="1716551" y="158126"/>
                  </a:lnTo>
                  <a:lnTo>
                    <a:pt x="1700352" y="114945"/>
                  </a:lnTo>
                  <a:lnTo>
                    <a:pt x="1674938" y="76853"/>
                  </a:lnTo>
                  <a:lnTo>
                    <a:pt x="1641599" y="45083"/>
                  </a:lnTo>
                  <a:lnTo>
                    <a:pt x="1601628" y="20863"/>
                  </a:lnTo>
                  <a:lnTo>
                    <a:pt x="1556317" y="5425"/>
                  </a:lnTo>
                  <a:lnTo>
                    <a:pt x="1506959" y="0"/>
                  </a:lnTo>
                  <a:close/>
                </a:path>
              </a:pathLst>
            </a:custGeom>
            <a:solidFill>
              <a:srgbClr val="91CA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427659" y="6652977"/>
              <a:ext cx="753745" cy="513080"/>
            </a:xfrm>
            <a:custGeom>
              <a:avLst/>
              <a:gdLst/>
              <a:ahLst/>
              <a:cxnLst/>
              <a:rect l="l" t="t" r="r" b="b"/>
              <a:pathLst>
                <a:path w="753744" h="513079">
                  <a:moveTo>
                    <a:pt x="753484" y="0"/>
                  </a:moveTo>
                  <a:lnTo>
                    <a:pt x="215281" y="0"/>
                  </a:lnTo>
                  <a:lnTo>
                    <a:pt x="165923" y="5422"/>
                  </a:lnTo>
                  <a:lnTo>
                    <a:pt x="120614" y="20858"/>
                  </a:lnTo>
                  <a:lnTo>
                    <a:pt x="80644" y="45078"/>
                  </a:lnTo>
                  <a:lnTo>
                    <a:pt x="47306" y="76850"/>
                  </a:lnTo>
                  <a:lnTo>
                    <a:pt x="21892" y="114943"/>
                  </a:lnTo>
                  <a:lnTo>
                    <a:pt x="5692" y="158125"/>
                  </a:lnTo>
                  <a:lnTo>
                    <a:pt x="0" y="205166"/>
                  </a:lnTo>
                  <a:lnTo>
                    <a:pt x="0" y="512853"/>
                  </a:lnTo>
                  <a:lnTo>
                    <a:pt x="8916" y="473180"/>
                  </a:lnTo>
                  <a:lnTo>
                    <a:pt x="32970" y="441121"/>
                  </a:lnTo>
                  <a:lnTo>
                    <a:pt x="68163" y="419686"/>
                  </a:lnTo>
                  <a:lnTo>
                    <a:pt x="110499" y="411882"/>
                  </a:lnTo>
                  <a:lnTo>
                    <a:pt x="753484" y="410333"/>
                  </a:lnTo>
                  <a:lnTo>
                    <a:pt x="753484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104736" y="6652977"/>
              <a:ext cx="2260600" cy="1436370"/>
            </a:xfrm>
            <a:custGeom>
              <a:avLst/>
              <a:gdLst/>
              <a:ahLst/>
              <a:cxnLst/>
              <a:rect l="l" t="t" r="r" b="b"/>
              <a:pathLst>
                <a:path w="2260600" h="1436370">
                  <a:moveTo>
                    <a:pt x="2260447" y="0"/>
                  </a:moveTo>
                  <a:lnTo>
                    <a:pt x="1937524" y="0"/>
                  </a:lnTo>
                  <a:lnTo>
                    <a:pt x="1888159" y="5422"/>
                  </a:lnTo>
                  <a:lnTo>
                    <a:pt x="1842846" y="20853"/>
                  </a:lnTo>
                  <a:lnTo>
                    <a:pt x="1802879" y="45085"/>
                  </a:lnTo>
                  <a:lnTo>
                    <a:pt x="1769529" y="76847"/>
                  </a:lnTo>
                  <a:lnTo>
                    <a:pt x="1744116" y="114947"/>
                  </a:lnTo>
                  <a:lnTo>
                    <a:pt x="1727923" y="158127"/>
                  </a:lnTo>
                  <a:lnTo>
                    <a:pt x="1722234" y="205168"/>
                  </a:lnTo>
                  <a:lnTo>
                    <a:pt x="1722234" y="512914"/>
                  </a:lnTo>
                  <a:lnTo>
                    <a:pt x="1713776" y="472986"/>
                  </a:lnTo>
                  <a:lnTo>
                    <a:pt x="1690712" y="440385"/>
                  </a:lnTo>
                  <a:lnTo>
                    <a:pt x="1656499" y="418401"/>
                  </a:lnTo>
                  <a:lnTo>
                    <a:pt x="1614601" y="410337"/>
                  </a:lnTo>
                  <a:lnTo>
                    <a:pt x="430555" y="410337"/>
                  </a:lnTo>
                  <a:lnTo>
                    <a:pt x="388658" y="418401"/>
                  </a:lnTo>
                  <a:lnTo>
                    <a:pt x="354444" y="440385"/>
                  </a:lnTo>
                  <a:lnTo>
                    <a:pt x="331381" y="472986"/>
                  </a:lnTo>
                  <a:lnTo>
                    <a:pt x="322922" y="512914"/>
                  </a:lnTo>
                  <a:lnTo>
                    <a:pt x="322922" y="205168"/>
                  </a:lnTo>
                  <a:lnTo>
                    <a:pt x="328612" y="158127"/>
                  </a:lnTo>
                  <a:lnTo>
                    <a:pt x="344805" y="114947"/>
                  </a:lnTo>
                  <a:lnTo>
                    <a:pt x="370217" y="76847"/>
                  </a:lnTo>
                  <a:lnTo>
                    <a:pt x="403555" y="45085"/>
                  </a:lnTo>
                  <a:lnTo>
                    <a:pt x="443522" y="20853"/>
                  </a:lnTo>
                  <a:lnTo>
                    <a:pt x="488835" y="5422"/>
                  </a:lnTo>
                  <a:lnTo>
                    <a:pt x="538200" y="0"/>
                  </a:lnTo>
                  <a:lnTo>
                    <a:pt x="215277" y="0"/>
                  </a:lnTo>
                  <a:lnTo>
                    <a:pt x="165912" y="5422"/>
                  </a:lnTo>
                  <a:lnTo>
                    <a:pt x="120611" y="20853"/>
                  </a:lnTo>
                  <a:lnTo>
                    <a:pt x="80632" y="45085"/>
                  </a:lnTo>
                  <a:lnTo>
                    <a:pt x="47294" y="76847"/>
                  </a:lnTo>
                  <a:lnTo>
                    <a:pt x="21882" y="114947"/>
                  </a:lnTo>
                  <a:lnTo>
                    <a:pt x="5689" y="158127"/>
                  </a:lnTo>
                  <a:lnTo>
                    <a:pt x="0" y="205168"/>
                  </a:lnTo>
                  <a:lnTo>
                    <a:pt x="0" y="1436166"/>
                  </a:lnTo>
                  <a:lnTo>
                    <a:pt x="322922" y="1436166"/>
                  </a:lnTo>
                  <a:lnTo>
                    <a:pt x="1722234" y="1436154"/>
                  </a:lnTo>
                  <a:lnTo>
                    <a:pt x="2045157" y="1436166"/>
                  </a:lnTo>
                  <a:lnTo>
                    <a:pt x="2045157" y="205168"/>
                  </a:lnTo>
                  <a:lnTo>
                    <a:pt x="2050846" y="158127"/>
                  </a:lnTo>
                  <a:lnTo>
                    <a:pt x="2067039" y="114947"/>
                  </a:lnTo>
                  <a:lnTo>
                    <a:pt x="2092452" y="76847"/>
                  </a:lnTo>
                  <a:lnTo>
                    <a:pt x="2125802" y="45085"/>
                  </a:lnTo>
                  <a:lnTo>
                    <a:pt x="2165769" y="20853"/>
                  </a:lnTo>
                  <a:lnTo>
                    <a:pt x="2211082" y="5422"/>
                  </a:lnTo>
                  <a:lnTo>
                    <a:pt x="2260447" y="0"/>
                  </a:lnTo>
                  <a:close/>
                </a:path>
              </a:pathLst>
            </a:custGeom>
            <a:solidFill>
              <a:srgbClr val="91CA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177324" y="8089134"/>
              <a:ext cx="209550" cy="359410"/>
            </a:xfrm>
            <a:custGeom>
              <a:avLst/>
              <a:gdLst/>
              <a:ahLst/>
              <a:cxnLst/>
              <a:rect l="l" t="t" r="r" b="b"/>
              <a:pathLst>
                <a:path w="209550" h="359409">
                  <a:moveTo>
                    <a:pt x="209082" y="0"/>
                  </a:moveTo>
                  <a:lnTo>
                    <a:pt x="0" y="0"/>
                  </a:lnTo>
                  <a:lnTo>
                    <a:pt x="34847" y="359036"/>
                  </a:lnTo>
                  <a:lnTo>
                    <a:pt x="174235" y="359036"/>
                  </a:lnTo>
                  <a:lnTo>
                    <a:pt x="209082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427664" y="7473636"/>
              <a:ext cx="1399540" cy="13335"/>
            </a:xfrm>
            <a:custGeom>
              <a:avLst/>
              <a:gdLst/>
              <a:ahLst/>
              <a:cxnLst/>
              <a:rect l="l" t="t" r="r" b="b"/>
              <a:pathLst>
                <a:path w="1399540" h="13334">
                  <a:moveTo>
                    <a:pt x="1399318" y="0"/>
                  </a:moveTo>
                  <a:lnTo>
                    <a:pt x="0" y="0"/>
                  </a:lnTo>
                  <a:lnTo>
                    <a:pt x="0" y="12910"/>
                  </a:lnTo>
                  <a:lnTo>
                    <a:pt x="1399318" y="12910"/>
                  </a:lnTo>
                  <a:lnTo>
                    <a:pt x="1399318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5162290" y="8089144"/>
              <a:ext cx="1024890" cy="359410"/>
            </a:xfrm>
            <a:custGeom>
              <a:avLst/>
              <a:gdLst/>
              <a:ahLst/>
              <a:cxnLst/>
              <a:rect l="l" t="t" r="r" b="b"/>
              <a:pathLst>
                <a:path w="1024890" h="359409">
                  <a:moveTo>
                    <a:pt x="209080" y="0"/>
                  </a:moveTo>
                  <a:lnTo>
                    <a:pt x="0" y="0"/>
                  </a:lnTo>
                  <a:lnTo>
                    <a:pt x="34836" y="359029"/>
                  </a:lnTo>
                  <a:lnTo>
                    <a:pt x="174231" y="359029"/>
                  </a:lnTo>
                  <a:lnTo>
                    <a:pt x="209080" y="0"/>
                  </a:lnTo>
                  <a:close/>
                </a:path>
                <a:path w="1024890" h="359409">
                  <a:moveTo>
                    <a:pt x="1024572" y="0"/>
                  </a:moveTo>
                  <a:lnTo>
                    <a:pt x="815479" y="0"/>
                  </a:lnTo>
                  <a:lnTo>
                    <a:pt x="850328" y="359029"/>
                  </a:lnTo>
                  <a:lnTo>
                    <a:pt x="989723" y="359029"/>
                  </a:lnTo>
                  <a:lnTo>
                    <a:pt x="1024572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422656" y="7057751"/>
              <a:ext cx="1409065" cy="1031240"/>
            </a:xfrm>
            <a:custGeom>
              <a:avLst/>
              <a:gdLst/>
              <a:ahLst/>
              <a:cxnLst/>
              <a:rect l="l" t="t" r="r" b="b"/>
              <a:pathLst>
                <a:path w="1409065" h="1031240">
                  <a:moveTo>
                    <a:pt x="10261" y="118529"/>
                  </a:moveTo>
                  <a:lnTo>
                    <a:pt x="9359" y="109270"/>
                  </a:lnTo>
                  <a:lnTo>
                    <a:pt x="9436" y="102704"/>
                  </a:lnTo>
                  <a:lnTo>
                    <a:pt x="558" y="102692"/>
                  </a:lnTo>
                  <a:lnTo>
                    <a:pt x="558" y="108140"/>
                  </a:lnTo>
                  <a:lnTo>
                    <a:pt x="800" y="988364"/>
                  </a:lnTo>
                  <a:lnTo>
                    <a:pt x="88" y="1006271"/>
                  </a:lnTo>
                  <a:lnTo>
                    <a:pt x="0" y="1015377"/>
                  </a:lnTo>
                  <a:lnTo>
                    <a:pt x="901" y="1024623"/>
                  </a:lnTo>
                  <a:lnTo>
                    <a:pt x="825" y="1031201"/>
                  </a:lnTo>
                  <a:lnTo>
                    <a:pt x="9702" y="1031214"/>
                  </a:lnTo>
                  <a:lnTo>
                    <a:pt x="9448" y="145529"/>
                  </a:lnTo>
                  <a:lnTo>
                    <a:pt x="10172" y="127622"/>
                  </a:lnTo>
                  <a:lnTo>
                    <a:pt x="10261" y="118529"/>
                  </a:lnTo>
                  <a:close/>
                </a:path>
                <a:path w="1409065" h="1031240">
                  <a:moveTo>
                    <a:pt x="1400759" y="1270"/>
                  </a:moveTo>
                  <a:lnTo>
                    <a:pt x="909243" y="1270"/>
                  </a:lnTo>
                  <a:lnTo>
                    <a:pt x="909243" y="0"/>
                  </a:lnTo>
                  <a:lnTo>
                    <a:pt x="758786" y="0"/>
                  </a:lnTo>
                  <a:lnTo>
                    <a:pt x="758786" y="1270"/>
                  </a:lnTo>
                  <a:lnTo>
                    <a:pt x="758786" y="8890"/>
                  </a:lnTo>
                  <a:lnTo>
                    <a:pt x="1208011" y="8890"/>
                  </a:lnTo>
                  <a:lnTo>
                    <a:pt x="1208011" y="10160"/>
                  </a:lnTo>
                  <a:lnTo>
                    <a:pt x="1400759" y="10160"/>
                  </a:lnTo>
                  <a:lnTo>
                    <a:pt x="1400759" y="8890"/>
                  </a:lnTo>
                  <a:lnTo>
                    <a:pt x="1400759" y="1270"/>
                  </a:lnTo>
                  <a:close/>
                </a:path>
                <a:path w="1409065" h="1031240">
                  <a:moveTo>
                    <a:pt x="1408518" y="436880"/>
                  </a:moveTo>
                  <a:lnTo>
                    <a:pt x="1408264" y="436880"/>
                  </a:lnTo>
                  <a:lnTo>
                    <a:pt x="1408264" y="431800"/>
                  </a:lnTo>
                  <a:lnTo>
                    <a:pt x="1399374" y="431800"/>
                  </a:lnTo>
                  <a:lnTo>
                    <a:pt x="1399374" y="436880"/>
                  </a:lnTo>
                  <a:lnTo>
                    <a:pt x="1399641" y="436880"/>
                  </a:lnTo>
                  <a:lnTo>
                    <a:pt x="1399641" y="1028700"/>
                  </a:lnTo>
                  <a:lnTo>
                    <a:pt x="1408518" y="1028700"/>
                  </a:lnTo>
                  <a:lnTo>
                    <a:pt x="1408518" y="43688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331382" y="2169708"/>
              <a:ext cx="1002030" cy="1002030"/>
            </a:xfrm>
            <a:custGeom>
              <a:avLst/>
              <a:gdLst/>
              <a:ahLst/>
              <a:cxnLst/>
              <a:rect l="l" t="t" r="r" b="b"/>
              <a:pathLst>
                <a:path w="1002029" h="1002030">
                  <a:moveTo>
                    <a:pt x="500707" y="0"/>
                  </a:moveTo>
                  <a:lnTo>
                    <a:pt x="452485" y="2292"/>
                  </a:lnTo>
                  <a:lnTo>
                    <a:pt x="405560" y="9028"/>
                  </a:lnTo>
                  <a:lnTo>
                    <a:pt x="360142" y="19999"/>
                  </a:lnTo>
                  <a:lnTo>
                    <a:pt x="316440" y="34994"/>
                  </a:lnTo>
                  <a:lnTo>
                    <a:pt x="274665" y="53804"/>
                  </a:lnTo>
                  <a:lnTo>
                    <a:pt x="235026" y="76219"/>
                  </a:lnTo>
                  <a:lnTo>
                    <a:pt x="197733" y="102030"/>
                  </a:lnTo>
                  <a:lnTo>
                    <a:pt x="162997" y="131025"/>
                  </a:lnTo>
                  <a:lnTo>
                    <a:pt x="131025" y="162997"/>
                  </a:lnTo>
                  <a:lnTo>
                    <a:pt x="102030" y="197733"/>
                  </a:lnTo>
                  <a:lnTo>
                    <a:pt x="76219" y="235026"/>
                  </a:lnTo>
                  <a:lnTo>
                    <a:pt x="53804" y="274665"/>
                  </a:lnTo>
                  <a:lnTo>
                    <a:pt x="34994" y="316440"/>
                  </a:lnTo>
                  <a:lnTo>
                    <a:pt x="19999" y="360142"/>
                  </a:lnTo>
                  <a:lnTo>
                    <a:pt x="9028" y="405560"/>
                  </a:lnTo>
                  <a:lnTo>
                    <a:pt x="2292" y="452485"/>
                  </a:lnTo>
                  <a:lnTo>
                    <a:pt x="0" y="500707"/>
                  </a:lnTo>
                  <a:lnTo>
                    <a:pt x="2292" y="548929"/>
                  </a:lnTo>
                  <a:lnTo>
                    <a:pt x="9028" y="595854"/>
                  </a:lnTo>
                  <a:lnTo>
                    <a:pt x="19999" y="641273"/>
                  </a:lnTo>
                  <a:lnTo>
                    <a:pt x="34994" y="684975"/>
                  </a:lnTo>
                  <a:lnTo>
                    <a:pt x="53804" y="726751"/>
                  </a:lnTo>
                  <a:lnTo>
                    <a:pt x="76219" y="766390"/>
                  </a:lnTo>
                  <a:lnTo>
                    <a:pt x="102030" y="803684"/>
                  </a:lnTo>
                  <a:lnTo>
                    <a:pt x="131025" y="838422"/>
                  </a:lnTo>
                  <a:lnTo>
                    <a:pt x="162997" y="870394"/>
                  </a:lnTo>
                  <a:lnTo>
                    <a:pt x="197733" y="899390"/>
                  </a:lnTo>
                  <a:lnTo>
                    <a:pt x="235026" y="925202"/>
                  </a:lnTo>
                  <a:lnTo>
                    <a:pt x="274665" y="947618"/>
                  </a:lnTo>
                  <a:lnTo>
                    <a:pt x="316440" y="966429"/>
                  </a:lnTo>
                  <a:lnTo>
                    <a:pt x="360142" y="981424"/>
                  </a:lnTo>
                  <a:lnTo>
                    <a:pt x="405560" y="992396"/>
                  </a:lnTo>
                  <a:lnTo>
                    <a:pt x="452485" y="999132"/>
                  </a:lnTo>
                  <a:lnTo>
                    <a:pt x="500707" y="1001425"/>
                  </a:lnTo>
                  <a:lnTo>
                    <a:pt x="548929" y="999132"/>
                  </a:lnTo>
                  <a:lnTo>
                    <a:pt x="595854" y="992396"/>
                  </a:lnTo>
                  <a:lnTo>
                    <a:pt x="641272" y="981424"/>
                  </a:lnTo>
                  <a:lnTo>
                    <a:pt x="684973" y="966429"/>
                  </a:lnTo>
                  <a:lnTo>
                    <a:pt x="726748" y="947618"/>
                  </a:lnTo>
                  <a:lnTo>
                    <a:pt x="766387" y="925202"/>
                  </a:lnTo>
                  <a:lnTo>
                    <a:pt x="803680" y="899390"/>
                  </a:lnTo>
                  <a:lnTo>
                    <a:pt x="838417" y="870394"/>
                  </a:lnTo>
                  <a:lnTo>
                    <a:pt x="870388" y="838422"/>
                  </a:lnTo>
                  <a:lnTo>
                    <a:pt x="899384" y="803684"/>
                  </a:lnTo>
                  <a:lnTo>
                    <a:pt x="925194" y="766390"/>
                  </a:lnTo>
                  <a:lnTo>
                    <a:pt x="947609" y="726751"/>
                  </a:lnTo>
                  <a:lnTo>
                    <a:pt x="966420" y="684975"/>
                  </a:lnTo>
                  <a:lnTo>
                    <a:pt x="981415" y="641273"/>
                  </a:lnTo>
                  <a:lnTo>
                    <a:pt x="992386" y="595854"/>
                  </a:lnTo>
                  <a:lnTo>
                    <a:pt x="999122" y="548929"/>
                  </a:lnTo>
                  <a:lnTo>
                    <a:pt x="1001414" y="500707"/>
                  </a:lnTo>
                  <a:lnTo>
                    <a:pt x="999122" y="452485"/>
                  </a:lnTo>
                  <a:lnTo>
                    <a:pt x="992386" y="405560"/>
                  </a:lnTo>
                  <a:lnTo>
                    <a:pt x="981415" y="360142"/>
                  </a:lnTo>
                  <a:lnTo>
                    <a:pt x="966420" y="316440"/>
                  </a:lnTo>
                  <a:lnTo>
                    <a:pt x="947609" y="274665"/>
                  </a:lnTo>
                  <a:lnTo>
                    <a:pt x="925194" y="235026"/>
                  </a:lnTo>
                  <a:lnTo>
                    <a:pt x="899384" y="197733"/>
                  </a:lnTo>
                  <a:lnTo>
                    <a:pt x="870388" y="162997"/>
                  </a:lnTo>
                  <a:lnTo>
                    <a:pt x="838417" y="131025"/>
                  </a:lnTo>
                  <a:lnTo>
                    <a:pt x="803680" y="102030"/>
                  </a:lnTo>
                  <a:lnTo>
                    <a:pt x="766387" y="76219"/>
                  </a:lnTo>
                  <a:lnTo>
                    <a:pt x="726748" y="53804"/>
                  </a:lnTo>
                  <a:lnTo>
                    <a:pt x="684973" y="34994"/>
                  </a:lnTo>
                  <a:lnTo>
                    <a:pt x="641272" y="19999"/>
                  </a:lnTo>
                  <a:lnTo>
                    <a:pt x="595854" y="9028"/>
                  </a:lnTo>
                  <a:lnTo>
                    <a:pt x="548929" y="2292"/>
                  </a:lnTo>
                  <a:lnTo>
                    <a:pt x="500707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331382" y="2169708"/>
              <a:ext cx="1002030" cy="1002030"/>
            </a:xfrm>
            <a:custGeom>
              <a:avLst/>
              <a:gdLst/>
              <a:ahLst/>
              <a:cxnLst/>
              <a:rect l="l" t="t" r="r" b="b"/>
              <a:pathLst>
                <a:path w="1002029" h="1002030">
                  <a:moveTo>
                    <a:pt x="500707" y="0"/>
                  </a:moveTo>
                  <a:lnTo>
                    <a:pt x="452486" y="2292"/>
                  </a:lnTo>
                  <a:lnTo>
                    <a:pt x="405563" y="9028"/>
                  </a:lnTo>
                  <a:lnTo>
                    <a:pt x="360145" y="19999"/>
                  </a:lnTo>
                  <a:lnTo>
                    <a:pt x="316444" y="34995"/>
                  </a:lnTo>
                  <a:lnTo>
                    <a:pt x="274670" y="53806"/>
                  </a:lnTo>
                  <a:lnTo>
                    <a:pt x="235031" y="76222"/>
                  </a:lnTo>
                  <a:lnTo>
                    <a:pt x="197738" y="102033"/>
                  </a:lnTo>
                  <a:lnTo>
                    <a:pt x="163001" y="131029"/>
                  </a:lnTo>
                  <a:lnTo>
                    <a:pt x="131029" y="163001"/>
                  </a:lnTo>
                  <a:lnTo>
                    <a:pt x="102033" y="197738"/>
                  </a:lnTo>
                  <a:lnTo>
                    <a:pt x="76222" y="235031"/>
                  </a:lnTo>
                  <a:lnTo>
                    <a:pt x="53806" y="274670"/>
                  </a:lnTo>
                  <a:lnTo>
                    <a:pt x="34995" y="316444"/>
                  </a:lnTo>
                  <a:lnTo>
                    <a:pt x="19999" y="360145"/>
                  </a:lnTo>
                  <a:lnTo>
                    <a:pt x="9028" y="405563"/>
                  </a:lnTo>
                  <a:lnTo>
                    <a:pt x="2292" y="452486"/>
                  </a:lnTo>
                  <a:lnTo>
                    <a:pt x="0" y="500707"/>
                  </a:lnTo>
                  <a:lnTo>
                    <a:pt x="2292" y="548929"/>
                  </a:lnTo>
                  <a:lnTo>
                    <a:pt x="9028" y="595854"/>
                  </a:lnTo>
                  <a:lnTo>
                    <a:pt x="19999" y="641273"/>
                  </a:lnTo>
                  <a:lnTo>
                    <a:pt x="34995" y="684975"/>
                  </a:lnTo>
                  <a:lnTo>
                    <a:pt x="53806" y="726751"/>
                  </a:lnTo>
                  <a:lnTo>
                    <a:pt x="76222" y="766390"/>
                  </a:lnTo>
                  <a:lnTo>
                    <a:pt x="102033" y="803684"/>
                  </a:lnTo>
                  <a:lnTo>
                    <a:pt x="131029" y="838422"/>
                  </a:lnTo>
                  <a:lnTo>
                    <a:pt x="163001" y="870394"/>
                  </a:lnTo>
                  <a:lnTo>
                    <a:pt x="197738" y="899390"/>
                  </a:lnTo>
                  <a:lnTo>
                    <a:pt x="235031" y="925202"/>
                  </a:lnTo>
                  <a:lnTo>
                    <a:pt x="274670" y="947618"/>
                  </a:lnTo>
                  <a:lnTo>
                    <a:pt x="316444" y="966429"/>
                  </a:lnTo>
                  <a:lnTo>
                    <a:pt x="360145" y="981424"/>
                  </a:lnTo>
                  <a:lnTo>
                    <a:pt x="405563" y="992396"/>
                  </a:lnTo>
                  <a:lnTo>
                    <a:pt x="452486" y="999132"/>
                  </a:lnTo>
                  <a:lnTo>
                    <a:pt x="500707" y="1001425"/>
                  </a:lnTo>
                  <a:lnTo>
                    <a:pt x="548927" y="999132"/>
                  </a:lnTo>
                  <a:lnTo>
                    <a:pt x="595851" y="992396"/>
                  </a:lnTo>
                  <a:lnTo>
                    <a:pt x="641268" y="981424"/>
                  </a:lnTo>
                  <a:lnTo>
                    <a:pt x="684969" y="966429"/>
                  </a:lnTo>
                  <a:lnTo>
                    <a:pt x="726744" y="947618"/>
                  </a:lnTo>
                  <a:lnTo>
                    <a:pt x="753727" y="932359"/>
                  </a:lnTo>
                  <a:lnTo>
                    <a:pt x="500707" y="932359"/>
                  </a:lnTo>
                  <a:lnTo>
                    <a:pt x="453740" y="929821"/>
                  </a:lnTo>
                  <a:lnTo>
                    <a:pt x="408222" y="922385"/>
                  </a:lnTo>
                  <a:lnTo>
                    <a:pt x="364418" y="910316"/>
                  </a:lnTo>
                  <a:lnTo>
                    <a:pt x="322593" y="893880"/>
                  </a:lnTo>
                  <a:lnTo>
                    <a:pt x="283013" y="873341"/>
                  </a:lnTo>
                  <a:lnTo>
                    <a:pt x="245943" y="848965"/>
                  </a:lnTo>
                  <a:lnTo>
                    <a:pt x="211649" y="821018"/>
                  </a:lnTo>
                  <a:lnTo>
                    <a:pt x="180396" y="789764"/>
                  </a:lnTo>
                  <a:lnTo>
                    <a:pt x="152448" y="755470"/>
                  </a:lnTo>
                  <a:lnTo>
                    <a:pt x="128073" y="718400"/>
                  </a:lnTo>
                  <a:lnTo>
                    <a:pt x="107534" y="678820"/>
                  </a:lnTo>
                  <a:lnTo>
                    <a:pt x="91097" y="636996"/>
                  </a:lnTo>
                  <a:lnTo>
                    <a:pt x="79029" y="593192"/>
                  </a:lnTo>
                  <a:lnTo>
                    <a:pt x="71593" y="547674"/>
                  </a:lnTo>
                  <a:lnTo>
                    <a:pt x="69055" y="500707"/>
                  </a:lnTo>
                  <a:lnTo>
                    <a:pt x="71593" y="453742"/>
                  </a:lnTo>
                  <a:lnTo>
                    <a:pt x="79029" y="408225"/>
                  </a:lnTo>
                  <a:lnTo>
                    <a:pt x="91097" y="364423"/>
                  </a:lnTo>
                  <a:lnTo>
                    <a:pt x="107534" y="322599"/>
                  </a:lnTo>
                  <a:lnTo>
                    <a:pt x="128073" y="283021"/>
                  </a:lnTo>
                  <a:lnTo>
                    <a:pt x="152448" y="245952"/>
                  </a:lnTo>
                  <a:lnTo>
                    <a:pt x="180396" y="211658"/>
                  </a:lnTo>
                  <a:lnTo>
                    <a:pt x="211649" y="180405"/>
                  </a:lnTo>
                  <a:lnTo>
                    <a:pt x="245943" y="152458"/>
                  </a:lnTo>
                  <a:lnTo>
                    <a:pt x="283013" y="128083"/>
                  </a:lnTo>
                  <a:lnTo>
                    <a:pt x="322593" y="107544"/>
                  </a:lnTo>
                  <a:lnTo>
                    <a:pt x="364418" y="91108"/>
                  </a:lnTo>
                  <a:lnTo>
                    <a:pt x="408222" y="79039"/>
                  </a:lnTo>
                  <a:lnTo>
                    <a:pt x="453740" y="71603"/>
                  </a:lnTo>
                  <a:lnTo>
                    <a:pt x="500707" y="69065"/>
                  </a:lnTo>
                  <a:lnTo>
                    <a:pt x="753728" y="69065"/>
                  </a:lnTo>
                  <a:lnTo>
                    <a:pt x="726744" y="53806"/>
                  </a:lnTo>
                  <a:lnTo>
                    <a:pt x="684969" y="34995"/>
                  </a:lnTo>
                  <a:lnTo>
                    <a:pt x="641268" y="19999"/>
                  </a:lnTo>
                  <a:lnTo>
                    <a:pt x="595851" y="9028"/>
                  </a:lnTo>
                  <a:lnTo>
                    <a:pt x="548927" y="2292"/>
                  </a:lnTo>
                  <a:lnTo>
                    <a:pt x="500707" y="0"/>
                  </a:lnTo>
                  <a:close/>
                </a:path>
                <a:path w="1002029" h="1002030">
                  <a:moveTo>
                    <a:pt x="753728" y="69065"/>
                  </a:moveTo>
                  <a:lnTo>
                    <a:pt x="500707" y="69065"/>
                  </a:lnTo>
                  <a:lnTo>
                    <a:pt x="547674" y="71603"/>
                  </a:lnTo>
                  <a:lnTo>
                    <a:pt x="593192" y="79039"/>
                  </a:lnTo>
                  <a:lnTo>
                    <a:pt x="636996" y="91108"/>
                  </a:lnTo>
                  <a:lnTo>
                    <a:pt x="678820" y="107544"/>
                  </a:lnTo>
                  <a:lnTo>
                    <a:pt x="718400" y="128083"/>
                  </a:lnTo>
                  <a:lnTo>
                    <a:pt x="755470" y="152458"/>
                  </a:lnTo>
                  <a:lnTo>
                    <a:pt x="789764" y="180405"/>
                  </a:lnTo>
                  <a:lnTo>
                    <a:pt x="821018" y="211658"/>
                  </a:lnTo>
                  <a:lnTo>
                    <a:pt x="848965" y="245952"/>
                  </a:lnTo>
                  <a:lnTo>
                    <a:pt x="873341" y="283021"/>
                  </a:lnTo>
                  <a:lnTo>
                    <a:pt x="893880" y="322599"/>
                  </a:lnTo>
                  <a:lnTo>
                    <a:pt x="910316" y="364423"/>
                  </a:lnTo>
                  <a:lnTo>
                    <a:pt x="922385" y="408225"/>
                  </a:lnTo>
                  <a:lnTo>
                    <a:pt x="929821" y="453742"/>
                  </a:lnTo>
                  <a:lnTo>
                    <a:pt x="932359" y="500707"/>
                  </a:lnTo>
                  <a:lnTo>
                    <a:pt x="929821" y="547674"/>
                  </a:lnTo>
                  <a:lnTo>
                    <a:pt x="922385" y="593192"/>
                  </a:lnTo>
                  <a:lnTo>
                    <a:pt x="910316" y="636996"/>
                  </a:lnTo>
                  <a:lnTo>
                    <a:pt x="893880" y="678820"/>
                  </a:lnTo>
                  <a:lnTo>
                    <a:pt x="873341" y="718400"/>
                  </a:lnTo>
                  <a:lnTo>
                    <a:pt x="848965" y="755470"/>
                  </a:lnTo>
                  <a:lnTo>
                    <a:pt x="821018" y="789764"/>
                  </a:lnTo>
                  <a:lnTo>
                    <a:pt x="789764" y="821018"/>
                  </a:lnTo>
                  <a:lnTo>
                    <a:pt x="755470" y="848965"/>
                  </a:lnTo>
                  <a:lnTo>
                    <a:pt x="718400" y="873341"/>
                  </a:lnTo>
                  <a:lnTo>
                    <a:pt x="678820" y="893880"/>
                  </a:lnTo>
                  <a:lnTo>
                    <a:pt x="636996" y="910316"/>
                  </a:lnTo>
                  <a:lnTo>
                    <a:pt x="593192" y="922385"/>
                  </a:lnTo>
                  <a:lnTo>
                    <a:pt x="547674" y="929821"/>
                  </a:lnTo>
                  <a:lnTo>
                    <a:pt x="500707" y="932359"/>
                  </a:lnTo>
                  <a:lnTo>
                    <a:pt x="753727" y="932359"/>
                  </a:lnTo>
                  <a:lnTo>
                    <a:pt x="803676" y="899390"/>
                  </a:lnTo>
                  <a:lnTo>
                    <a:pt x="838413" y="870394"/>
                  </a:lnTo>
                  <a:lnTo>
                    <a:pt x="870385" y="838422"/>
                  </a:lnTo>
                  <a:lnTo>
                    <a:pt x="899381" y="803684"/>
                  </a:lnTo>
                  <a:lnTo>
                    <a:pt x="925192" y="766390"/>
                  </a:lnTo>
                  <a:lnTo>
                    <a:pt x="947607" y="726751"/>
                  </a:lnTo>
                  <a:lnTo>
                    <a:pt x="966418" y="684975"/>
                  </a:lnTo>
                  <a:lnTo>
                    <a:pt x="981414" y="641273"/>
                  </a:lnTo>
                  <a:lnTo>
                    <a:pt x="992385" y="595854"/>
                  </a:lnTo>
                  <a:lnTo>
                    <a:pt x="999122" y="548929"/>
                  </a:lnTo>
                  <a:lnTo>
                    <a:pt x="1001414" y="500707"/>
                  </a:lnTo>
                  <a:lnTo>
                    <a:pt x="999122" y="452486"/>
                  </a:lnTo>
                  <a:lnTo>
                    <a:pt x="992385" y="405563"/>
                  </a:lnTo>
                  <a:lnTo>
                    <a:pt x="981414" y="360145"/>
                  </a:lnTo>
                  <a:lnTo>
                    <a:pt x="966418" y="316444"/>
                  </a:lnTo>
                  <a:lnTo>
                    <a:pt x="947607" y="274670"/>
                  </a:lnTo>
                  <a:lnTo>
                    <a:pt x="925192" y="235031"/>
                  </a:lnTo>
                  <a:lnTo>
                    <a:pt x="899381" y="197738"/>
                  </a:lnTo>
                  <a:lnTo>
                    <a:pt x="870385" y="163001"/>
                  </a:lnTo>
                  <a:lnTo>
                    <a:pt x="838413" y="131029"/>
                  </a:lnTo>
                  <a:lnTo>
                    <a:pt x="803676" y="102033"/>
                  </a:lnTo>
                  <a:lnTo>
                    <a:pt x="766383" y="76222"/>
                  </a:lnTo>
                  <a:lnTo>
                    <a:pt x="753728" y="69065"/>
                  </a:lnTo>
                  <a:close/>
                </a:path>
              </a:pathLst>
            </a:custGeom>
            <a:solidFill>
              <a:srgbClr val="80C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434963" y="2271223"/>
              <a:ext cx="794385" cy="794385"/>
            </a:xfrm>
            <a:custGeom>
              <a:avLst/>
              <a:gdLst/>
              <a:ahLst/>
              <a:cxnLst/>
              <a:rect l="l" t="t" r="r" b="b"/>
              <a:pathLst>
                <a:path w="794384" h="794385">
                  <a:moveTo>
                    <a:pt x="51803" y="387565"/>
                  </a:moveTo>
                  <a:lnTo>
                    <a:pt x="44069" y="379844"/>
                  </a:lnTo>
                  <a:lnTo>
                    <a:pt x="17272" y="379844"/>
                  </a:lnTo>
                  <a:lnTo>
                    <a:pt x="7747" y="379844"/>
                  </a:lnTo>
                  <a:lnTo>
                    <a:pt x="0" y="387565"/>
                  </a:lnTo>
                  <a:lnTo>
                    <a:pt x="0" y="406666"/>
                  </a:lnTo>
                  <a:lnTo>
                    <a:pt x="7747" y="414375"/>
                  </a:lnTo>
                  <a:lnTo>
                    <a:pt x="44069" y="414375"/>
                  </a:lnTo>
                  <a:lnTo>
                    <a:pt x="51803" y="406666"/>
                  </a:lnTo>
                  <a:lnTo>
                    <a:pt x="51803" y="387565"/>
                  </a:lnTo>
                  <a:close/>
                </a:path>
                <a:path w="794384" h="794385">
                  <a:moveTo>
                    <a:pt x="158000" y="653503"/>
                  </a:moveTo>
                  <a:lnTo>
                    <a:pt x="156743" y="647001"/>
                  </a:lnTo>
                  <a:lnTo>
                    <a:pt x="152946" y="641286"/>
                  </a:lnTo>
                  <a:lnTo>
                    <a:pt x="147231" y="637489"/>
                  </a:lnTo>
                  <a:lnTo>
                    <a:pt x="140741" y="636219"/>
                  </a:lnTo>
                  <a:lnTo>
                    <a:pt x="134251" y="637489"/>
                  </a:lnTo>
                  <a:lnTo>
                    <a:pt x="128536" y="641286"/>
                  </a:lnTo>
                  <a:lnTo>
                    <a:pt x="116319" y="653503"/>
                  </a:lnTo>
                  <a:lnTo>
                    <a:pt x="112522" y="659218"/>
                  </a:lnTo>
                  <a:lnTo>
                    <a:pt x="111252" y="665708"/>
                  </a:lnTo>
                  <a:lnTo>
                    <a:pt x="112522" y="672198"/>
                  </a:lnTo>
                  <a:lnTo>
                    <a:pt x="116319" y="677900"/>
                  </a:lnTo>
                  <a:lnTo>
                    <a:pt x="119697" y="681278"/>
                  </a:lnTo>
                  <a:lnTo>
                    <a:pt x="124117" y="682967"/>
                  </a:lnTo>
                  <a:lnTo>
                    <a:pt x="132956" y="682967"/>
                  </a:lnTo>
                  <a:lnTo>
                    <a:pt x="137363" y="681278"/>
                  </a:lnTo>
                  <a:lnTo>
                    <a:pt x="152946" y="665708"/>
                  </a:lnTo>
                  <a:lnTo>
                    <a:pt x="156743" y="659993"/>
                  </a:lnTo>
                  <a:lnTo>
                    <a:pt x="158000" y="653503"/>
                  </a:lnTo>
                  <a:close/>
                </a:path>
                <a:path w="794384" h="794385">
                  <a:moveTo>
                    <a:pt x="158000" y="140716"/>
                  </a:moveTo>
                  <a:lnTo>
                    <a:pt x="128524" y="111239"/>
                  </a:lnTo>
                  <a:lnTo>
                    <a:pt x="122034" y="112496"/>
                  </a:lnTo>
                  <a:lnTo>
                    <a:pt x="116319" y="116306"/>
                  </a:lnTo>
                  <a:lnTo>
                    <a:pt x="112522" y="122021"/>
                  </a:lnTo>
                  <a:lnTo>
                    <a:pt x="111264" y="128511"/>
                  </a:lnTo>
                  <a:lnTo>
                    <a:pt x="112522" y="135001"/>
                  </a:lnTo>
                  <a:lnTo>
                    <a:pt x="116319" y="140716"/>
                  </a:lnTo>
                  <a:lnTo>
                    <a:pt x="131902" y="156286"/>
                  </a:lnTo>
                  <a:lnTo>
                    <a:pt x="136321" y="157988"/>
                  </a:lnTo>
                  <a:lnTo>
                    <a:pt x="145161" y="157988"/>
                  </a:lnTo>
                  <a:lnTo>
                    <a:pt x="149580" y="156286"/>
                  </a:lnTo>
                  <a:lnTo>
                    <a:pt x="152946" y="152920"/>
                  </a:lnTo>
                  <a:lnTo>
                    <a:pt x="156743" y="147205"/>
                  </a:lnTo>
                  <a:lnTo>
                    <a:pt x="158000" y="140716"/>
                  </a:lnTo>
                  <a:close/>
                </a:path>
                <a:path w="794384" h="794385">
                  <a:moveTo>
                    <a:pt x="414388" y="750150"/>
                  </a:moveTo>
                  <a:lnTo>
                    <a:pt x="406654" y="742429"/>
                  </a:lnTo>
                  <a:lnTo>
                    <a:pt x="397116" y="742429"/>
                  </a:lnTo>
                  <a:lnTo>
                    <a:pt x="387591" y="742429"/>
                  </a:lnTo>
                  <a:lnTo>
                    <a:pt x="379857" y="750150"/>
                  </a:lnTo>
                  <a:lnTo>
                    <a:pt x="379857" y="786511"/>
                  </a:lnTo>
                  <a:lnTo>
                    <a:pt x="387591" y="794232"/>
                  </a:lnTo>
                  <a:lnTo>
                    <a:pt x="406654" y="794232"/>
                  </a:lnTo>
                  <a:lnTo>
                    <a:pt x="414388" y="786511"/>
                  </a:lnTo>
                  <a:lnTo>
                    <a:pt x="414388" y="750150"/>
                  </a:lnTo>
                  <a:close/>
                </a:path>
                <a:path w="794384" h="794385">
                  <a:moveTo>
                    <a:pt x="414388" y="7721"/>
                  </a:moveTo>
                  <a:lnTo>
                    <a:pt x="406654" y="0"/>
                  </a:lnTo>
                  <a:lnTo>
                    <a:pt x="397116" y="0"/>
                  </a:lnTo>
                  <a:lnTo>
                    <a:pt x="387591" y="0"/>
                  </a:lnTo>
                  <a:lnTo>
                    <a:pt x="379857" y="7721"/>
                  </a:lnTo>
                  <a:lnTo>
                    <a:pt x="379857" y="44081"/>
                  </a:lnTo>
                  <a:lnTo>
                    <a:pt x="387591" y="51803"/>
                  </a:lnTo>
                  <a:lnTo>
                    <a:pt x="406654" y="51803"/>
                  </a:lnTo>
                  <a:lnTo>
                    <a:pt x="414388" y="44081"/>
                  </a:lnTo>
                  <a:lnTo>
                    <a:pt x="414388" y="7721"/>
                  </a:lnTo>
                  <a:close/>
                </a:path>
                <a:path w="794384" h="794385">
                  <a:moveTo>
                    <a:pt x="682980" y="665695"/>
                  </a:moveTo>
                  <a:lnTo>
                    <a:pt x="653503" y="636231"/>
                  </a:lnTo>
                  <a:lnTo>
                    <a:pt x="647001" y="637489"/>
                  </a:lnTo>
                  <a:lnTo>
                    <a:pt x="641286" y="641286"/>
                  </a:lnTo>
                  <a:lnTo>
                    <a:pt x="637501" y="647001"/>
                  </a:lnTo>
                  <a:lnTo>
                    <a:pt x="636231" y="653503"/>
                  </a:lnTo>
                  <a:lnTo>
                    <a:pt x="637501" y="659993"/>
                  </a:lnTo>
                  <a:lnTo>
                    <a:pt x="641286" y="665708"/>
                  </a:lnTo>
                  <a:lnTo>
                    <a:pt x="656869" y="681278"/>
                  </a:lnTo>
                  <a:lnTo>
                    <a:pt x="661289" y="682967"/>
                  </a:lnTo>
                  <a:lnTo>
                    <a:pt x="670128" y="682967"/>
                  </a:lnTo>
                  <a:lnTo>
                    <a:pt x="674547" y="681278"/>
                  </a:lnTo>
                  <a:lnTo>
                    <a:pt x="677913" y="677900"/>
                  </a:lnTo>
                  <a:lnTo>
                    <a:pt x="681710" y="672198"/>
                  </a:lnTo>
                  <a:lnTo>
                    <a:pt x="682980" y="665695"/>
                  </a:lnTo>
                  <a:close/>
                </a:path>
                <a:path w="794384" h="794385">
                  <a:moveTo>
                    <a:pt x="682980" y="128511"/>
                  </a:moveTo>
                  <a:lnTo>
                    <a:pt x="681710" y="122021"/>
                  </a:lnTo>
                  <a:lnTo>
                    <a:pt x="677913" y="116306"/>
                  </a:lnTo>
                  <a:lnTo>
                    <a:pt x="672198" y="112496"/>
                  </a:lnTo>
                  <a:lnTo>
                    <a:pt x="665708" y="111239"/>
                  </a:lnTo>
                  <a:lnTo>
                    <a:pt x="659218" y="112496"/>
                  </a:lnTo>
                  <a:lnTo>
                    <a:pt x="653503" y="116306"/>
                  </a:lnTo>
                  <a:lnTo>
                    <a:pt x="641286" y="128511"/>
                  </a:lnTo>
                  <a:lnTo>
                    <a:pt x="637489" y="134226"/>
                  </a:lnTo>
                  <a:lnTo>
                    <a:pt x="636231" y="140716"/>
                  </a:lnTo>
                  <a:lnTo>
                    <a:pt x="637489" y="147205"/>
                  </a:lnTo>
                  <a:lnTo>
                    <a:pt x="641286" y="152920"/>
                  </a:lnTo>
                  <a:lnTo>
                    <a:pt x="644664" y="156286"/>
                  </a:lnTo>
                  <a:lnTo>
                    <a:pt x="649084" y="157988"/>
                  </a:lnTo>
                  <a:lnTo>
                    <a:pt x="657923" y="157988"/>
                  </a:lnTo>
                  <a:lnTo>
                    <a:pt x="662343" y="156286"/>
                  </a:lnTo>
                  <a:lnTo>
                    <a:pt x="677913" y="140716"/>
                  </a:lnTo>
                  <a:lnTo>
                    <a:pt x="681710" y="135001"/>
                  </a:lnTo>
                  <a:lnTo>
                    <a:pt x="682980" y="128511"/>
                  </a:lnTo>
                  <a:close/>
                </a:path>
                <a:path w="794384" h="794385">
                  <a:moveTo>
                    <a:pt x="794232" y="387565"/>
                  </a:moveTo>
                  <a:lnTo>
                    <a:pt x="786498" y="379844"/>
                  </a:lnTo>
                  <a:lnTo>
                    <a:pt x="759701" y="379844"/>
                  </a:lnTo>
                  <a:lnTo>
                    <a:pt x="750176" y="379844"/>
                  </a:lnTo>
                  <a:lnTo>
                    <a:pt x="742442" y="387565"/>
                  </a:lnTo>
                  <a:lnTo>
                    <a:pt x="742442" y="406666"/>
                  </a:lnTo>
                  <a:lnTo>
                    <a:pt x="750176" y="414375"/>
                  </a:lnTo>
                  <a:lnTo>
                    <a:pt x="786498" y="414375"/>
                  </a:lnTo>
                  <a:lnTo>
                    <a:pt x="794232" y="406666"/>
                  </a:lnTo>
                  <a:lnTo>
                    <a:pt x="794232" y="387565"/>
                  </a:lnTo>
                  <a:close/>
                </a:path>
              </a:pathLst>
            </a:custGeom>
            <a:solidFill>
              <a:srgbClr val="53669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9819" y="2414752"/>
              <a:ext cx="264050" cy="31585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26374" y="2190062"/>
              <a:ext cx="7232303" cy="810202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97575" y="3771247"/>
              <a:ext cx="2486166" cy="4733489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0236264" y="4505483"/>
              <a:ext cx="991869" cy="3199765"/>
            </a:xfrm>
            <a:custGeom>
              <a:avLst/>
              <a:gdLst/>
              <a:ahLst/>
              <a:cxnLst/>
              <a:rect l="l" t="t" r="r" b="b"/>
              <a:pathLst>
                <a:path w="991870" h="3199765">
                  <a:moveTo>
                    <a:pt x="991527" y="4254"/>
                  </a:moveTo>
                  <a:lnTo>
                    <a:pt x="989965" y="1549"/>
                  </a:lnTo>
                  <a:lnTo>
                    <a:pt x="984389" y="0"/>
                  </a:lnTo>
                  <a:lnTo>
                    <a:pt x="981430" y="1409"/>
                  </a:lnTo>
                  <a:lnTo>
                    <a:pt x="976464" y="15684"/>
                  </a:lnTo>
                  <a:lnTo>
                    <a:pt x="965238" y="46520"/>
                  </a:lnTo>
                  <a:lnTo>
                    <a:pt x="947712" y="92329"/>
                  </a:lnTo>
                  <a:lnTo>
                    <a:pt x="924674" y="148996"/>
                  </a:lnTo>
                  <a:lnTo>
                    <a:pt x="896912" y="212407"/>
                  </a:lnTo>
                  <a:lnTo>
                    <a:pt x="865238" y="278460"/>
                  </a:lnTo>
                  <a:lnTo>
                    <a:pt x="830453" y="343014"/>
                  </a:lnTo>
                  <a:lnTo>
                    <a:pt x="819238" y="340601"/>
                  </a:lnTo>
                  <a:lnTo>
                    <a:pt x="799388" y="336956"/>
                  </a:lnTo>
                  <a:lnTo>
                    <a:pt x="768273" y="331660"/>
                  </a:lnTo>
                  <a:lnTo>
                    <a:pt x="705637" y="321475"/>
                  </a:lnTo>
                  <a:lnTo>
                    <a:pt x="792314" y="394843"/>
                  </a:lnTo>
                  <a:lnTo>
                    <a:pt x="782751" y="406781"/>
                  </a:lnTo>
                  <a:lnTo>
                    <a:pt x="743508" y="451434"/>
                  </a:lnTo>
                  <a:lnTo>
                    <a:pt x="714349" y="481596"/>
                  </a:lnTo>
                  <a:lnTo>
                    <a:pt x="679183" y="515251"/>
                  </a:lnTo>
                  <a:lnTo>
                    <a:pt x="638251" y="551129"/>
                  </a:lnTo>
                  <a:lnTo>
                    <a:pt x="591832" y="587933"/>
                  </a:lnTo>
                  <a:lnTo>
                    <a:pt x="540169" y="624395"/>
                  </a:lnTo>
                  <a:lnTo>
                    <a:pt x="483514" y="659218"/>
                  </a:lnTo>
                  <a:lnTo>
                    <a:pt x="424865" y="689597"/>
                  </a:lnTo>
                  <a:lnTo>
                    <a:pt x="377507" y="657288"/>
                  </a:lnTo>
                  <a:lnTo>
                    <a:pt x="327355" y="616229"/>
                  </a:lnTo>
                  <a:lnTo>
                    <a:pt x="278777" y="571296"/>
                  </a:lnTo>
                  <a:lnTo>
                    <a:pt x="233514" y="525602"/>
                  </a:lnTo>
                  <a:lnTo>
                    <a:pt x="193332" y="482244"/>
                  </a:lnTo>
                  <a:lnTo>
                    <a:pt x="159969" y="444322"/>
                  </a:lnTo>
                  <a:lnTo>
                    <a:pt x="135191" y="414959"/>
                  </a:lnTo>
                  <a:lnTo>
                    <a:pt x="120738" y="397243"/>
                  </a:lnTo>
                  <a:lnTo>
                    <a:pt x="209842" y="335267"/>
                  </a:lnTo>
                  <a:lnTo>
                    <a:pt x="161785" y="336613"/>
                  </a:lnTo>
                  <a:lnTo>
                    <a:pt x="128320" y="337286"/>
                  </a:lnTo>
                  <a:lnTo>
                    <a:pt x="99568" y="337553"/>
                  </a:lnTo>
                  <a:lnTo>
                    <a:pt x="82194" y="337159"/>
                  </a:lnTo>
                  <a:lnTo>
                    <a:pt x="60464" y="282727"/>
                  </a:lnTo>
                  <a:lnTo>
                    <a:pt x="43357" y="222300"/>
                  </a:lnTo>
                  <a:lnTo>
                    <a:pt x="30403" y="161074"/>
                  </a:lnTo>
                  <a:lnTo>
                    <a:pt x="21132" y="104228"/>
                  </a:lnTo>
                  <a:lnTo>
                    <a:pt x="15087" y="56946"/>
                  </a:lnTo>
                  <a:lnTo>
                    <a:pt x="10553" y="9169"/>
                  </a:lnTo>
                  <a:lnTo>
                    <a:pt x="7975" y="7188"/>
                  </a:lnTo>
                  <a:lnTo>
                    <a:pt x="2222" y="7480"/>
                  </a:lnTo>
                  <a:lnTo>
                    <a:pt x="0" y="9766"/>
                  </a:lnTo>
                  <a:lnTo>
                    <a:pt x="1257" y="25273"/>
                  </a:lnTo>
                  <a:lnTo>
                    <a:pt x="10845" y="106680"/>
                  </a:lnTo>
                  <a:lnTo>
                    <a:pt x="20370" y="164592"/>
                  </a:lnTo>
                  <a:lnTo>
                    <a:pt x="33680" y="226885"/>
                  </a:lnTo>
                  <a:lnTo>
                    <a:pt x="51295" y="288251"/>
                  </a:lnTo>
                  <a:lnTo>
                    <a:pt x="74079" y="344182"/>
                  </a:lnTo>
                  <a:lnTo>
                    <a:pt x="120027" y="347116"/>
                  </a:lnTo>
                  <a:lnTo>
                    <a:pt x="177139" y="345884"/>
                  </a:lnTo>
                  <a:lnTo>
                    <a:pt x="106159" y="395262"/>
                  </a:lnTo>
                  <a:lnTo>
                    <a:pt x="132715" y="427913"/>
                  </a:lnTo>
                  <a:lnTo>
                    <a:pt x="158991" y="458749"/>
                  </a:lnTo>
                  <a:lnTo>
                    <a:pt x="192874" y="496849"/>
                  </a:lnTo>
                  <a:lnTo>
                    <a:pt x="232791" y="539432"/>
                  </a:lnTo>
                  <a:lnTo>
                    <a:pt x="277190" y="583742"/>
                  </a:lnTo>
                  <a:lnTo>
                    <a:pt x="324497" y="627024"/>
                  </a:lnTo>
                  <a:lnTo>
                    <a:pt x="373189" y="666508"/>
                  </a:lnTo>
                  <a:lnTo>
                    <a:pt x="419315" y="697763"/>
                  </a:lnTo>
                  <a:lnTo>
                    <a:pt x="448144" y="3197352"/>
                  </a:lnTo>
                  <a:lnTo>
                    <a:pt x="450494" y="3199473"/>
                  </a:lnTo>
                  <a:lnTo>
                    <a:pt x="453440" y="3199473"/>
                  </a:lnTo>
                  <a:lnTo>
                    <a:pt x="456361" y="3199447"/>
                  </a:lnTo>
                  <a:lnTo>
                    <a:pt x="458698" y="3197263"/>
                  </a:lnTo>
                  <a:lnTo>
                    <a:pt x="429882" y="698119"/>
                  </a:lnTo>
                  <a:lnTo>
                    <a:pt x="493763" y="664730"/>
                  </a:lnTo>
                  <a:lnTo>
                    <a:pt x="554939" y="626465"/>
                  </a:lnTo>
                  <a:lnTo>
                    <a:pt x="610184" y="586511"/>
                  </a:lnTo>
                  <a:lnTo>
                    <a:pt x="659180" y="546493"/>
                  </a:lnTo>
                  <a:lnTo>
                    <a:pt x="701611" y="508063"/>
                  </a:lnTo>
                  <a:lnTo>
                    <a:pt x="737133" y="472846"/>
                  </a:lnTo>
                  <a:lnTo>
                    <a:pt x="765416" y="442493"/>
                  </a:lnTo>
                  <a:lnTo>
                    <a:pt x="799007" y="402856"/>
                  </a:lnTo>
                  <a:lnTo>
                    <a:pt x="806183" y="393446"/>
                  </a:lnTo>
                  <a:lnTo>
                    <a:pt x="739140" y="336689"/>
                  </a:lnTo>
                  <a:lnTo>
                    <a:pt x="767422" y="341376"/>
                  </a:lnTo>
                  <a:lnTo>
                    <a:pt x="816914" y="349999"/>
                  </a:lnTo>
                  <a:lnTo>
                    <a:pt x="829602" y="352590"/>
                  </a:lnTo>
                  <a:lnTo>
                    <a:pt x="833526" y="358279"/>
                  </a:lnTo>
                  <a:lnTo>
                    <a:pt x="837806" y="350939"/>
                  </a:lnTo>
                  <a:lnTo>
                    <a:pt x="873188" y="285711"/>
                  </a:lnTo>
                  <a:lnTo>
                    <a:pt x="905433" y="218795"/>
                  </a:lnTo>
                  <a:lnTo>
                    <a:pt x="933704" y="154419"/>
                  </a:lnTo>
                  <a:lnTo>
                    <a:pt x="957173" y="96799"/>
                  </a:lnTo>
                  <a:lnTo>
                    <a:pt x="975042" y="50177"/>
                  </a:lnTo>
                  <a:lnTo>
                    <a:pt x="986472" y="18770"/>
                  </a:lnTo>
                  <a:lnTo>
                    <a:pt x="991527" y="4254"/>
                  </a:lnTo>
                  <a:close/>
                </a:path>
              </a:pathLst>
            </a:custGeom>
            <a:solidFill>
              <a:srgbClr val="D2ED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913415" y="4384990"/>
              <a:ext cx="128270" cy="1636395"/>
            </a:xfrm>
            <a:custGeom>
              <a:avLst/>
              <a:gdLst/>
              <a:ahLst/>
              <a:cxnLst/>
              <a:rect l="l" t="t" r="r" b="b"/>
              <a:pathLst>
                <a:path w="128270" h="1636395">
                  <a:moveTo>
                    <a:pt x="8376" y="0"/>
                  </a:moveTo>
                  <a:lnTo>
                    <a:pt x="3015" y="2785"/>
                  </a:lnTo>
                  <a:lnTo>
                    <a:pt x="0" y="12292"/>
                  </a:lnTo>
                  <a:lnTo>
                    <a:pt x="3015" y="17287"/>
                  </a:lnTo>
                  <a:lnTo>
                    <a:pt x="8198" y="18711"/>
                  </a:lnTo>
                  <a:lnTo>
                    <a:pt x="11931" y="20100"/>
                  </a:lnTo>
                  <a:lnTo>
                    <a:pt x="51558" y="51998"/>
                  </a:lnTo>
                  <a:lnTo>
                    <a:pt x="83887" y="111046"/>
                  </a:lnTo>
                  <a:lnTo>
                    <a:pt x="97222" y="158587"/>
                  </a:lnTo>
                  <a:lnTo>
                    <a:pt x="105536" y="220433"/>
                  </a:lnTo>
                  <a:lnTo>
                    <a:pt x="107602" y="274766"/>
                  </a:lnTo>
                  <a:lnTo>
                    <a:pt x="108245" y="355656"/>
                  </a:lnTo>
                  <a:lnTo>
                    <a:pt x="108096" y="404539"/>
                  </a:lnTo>
                  <a:lnTo>
                    <a:pt x="107668" y="458237"/>
                  </a:lnTo>
                  <a:lnTo>
                    <a:pt x="106985" y="516142"/>
                  </a:lnTo>
                  <a:lnTo>
                    <a:pt x="104956" y="642140"/>
                  </a:lnTo>
                  <a:lnTo>
                    <a:pt x="102212" y="777670"/>
                  </a:lnTo>
                  <a:lnTo>
                    <a:pt x="97198" y="988193"/>
                  </a:lnTo>
                  <a:lnTo>
                    <a:pt x="89898" y="1256849"/>
                  </a:lnTo>
                  <a:lnTo>
                    <a:pt x="78437" y="1632075"/>
                  </a:lnTo>
                  <a:lnTo>
                    <a:pt x="82730" y="1636232"/>
                  </a:lnTo>
                  <a:lnTo>
                    <a:pt x="88489" y="1636389"/>
                  </a:lnTo>
                  <a:lnTo>
                    <a:pt x="93808" y="1636389"/>
                  </a:lnTo>
                  <a:lnTo>
                    <a:pt x="109663" y="1257098"/>
                  </a:lnTo>
                  <a:lnTo>
                    <a:pt x="118722" y="917791"/>
                  </a:lnTo>
                  <a:lnTo>
                    <a:pt x="123425" y="708711"/>
                  </a:lnTo>
                  <a:lnTo>
                    <a:pt x="125833" y="577172"/>
                  </a:lnTo>
                  <a:lnTo>
                    <a:pt x="127424" y="457589"/>
                  </a:lnTo>
                  <a:lnTo>
                    <a:pt x="127849" y="403802"/>
                  </a:lnTo>
                  <a:lnTo>
                    <a:pt x="127994" y="354829"/>
                  </a:lnTo>
                  <a:lnTo>
                    <a:pt x="127833" y="311277"/>
                  </a:lnTo>
                  <a:lnTo>
                    <a:pt x="126493" y="242874"/>
                  </a:lnTo>
                  <a:lnTo>
                    <a:pt x="112492" y="136930"/>
                  </a:lnTo>
                  <a:lnTo>
                    <a:pt x="91088" y="78189"/>
                  </a:lnTo>
                  <a:lnTo>
                    <a:pt x="65774" y="39137"/>
                  </a:lnTo>
                  <a:lnTo>
                    <a:pt x="22312" y="4595"/>
                  </a:lnTo>
                  <a:lnTo>
                    <a:pt x="13612" y="1350"/>
                  </a:lnTo>
                  <a:lnTo>
                    <a:pt x="8376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30368" y="5946409"/>
              <a:ext cx="144435" cy="131891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0364623" y="5364867"/>
              <a:ext cx="260350" cy="594995"/>
            </a:xfrm>
            <a:custGeom>
              <a:avLst/>
              <a:gdLst/>
              <a:ahLst/>
              <a:cxnLst/>
              <a:rect l="l" t="t" r="r" b="b"/>
              <a:pathLst>
                <a:path w="260350" h="594995">
                  <a:moveTo>
                    <a:pt x="259803" y="589699"/>
                  </a:moveTo>
                  <a:lnTo>
                    <a:pt x="224053" y="549770"/>
                  </a:lnTo>
                  <a:lnTo>
                    <a:pt x="192443" y="503212"/>
                  </a:lnTo>
                  <a:lnTo>
                    <a:pt x="163360" y="450405"/>
                  </a:lnTo>
                  <a:lnTo>
                    <a:pt x="136855" y="393280"/>
                  </a:lnTo>
                  <a:lnTo>
                    <a:pt x="127254" y="369417"/>
                  </a:lnTo>
                  <a:lnTo>
                    <a:pt x="138925" y="342023"/>
                  </a:lnTo>
                  <a:lnTo>
                    <a:pt x="161366" y="279895"/>
                  </a:lnTo>
                  <a:lnTo>
                    <a:pt x="180111" y="219519"/>
                  </a:lnTo>
                  <a:lnTo>
                    <a:pt x="195376" y="162864"/>
                  </a:lnTo>
                  <a:lnTo>
                    <a:pt x="207391" y="111912"/>
                  </a:lnTo>
                  <a:lnTo>
                    <a:pt x="216369" y="68630"/>
                  </a:lnTo>
                  <a:lnTo>
                    <a:pt x="226136" y="12992"/>
                  </a:lnTo>
                  <a:lnTo>
                    <a:pt x="227660" y="2476"/>
                  </a:lnTo>
                  <a:lnTo>
                    <a:pt x="226060" y="546"/>
                  </a:lnTo>
                  <a:lnTo>
                    <a:pt x="221576" y="0"/>
                  </a:lnTo>
                  <a:lnTo>
                    <a:pt x="219494" y="1511"/>
                  </a:lnTo>
                  <a:lnTo>
                    <a:pt x="214426" y="33858"/>
                  </a:lnTo>
                  <a:lnTo>
                    <a:pt x="208292" y="67271"/>
                  </a:lnTo>
                  <a:lnTo>
                    <a:pt x="199364" y="110274"/>
                  </a:lnTo>
                  <a:lnTo>
                    <a:pt x="187452" y="160896"/>
                  </a:lnTo>
                  <a:lnTo>
                    <a:pt x="172300" y="217182"/>
                  </a:lnTo>
                  <a:lnTo>
                    <a:pt x="153720" y="277139"/>
                  </a:lnTo>
                  <a:lnTo>
                    <a:pt x="131470" y="338823"/>
                  </a:lnTo>
                  <a:lnTo>
                    <a:pt x="122986" y="358775"/>
                  </a:lnTo>
                  <a:lnTo>
                    <a:pt x="112966" y="333806"/>
                  </a:lnTo>
                  <a:lnTo>
                    <a:pt x="91719" y="273913"/>
                  </a:lnTo>
                  <a:lnTo>
                    <a:pt x="73152" y="215557"/>
                  </a:lnTo>
                  <a:lnTo>
                    <a:pt x="57315" y="160693"/>
                  </a:lnTo>
                  <a:lnTo>
                    <a:pt x="44234" y="111252"/>
                  </a:lnTo>
                  <a:lnTo>
                    <a:pt x="33959" y="69176"/>
                  </a:lnTo>
                  <a:lnTo>
                    <a:pt x="19888" y="4597"/>
                  </a:lnTo>
                  <a:lnTo>
                    <a:pt x="17640" y="3187"/>
                  </a:lnTo>
                  <a:lnTo>
                    <a:pt x="12877" y="3886"/>
                  </a:lnTo>
                  <a:lnTo>
                    <a:pt x="11290" y="5892"/>
                  </a:lnTo>
                  <a:lnTo>
                    <a:pt x="17957" y="37884"/>
                  </a:lnTo>
                  <a:lnTo>
                    <a:pt x="35801" y="113106"/>
                  </a:lnTo>
                  <a:lnTo>
                    <a:pt x="48971" y="162839"/>
                  </a:lnTo>
                  <a:lnTo>
                    <a:pt x="64935" y="218033"/>
                  </a:lnTo>
                  <a:lnTo>
                    <a:pt x="83642" y="276745"/>
                  </a:lnTo>
                  <a:lnTo>
                    <a:pt x="105079" y="337019"/>
                  </a:lnTo>
                  <a:lnTo>
                    <a:pt x="118287" y="369824"/>
                  </a:lnTo>
                  <a:lnTo>
                    <a:pt x="105346" y="400265"/>
                  </a:lnTo>
                  <a:lnTo>
                    <a:pt x="75107" y="459511"/>
                  </a:lnTo>
                  <a:lnTo>
                    <a:pt x="40563" y="514565"/>
                  </a:lnTo>
                  <a:lnTo>
                    <a:pt x="1473" y="563499"/>
                  </a:lnTo>
                  <a:lnTo>
                    <a:pt x="0" y="565111"/>
                  </a:lnTo>
                  <a:lnTo>
                    <a:pt x="190" y="567537"/>
                  </a:lnTo>
                  <a:lnTo>
                    <a:pt x="2692" y="569556"/>
                  </a:lnTo>
                  <a:lnTo>
                    <a:pt x="3657" y="569861"/>
                  </a:lnTo>
                  <a:lnTo>
                    <a:pt x="4597" y="569861"/>
                  </a:lnTo>
                  <a:lnTo>
                    <a:pt x="5753" y="569861"/>
                  </a:lnTo>
                  <a:lnTo>
                    <a:pt x="47180" y="519150"/>
                  </a:lnTo>
                  <a:lnTo>
                    <a:pt x="82054" y="463613"/>
                  </a:lnTo>
                  <a:lnTo>
                    <a:pt x="112572" y="403923"/>
                  </a:lnTo>
                  <a:lnTo>
                    <a:pt x="122567" y="380453"/>
                  </a:lnTo>
                  <a:lnTo>
                    <a:pt x="129197" y="396900"/>
                  </a:lnTo>
                  <a:lnTo>
                    <a:pt x="155956" y="454431"/>
                  </a:lnTo>
                  <a:lnTo>
                    <a:pt x="185331" y="507657"/>
                  </a:lnTo>
                  <a:lnTo>
                    <a:pt x="217284" y="554621"/>
                  </a:lnTo>
                  <a:lnTo>
                    <a:pt x="252628" y="594194"/>
                  </a:lnTo>
                  <a:lnTo>
                    <a:pt x="253809" y="594614"/>
                  </a:lnTo>
                  <a:lnTo>
                    <a:pt x="254965" y="594614"/>
                  </a:lnTo>
                  <a:lnTo>
                    <a:pt x="256032" y="594614"/>
                  </a:lnTo>
                  <a:lnTo>
                    <a:pt x="257098" y="594271"/>
                  </a:lnTo>
                  <a:lnTo>
                    <a:pt x="259702" y="592137"/>
                  </a:lnTo>
                  <a:lnTo>
                    <a:pt x="259803" y="589699"/>
                  </a:lnTo>
                  <a:close/>
                </a:path>
              </a:pathLst>
            </a:custGeom>
            <a:solidFill>
              <a:srgbClr val="F1F9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339209" y="5918295"/>
              <a:ext cx="300990" cy="60960"/>
            </a:xfrm>
            <a:custGeom>
              <a:avLst/>
              <a:gdLst/>
              <a:ahLst/>
              <a:cxnLst/>
              <a:rect l="l" t="t" r="r" b="b"/>
              <a:pathLst>
                <a:path w="300990" h="60960">
                  <a:moveTo>
                    <a:pt x="40360" y="19037"/>
                  </a:moveTo>
                  <a:lnTo>
                    <a:pt x="39027" y="11811"/>
                  </a:lnTo>
                  <a:lnTo>
                    <a:pt x="34912" y="5829"/>
                  </a:lnTo>
                  <a:lnTo>
                    <a:pt x="28651" y="1689"/>
                  </a:lnTo>
                  <a:lnTo>
                    <a:pt x="20853" y="0"/>
                  </a:lnTo>
                  <a:lnTo>
                    <a:pt x="12941" y="1206"/>
                  </a:lnTo>
                  <a:lnTo>
                    <a:pt x="6388" y="4965"/>
                  </a:lnTo>
                  <a:lnTo>
                    <a:pt x="1854" y="10680"/>
                  </a:lnTo>
                  <a:lnTo>
                    <a:pt x="0" y="17818"/>
                  </a:lnTo>
                  <a:lnTo>
                    <a:pt x="1333" y="25031"/>
                  </a:lnTo>
                  <a:lnTo>
                    <a:pt x="5435" y="31026"/>
                  </a:lnTo>
                  <a:lnTo>
                    <a:pt x="11709" y="35166"/>
                  </a:lnTo>
                  <a:lnTo>
                    <a:pt x="19507" y="36842"/>
                  </a:lnTo>
                  <a:lnTo>
                    <a:pt x="27419" y="35636"/>
                  </a:lnTo>
                  <a:lnTo>
                    <a:pt x="33972" y="31889"/>
                  </a:lnTo>
                  <a:lnTo>
                    <a:pt x="38506" y="26162"/>
                  </a:lnTo>
                  <a:lnTo>
                    <a:pt x="40360" y="19037"/>
                  </a:lnTo>
                  <a:close/>
                </a:path>
                <a:path w="300990" h="60960">
                  <a:moveTo>
                    <a:pt x="300888" y="41198"/>
                  </a:moveTo>
                  <a:lnTo>
                    <a:pt x="298996" y="34086"/>
                  </a:lnTo>
                  <a:lnTo>
                    <a:pt x="294411" y="28384"/>
                  </a:lnTo>
                  <a:lnTo>
                    <a:pt x="287820" y="24676"/>
                  </a:lnTo>
                  <a:lnTo>
                    <a:pt x="279908" y="23520"/>
                  </a:lnTo>
                  <a:lnTo>
                    <a:pt x="272122" y="25260"/>
                  </a:lnTo>
                  <a:lnTo>
                    <a:pt x="265887" y="29438"/>
                  </a:lnTo>
                  <a:lnTo>
                    <a:pt x="261823" y="35445"/>
                  </a:lnTo>
                  <a:lnTo>
                    <a:pt x="260553" y="42672"/>
                  </a:lnTo>
                  <a:lnTo>
                    <a:pt x="262458" y="49784"/>
                  </a:lnTo>
                  <a:lnTo>
                    <a:pt x="267030" y="55486"/>
                  </a:lnTo>
                  <a:lnTo>
                    <a:pt x="273621" y="59194"/>
                  </a:lnTo>
                  <a:lnTo>
                    <a:pt x="281533" y="60363"/>
                  </a:lnTo>
                  <a:lnTo>
                    <a:pt x="289318" y="58623"/>
                  </a:lnTo>
                  <a:lnTo>
                    <a:pt x="295567" y="54432"/>
                  </a:lnTo>
                  <a:lnTo>
                    <a:pt x="299631" y="48425"/>
                  </a:lnTo>
                  <a:lnTo>
                    <a:pt x="300888" y="41198"/>
                  </a:lnTo>
                  <a:close/>
                </a:path>
              </a:pathLst>
            </a:custGeom>
            <a:solidFill>
              <a:srgbClr val="169A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465344" y="4393533"/>
              <a:ext cx="69215" cy="862965"/>
            </a:xfrm>
            <a:custGeom>
              <a:avLst/>
              <a:gdLst/>
              <a:ahLst/>
              <a:cxnLst/>
              <a:rect l="l" t="t" r="r" b="b"/>
              <a:pathLst>
                <a:path w="69215" h="862964">
                  <a:moveTo>
                    <a:pt x="60678" y="0"/>
                  </a:moveTo>
                  <a:lnTo>
                    <a:pt x="16431" y="27353"/>
                  </a:lnTo>
                  <a:lnTo>
                    <a:pt x="2477" y="68073"/>
                  </a:lnTo>
                  <a:lnTo>
                    <a:pt x="548" y="138453"/>
                  </a:lnTo>
                  <a:lnTo>
                    <a:pt x="124" y="189858"/>
                  </a:lnTo>
                  <a:lnTo>
                    <a:pt x="0" y="249350"/>
                  </a:lnTo>
                  <a:lnTo>
                    <a:pt x="130" y="314888"/>
                  </a:lnTo>
                  <a:lnTo>
                    <a:pt x="977" y="455933"/>
                  </a:lnTo>
                  <a:lnTo>
                    <a:pt x="2301" y="596661"/>
                  </a:lnTo>
                  <a:lnTo>
                    <a:pt x="5611" y="858539"/>
                  </a:lnTo>
                  <a:lnTo>
                    <a:pt x="10030" y="862507"/>
                  </a:lnTo>
                  <a:lnTo>
                    <a:pt x="15422" y="862507"/>
                  </a:lnTo>
                  <a:lnTo>
                    <a:pt x="21014" y="862434"/>
                  </a:lnTo>
                  <a:lnTo>
                    <a:pt x="25380" y="858340"/>
                  </a:lnTo>
                  <a:lnTo>
                    <a:pt x="24683" y="809912"/>
                  </a:lnTo>
                  <a:lnTo>
                    <a:pt x="21284" y="516425"/>
                  </a:lnTo>
                  <a:lnTo>
                    <a:pt x="19942" y="325146"/>
                  </a:lnTo>
                  <a:lnTo>
                    <a:pt x="19764" y="212516"/>
                  </a:lnTo>
                  <a:lnTo>
                    <a:pt x="19966" y="164486"/>
                  </a:lnTo>
                  <a:lnTo>
                    <a:pt x="20397" y="123678"/>
                  </a:lnTo>
                  <a:lnTo>
                    <a:pt x="22047" y="68815"/>
                  </a:lnTo>
                  <a:lnTo>
                    <a:pt x="44305" y="26487"/>
                  </a:lnTo>
                  <a:lnTo>
                    <a:pt x="65578" y="17444"/>
                  </a:lnTo>
                  <a:lnTo>
                    <a:pt x="68751" y="12554"/>
                  </a:lnTo>
                  <a:lnTo>
                    <a:pt x="66060" y="2900"/>
                  </a:lnTo>
                  <a:lnTo>
                    <a:pt x="60678" y="0"/>
                  </a:lnTo>
                  <a:close/>
                </a:path>
              </a:pathLst>
            </a:custGeom>
            <a:solidFill>
              <a:srgbClr val="7ACC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67270" y="5238002"/>
              <a:ext cx="233435" cy="145199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0381463" y="3351942"/>
              <a:ext cx="763270" cy="575310"/>
            </a:xfrm>
            <a:custGeom>
              <a:avLst/>
              <a:gdLst/>
              <a:ahLst/>
              <a:cxnLst/>
              <a:rect l="l" t="t" r="r" b="b"/>
              <a:pathLst>
                <a:path w="763270" h="575310">
                  <a:moveTo>
                    <a:pt x="660527" y="574967"/>
                  </a:moveTo>
                  <a:lnTo>
                    <a:pt x="656183" y="573201"/>
                  </a:lnTo>
                  <a:lnTo>
                    <a:pt x="655993" y="573252"/>
                  </a:lnTo>
                  <a:lnTo>
                    <a:pt x="658749" y="574319"/>
                  </a:lnTo>
                  <a:lnTo>
                    <a:pt x="660527" y="574967"/>
                  </a:lnTo>
                  <a:close/>
                </a:path>
                <a:path w="763270" h="575310">
                  <a:moveTo>
                    <a:pt x="762660" y="379412"/>
                  </a:moveTo>
                  <a:lnTo>
                    <a:pt x="757872" y="335965"/>
                  </a:lnTo>
                  <a:lnTo>
                    <a:pt x="746975" y="288455"/>
                  </a:lnTo>
                  <a:lnTo>
                    <a:pt x="730681" y="239776"/>
                  </a:lnTo>
                  <a:lnTo>
                    <a:pt x="709676" y="192836"/>
                  </a:lnTo>
                  <a:lnTo>
                    <a:pt x="684669" y="150571"/>
                  </a:lnTo>
                  <a:lnTo>
                    <a:pt x="656348" y="115862"/>
                  </a:lnTo>
                  <a:lnTo>
                    <a:pt x="625221" y="91452"/>
                  </a:lnTo>
                  <a:lnTo>
                    <a:pt x="585762" y="68160"/>
                  </a:lnTo>
                  <a:lnTo>
                    <a:pt x="534784" y="48437"/>
                  </a:lnTo>
                  <a:lnTo>
                    <a:pt x="478866" y="33693"/>
                  </a:lnTo>
                  <a:lnTo>
                    <a:pt x="424878" y="25400"/>
                  </a:lnTo>
                  <a:lnTo>
                    <a:pt x="379298" y="24917"/>
                  </a:lnTo>
                  <a:lnTo>
                    <a:pt x="376923" y="25603"/>
                  </a:lnTo>
                  <a:lnTo>
                    <a:pt x="376466" y="25107"/>
                  </a:lnTo>
                  <a:lnTo>
                    <a:pt x="335876" y="6311"/>
                  </a:lnTo>
                  <a:lnTo>
                    <a:pt x="283159" y="0"/>
                  </a:lnTo>
                  <a:lnTo>
                    <a:pt x="237909" y="8153"/>
                  </a:lnTo>
                  <a:lnTo>
                    <a:pt x="191147" y="29222"/>
                  </a:lnTo>
                  <a:lnTo>
                    <a:pt x="145465" y="60020"/>
                  </a:lnTo>
                  <a:lnTo>
                    <a:pt x="103441" y="97332"/>
                  </a:lnTo>
                  <a:lnTo>
                    <a:pt x="67640" y="137960"/>
                  </a:lnTo>
                  <a:lnTo>
                    <a:pt x="40640" y="178714"/>
                  </a:lnTo>
                  <a:lnTo>
                    <a:pt x="25044" y="216395"/>
                  </a:lnTo>
                  <a:lnTo>
                    <a:pt x="14401" y="261099"/>
                  </a:lnTo>
                  <a:lnTo>
                    <a:pt x="5232" y="310261"/>
                  </a:lnTo>
                  <a:lnTo>
                    <a:pt x="0" y="359257"/>
                  </a:lnTo>
                  <a:lnTo>
                    <a:pt x="1181" y="403491"/>
                  </a:lnTo>
                  <a:lnTo>
                    <a:pt x="11264" y="438315"/>
                  </a:lnTo>
                  <a:lnTo>
                    <a:pt x="32727" y="459117"/>
                  </a:lnTo>
                  <a:lnTo>
                    <a:pt x="43294" y="454012"/>
                  </a:lnTo>
                  <a:lnTo>
                    <a:pt x="51130" y="432892"/>
                  </a:lnTo>
                  <a:lnTo>
                    <a:pt x="63246" y="405841"/>
                  </a:lnTo>
                  <a:lnTo>
                    <a:pt x="86690" y="382955"/>
                  </a:lnTo>
                  <a:lnTo>
                    <a:pt x="104775" y="370700"/>
                  </a:lnTo>
                  <a:lnTo>
                    <a:pt x="124218" y="351345"/>
                  </a:lnTo>
                  <a:lnTo>
                    <a:pt x="145707" y="321652"/>
                  </a:lnTo>
                  <a:lnTo>
                    <a:pt x="198653" y="226504"/>
                  </a:lnTo>
                  <a:lnTo>
                    <a:pt x="229349" y="202349"/>
                  </a:lnTo>
                  <a:lnTo>
                    <a:pt x="281000" y="199682"/>
                  </a:lnTo>
                  <a:lnTo>
                    <a:pt x="303568" y="202793"/>
                  </a:lnTo>
                  <a:lnTo>
                    <a:pt x="302742" y="226110"/>
                  </a:lnTo>
                  <a:lnTo>
                    <a:pt x="325094" y="251333"/>
                  </a:lnTo>
                  <a:lnTo>
                    <a:pt x="375716" y="285026"/>
                  </a:lnTo>
                  <a:lnTo>
                    <a:pt x="424408" y="311416"/>
                  </a:lnTo>
                  <a:lnTo>
                    <a:pt x="463600" y="328574"/>
                  </a:lnTo>
                  <a:lnTo>
                    <a:pt x="492353" y="344563"/>
                  </a:lnTo>
                  <a:lnTo>
                    <a:pt x="509727" y="367461"/>
                  </a:lnTo>
                  <a:lnTo>
                    <a:pt x="514781" y="405307"/>
                  </a:lnTo>
                  <a:lnTo>
                    <a:pt x="523354" y="462229"/>
                  </a:lnTo>
                  <a:lnTo>
                    <a:pt x="548373" y="509930"/>
                  </a:lnTo>
                  <a:lnTo>
                    <a:pt x="583476" y="543890"/>
                  </a:lnTo>
                  <a:lnTo>
                    <a:pt x="656183" y="573201"/>
                  </a:lnTo>
                  <a:lnTo>
                    <a:pt x="692200" y="564705"/>
                  </a:lnTo>
                  <a:lnTo>
                    <a:pt x="719836" y="535089"/>
                  </a:lnTo>
                  <a:lnTo>
                    <a:pt x="739825" y="494004"/>
                  </a:lnTo>
                  <a:lnTo>
                    <a:pt x="753122" y="451053"/>
                  </a:lnTo>
                  <a:lnTo>
                    <a:pt x="760653" y="415874"/>
                  </a:lnTo>
                  <a:lnTo>
                    <a:pt x="762660" y="379412"/>
                  </a:lnTo>
                  <a:close/>
                </a:path>
              </a:pathLst>
            </a:custGeom>
            <a:solidFill>
              <a:srgbClr val="3527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56929" y="3881815"/>
              <a:ext cx="119878" cy="157823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0413679" y="3916819"/>
              <a:ext cx="527050" cy="380365"/>
            </a:xfrm>
            <a:custGeom>
              <a:avLst/>
              <a:gdLst/>
              <a:ahLst/>
              <a:cxnLst/>
              <a:rect l="l" t="t" r="r" b="b"/>
              <a:pathLst>
                <a:path w="527050" h="380364">
                  <a:moveTo>
                    <a:pt x="0" y="0"/>
                  </a:moveTo>
                  <a:lnTo>
                    <a:pt x="1475" y="45315"/>
                  </a:lnTo>
                  <a:lnTo>
                    <a:pt x="15021" y="109245"/>
                  </a:lnTo>
                  <a:lnTo>
                    <a:pt x="31912" y="166907"/>
                  </a:lnTo>
                  <a:lnTo>
                    <a:pt x="48381" y="206738"/>
                  </a:lnTo>
                  <a:lnTo>
                    <a:pt x="71521" y="249364"/>
                  </a:lnTo>
                  <a:lnTo>
                    <a:pt x="102324" y="291385"/>
                  </a:lnTo>
                  <a:lnTo>
                    <a:pt x="141780" y="329397"/>
                  </a:lnTo>
                  <a:lnTo>
                    <a:pt x="190882" y="359999"/>
                  </a:lnTo>
                  <a:lnTo>
                    <a:pt x="250620" y="379789"/>
                  </a:lnTo>
                  <a:lnTo>
                    <a:pt x="307956" y="375822"/>
                  </a:lnTo>
                  <a:lnTo>
                    <a:pt x="359831" y="356104"/>
                  </a:lnTo>
                  <a:lnTo>
                    <a:pt x="405718" y="325410"/>
                  </a:lnTo>
                  <a:lnTo>
                    <a:pt x="445093" y="288516"/>
                  </a:lnTo>
                  <a:lnTo>
                    <a:pt x="477431" y="250196"/>
                  </a:lnTo>
                  <a:lnTo>
                    <a:pt x="502206" y="215227"/>
                  </a:lnTo>
                  <a:lnTo>
                    <a:pt x="526968" y="174444"/>
                  </a:lnTo>
                  <a:lnTo>
                    <a:pt x="517590" y="161431"/>
                  </a:lnTo>
                  <a:lnTo>
                    <a:pt x="500203" y="127706"/>
                  </a:lnTo>
                  <a:lnTo>
                    <a:pt x="486002" y="88851"/>
                  </a:lnTo>
                  <a:lnTo>
                    <a:pt x="486184" y="60448"/>
                  </a:lnTo>
                  <a:lnTo>
                    <a:pt x="478487" y="62458"/>
                  </a:lnTo>
                  <a:lnTo>
                    <a:pt x="457807" y="65682"/>
                  </a:lnTo>
                  <a:lnTo>
                    <a:pt x="425604" y="68994"/>
                  </a:lnTo>
                  <a:lnTo>
                    <a:pt x="383334" y="71267"/>
                  </a:lnTo>
                  <a:lnTo>
                    <a:pt x="332457" y="71374"/>
                  </a:lnTo>
                  <a:lnTo>
                    <a:pt x="274430" y="68190"/>
                  </a:lnTo>
                  <a:lnTo>
                    <a:pt x="210713" y="60587"/>
                  </a:lnTo>
                  <a:lnTo>
                    <a:pt x="142763" y="47438"/>
                  </a:lnTo>
                  <a:lnTo>
                    <a:pt x="72039" y="27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891899" y="3900692"/>
              <a:ext cx="109944" cy="113282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0434459" y="4005776"/>
              <a:ext cx="535305" cy="93345"/>
            </a:xfrm>
            <a:custGeom>
              <a:avLst/>
              <a:gdLst/>
              <a:ahLst/>
              <a:cxnLst/>
              <a:rect l="l" t="t" r="r" b="b"/>
              <a:pathLst>
                <a:path w="535304" h="93345">
                  <a:moveTo>
                    <a:pt x="32029" y="40360"/>
                  </a:moveTo>
                  <a:lnTo>
                    <a:pt x="0" y="0"/>
                  </a:lnTo>
                  <a:lnTo>
                    <a:pt x="3098" y="21031"/>
                  </a:lnTo>
                  <a:lnTo>
                    <a:pt x="5880" y="33629"/>
                  </a:lnTo>
                  <a:lnTo>
                    <a:pt x="9931" y="42837"/>
                  </a:lnTo>
                  <a:lnTo>
                    <a:pt x="16814" y="53670"/>
                  </a:lnTo>
                  <a:lnTo>
                    <a:pt x="32029" y="40360"/>
                  </a:lnTo>
                  <a:close/>
                </a:path>
                <a:path w="535304" h="93345">
                  <a:moveTo>
                    <a:pt x="534784" y="32372"/>
                  </a:moveTo>
                  <a:lnTo>
                    <a:pt x="517563" y="57213"/>
                  </a:lnTo>
                  <a:lnTo>
                    <a:pt x="507606" y="70891"/>
                  </a:lnTo>
                  <a:lnTo>
                    <a:pt x="501116" y="78270"/>
                  </a:lnTo>
                  <a:lnTo>
                    <a:pt x="494296" y="84201"/>
                  </a:lnTo>
                  <a:lnTo>
                    <a:pt x="490816" y="89458"/>
                  </a:lnTo>
                  <a:lnTo>
                    <a:pt x="493903" y="92113"/>
                  </a:lnTo>
                  <a:lnTo>
                    <a:pt x="499046" y="93052"/>
                  </a:lnTo>
                  <a:lnTo>
                    <a:pt x="501751" y="93167"/>
                  </a:lnTo>
                  <a:lnTo>
                    <a:pt x="517296" y="71285"/>
                  </a:lnTo>
                  <a:lnTo>
                    <a:pt x="525919" y="57658"/>
                  </a:lnTo>
                  <a:lnTo>
                    <a:pt x="530720" y="46583"/>
                  </a:lnTo>
                  <a:lnTo>
                    <a:pt x="534784" y="32372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478541" y="4021587"/>
              <a:ext cx="280035" cy="100965"/>
            </a:xfrm>
            <a:custGeom>
              <a:avLst/>
              <a:gdLst/>
              <a:ahLst/>
              <a:cxnLst/>
              <a:rect l="l" t="t" r="r" b="b"/>
              <a:pathLst>
                <a:path w="280034" h="100964">
                  <a:moveTo>
                    <a:pt x="261175" y="31648"/>
                  </a:moveTo>
                  <a:lnTo>
                    <a:pt x="196545" y="36677"/>
                  </a:lnTo>
                  <a:lnTo>
                    <a:pt x="150952" y="35064"/>
                  </a:lnTo>
                  <a:lnTo>
                    <a:pt x="102743" y="23825"/>
                  </a:lnTo>
                  <a:lnTo>
                    <a:pt x="30289" y="0"/>
                  </a:lnTo>
                  <a:lnTo>
                    <a:pt x="96151" y="33375"/>
                  </a:lnTo>
                  <a:lnTo>
                    <a:pt x="159232" y="45173"/>
                  </a:lnTo>
                  <a:lnTo>
                    <a:pt x="212471" y="43434"/>
                  </a:lnTo>
                  <a:lnTo>
                    <a:pt x="248793" y="36245"/>
                  </a:lnTo>
                  <a:lnTo>
                    <a:pt x="261175" y="31648"/>
                  </a:lnTo>
                  <a:close/>
                </a:path>
                <a:path w="280034" h="100964">
                  <a:moveTo>
                    <a:pt x="279654" y="88734"/>
                  </a:moveTo>
                  <a:lnTo>
                    <a:pt x="201688" y="92329"/>
                  </a:lnTo>
                  <a:lnTo>
                    <a:pt x="146570" y="89674"/>
                  </a:lnTo>
                  <a:lnTo>
                    <a:pt x="88074" y="77330"/>
                  </a:lnTo>
                  <a:lnTo>
                    <a:pt x="0" y="51803"/>
                  </a:lnTo>
                  <a:lnTo>
                    <a:pt x="66979" y="82651"/>
                  </a:lnTo>
                  <a:lnTo>
                    <a:pt x="132257" y="97510"/>
                  </a:lnTo>
                  <a:lnTo>
                    <a:pt x="190995" y="100952"/>
                  </a:lnTo>
                  <a:lnTo>
                    <a:pt x="238353" y="97586"/>
                  </a:lnTo>
                  <a:lnTo>
                    <a:pt x="269519" y="91986"/>
                  </a:lnTo>
                  <a:lnTo>
                    <a:pt x="279654" y="88734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1238159" y="5641318"/>
              <a:ext cx="480695" cy="1439545"/>
            </a:xfrm>
            <a:custGeom>
              <a:avLst/>
              <a:gdLst/>
              <a:ahLst/>
              <a:cxnLst/>
              <a:rect l="l" t="t" r="r" b="b"/>
              <a:pathLst>
                <a:path w="480695" h="1439545">
                  <a:moveTo>
                    <a:pt x="291182" y="0"/>
                  </a:moveTo>
                  <a:lnTo>
                    <a:pt x="217732" y="11434"/>
                  </a:lnTo>
                  <a:lnTo>
                    <a:pt x="153432" y="49839"/>
                  </a:lnTo>
                  <a:lnTo>
                    <a:pt x="127116" y="78280"/>
                  </a:lnTo>
                  <a:lnTo>
                    <a:pt x="105970" y="112414"/>
                  </a:lnTo>
                  <a:lnTo>
                    <a:pt x="90955" y="151890"/>
                  </a:lnTo>
                  <a:lnTo>
                    <a:pt x="83034" y="196357"/>
                  </a:lnTo>
                  <a:lnTo>
                    <a:pt x="78958" y="246184"/>
                  </a:lnTo>
                  <a:lnTo>
                    <a:pt x="75132" y="297587"/>
                  </a:lnTo>
                  <a:lnTo>
                    <a:pt x="53672" y="607715"/>
                  </a:lnTo>
                  <a:lnTo>
                    <a:pt x="0" y="1392038"/>
                  </a:lnTo>
                  <a:lnTo>
                    <a:pt x="352942" y="1439126"/>
                  </a:lnTo>
                  <a:lnTo>
                    <a:pt x="384619" y="1245750"/>
                  </a:lnTo>
                  <a:lnTo>
                    <a:pt x="444558" y="809655"/>
                  </a:lnTo>
                  <a:lnTo>
                    <a:pt x="480123" y="346887"/>
                  </a:lnTo>
                  <a:lnTo>
                    <a:pt x="438677" y="73492"/>
                  </a:lnTo>
                  <a:lnTo>
                    <a:pt x="401690" y="39548"/>
                  </a:lnTo>
                  <a:lnTo>
                    <a:pt x="366091" y="18338"/>
                  </a:lnTo>
                  <a:lnTo>
                    <a:pt x="328934" y="5272"/>
                  </a:lnTo>
                  <a:lnTo>
                    <a:pt x="291182" y="0"/>
                  </a:lnTo>
                  <a:close/>
                </a:path>
              </a:pathLst>
            </a:custGeom>
            <a:solidFill>
              <a:srgbClr val="ECF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1140409" y="7033358"/>
              <a:ext cx="357505" cy="546100"/>
            </a:xfrm>
            <a:custGeom>
              <a:avLst/>
              <a:gdLst/>
              <a:ahLst/>
              <a:cxnLst/>
              <a:rect l="l" t="t" r="r" b="b"/>
              <a:pathLst>
                <a:path w="357504" h="546100">
                  <a:moveTo>
                    <a:pt x="191007" y="0"/>
                  </a:moveTo>
                  <a:lnTo>
                    <a:pt x="180473" y="88468"/>
                  </a:lnTo>
                  <a:lnTo>
                    <a:pt x="172208" y="103492"/>
                  </a:lnTo>
                  <a:lnTo>
                    <a:pt x="153239" y="140165"/>
                  </a:lnTo>
                  <a:lnTo>
                    <a:pt x="132310" y="185889"/>
                  </a:lnTo>
                  <a:lnTo>
                    <a:pt x="118161" y="228066"/>
                  </a:lnTo>
                  <a:lnTo>
                    <a:pt x="105157" y="279160"/>
                  </a:lnTo>
                  <a:lnTo>
                    <a:pt x="87700" y="344892"/>
                  </a:lnTo>
                  <a:lnTo>
                    <a:pt x="74559" y="402547"/>
                  </a:lnTo>
                  <a:lnTo>
                    <a:pt x="74508" y="429411"/>
                  </a:lnTo>
                  <a:lnTo>
                    <a:pt x="84486" y="424300"/>
                  </a:lnTo>
                  <a:lnTo>
                    <a:pt x="95105" y="406170"/>
                  </a:lnTo>
                  <a:lnTo>
                    <a:pt x="115365" y="360816"/>
                  </a:lnTo>
                  <a:lnTo>
                    <a:pt x="127233" y="339219"/>
                  </a:lnTo>
                  <a:lnTo>
                    <a:pt x="142413" y="316545"/>
                  </a:lnTo>
                  <a:lnTo>
                    <a:pt x="157523" y="301284"/>
                  </a:lnTo>
                  <a:lnTo>
                    <a:pt x="169185" y="301927"/>
                  </a:lnTo>
                  <a:lnTo>
                    <a:pt x="170729" y="331515"/>
                  </a:lnTo>
                  <a:lnTo>
                    <a:pt x="161710" y="382907"/>
                  </a:lnTo>
                  <a:lnTo>
                    <a:pt x="148069" y="434302"/>
                  </a:lnTo>
                  <a:lnTo>
                    <a:pt x="122783" y="473813"/>
                  </a:lnTo>
                  <a:lnTo>
                    <a:pt x="85526" y="484974"/>
                  </a:lnTo>
                  <a:lnTo>
                    <a:pt x="66707" y="486540"/>
                  </a:lnTo>
                  <a:lnTo>
                    <a:pt x="44022" y="488887"/>
                  </a:lnTo>
                  <a:lnTo>
                    <a:pt x="18183" y="494704"/>
                  </a:lnTo>
                  <a:lnTo>
                    <a:pt x="0" y="503070"/>
                  </a:lnTo>
                  <a:lnTo>
                    <a:pt x="279" y="513062"/>
                  </a:lnTo>
                  <a:lnTo>
                    <a:pt x="30510" y="525409"/>
                  </a:lnTo>
                  <a:lnTo>
                    <a:pt x="81812" y="538073"/>
                  </a:lnTo>
                  <a:lnTo>
                    <a:pt x="134443" y="545988"/>
                  </a:lnTo>
                  <a:lnTo>
                    <a:pt x="168662" y="544088"/>
                  </a:lnTo>
                  <a:lnTo>
                    <a:pt x="231917" y="492183"/>
                  </a:lnTo>
                  <a:lnTo>
                    <a:pt x="260704" y="453527"/>
                  </a:lnTo>
                  <a:lnTo>
                    <a:pt x="283063" y="411202"/>
                  </a:lnTo>
                  <a:lnTo>
                    <a:pt x="295590" y="368805"/>
                  </a:lnTo>
                  <a:lnTo>
                    <a:pt x="302627" y="324775"/>
                  </a:lnTo>
                  <a:lnTo>
                    <a:pt x="311401" y="274270"/>
                  </a:lnTo>
                  <a:lnTo>
                    <a:pt x="327698" y="185042"/>
                  </a:lnTo>
                  <a:lnTo>
                    <a:pt x="357305" y="24847"/>
                  </a:lnTo>
                  <a:lnTo>
                    <a:pt x="191007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03228" y="2991396"/>
              <a:ext cx="2471315" cy="7321735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03230" y="3965431"/>
              <a:ext cx="2167604" cy="2490225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64620" y="10056259"/>
              <a:ext cx="104841" cy="121767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6804679" y="10203946"/>
              <a:ext cx="853440" cy="146685"/>
            </a:xfrm>
            <a:custGeom>
              <a:avLst/>
              <a:gdLst/>
              <a:ahLst/>
              <a:cxnLst/>
              <a:rect l="l" t="t" r="r" b="b"/>
              <a:pathLst>
                <a:path w="853440" h="146684">
                  <a:moveTo>
                    <a:pt x="3162" y="0"/>
                  </a:moveTo>
                  <a:lnTo>
                    <a:pt x="0" y="21507"/>
                  </a:lnTo>
                  <a:lnTo>
                    <a:pt x="638" y="36014"/>
                  </a:lnTo>
                  <a:lnTo>
                    <a:pt x="6341" y="48621"/>
                  </a:lnTo>
                  <a:lnTo>
                    <a:pt x="480760" y="129901"/>
                  </a:lnTo>
                  <a:lnTo>
                    <a:pt x="531033" y="136273"/>
                  </a:lnTo>
                  <a:lnTo>
                    <a:pt x="586339" y="141373"/>
                  </a:lnTo>
                  <a:lnTo>
                    <a:pt x="644166" y="144881"/>
                  </a:lnTo>
                  <a:lnTo>
                    <a:pt x="702001" y="146478"/>
                  </a:lnTo>
                  <a:lnTo>
                    <a:pt x="757333" y="145842"/>
                  </a:lnTo>
                  <a:lnTo>
                    <a:pt x="807650" y="142655"/>
                  </a:lnTo>
                  <a:lnTo>
                    <a:pt x="845373" y="115787"/>
                  </a:lnTo>
                  <a:lnTo>
                    <a:pt x="853199" y="80699"/>
                  </a:lnTo>
                  <a:lnTo>
                    <a:pt x="805256" y="85380"/>
                  </a:lnTo>
                  <a:lnTo>
                    <a:pt x="753296" y="87757"/>
                  </a:lnTo>
                  <a:lnTo>
                    <a:pt x="698918" y="88032"/>
                  </a:lnTo>
                  <a:lnTo>
                    <a:pt x="643724" y="86407"/>
                  </a:lnTo>
                  <a:lnTo>
                    <a:pt x="589315" y="83084"/>
                  </a:lnTo>
                  <a:lnTo>
                    <a:pt x="537290" y="78266"/>
                  </a:lnTo>
                  <a:lnTo>
                    <a:pt x="489252" y="72154"/>
                  </a:lnTo>
                  <a:lnTo>
                    <a:pt x="316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6826972" y="6436730"/>
              <a:ext cx="252729" cy="3524885"/>
            </a:xfrm>
            <a:custGeom>
              <a:avLst/>
              <a:gdLst/>
              <a:ahLst/>
              <a:cxnLst/>
              <a:rect l="l" t="t" r="r" b="b"/>
              <a:pathLst>
                <a:path w="252729" h="3524884">
                  <a:moveTo>
                    <a:pt x="121968" y="0"/>
                  </a:moveTo>
                  <a:lnTo>
                    <a:pt x="110235" y="55095"/>
                  </a:lnTo>
                  <a:lnTo>
                    <a:pt x="105016" y="110319"/>
                  </a:lnTo>
                  <a:lnTo>
                    <a:pt x="101006" y="170654"/>
                  </a:lnTo>
                  <a:lnTo>
                    <a:pt x="98249" y="236394"/>
                  </a:lnTo>
                  <a:lnTo>
                    <a:pt x="96791" y="307834"/>
                  </a:lnTo>
                  <a:lnTo>
                    <a:pt x="96563" y="345783"/>
                  </a:lnTo>
                  <a:lnTo>
                    <a:pt x="96676" y="385267"/>
                  </a:lnTo>
                  <a:lnTo>
                    <a:pt x="97136" y="426323"/>
                  </a:lnTo>
                  <a:lnTo>
                    <a:pt x="97949" y="468988"/>
                  </a:lnTo>
                  <a:lnTo>
                    <a:pt x="99120" y="513299"/>
                  </a:lnTo>
                  <a:lnTo>
                    <a:pt x="100655" y="559292"/>
                  </a:lnTo>
                  <a:lnTo>
                    <a:pt x="102559" y="607004"/>
                  </a:lnTo>
                  <a:lnTo>
                    <a:pt x="104839" y="656472"/>
                  </a:lnTo>
                  <a:lnTo>
                    <a:pt x="107499" y="707733"/>
                  </a:lnTo>
                  <a:lnTo>
                    <a:pt x="110545" y="760824"/>
                  </a:lnTo>
                  <a:lnTo>
                    <a:pt x="113983" y="815781"/>
                  </a:lnTo>
                  <a:lnTo>
                    <a:pt x="117819" y="872641"/>
                  </a:lnTo>
                  <a:lnTo>
                    <a:pt x="122057" y="931441"/>
                  </a:lnTo>
                  <a:lnTo>
                    <a:pt x="126705" y="992218"/>
                  </a:lnTo>
                  <a:lnTo>
                    <a:pt x="131766" y="1055008"/>
                  </a:lnTo>
                  <a:lnTo>
                    <a:pt x="137248" y="1119848"/>
                  </a:lnTo>
                  <a:lnTo>
                    <a:pt x="143155" y="1186776"/>
                  </a:lnTo>
                  <a:lnTo>
                    <a:pt x="149493" y="1255828"/>
                  </a:lnTo>
                  <a:lnTo>
                    <a:pt x="156268" y="1327040"/>
                  </a:lnTo>
                  <a:lnTo>
                    <a:pt x="163485" y="1400450"/>
                  </a:lnTo>
                  <a:lnTo>
                    <a:pt x="171151" y="1476094"/>
                  </a:lnTo>
                  <a:lnTo>
                    <a:pt x="179269" y="1554009"/>
                  </a:lnTo>
                  <a:lnTo>
                    <a:pt x="187847" y="1634232"/>
                  </a:lnTo>
                  <a:lnTo>
                    <a:pt x="189279" y="1659402"/>
                  </a:lnTo>
                  <a:lnTo>
                    <a:pt x="186271" y="1721443"/>
                  </a:lnTo>
                  <a:lnTo>
                    <a:pt x="176636" y="1797696"/>
                  </a:lnTo>
                  <a:lnTo>
                    <a:pt x="169783" y="1840633"/>
                  </a:lnTo>
                  <a:lnTo>
                    <a:pt x="161813" y="1886498"/>
                  </a:lnTo>
                  <a:lnTo>
                    <a:pt x="152906" y="1935085"/>
                  </a:lnTo>
                  <a:lnTo>
                    <a:pt x="111509" y="2152478"/>
                  </a:lnTo>
                  <a:lnTo>
                    <a:pt x="100617" y="2211547"/>
                  </a:lnTo>
                  <a:lnTo>
                    <a:pt x="89868" y="2272089"/>
                  </a:lnTo>
                  <a:lnTo>
                    <a:pt x="79443" y="2333896"/>
                  </a:lnTo>
                  <a:lnTo>
                    <a:pt x="69520" y="2396758"/>
                  </a:lnTo>
                  <a:lnTo>
                    <a:pt x="60280" y="2460469"/>
                  </a:lnTo>
                  <a:lnTo>
                    <a:pt x="29176" y="2695458"/>
                  </a:lnTo>
                  <a:lnTo>
                    <a:pt x="12529" y="2883111"/>
                  </a:lnTo>
                  <a:lnTo>
                    <a:pt x="4687" y="3121820"/>
                  </a:lnTo>
                  <a:lnTo>
                    <a:pt x="0" y="3509976"/>
                  </a:lnTo>
                  <a:lnTo>
                    <a:pt x="6108" y="3518493"/>
                  </a:lnTo>
                  <a:lnTo>
                    <a:pt x="14749" y="3522867"/>
                  </a:lnTo>
                  <a:lnTo>
                    <a:pt x="31865" y="3524478"/>
                  </a:lnTo>
                  <a:lnTo>
                    <a:pt x="63401" y="3524708"/>
                  </a:lnTo>
                  <a:lnTo>
                    <a:pt x="81845" y="3281520"/>
                  </a:lnTo>
                  <a:lnTo>
                    <a:pt x="127117" y="2723097"/>
                  </a:lnTo>
                  <a:lnTo>
                    <a:pt x="184124" y="2106156"/>
                  </a:lnTo>
                  <a:lnTo>
                    <a:pt x="237772" y="1687414"/>
                  </a:lnTo>
                  <a:lnTo>
                    <a:pt x="241793" y="1663571"/>
                  </a:lnTo>
                  <a:lnTo>
                    <a:pt x="245137" y="1635751"/>
                  </a:lnTo>
                  <a:lnTo>
                    <a:pt x="249901" y="1569135"/>
                  </a:lnTo>
                  <a:lnTo>
                    <a:pt x="251372" y="1530819"/>
                  </a:lnTo>
                  <a:lnTo>
                    <a:pt x="252268" y="1489484"/>
                  </a:lnTo>
                  <a:lnTo>
                    <a:pt x="252615" y="1445370"/>
                  </a:lnTo>
                  <a:lnTo>
                    <a:pt x="252438" y="1398717"/>
                  </a:lnTo>
                  <a:lnTo>
                    <a:pt x="251764" y="1349764"/>
                  </a:lnTo>
                  <a:lnTo>
                    <a:pt x="250616" y="1298752"/>
                  </a:lnTo>
                  <a:lnTo>
                    <a:pt x="249022" y="1245919"/>
                  </a:lnTo>
                  <a:lnTo>
                    <a:pt x="247004" y="1191507"/>
                  </a:lnTo>
                  <a:lnTo>
                    <a:pt x="244591" y="1135754"/>
                  </a:lnTo>
                  <a:lnTo>
                    <a:pt x="241805" y="1078900"/>
                  </a:lnTo>
                  <a:lnTo>
                    <a:pt x="238673" y="1021186"/>
                  </a:lnTo>
                  <a:lnTo>
                    <a:pt x="235221" y="962851"/>
                  </a:lnTo>
                  <a:lnTo>
                    <a:pt x="231473" y="904135"/>
                  </a:lnTo>
                  <a:lnTo>
                    <a:pt x="227455" y="845277"/>
                  </a:lnTo>
                  <a:lnTo>
                    <a:pt x="223192" y="786518"/>
                  </a:lnTo>
                  <a:lnTo>
                    <a:pt x="218709" y="728097"/>
                  </a:lnTo>
                  <a:lnTo>
                    <a:pt x="214032" y="670254"/>
                  </a:lnTo>
                  <a:lnTo>
                    <a:pt x="209187" y="613229"/>
                  </a:lnTo>
                  <a:lnTo>
                    <a:pt x="204198" y="557262"/>
                  </a:lnTo>
                  <a:lnTo>
                    <a:pt x="199090" y="502592"/>
                  </a:lnTo>
                  <a:lnTo>
                    <a:pt x="193890" y="449460"/>
                  </a:lnTo>
                  <a:lnTo>
                    <a:pt x="188622" y="398104"/>
                  </a:lnTo>
                  <a:lnTo>
                    <a:pt x="183312" y="348765"/>
                  </a:lnTo>
                  <a:lnTo>
                    <a:pt x="177986" y="301683"/>
                  </a:lnTo>
                  <a:lnTo>
                    <a:pt x="172667" y="257097"/>
                  </a:lnTo>
                  <a:lnTo>
                    <a:pt x="167383" y="215248"/>
                  </a:lnTo>
                  <a:lnTo>
                    <a:pt x="162157" y="176374"/>
                  </a:lnTo>
                  <a:lnTo>
                    <a:pt x="151985" y="108514"/>
                  </a:lnTo>
                  <a:lnTo>
                    <a:pt x="142353" y="55436"/>
                  </a:lnTo>
                  <a:lnTo>
                    <a:pt x="129362" y="7731"/>
                  </a:lnTo>
                  <a:lnTo>
                    <a:pt x="125522" y="1298"/>
                  </a:lnTo>
                  <a:lnTo>
                    <a:pt x="121968" y="0"/>
                  </a:lnTo>
                  <a:close/>
                </a:path>
              </a:pathLst>
            </a:custGeom>
            <a:solidFill>
              <a:srgbClr val="212C61">
                <a:alpha val="25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5206" y="6554710"/>
            <a:ext cx="157188" cy="15716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66571" y="6159679"/>
            <a:ext cx="450850" cy="543560"/>
          </a:xfrm>
          <a:custGeom>
            <a:avLst/>
            <a:gdLst/>
            <a:ahLst/>
            <a:cxnLst/>
            <a:rect l="l" t="t" r="r" b="b"/>
            <a:pathLst>
              <a:path w="450850" h="543559">
                <a:moveTo>
                  <a:pt x="183690" y="0"/>
                </a:moveTo>
                <a:lnTo>
                  <a:pt x="0" y="0"/>
                </a:lnTo>
                <a:lnTo>
                  <a:pt x="0" y="543543"/>
                </a:lnTo>
                <a:lnTo>
                  <a:pt x="171722" y="543543"/>
                </a:lnTo>
                <a:lnTo>
                  <a:pt x="222357" y="540599"/>
                </a:lnTo>
                <a:lnTo>
                  <a:pt x="268239" y="531765"/>
                </a:lnTo>
                <a:lnTo>
                  <a:pt x="309371" y="517038"/>
                </a:lnTo>
                <a:lnTo>
                  <a:pt x="345755" y="496418"/>
                </a:lnTo>
                <a:lnTo>
                  <a:pt x="377391" y="469901"/>
                </a:lnTo>
                <a:lnTo>
                  <a:pt x="403726" y="437968"/>
                </a:lnTo>
                <a:lnTo>
                  <a:pt x="411992" y="423065"/>
                </a:lnTo>
                <a:lnTo>
                  <a:pt x="143398" y="423065"/>
                </a:lnTo>
                <a:lnTo>
                  <a:pt x="143398" y="118593"/>
                </a:lnTo>
                <a:lnTo>
                  <a:pt x="418509" y="118593"/>
                </a:lnTo>
                <a:lnTo>
                  <a:pt x="411450" y="104097"/>
                </a:lnTo>
                <a:lnTo>
                  <a:pt x="381045" y="66919"/>
                </a:lnTo>
                <a:lnTo>
                  <a:pt x="342631" y="37653"/>
                </a:lnTo>
                <a:lnTo>
                  <a:pt x="296935" y="16740"/>
                </a:lnTo>
                <a:lnTo>
                  <a:pt x="243956" y="4186"/>
                </a:lnTo>
                <a:lnTo>
                  <a:pt x="183690" y="0"/>
                </a:lnTo>
                <a:close/>
              </a:path>
              <a:path w="450850" h="543559">
                <a:moveTo>
                  <a:pt x="418509" y="118593"/>
                </a:moveTo>
                <a:lnTo>
                  <a:pt x="185135" y="118593"/>
                </a:lnTo>
                <a:lnTo>
                  <a:pt x="212688" y="120846"/>
                </a:lnTo>
                <a:lnTo>
                  <a:pt x="236483" y="127607"/>
                </a:lnTo>
                <a:lnTo>
                  <a:pt x="272839" y="154644"/>
                </a:lnTo>
                <a:lnTo>
                  <a:pt x="294489" y="200393"/>
                </a:lnTo>
                <a:lnTo>
                  <a:pt x="301697" y="265436"/>
                </a:lnTo>
                <a:lnTo>
                  <a:pt x="299789" y="302836"/>
                </a:lnTo>
                <a:lnTo>
                  <a:pt x="284540" y="362232"/>
                </a:lnTo>
                <a:lnTo>
                  <a:pt x="253773" y="401221"/>
                </a:lnTo>
                <a:lnTo>
                  <a:pt x="205847" y="420640"/>
                </a:lnTo>
                <a:lnTo>
                  <a:pt x="175345" y="423065"/>
                </a:lnTo>
                <a:lnTo>
                  <a:pt x="411992" y="423065"/>
                </a:lnTo>
                <a:lnTo>
                  <a:pt x="424213" y="401035"/>
                </a:lnTo>
                <a:lnTo>
                  <a:pt x="438849" y="359105"/>
                </a:lnTo>
                <a:lnTo>
                  <a:pt x="447633" y="312181"/>
                </a:lnTo>
                <a:lnTo>
                  <a:pt x="450562" y="260264"/>
                </a:lnTo>
                <a:lnTo>
                  <a:pt x="446214" y="200763"/>
                </a:lnTo>
                <a:lnTo>
                  <a:pt x="433175" y="148710"/>
                </a:lnTo>
                <a:lnTo>
                  <a:pt x="418509" y="1185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2741" y="6157404"/>
            <a:ext cx="137160" cy="546100"/>
          </a:xfrm>
          <a:custGeom>
            <a:avLst/>
            <a:gdLst/>
            <a:ahLst/>
            <a:cxnLst/>
            <a:rect l="l" t="t" r="r" b="b"/>
            <a:pathLst>
              <a:path w="137160" h="546100">
                <a:moveTo>
                  <a:pt x="136624" y="0"/>
                </a:moveTo>
                <a:lnTo>
                  <a:pt x="0" y="0"/>
                </a:lnTo>
                <a:lnTo>
                  <a:pt x="0" y="545815"/>
                </a:lnTo>
                <a:lnTo>
                  <a:pt x="136624" y="545815"/>
                </a:lnTo>
                <a:lnTo>
                  <a:pt x="136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82564" y="6290625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70">
                <a:moveTo>
                  <a:pt x="198852" y="0"/>
                </a:moveTo>
                <a:lnTo>
                  <a:pt x="154304" y="3431"/>
                </a:lnTo>
                <a:lnTo>
                  <a:pt x="115022" y="13727"/>
                </a:lnTo>
                <a:lnTo>
                  <a:pt x="81002" y="30886"/>
                </a:lnTo>
                <a:lnTo>
                  <a:pt x="29380" y="85139"/>
                </a:lnTo>
                <a:lnTo>
                  <a:pt x="13055" y="120900"/>
                </a:lnTo>
                <a:lnTo>
                  <a:pt x="3263" y="162188"/>
                </a:lnTo>
                <a:lnTo>
                  <a:pt x="0" y="208998"/>
                </a:lnTo>
                <a:lnTo>
                  <a:pt x="3340" y="255010"/>
                </a:lnTo>
                <a:lnTo>
                  <a:pt x="13326" y="295939"/>
                </a:lnTo>
                <a:lnTo>
                  <a:pt x="29985" y="331895"/>
                </a:lnTo>
                <a:lnTo>
                  <a:pt x="53307" y="362847"/>
                </a:lnTo>
                <a:lnTo>
                  <a:pt x="82248" y="387737"/>
                </a:lnTo>
                <a:lnTo>
                  <a:pt x="153960" y="416189"/>
                </a:lnTo>
                <a:lnTo>
                  <a:pt x="196737" y="419746"/>
                </a:lnTo>
                <a:lnTo>
                  <a:pt x="241118" y="416267"/>
                </a:lnTo>
                <a:lnTo>
                  <a:pt x="280288" y="405833"/>
                </a:lnTo>
                <a:lnTo>
                  <a:pt x="314241" y="388444"/>
                </a:lnTo>
                <a:lnTo>
                  <a:pt x="365840" y="333550"/>
                </a:lnTo>
                <a:lnTo>
                  <a:pt x="373801" y="315969"/>
                </a:lnTo>
                <a:lnTo>
                  <a:pt x="198130" y="315969"/>
                </a:lnTo>
                <a:lnTo>
                  <a:pt x="183214" y="314257"/>
                </a:lnTo>
                <a:lnTo>
                  <a:pt x="152361" y="288598"/>
                </a:lnTo>
                <a:lnTo>
                  <a:pt x="139591" y="233557"/>
                </a:lnTo>
                <a:lnTo>
                  <a:pt x="138739" y="208998"/>
                </a:lnTo>
                <a:lnTo>
                  <a:pt x="139591" y="184494"/>
                </a:lnTo>
                <a:lnTo>
                  <a:pt x="146403" y="145220"/>
                </a:lnTo>
                <a:lnTo>
                  <a:pt x="170442" y="110725"/>
                </a:lnTo>
                <a:lnTo>
                  <a:pt x="197428" y="104143"/>
                </a:lnTo>
                <a:lnTo>
                  <a:pt x="373462" y="104143"/>
                </a:lnTo>
                <a:lnTo>
                  <a:pt x="370920" y="98237"/>
                </a:lnTo>
                <a:lnTo>
                  <a:pt x="341532" y="56325"/>
                </a:lnTo>
                <a:lnTo>
                  <a:pt x="301927" y="25423"/>
                </a:lnTo>
                <a:lnTo>
                  <a:pt x="253786" y="6354"/>
                </a:lnTo>
                <a:lnTo>
                  <a:pt x="227163" y="1588"/>
                </a:lnTo>
                <a:lnTo>
                  <a:pt x="198852" y="0"/>
                </a:lnTo>
                <a:close/>
              </a:path>
              <a:path w="395605" h="420370">
                <a:moveTo>
                  <a:pt x="373462" y="104143"/>
                </a:moveTo>
                <a:lnTo>
                  <a:pt x="197428" y="104143"/>
                </a:lnTo>
                <a:lnTo>
                  <a:pt x="212325" y="105798"/>
                </a:lnTo>
                <a:lnTo>
                  <a:pt x="224863" y="110766"/>
                </a:lnTo>
                <a:lnTo>
                  <a:pt x="248668" y="145457"/>
                </a:lnTo>
                <a:lnTo>
                  <a:pt x="255309" y="184627"/>
                </a:lnTo>
                <a:lnTo>
                  <a:pt x="256138" y="208998"/>
                </a:lnTo>
                <a:lnTo>
                  <a:pt x="255321" y="233557"/>
                </a:lnTo>
                <a:lnTo>
                  <a:pt x="248779" y="273357"/>
                </a:lnTo>
                <a:lnTo>
                  <a:pt x="225270" y="309124"/>
                </a:lnTo>
                <a:lnTo>
                  <a:pt x="198130" y="315969"/>
                </a:lnTo>
                <a:lnTo>
                  <a:pt x="373801" y="315969"/>
                </a:lnTo>
                <a:lnTo>
                  <a:pt x="382159" y="297510"/>
                </a:lnTo>
                <a:lnTo>
                  <a:pt x="391943" y="255991"/>
                </a:lnTo>
                <a:lnTo>
                  <a:pt x="395202" y="208998"/>
                </a:lnTo>
                <a:lnTo>
                  <a:pt x="393686" y="178318"/>
                </a:lnTo>
                <a:lnTo>
                  <a:pt x="389136" y="149625"/>
                </a:lnTo>
                <a:lnTo>
                  <a:pt x="381548" y="122928"/>
                </a:lnTo>
                <a:lnTo>
                  <a:pt x="373462" y="104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32009" y="6297787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645" y="0"/>
                </a:moveTo>
                <a:lnTo>
                  <a:pt x="0" y="0"/>
                </a:lnTo>
                <a:lnTo>
                  <a:pt x="0" y="405432"/>
                </a:lnTo>
                <a:lnTo>
                  <a:pt x="136645" y="405432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32009" y="6157414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39">
                <a:moveTo>
                  <a:pt x="136645" y="0"/>
                </a:moveTo>
                <a:lnTo>
                  <a:pt x="0" y="0"/>
                </a:lnTo>
                <a:lnTo>
                  <a:pt x="0" y="91348"/>
                </a:lnTo>
                <a:lnTo>
                  <a:pt x="136645" y="91348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622956" y="6170326"/>
            <a:ext cx="1019175" cy="540385"/>
          </a:xfrm>
          <a:custGeom>
            <a:avLst/>
            <a:gdLst/>
            <a:ahLst/>
            <a:cxnLst/>
            <a:rect l="l" t="t" r="r" b="b"/>
            <a:pathLst>
              <a:path w="1019175" h="540384">
                <a:moveTo>
                  <a:pt x="288632" y="415505"/>
                </a:moveTo>
                <a:lnTo>
                  <a:pt x="270078" y="421614"/>
                </a:lnTo>
                <a:lnTo>
                  <a:pt x="252895" y="425983"/>
                </a:lnTo>
                <a:lnTo>
                  <a:pt x="237058" y="428612"/>
                </a:lnTo>
                <a:lnTo>
                  <a:pt x="222554" y="429488"/>
                </a:lnTo>
                <a:lnTo>
                  <a:pt x="206375" y="427024"/>
                </a:lnTo>
                <a:lnTo>
                  <a:pt x="194805" y="419646"/>
                </a:lnTo>
                <a:lnTo>
                  <a:pt x="187858" y="407339"/>
                </a:lnTo>
                <a:lnTo>
                  <a:pt x="185534" y="390105"/>
                </a:lnTo>
                <a:lnTo>
                  <a:pt x="185534" y="232308"/>
                </a:lnTo>
                <a:lnTo>
                  <a:pt x="272719" y="232308"/>
                </a:lnTo>
                <a:lnTo>
                  <a:pt x="272719" y="127482"/>
                </a:lnTo>
                <a:lnTo>
                  <a:pt x="185534" y="127482"/>
                </a:lnTo>
                <a:lnTo>
                  <a:pt x="185534" y="0"/>
                </a:lnTo>
                <a:lnTo>
                  <a:pt x="47866" y="23964"/>
                </a:lnTo>
                <a:lnTo>
                  <a:pt x="47866" y="127482"/>
                </a:lnTo>
                <a:lnTo>
                  <a:pt x="0" y="127482"/>
                </a:lnTo>
                <a:lnTo>
                  <a:pt x="0" y="232308"/>
                </a:lnTo>
                <a:lnTo>
                  <a:pt x="47866" y="232308"/>
                </a:lnTo>
                <a:lnTo>
                  <a:pt x="47866" y="399427"/>
                </a:lnTo>
                <a:lnTo>
                  <a:pt x="49758" y="432892"/>
                </a:lnTo>
                <a:lnTo>
                  <a:pt x="64947" y="485927"/>
                </a:lnTo>
                <a:lnTo>
                  <a:pt x="95846" y="520611"/>
                </a:lnTo>
                <a:lnTo>
                  <a:pt x="145465" y="537883"/>
                </a:lnTo>
                <a:lnTo>
                  <a:pt x="177469" y="540054"/>
                </a:lnTo>
                <a:lnTo>
                  <a:pt x="193725" y="539724"/>
                </a:lnTo>
                <a:lnTo>
                  <a:pt x="236029" y="534847"/>
                </a:lnTo>
                <a:lnTo>
                  <a:pt x="274967" y="523151"/>
                </a:lnTo>
                <a:lnTo>
                  <a:pt x="288632" y="517525"/>
                </a:lnTo>
                <a:lnTo>
                  <a:pt x="288632" y="415505"/>
                </a:lnTo>
                <a:close/>
              </a:path>
              <a:path w="1019175" h="540384">
                <a:moveTo>
                  <a:pt x="604875" y="415505"/>
                </a:moveTo>
                <a:lnTo>
                  <a:pt x="586320" y="421614"/>
                </a:lnTo>
                <a:lnTo>
                  <a:pt x="569137" y="425983"/>
                </a:lnTo>
                <a:lnTo>
                  <a:pt x="553313" y="428612"/>
                </a:lnTo>
                <a:lnTo>
                  <a:pt x="538822" y="429488"/>
                </a:lnTo>
                <a:lnTo>
                  <a:pt x="522630" y="427024"/>
                </a:lnTo>
                <a:lnTo>
                  <a:pt x="511060" y="419646"/>
                </a:lnTo>
                <a:lnTo>
                  <a:pt x="504113" y="407339"/>
                </a:lnTo>
                <a:lnTo>
                  <a:pt x="501802" y="390105"/>
                </a:lnTo>
                <a:lnTo>
                  <a:pt x="501802" y="232308"/>
                </a:lnTo>
                <a:lnTo>
                  <a:pt x="589026" y="232308"/>
                </a:lnTo>
                <a:lnTo>
                  <a:pt x="589026" y="127482"/>
                </a:lnTo>
                <a:lnTo>
                  <a:pt x="501802" y="127482"/>
                </a:lnTo>
                <a:lnTo>
                  <a:pt x="501802" y="0"/>
                </a:lnTo>
                <a:lnTo>
                  <a:pt x="364121" y="22402"/>
                </a:lnTo>
                <a:lnTo>
                  <a:pt x="364121" y="127482"/>
                </a:lnTo>
                <a:lnTo>
                  <a:pt x="316217" y="127482"/>
                </a:lnTo>
                <a:lnTo>
                  <a:pt x="316217" y="232308"/>
                </a:lnTo>
                <a:lnTo>
                  <a:pt x="364121" y="232308"/>
                </a:lnTo>
                <a:lnTo>
                  <a:pt x="364121" y="399427"/>
                </a:lnTo>
                <a:lnTo>
                  <a:pt x="366026" y="432892"/>
                </a:lnTo>
                <a:lnTo>
                  <a:pt x="381228" y="485927"/>
                </a:lnTo>
                <a:lnTo>
                  <a:pt x="412127" y="520611"/>
                </a:lnTo>
                <a:lnTo>
                  <a:pt x="461733" y="537883"/>
                </a:lnTo>
                <a:lnTo>
                  <a:pt x="493737" y="540054"/>
                </a:lnTo>
                <a:lnTo>
                  <a:pt x="509993" y="539724"/>
                </a:lnTo>
                <a:lnTo>
                  <a:pt x="552284" y="534847"/>
                </a:lnTo>
                <a:lnTo>
                  <a:pt x="591235" y="523151"/>
                </a:lnTo>
                <a:lnTo>
                  <a:pt x="604875" y="517525"/>
                </a:lnTo>
                <a:lnTo>
                  <a:pt x="604875" y="415505"/>
                </a:lnTo>
                <a:close/>
              </a:path>
              <a:path w="1019175" h="540384">
                <a:moveTo>
                  <a:pt x="1018743" y="305689"/>
                </a:moveTo>
                <a:lnTo>
                  <a:pt x="1015695" y="263398"/>
                </a:lnTo>
                <a:lnTo>
                  <a:pt x="1006551" y="226364"/>
                </a:lnTo>
                <a:lnTo>
                  <a:pt x="970000" y="168097"/>
                </a:lnTo>
                <a:lnTo>
                  <a:pt x="911085" y="132270"/>
                </a:lnTo>
                <a:lnTo>
                  <a:pt x="894676" y="128308"/>
                </a:lnTo>
                <a:lnTo>
                  <a:pt x="894676" y="279908"/>
                </a:lnTo>
                <a:lnTo>
                  <a:pt x="777303" y="279908"/>
                </a:lnTo>
                <a:lnTo>
                  <a:pt x="789051" y="239953"/>
                </a:lnTo>
                <a:lnTo>
                  <a:pt x="825144" y="216471"/>
                </a:lnTo>
                <a:lnTo>
                  <a:pt x="836688" y="215493"/>
                </a:lnTo>
                <a:lnTo>
                  <a:pt x="849147" y="216585"/>
                </a:lnTo>
                <a:lnTo>
                  <a:pt x="885304" y="242544"/>
                </a:lnTo>
                <a:lnTo>
                  <a:pt x="894676" y="279908"/>
                </a:lnTo>
                <a:lnTo>
                  <a:pt x="894676" y="128308"/>
                </a:lnTo>
                <a:lnTo>
                  <a:pt x="874001" y="123304"/>
                </a:lnTo>
                <a:lnTo>
                  <a:pt x="831824" y="120319"/>
                </a:lnTo>
                <a:lnTo>
                  <a:pt x="787527" y="123748"/>
                </a:lnTo>
                <a:lnTo>
                  <a:pt x="748652" y="134048"/>
                </a:lnTo>
                <a:lnTo>
                  <a:pt x="687120" y="175247"/>
                </a:lnTo>
                <a:lnTo>
                  <a:pt x="649135" y="242100"/>
                </a:lnTo>
                <a:lnTo>
                  <a:pt x="639635" y="284492"/>
                </a:lnTo>
                <a:lnTo>
                  <a:pt x="636460" y="332854"/>
                </a:lnTo>
                <a:lnTo>
                  <a:pt x="639889" y="379742"/>
                </a:lnTo>
                <a:lnTo>
                  <a:pt x="650138" y="420928"/>
                </a:lnTo>
                <a:lnTo>
                  <a:pt x="667232" y="456412"/>
                </a:lnTo>
                <a:lnTo>
                  <a:pt x="691159" y="486194"/>
                </a:lnTo>
                <a:lnTo>
                  <a:pt x="721271" y="509739"/>
                </a:lnTo>
                <a:lnTo>
                  <a:pt x="756907" y="526580"/>
                </a:lnTo>
                <a:lnTo>
                  <a:pt x="798068" y="536676"/>
                </a:lnTo>
                <a:lnTo>
                  <a:pt x="844753" y="540042"/>
                </a:lnTo>
                <a:lnTo>
                  <a:pt x="867676" y="539635"/>
                </a:lnTo>
                <a:lnTo>
                  <a:pt x="908545" y="536409"/>
                </a:lnTo>
                <a:lnTo>
                  <a:pt x="960018" y="524624"/>
                </a:lnTo>
                <a:lnTo>
                  <a:pt x="992492" y="510527"/>
                </a:lnTo>
                <a:lnTo>
                  <a:pt x="976426" y="440588"/>
                </a:lnTo>
                <a:lnTo>
                  <a:pt x="971511" y="419188"/>
                </a:lnTo>
                <a:lnTo>
                  <a:pt x="927354" y="433578"/>
                </a:lnTo>
                <a:lnTo>
                  <a:pt x="878801" y="440143"/>
                </a:lnTo>
                <a:lnTo>
                  <a:pt x="861174" y="440588"/>
                </a:lnTo>
                <a:lnTo>
                  <a:pt x="842454" y="439381"/>
                </a:lnTo>
                <a:lnTo>
                  <a:pt x="798791" y="421259"/>
                </a:lnTo>
                <a:lnTo>
                  <a:pt x="776554" y="384009"/>
                </a:lnTo>
                <a:lnTo>
                  <a:pt x="774509" y="367919"/>
                </a:lnTo>
                <a:lnTo>
                  <a:pt x="1018743" y="367919"/>
                </a:lnTo>
                <a:lnTo>
                  <a:pt x="1018743" y="3056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57625" y="6290645"/>
            <a:ext cx="382905" cy="419734"/>
          </a:xfrm>
          <a:custGeom>
            <a:avLst/>
            <a:gdLst/>
            <a:ahLst/>
            <a:cxnLst/>
            <a:rect l="l" t="t" r="r" b="b"/>
            <a:pathLst>
              <a:path w="382905" h="419734">
                <a:moveTo>
                  <a:pt x="195334" y="0"/>
                </a:moveTo>
                <a:lnTo>
                  <a:pt x="151049" y="3429"/>
                </a:lnTo>
                <a:lnTo>
                  <a:pt x="112181" y="13720"/>
                </a:lnTo>
                <a:lnTo>
                  <a:pt x="50679" y="54919"/>
                </a:lnTo>
                <a:lnTo>
                  <a:pt x="12676" y="121771"/>
                </a:lnTo>
                <a:lnTo>
                  <a:pt x="3169" y="164162"/>
                </a:lnTo>
                <a:lnTo>
                  <a:pt x="0" y="212527"/>
                </a:lnTo>
                <a:lnTo>
                  <a:pt x="3419" y="259418"/>
                </a:lnTo>
                <a:lnTo>
                  <a:pt x="13678" y="300606"/>
                </a:lnTo>
                <a:lnTo>
                  <a:pt x="30776" y="336088"/>
                </a:lnTo>
                <a:lnTo>
                  <a:pt x="54710" y="365863"/>
                </a:lnTo>
                <a:lnTo>
                  <a:pt x="84811" y="389420"/>
                </a:lnTo>
                <a:lnTo>
                  <a:pt x="120441" y="406249"/>
                </a:lnTo>
                <a:lnTo>
                  <a:pt x="161599" y="416348"/>
                </a:lnTo>
                <a:lnTo>
                  <a:pt x="208286" y="419714"/>
                </a:lnTo>
                <a:lnTo>
                  <a:pt x="231212" y="419309"/>
                </a:lnTo>
                <a:lnTo>
                  <a:pt x="272084" y="416079"/>
                </a:lnTo>
                <a:lnTo>
                  <a:pt x="323556" y="404304"/>
                </a:lnTo>
                <a:lnTo>
                  <a:pt x="356051" y="390208"/>
                </a:lnTo>
                <a:lnTo>
                  <a:pt x="339968" y="320262"/>
                </a:lnTo>
                <a:lnTo>
                  <a:pt x="224705" y="320262"/>
                </a:lnTo>
                <a:lnTo>
                  <a:pt x="205996" y="319053"/>
                </a:lnTo>
                <a:lnTo>
                  <a:pt x="162330" y="300933"/>
                </a:lnTo>
                <a:lnTo>
                  <a:pt x="140081" y="263681"/>
                </a:lnTo>
                <a:lnTo>
                  <a:pt x="138037" y="247594"/>
                </a:lnTo>
                <a:lnTo>
                  <a:pt x="382281" y="247594"/>
                </a:lnTo>
                <a:lnTo>
                  <a:pt x="382281" y="185366"/>
                </a:lnTo>
                <a:lnTo>
                  <a:pt x="380425" y="159586"/>
                </a:lnTo>
                <a:lnTo>
                  <a:pt x="140833" y="159586"/>
                </a:lnTo>
                <a:lnTo>
                  <a:pt x="143073" y="144048"/>
                </a:lnTo>
                <a:lnTo>
                  <a:pt x="168495" y="103925"/>
                </a:lnTo>
                <a:lnTo>
                  <a:pt x="200245" y="95169"/>
                </a:lnTo>
                <a:lnTo>
                  <a:pt x="364887" y="95169"/>
                </a:lnTo>
                <a:lnTo>
                  <a:pt x="354867" y="74269"/>
                </a:lnTo>
                <a:lnTo>
                  <a:pt x="333539" y="47768"/>
                </a:lnTo>
                <a:lnTo>
                  <a:pt x="306624" y="26866"/>
                </a:lnTo>
                <a:lnTo>
                  <a:pt x="274618" y="11939"/>
                </a:lnTo>
                <a:lnTo>
                  <a:pt x="237521" y="2984"/>
                </a:lnTo>
                <a:lnTo>
                  <a:pt x="195334" y="0"/>
                </a:lnTo>
                <a:close/>
              </a:path>
              <a:path w="382905" h="419734">
                <a:moveTo>
                  <a:pt x="335047" y="298860"/>
                </a:moveTo>
                <a:lnTo>
                  <a:pt x="290912" y="313257"/>
                </a:lnTo>
                <a:lnTo>
                  <a:pt x="242337" y="319823"/>
                </a:lnTo>
                <a:lnTo>
                  <a:pt x="224705" y="320262"/>
                </a:lnTo>
                <a:lnTo>
                  <a:pt x="339968" y="320262"/>
                </a:lnTo>
                <a:lnTo>
                  <a:pt x="335047" y="298860"/>
                </a:lnTo>
                <a:close/>
              </a:path>
              <a:path w="382905" h="419734">
                <a:moveTo>
                  <a:pt x="364887" y="95169"/>
                </a:moveTo>
                <a:lnTo>
                  <a:pt x="200245" y="95169"/>
                </a:lnTo>
                <a:lnTo>
                  <a:pt x="212680" y="96265"/>
                </a:lnTo>
                <a:lnTo>
                  <a:pt x="223783" y="99555"/>
                </a:lnTo>
                <a:lnTo>
                  <a:pt x="253829" y="133197"/>
                </a:lnTo>
                <a:lnTo>
                  <a:pt x="258232" y="159586"/>
                </a:lnTo>
                <a:lnTo>
                  <a:pt x="380425" y="159586"/>
                </a:lnTo>
                <a:lnTo>
                  <a:pt x="379236" y="143073"/>
                </a:lnTo>
                <a:lnTo>
                  <a:pt x="370098" y="106039"/>
                </a:lnTo>
                <a:lnTo>
                  <a:pt x="364887" y="95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84" y="7901214"/>
            <a:ext cx="6135855" cy="19126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8173" y="8433889"/>
            <a:ext cx="6008696" cy="19126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7248" y="8966545"/>
            <a:ext cx="6222763" cy="191261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53857" y="7577502"/>
            <a:ext cx="6581140" cy="2917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refers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more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</a:t>
            </a:r>
            <a:endParaRPr sz="1500">
              <a:latin typeface="Open Sans"/>
              <a:cs typeface="Open Sans"/>
            </a:endParaRPr>
          </a:p>
          <a:p>
            <a:pPr marL="12700" marR="5080">
              <a:lnSpc>
                <a:spcPct val="233000"/>
              </a:lnSpc>
            </a:pP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(collectively,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the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“Deloitte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organization”).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(also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referred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as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“Deloitte separate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independent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entities,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which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cannot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obligate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bind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each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related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entity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liable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only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its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own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acts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omissions,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those</a:t>
            </a:r>
            <a:endParaRPr sz="1500">
              <a:latin typeface="Open Sans"/>
              <a:cs typeface="Open Sans"/>
            </a:endParaRPr>
          </a:p>
          <a:p>
            <a:pPr marL="13970" marR="112395" indent="-635">
              <a:lnSpc>
                <a:spcPct val="116500"/>
              </a:lnSpc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each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other.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does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provide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services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clients.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Please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see</a:t>
            </a:r>
            <a:r>
              <a:rPr dirty="0" sz="1500" spc="-9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  <a:hlinkClick r:id="rId6"/>
              </a:rPr>
              <a:t>www.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</a:rPr>
              <a:t> deloitte.com/about</a:t>
            </a:r>
            <a:r>
              <a:rPr dirty="0" sz="1500" spc="-4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learn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more.</a:t>
            </a:r>
            <a:endParaRPr sz="15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Open Sans"/>
              <a:cs typeface="Open Sans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©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2021.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information,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contact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Limited.</a:t>
            </a:r>
            <a:endParaRPr sz="15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59D41D8B-DDE5-49ED-9E53-A6A501E758A9}"/>
</file>

<file path=customXml/itemProps2.xml><?xml version="1.0" encoding="utf-8"?>
<ds:datastoreItem xmlns:ds="http://schemas.openxmlformats.org/officeDocument/2006/customXml" ds:itemID="{14961483-2C73-410A-A6CF-8D14EFC39918}"/>
</file>

<file path=customXml/itemProps3.xml><?xml version="1.0" encoding="utf-8"?>
<ds:datastoreItem xmlns:ds="http://schemas.openxmlformats.org/officeDocument/2006/customXml" ds:itemID="{D260CABD-AAA7-4321-B2B6-AEEF69DEB25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GIG_Avatar Backgrounds_HEALTHCARE</dc:title>
  <dcterms:created xsi:type="dcterms:W3CDTF">2022-09-01T15:58:55Z</dcterms:created>
  <dcterms:modified xsi:type="dcterms:W3CDTF">2022-09-01T15:58:55Z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2021-11-10T00:00:00Z</vt:filetime>
  </property>
  <property fmtid="{D5CDD505-2E9C-101B-9397-08002B2CF9AE}" pid="3" name="Creator">
    <vt:lpwstr>Adobe Illustrator 26.0 (Macintosh)</vt:lpwstr>
  </property>
  <property fmtid="{D5CDD505-2E9C-101B-9397-08002B2CF9AE}" pid="4" name="LastSaved">
    <vt:filetime>2022-09-01T00:00:00Z</vt:filetime>
  </property>
  <property fmtid="{D5CDD505-2E9C-101B-9397-08002B2CF9AE}" pid="5" name="Producer">
    <vt:lpwstr>Adobe PDF library 16.03</vt:lpwstr>
  </property>
  <property fmtid="{D5CDD505-2E9C-101B-9397-08002B2CF9AE}" pid="6" name="ContentTypeId">
    <vt:lpwstr>0x01010046EABACCD3B39C49923CC76F9A3899B0</vt:lpwstr>
  </property>
</Properties>
</file>